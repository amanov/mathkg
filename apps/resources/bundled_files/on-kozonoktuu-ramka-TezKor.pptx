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/>
  <p:notesSz cx="6858000" cy="9144000"/>
  <p:embeddedFontLst>
    <p:embeddedFont>
      <p:font typeface="IBM Plex Sans" pitchFamily="34" charset="0"/>
      <p:regular r:id="rId34"/>
      <p:bold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font" Target="fonts/font1.fntdata"/><Relationship Id="rId35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сурактык слайдды 2–3 секунд гана көрсөтүп, кийинки слайдга өтүңүз. Андан кийин «Кантип көрдүң?» деп сураңыз: жогорку катар толук = 5, эки рамка: биринчиси толук =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5. 2 секунддан кийин кийинки слайдга өтүңүз.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3. 2 секунддан кийин кийинки слайдга өтүңүз.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8. 2 секунддан кийин кийинки слайдга өтүңүз.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10. 2 секунддан кийин кийинки слайдга өтүңүз.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6. 2 секунддан кийин кийинки слайдга өтүңүз.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9. 2 секунддан кийин кийинки слайдга өтүңүз.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4. 2 секунддан кийин кийинки слайдга өтүңүз.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7. 2 секунддан кийин кийинки слайдга өтүңүз.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12. 2 секунддан кийин кийинки слайдга өтүңүз.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15. 2 секунддан кийин кийинки слайдга өтүңүз.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18. 2 секунддан кийин кийинки слайдга өтүңүз.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20. 2 секунддан кийин кийинки слайдга өтүңүз.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77926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Тез көр!</a:t>
            </a:r>
          </a:p>
        </p:txBody>
      </p:sp>
      <p:sp>
        <p:nvSpPr>
          <p:cNvPr id="4" name="Rectangle 3"/>
          <p:cNvSpPr/>
          <p:nvPr/>
        </p:nvSpPr>
        <p:spPr>
          <a:xfrm>
            <a:off x="2727734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Санабай көр!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3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1. Рамканы 2 секунд көрөсүң.</a:t>
            </a:r>
          </a:p>
          <a:p>
            <a:pPr algn="l"/>
            <a:r>
              <a:rPr sz="3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2. Санабай айт: канча фигура?</a:t>
            </a:r>
          </a:p>
          <a:p>
            <a:pPr algn="l"/>
            <a:r>
              <a:rPr sz="3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3. Кантип көрдүң? «5 жана дагы 3» — деп түшүндүр.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048867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1-рамка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98675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Канча?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414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313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9282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181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150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049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018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917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9886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3785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2414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9282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150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018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9886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20624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69404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1-рамка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44385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Кантип көрдүң?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414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313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9282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181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150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049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018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917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9886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3785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2414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9282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150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018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9886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02336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292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 — жогорку катар толук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048867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2-рамка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98675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Канча?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414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313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9282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181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150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049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018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9886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2414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282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150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018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9886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0624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69404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2-рамка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44385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Кантип көрдүң?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414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313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9282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181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150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049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018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9886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2414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282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150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018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9886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2336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292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 = 5 − 2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048867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3-рамка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98675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Канча?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414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313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9282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181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150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049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018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917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9886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3785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2414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6313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9282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3181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150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0049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018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9886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20624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69404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3-рамка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44385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Кантип көрдүң?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414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313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9282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181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150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049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018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917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9886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3785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2414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6313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9282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3181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150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0049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018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9886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02336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0292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 = 5 + 3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048867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4-рамка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98675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Канча?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414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313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9282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181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150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049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018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917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9886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3785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2414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6313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9282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3181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150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0049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018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6917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9886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3785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20624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69404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4-рамка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44385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Кантип көрдүң?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414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313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9282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181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150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049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018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917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9886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3785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2414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6313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9282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3181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150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0049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018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6917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9886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3785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02336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0292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 = 5 + 5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048867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5-рамка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98675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Канча?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414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313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9282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181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150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049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018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917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9886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3785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2414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6313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9282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150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018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9886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20624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69404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5-рамка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44385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Кантип көрдүң?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414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313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9282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181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150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049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018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917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9886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3785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2414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6313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9282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150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018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9886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02336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292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 = 5 + 1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048867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6-рамка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98675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Канча?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414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313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9282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181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150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049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018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917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9886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3785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2414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6313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9282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3181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150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0049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018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6917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9886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20624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69404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6-рамка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44385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Кантип көрдүң?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414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313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9282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181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150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049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018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917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9886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3785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2414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6313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9282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3181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150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0049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018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6917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9886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02336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0292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 = 5 + 4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048867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7-рамка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98675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Канча?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414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313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9282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181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150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049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018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917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9886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2414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9282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150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3018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9886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0624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69404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7-рамка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44385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Кантип көрдүң?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414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313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9282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181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150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049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018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917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9886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2414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9282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150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3018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9886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02336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292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 = 5 − 1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048867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8-рамка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98675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Канча?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414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313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9282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181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150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049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018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917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9886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3785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2414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6313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9282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3181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150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3018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9886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20624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69404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8-рамка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44385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Кантип көрдүң?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414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313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9282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181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150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0049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018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917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98868" y="182880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37856" y="196778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2414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6313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9282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31816" y="2927909"/>
            <a:ext cx="590702" cy="590702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150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3018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98868" y="2788920"/>
            <a:ext cx="868680" cy="868680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0292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 = 5 + 2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048867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9-рамка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98675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Канча?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3928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3897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13736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705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63544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83513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3352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33321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3160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83129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63928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83897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13736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33705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63544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83513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3352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33321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63160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83129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78728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98697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28536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48505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8344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28152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77960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78728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28536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8344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28152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77960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20624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69404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9-рамка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44385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Кантип көрдүң?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3928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3897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13736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705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63544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83513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3352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33321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3160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83129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63928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83897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13736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33705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63544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83513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3352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33321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63160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83129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78728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98697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28536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48505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8344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28152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77960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78728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28536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8344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28152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77960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02336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0292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 = 10 + 2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338427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10-рамка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088235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Канча?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3928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3897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13736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705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63544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83513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3352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33321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3160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83129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63928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83897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13736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33705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63544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83513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3352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33321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63160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83129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78728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98697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28536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48505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8344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98313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28152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48121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77960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97929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8728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8536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8344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28152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77960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20624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8360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10-рамка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73341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Кантип көрдүң?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3928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3897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13736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705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63544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83513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3352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33321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3160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83129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63928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83897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13736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33705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63544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83513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3352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33321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63160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83129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78728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98697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28536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48505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8344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98313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28152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48121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77960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97929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8728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8536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8344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28152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77960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02336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0292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15 = 10 + 5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338427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11-рамка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088235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Канча?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3928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3897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13736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705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63544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83513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3352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33321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3160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83129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63928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83897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13736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33705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63544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83513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3352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33321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63160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83129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78728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98697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28536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48505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8344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98313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28152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48121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77960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97929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8728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98697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28536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148505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8344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898313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28152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77960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420624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8360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11-рамка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73341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Кантип көрдүң?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3928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3897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13736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705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63544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83513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3352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33321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3160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83129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63928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83897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13736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33705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63544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83513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3352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33321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63160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83129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78728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98697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28536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48505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8344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98313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28152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48121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77960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97929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8728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98697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28536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148505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8344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898313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28152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77960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402336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0292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18 = 10 + 8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338427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12-рамка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088235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Канча?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3928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3897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13736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705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63544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83513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3352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33321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3160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83129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63928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83897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13736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33705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63544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83513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3352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33321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63160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83129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78728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98697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28536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48505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8344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98313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28152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48121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77960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97929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8728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98697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28536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148505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8344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898313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28152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648121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77960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397929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420624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8360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12-рамка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73341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Кантип көрдүң?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3928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3897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13736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705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63544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83513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3352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33321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3160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83129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63928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83897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13736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33705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63544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83513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3352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33321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63160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83129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78728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98697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28536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48505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8344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98313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28152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48121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77960" y="1828800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97929" y="1948769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8728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98697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28536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148505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8344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898313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28152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648121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77960" y="2670048"/>
            <a:ext cx="749808" cy="749808"/>
          </a:xfrm>
          <a:prstGeom prst="rect">
            <a:avLst/>
          </a:prstGeom>
          <a:noFill/>
          <a:ln w="9525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397929" y="2790017"/>
            <a:ext cx="509869" cy="509869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402336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0292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20 = 10 + 10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Он көзөнөктүү рамка: 20га чейин санау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86157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Жыйынтык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138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Эмнени үйрөндүк?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3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Бир катар толук = 5.</a:t>
            </a:r>
          </a:p>
          <a:p>
            <a:pPr algn="l"/>
            <a:r>
              <a:rPr sz="3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Бир рамка толук = 10.</a:t>
            </a:r>
          </a:p>
          <a:p>
            <a:pPr algn="l"/>
            <a:r>
              <a:rPr sz="30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13 = 10 + 3: бир толук рамка жана дагы 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Тез көр!</dc:title>
  <dc:subject>Он көзөнөктүү рамка: 20га чейин санау</dc:subject>
  <dc:creator>MathKG</dc:creator>
  <cp:keywords>MathKG; он көзөнөктүү рамка; subitising</cp:keywords>
  <dc:description>generated using python-pptx</dc:description>
  <cp:lastModifiedBy>MathKG</cp:lastModifiedBy>
  <cp:revision>1</cp:revision>
  <dcterms:created xsi:type="dcterms:W3CDTF">2013-01-27T09:14:16Z</dcterms:created>
  <dcterms:modified xsi:type="dcterms:W3CDTF">2013-01-27T09:15:58Z</dcterms:modified>
  <cp:category/>
  <dc:language>ky-KG</dc:language>
</cp:coreProperties>
</file>