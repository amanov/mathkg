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Канттагы плитка цехи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×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× a ×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2a × 4b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3ab × 2a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×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× a × 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a³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2a × 4b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8ab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3ab × 2a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6a²b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14a ÷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10ab ÷ 2b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Бөлчөк менен жаз: 24a² ÷ 8a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9ab ÷ 9ab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14a ÷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10ab ÷ 2b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Бөлчөк менен жаз: 24a² ÷ 8a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24a²/8a = 3a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9ab ÷ 9ab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2a × 3 +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4a × 2b − 5ab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15a² ÷ 5a + 2a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× 6a − 2a × 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2a × 3 +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4a × 2b − 5ab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15a² ÷ 5a + 2a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× 6a − 2a ×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4a²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5 болсо, a²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2, b = 3 болсо, 4a × 2b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Плитка 3a × 2b. a = 3 дм, b = 2 дм болсо, аянты?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Аянты 20ab, узундугу 5a. Туурасы?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мүчөлөрдү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5 болсо, a²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2, b = 3 болсо, 4a × 2b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Плитка 3a × 2b. a = 3 дм, b = 2 дм болсо, аянты?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6ab = 36 дм²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Аянты 20ab, узундугу 5a. Туурасы?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