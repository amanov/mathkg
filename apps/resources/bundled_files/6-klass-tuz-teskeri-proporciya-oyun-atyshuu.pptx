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Атышуу (ылдамдыксыз): суроо слайды, андан кийин жооп слайды. Туура жооп 1 упай, «туура жана түшүндүрдү» дагы 1 упай. Ылдамдык боюнча тизме жок (3C · Сынчыл ой).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Атышуу: туура жана түшүндүр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Түз жана тескери пропорциялуулук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32159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153619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49047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Баары ойлонот (10 секунд), анан мини-тактага жазат. Ким биринчи экени маанилүү эмес.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40487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35915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Туура жооп = 1 упай. Ыкмасын түшүндүрсө («адегенде 1 бирдикти таптым…») = дагы 1 упай.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27355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2783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Жооп слайдында текшеребиз: «түзбү, тескериби, кантип билдиң?» деп 2–3 окуучудан сурайм.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142231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096511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ким өз упайын өзүнүн мурунку жыйынтыгы менен салыштырат; класс алдында тизме жок.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07047" y="5669280"/>
            <a:ext cx="475488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Блум: Эстөө · Колдонуу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" y="5669280"/>
            <a:ext cx="585216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Бүгүнкү окуя: Тоңдогу ашар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Түз жана тескери пропорциялуулук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 кап 500 сом. 6 кап =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Түз жана тескери пропорциялуулук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 кап 500 сом. 6 кап =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3 000 сом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Түз жана тескери пропорциялуулук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2 киши 10 саат. 5 киши =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Түз жана тескери пропорциялуулук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2 киши 10 саат. 5 киши =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4 саат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Түз жана тескери пропорциялуулук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3 нан 90 сом. 1 нан =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Түз жана тескери пропорциялуулук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3 нан 90 сом. 1 нан =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30 сом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Түз жана тескери пропорциялуулук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0,5 саат = ? мүнөт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Түз жана тескери пропорциялуулук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0,5 саат = ? мүнөт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30 мүнөт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5-суроо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Түз жана тескери пропорциялуулук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10/25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x × y = 30, x = 5 → y =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5-суроо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Түз жана тескери пропорциялуулук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11/25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x × y = 30, x = 5 → y =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6-суроо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Түз жана тескери пропорциялуулук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y ÷ x = 4, x = 9 → y =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6-суроо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Түз жана тескери пропорциялуулук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y ÷ x = 4, x = 9 → y =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36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7-суроо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Түз жана тескери пропорциялуулук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80 км/саат, 2 саат → ? км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7-суроо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Түз жана тескери пропорциялуулук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80 км/саат, 2 саат → ? км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160 км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8-суроо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Түз жана тескери пропорциялуулук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16/25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120 км, 40 км/саат → ? саат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8-суроо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Түз жана тескери пропорциялуулук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17/25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120 км, 40 км/саат → ? саат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3 саат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9-суроо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Түз жана тескери пропорциялуулук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18/25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4 киши 6 күн. 3 киши =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9-суроо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Түз жана тескери пропорциялуулук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19/25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4 киши 6 күн. 3 киши =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8 күн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10-суроо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Түз жана тескери пропорциялуулук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20/25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x: 2, 4  y: 5, 10. Кайсы?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10-суроо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Түз жана тескери пропорциялуулук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21/25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x: 2, 4  y: 5, 10. Кайсы?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Түз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11-суроо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Түз жана тескери пропорциялуулук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x: 2, 4  y: 10, 5. Кайсы?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11-суроо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Түз жана тескери пропорциялуулук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x: 2, 4  y: 10, 5. Кайсы?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Тескери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Түз жана тескери пропорциялуулук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x: 1, 2  y: 3, 5. Кайсы?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Түз жана тескери пропорциялуулук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x: 1, 2  y: 3, 5. Кайсы?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Эч кайсысы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