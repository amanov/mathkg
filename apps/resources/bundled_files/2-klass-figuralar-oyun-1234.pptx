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Каракол: чоң атанын устаканасы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52728" y="1503091"/>
            <a:ext cx="1280160" cy="1108618"/>
          </a:xfrm>
          <a:custGeom>
            <a:avLst/>
            <a:gdLst/>
            <a:ahLst/>
            <a:cxnLst/>
            <a:rect l="l" t="t" r="r" b="b"/>
            <a:pathLst>
              <a:path w="1280160" h="1108618">
                <a:moveTo>
                  <a:pt x="640080" y="0"/>
                </a:moveTo>
                <a:lnTo>
                  <a:pt x="1280160" y="1108618"/>
                </a:lnTo>
                <a:lnTo>
                  <a:pt x="0" y="1108618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Freeform 15"/>
          <p:cNvSpPr/>
          <p:nvPr/>
        </p:nvSpPr>
        <p:spPr>
          <a:xfrm>
            <a:off x="7306056" y="1417320"/>
            <a:ext cx="640080" cy="1280160"/>
          </a:xfrm>
          <a:custGeom>
            <a:avLst/>
            <a:gdLst/>
            <a:ahLst/>
            <a:cxnLst/>
            <a:rect l="l" t="t" r="r" b="b"/>
            <a:pathLst>
              <a:path w="640080" h="1280160">
                <a:moveTo>
                  <a:pt x="0" y="0"/>
                </a:moveTo>
                <a:lnTo>
                  <a:pt x="640080" y="0"/>
                </a:lnTo>
                <a:lnTo>
                  <a:pt x="64008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Freeform 19"/>
          <p:cNvSpPr/>
          <p:nvPr/>
        </p:nvSpPr>
        <p:spPr>
          <a:xfrm>
            <a:off x="1252728" y="3931920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60">
                <a:moveTo>
                  <a:pt x="640080" y="0"/>
                </a:moveTo>
                <a:lnTo>
                  <a:pt x="1280160" y="640080"/>
                </a:lnTo>
                <a:lnTo>
                  <a:pt x="640080" y="1280160"/>
                </a:lnTo>
                <a:lnTo>
                  <a:pt x="0" y="64008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Freeform 23"/>
          <p:cNvSpPr/>
          <p:nvPr/>
        </p:nvSpPr>
        <p:spPr>
          <a:xfrm>
            <a:off x="6986016" y="3931920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60">
                <a:moveTo>
                  <a:pt x="0" y="0"/>
                </a:moveTo>
                <a:lnTo>
                  <a:pt x="640080" y="0"/>
                </a:lnTo>
                <a:lnTo>
                  <a:pt x="640080" y="640080"/>
                </a:lnTo>
                <a:lnTo>
                  <a:pt x="1280160" y="640080"/>
                </a:lnTo>
                <a:lnTo>
                  <a:pt x="128016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7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 Жактарын сана.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52728" y="1503091"/>
            <a:ext cx="1280160" cy="1108618"/>
          </a:xfrm>
          <a:custGeom>
            <a:avLst/>
            <a:gdLst/>
            <a:ahLst/>
            <a:cxnLst/>
            <a:rect l="l" t="t" r="r" b="b"/>
            <a:pathLst>
              <a:path w="1280160" h="1108618">
                <a:moveTo>
                  <a:pt x="640080" y="0"/>
                </a:moveTo>
                <a:lnTo>
                  <a:pt x="1280160" y="1108618"/>
                </a:lnTo>
                <a:lnTo>
                  <a:pt x="0" y="1108618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Үч бурчтук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7" name="Freeform 16"/>
          <p:cNvSpPr/>
          <p:nvPr/>
        </p:nvSpPr>
        <p:spPr>
          <a:xfrm>
            <a:off x="7306056" y="1417320"/>
            <a:ext cx="640080" cy="1280160"/>
          </a:xfrm>
          <a:custGeom>
            <a:avLst/>
            <a:gdLst/>
            <a:ahLst/>
            <a:cxnLst/>
            <a:rect l="l" t="t" r="r" b="b"/>
            <a:pathLst>
              <a:path w="640080" h="1280160">
                <a:moveTo>
                  <a:pt x="0" y="0"/>
                </a:moveTo>
                <a:lnTo>
                  <a:pt x="640080" y="0"/>
                </a:lnTo>
                <a:lnTo>
                  <a:pt x="64008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Тик бурчтук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2" name="Freeform 21"/>
          <p:cNvSpPr/>
          <p:nvPr/>
        </p:nvSpPr>
        <p:spPr>
          <a:xfrm>
            <a:off x="1252728" y="3931920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60">
                <a:moveTo>
                  <a:pt x="640080" y="0"/>
                </a:moveTo>
                <a:lnTo>
                  <a:pt x="1280160" y="640080"/>
                </a:lnTo>
                <a:lnTo>
                  <a:pt x="640080" y="1280160"/>
                </a:lnTo>
                <a:lnTo>
                  <a:pt x="0" y="64008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Квадрат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7" name="Freeform 26"/>
          <p:cNvSpPr/>
          <p:nvPr/>
        </p:nvSpPr>
        <p:spPr>
          <a:xfrm>
            <a:off x="6986016" y="3931920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60">
                <a:moveTo>
                  <a:pt x="0" y="0"/>
                </a:moveTo>
                <a:lnTo>
                  <a:pt x="640080" y="0"/>
                </a:lnTo>
                <a:lnTo>
                  <a:pt x="640080" y="640080"/>
                </a:lnTo>
                <a:lnTo>
                  <a:pt x="1280160" y="640080"/>
                </a:lnTo>
                <a:lnTo>
                  <a:pt x="128016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7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 Жактарын сана.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Алты бурчтук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52728" y="1448648"/>
            <a:ext cx="1280160" cy="1217504"/>
          </a:xfrm>
          <a:custGeom>
            <a:avLst/>
            <a:gdLst/>
            <a:ahLst/>
            <a:cxnLst/>
            <a:rect l="l" t="t" r="r" b="b"/>
            <a:pathLst>
              <a:path w="1280160" h="1217504">
                <a:moveTo>
                  <a:pt x="640080" y="0"/>
                </a:moveTo>
                <a:lnTo>
                  <a:pt x="1280160" y="465045"/>
                </a:lnTo>
                <a:lnTo>
                  <a:pt x="1035671" y="1217504"/>
                </a:lnTo>
                <a:lnTo>
                  <a:pt x="244489" y="1217504"/>
                </a:lnTo>
                <a:lnTo>
                  <a:pt x="0" y="465045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чокусу бар?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Freeform 15"/>
          <p:cNvSpPr/>
          <p:nvPr/>
        </p:nvSpPr>
        <p:spPr>
          <a:xfrm>
            <a:off x="6986016" y="1614268"/>
            <a:ext cx="1280160" cy="886264"/>
          </a:xfrm>
          <a:custGeom>
            <a:avLst/>
            <a:gdLst/>
            <a:ahLst/>
            <a:cxnLst/>
            <a:rect l="l" t="t" r="r" b="b"/>
            <a:pathLst>
              <a:path w="1280160" h="886264">
                <a:moveTo>
                  <a:pt x="0" y="0"/>
                </a:moveTo>
                <a:lnTo>
                  <a:pt x="787791" y="0"/>
                </a:lnTo>
                <a:lnTo>
                  <a:pt x="1280160" y="886264"/>
                </a:lnTo>
                <a:lnTo>
                  <a:pt x="0" y="886264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тик бурчу бар?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Freeform 19"/>
          <p:cNvSpPr/>
          <p:nvPr/>
        </p:nvSpPr>
        <p:spPr>
          <a:xfrm>
            <a:off x="1252728" y="4017674"/>
            <a:ext cx="1280160" cy="1108652"/>
          </a:xfrm>
          <a:custGeom>
            <a:avLst/>
            <a:gdLst/>
            <a:ahLst/>
            <a:cxnLst/>
            <a:rect l="l" t="t" r="r" b="b"/>
            <a:pathLst>
              <a:path w="1280160" h="1108652">
                <a:moveTo>
                  <a:pt x="1280160" y="554326"/>
                </a:moveTo>
                <a:lnTo>
                  <a:pt x="960120" y="1108652"/>
                </a:lnTo>
                <a:lnTo>
                  <a:pt x="320040" y="1108652"/>
                </a:lnTo>
                <a:lnTo>
                  <a:pt x="0" y="554326"/>
                </a:lnTo>
                <a:lnTo>
                  <a:pt x="320040" y="0"/>
                </a:lnTo>
                <a:lnTo>
                  <a:pt x="960120" y="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Жактары + чокулары =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Freeform 23"/>
          <p:cNvSpPr/>
          <p:nvPr/>
        </p:nvSpPr>
        <p:spPr>
          <a:xfrm>
            <a:off x="6986016" y="3931920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60">
                <a:moveTo>
                  <a:pt x="0" y="0"/>
                </a:moveTo>
                <a:lnTo>
                  <a:pt x="640080" y="0"/>
                </a:lnTo>
                <a:lnTo>
                  <a:pt x="640080" y="640080"/>
                </a:lnTo>
                <a:lnTo>
                  <a:pt x="1280160" y="640080"/>
                </a:lnTo>
                <a:lnTo>
                  <a:pt x="128016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7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жагы бар?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52728" y="1448648"/>
            <a:ext cx="1280160" cy="1217504"/>
          </a:xfrm>
          <a:custGeom>
            <a:avLst/>
            <a:gdLst/>
            <a:ahLst/>
            <a:cxnLst/>
            <a:rect l="l" t="t" r="r" b="b"/>
            <a:pathLst>
              <a:path w="1280160" h="1217504">
                <a:moveTo>
                  <a:pt x="640080" y="0"/>
                </a:moveTo>
                <a:lnTo>
                  <a:pt x="1280160" y="465045"/>
                </a:lnTo>
                <a:lnTo>
                  <a:pt x="1035671" y="1217504"/>
                </a:lnTo>
                <a:lnTo>
                  <a:pt x="244489" y="1217504"/>
                </a:lnTo>
                <a:lnTo>
                  <a:pt x="0" y="465045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чокусу бар?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7" name="Freeform 16"/>
          <p:cNvSpPr/>
          <p:nvPr/>
        </p:nvSpPr>
        <p:spPr>
          <a:xfrm>
            <a:off x="6986016" y="1614268"/>
            <a:ext cx="1280160" cy="886264"/>
          </a:xfrm>
          <a:custGeom>
            <a:avLst/>
            <a:gdLst/>
            <a:ahLst/>
            <a:cxnLst/>
            <a:rect l="l" t="t" r="r" b="b"/>
            <a:pathLst>
              <a:path w="1280160" h="886264">
                <a:moveTo>
                  <a:pt x="0" y="0"/>
                </a:moveTo>
                <a:lnTo>
                  <a:pt x="787791" y="0"/>
                </a:lnTo>
                <a:lnTo>
                  <a:pt x="1280160" y="886264"/>
                </a:lnTo>
                <a:lnTo>
                  <a:pt x="0" y="886264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тик бурчу бар?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2" name="Freeform 21"/>
          <p:cNvSpPr/>
          <p:nvPr/>
        </p:nvSpPr>
        <p:spPr>
          <a:xfrm>
            <a:off x="1252728" y="4017674"/>
            <a:ext cx="1280160" cy="1108652"/>
          </a:xfrm>
          <a:custGeom>
            <a:avLst/>
            <a:gdLst/>
            <a:ahLst/>
            <a:cxnLst/>
            <a:rect l="l" t="t" r="r" b="b"/>
            <a:pathLst>
              <a:path w="1280160" h="1108652">
                <a:moveTo>
                  <a:pt x="1280160" y="554326"/>
                </a:moveTo>
                <a:lnTo>
                  <a:pt x="960120" y="1108652"/>
                </a:lnTo>
                <a:lnTo>
                  <a:pt x="320040" y="1108652"/>
                </a:lnTo>
                <a:lnTo>
                  <a:pt x="0" y="554326"/>
                </a:lnTo>
                <a:lnTo>
                  <a:pt x="320040" y="0"/>
                </a:lnTo>
                <a:lnTo>
                  <a:pt x="960120" y="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Жактары + чокулары =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+ 6 = 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7" name="Freeform 26"/>
          <p:cNvSpPr/>
          <p:nvPr/>
        </p:nvSpPr>
        <p:spPr>
          <a:xfrm>
            <a:off x="6986016" y="3931920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60">
                <a:moveTo>
                  <a:pt x="0" y="0"/>
                </a:moveTo>
                <a:lnTo>
                  <a:pt x="640080" y="0"/>
                </a:lnTo>
                <a:lnTo>
                  <a:pt x="640080" y="640080"/>
                </a:lnTo>
                <a:lnTo>
                  <a:pt x="1280160" y="640080"/>
                </a:lnTo>
                <a:lnTo>
                  <a:pt x="128016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B5E2D3"/>
          </a:solidFill>
          <a:ln w="2044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7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жагы бар?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52728" y="1751703"/>
            <a:ext cx="945777" cy="945777"/>
          </a:xfrm>
          <a:custGeom>
            <a:avLst/>
            <a:gdLst/>
            <a:ahLst/>
            <a:cxnLst/>
            <a:rect l="l" t="t" r="r" b="b"/>
            <a:pathLst>
              <a:path w="945777" h="945777">
                <a:moveTo>
                  <a:pt x="0" y="945777"/>
                </a:moveTo>
                <a:lnTo>
                  <a:pt x="945777" y="945777"/>
                </a:lnTo>
                <a:lnTo>
                  <a:pt x="945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52728" y="1417320"/>
            <a:ext cx="1280160" cy="334383"/>
          </a:xfrm>
          <a:custGeom>
            <a:avLst/>
            <a:gdLst/>
            <a:ahLst/>
            <a:cxnLst/>
            <a:rect l="l" t="t" r="r" b="b"/>
            <a:pathLst>
              <a:path w="1280160" h="334383">
                <a:moveTo>
                  <a:pt x="0" y="334383"/>
                </a:moveTo>
                <a:lnTo>
                  <a:pt x="945777" y="334383"/>
                </a:lnTo>
                <a:lnTo>
                  <a:pt x="1280160" y="0"/>
                </a:lnTo>
                <a:lnTo>
                  <a:pt x="334383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198505" y="1417320"/>
            <a:ext cx="334383" cy="1280160"/>
          </a:xfrm>
          <a:custGeom>
            <a:avLst/>
            <a:gdLst/>
            <a:ahLst/>
            <a:cxnLst/>
            <a:rect l="l" t="t" r="r" b="b"/>
            <a:pathLst>
              <a:path w="334383" h="1280160">
                <a:moveTo>
                  <a:pt x="0" y="1280160"/>
                </a:moveTo>
                <a:lnTo>
                  <a:pt x="0" y="334383"/>
                </a:lnTo>
                <a:lnTo>
                  <a:pt x="334383" y="0"/>
                </a:lnTo>
                <a:lnTo>
                  <a:pt x="334383" y="945777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252727" y="2363097"/>
            <a:ext cx="334383" cy="334382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87110" y="2363097"/>
            <a:ext cx="945777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87110" y="1417320"/>
            <a:ext cx="0" cy="945777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52727" y="2697479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52727" y="1751702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98505" y="1751702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8505" y="2363097"/>
            <a:ext cx="334382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252727" y="1751702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98505" y="1417320"/>
            <a:ext cx="334382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52727" y="1417320"/>
            <a:ext cx="334383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32887" y="1417320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587110" y="1417320"/>
            <a:ext cx="945777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51760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30" name="Freeform 29"/>
          <p:cNvSpPr/>
          <p:nvPr/>
        </p:nvSpPr>
        <p:spPr>
          <a:xfrm>
            <a:off x="7101440" y="1585210"/>
            <a:ext cx="1049312" cy="1112270"/>
          </a:xfrm>
          <a:custGeom>
            <a:avLst/>
            <a:gdLst/>
            <a:ahLst/>
            <a:cxnLst/>
            <a:rect l="l" t="t" r="r" b="b"/>
            <a:pathLst>
              <a:path w="1049312" h="1112270">
                <a:moveTo>
                  <a:pt x="0" y="0"/>
                </a:moveTo>
                <a:lnTo>
                  <a:pt x="0" y="944380"/>
                </a:lnTo>
                <a:lnTo>
                  <a:pt x="4489" y="966294"/>
                </a:lnTo>
                <a:lnTo>
                  <a:pt x="17877" y="987833"/>
                </a:lnTo>
                <a:lnTo>
                  <a:pt x="39937" y="1008629"/>
                </a:lnTo>
                <a:lnTo>
                  <a:pt x="70291" y="1028325"/>
                </a:lnTo>
                <a:lnTo>
                  <a:pt x="108419" y="1046585"/>
                </a:lnTo>
                <a:lnTo>
                  <a:pt x="153668" y="1063096"/>
                </a:lnTo>
                <a:lnTo>
                  <a:pt x="205266" y="1077576"/>
                </a:lnTo>
                <a:lnTo>
                  <a:pt x="262328" y="1089777"/>
                </a:lnTo>
                <a:lnTo>
                  <a:pt x="323879" y="1099490"/>
                </a:lnTo>
                <a:lnTo>
                  <a:pt x="388865" y="1106549"/>
                </a:lnTo>
                <a:lnTo>
                  <a:pt x="456175" y="1110834"/>
                </a:lnTo>
                <a:lnTo>
                  <a:pt x="524656" y="1112270"/>
                </a:lnTo>
                <a:lnTo>
                  <a:pt x="593137" y="1110834"/>
                </a:lnTo>
                <a:lnTo>
                  <a:pt x="660447" y="1106549"/>
                </a:lnTo>
                <a:lnTo>
                  <a:pt x="725433" y="1099490"/>
                </a:lnTo>
                <a:lnTo>
                  <a:pt x="786984" y="1089777"/>
                </a:lnTo>
                <a:lnTo>
                  <a:pt x="844046" y="1077576"/>
                </a:lnTo>
                <a:lnTo>
                  <a:pt x="895644" y="1063096"/>
                </a:lnTo>
                <a:lnTo>
                  <a:pt x="940893" y="1046585"/>
                </a:lnTo>
                <a:lnTo>
                  <a:pt x="979021" y="1028325"/>
                </a:lnTo>
                <a:lnTo>
                  <a:pt x="1009375" y="1008629"/>
                </a:lnTo>
                <a:lnTo>
                  <a:pt x="1031435" y="987833"/>
                </a:lnTo>
                <a:lnTo>
                  <a:pt x="1044823" y="966294"/>
                </a:lnTo>
                <a:lnTo>
                  <a:pt x="1049312" y="944380"/>
                </a:lnTo>
                <a:lnTo>
                  <a:pt x="1049312" y="0"/>
                </a:lnTo>
                <a:lnTo>
                  <a:pt x="1049312" y="0"/>
                </a:lnTo>
                <a:lnTo>
                  <a:pt x="1044823" y="21914"/>
                </a:lnTo>
                <a:lnTo>
                  <a:pt x="1031435" y="43453"/>
                </a:lnTo>
                <a:lnTo>
                  <a:pt x="1009375" y="64248"/>
                </a:lnTo>
                <a:lnTo>
                  <a:pt x="979021" y="83945"/>
                </a:lnTo>
                <a:lnTo>
                  <a:pt x="940893" y="102205"/>
                </a:lnTo>
                <a:lnTo>
                  <a:pt x="895644" y="118716"/>
                </a:lnTo>
                <a:lnTo>
                  <a:pt x="844046" y="133196"/>
                </a:lnTo>
                <a:lnTo>
                  <a:pt x="786984" y="145397"/>
                </a:lnTo>
                <a:lnTo>
                  <a:pt x="725433" y="155110"/>
                </a:lnTo>
                <a:lnTo>
                  <a:pt x="660447" y="162169"/>
                </a:lnTo>
                <a:lnTo>
                  <a:pt x="593137" y="166453"/>
                </a:lnTo>
                <a:lnTo>
                  <a:pt x="524656" y="167890"/>
                </a:lnTo>
                <a:lnTo>
                  <a:pt x="456175" y="166453"/>
                </a:lnTo>
                <a:lnTo>
                  <a:pt x="388865" y="162169"/>
                </a:lnTo>
                <a:lnTo>
                  <a:pt x="323879" y="155110"/>
                </a:lnTo>
                <a:lnTo>
                  <a:pt x="262328" y="145397"/>
                </a:lnTo>
                <a:lnTo>
                  <a:pt x="205266" y="133196"/>
                </a:lnTo>
                <a:lnTo>
                  <a:pt x="153668" y="118716"/>
                </a:lnTo>
                <a:lnTo>
                  <a:pt x="108419" y="102205"/>
                </a:lnTo>
                <a:lnTo>
                  <a:pt x="70291" y="83945"/>
                </a:lnTo>
                <a:lnTo>
                  <a:pt x="39937" y="64248"/>
                </a:lnTo>
                <a:lnTo>
                  <a:pt x="17877" y="43453"/>
                </a:lnTo>
                <a:lnTo>
                  <a:pt x="4489" y="21914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20447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01440" y="1417320"/>
            <a:ext cx="1049311" cy="335779"/>
          </a:xfrm>
          <a:prstGeom prst="ellipse">
            <a:avLst/>
          </a:prstGeom>
          <a:solidFill>
            <a:srgbClr val="E6EBF7"/>
          </a:solidFill>
          <a:ln w="20447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101440" y="2361700"/>
            <a:ext cx="1049312" cy="167890"/>
          </a:xfrm>
          <a:custGeom>
            <a:avLst/>
            <a:gdLst/>
            <a:ahLst/>
            <a:cxnLst/>
            <a:rect l="l" t="t" r="r" b="b"/>
            <a:pathLst>
              <a:path w="1049312" h="167890">
                <a:moveTo>
                  <a:pt x="1049312" y="167890"/>
                </a:moveTo>
                <a:lnTo>
                  <a:pt x="1044823" y="145976"/>
                </a:lnTo>
                <a:lnTo>
                  <a:pt x="1031435" y="124437"/>
                </a:lnTo>
                <a:lnTo>
                  <a:pt x="1009375" y="103642"/>
                </a:lnTo>
                <a:lnTo>
                  <a:pt x="979021" y="83945"/>
                </a:lnTo>
                <a:lnTo>
                  <a:pt x="940893" y="65685"/>
                </a:lnTo>
                <a:lnTo>
                  <a:pt x="895644" y="49174"/>
                </a:lnTo>
                <a:lnTo>
                  <a:pt x="844046" y="34694"/>
                </a:lnTo>
                <a:lnTo>
                  <a:pt x="786984" y="22493"/>
                </a:lnTo>
                <a:lnTo>
                  <a:pt x="725433" y="12780"/>
                </a:lnTo>
                <a:lnTo>
                  <a:pt x="660447" y="5721"/>
                </a:lnTo>
                <a:lnTo>
                  <a:pt x="593137" y="1437"/>
                </a:lnTo>
                <a:lnTo>
                  <a:pt x="524656" y="0"/>
                </a:lnTo>
                <a:lnTo>
                  <a:pt x="456175" y="1437"/>
                </a:lnTo>
                <a:lnTo>
                  <a:pt x="388865" y="5721"/>
                </a:lnTo>
                <a:lnTo>
                  <a:pt x="323879" y="12780"/>
                </a:lnTo>
                <a:lnTo>
                  <a:pt x="262328" y="22493"/>
                </a:lnTo>
                <a:lnTo>
                  <a:pt x="205266" y="34694"/>
                </a:lnTo>
                <a:lnTo>
                  <a:pt x="153668" y="49174"/>
                </a:lnTo>
                <a:lnTo>
                  <a:pt x="108419" y="65685"/>
                </a:lnTo>
                <a:lnTo>
                  <a:pt x="70291" y="83945"/>
                </a:lnTo>
                <a:lnTo>
                  <a:pt x="39937" y="103642"/>
                </a:lnTo>
                <a:lnTo>
                  <a:pt x="17877" y="124437"/>
                </a:lnTo>
                <a:lnTo>
                  <a:pt x="4489" y="145976"/>
                </a:lnTo>
                <a:lnTo>
                  <a:pt x="0" y="167890"/>
                </a:lnTo>
              </a:path>
            </a:pathLst>
          </a:custGeom>
          <a:noFill/>
          <a:ln w="12268" cap="rnd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7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36" name="Freeform 35"/>
          <p:cNvSpPr/>
          <p:nvPr/>
        </p:nvSpPr>
        <p:spPr>
          <a:xfrm>
            <a:off x="1252728" y="3991871"/>
            <a:ext cx="945777" cy="1160258"/>
          </a:xfrm>
          <a:custGeom>
            <a:avLst/>
            <a:gdLst/>
            <a:ahLst/>
            <a:cxnLst/>
            <a:rect l="l" t="t" r="r" b="b"/>
            <a:pathLst>
              <a:path w="945777" h="1160258">
                <a:moveTo>
                  <a:pt x="0" y="1160258"/>
                </a:moveTo>
                <a:lnTo>
                  <a:pt x="945777" y="1160258"/>
                </a:lnTo>
                <a:lnTo>
                  <a:pt x="640080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892808" y="3991871"/>
            <a:ext cx="640080" cy="1160258"/>
          </a:xfrm>
          <a:custGeom>
            <a:avLst/>
            <a:gdLst/>
            <a:ahLst/>
            <a:cxnLst/>
            <a:rect l="l" t="t" r="r" b="b"/>
            <a:pathLst>
              <a:path w="640080" h="1160258">
                <a:moveTo>
                  <a:pt x="305697" y="1160258"/>
                </a:moveTo>
                <a:lnTo>
                  <a:pt x="640080" y="825875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1252727" y="4817745"/>
            <a:ext cx="334383" cy="334383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587110" y="4817745"/>
            <a:ext cx="945777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587110" y="3991871"/>
            <a:ext cx="305697" cy="825874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52727" y="5152128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252727" y="3991871"/>
            <a:ext cx="640080" cy="116025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198505" y="4817745"/>
            <a:ext cx="334382" cy="33438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1892807" y="3991871"/>
            <a:ext cx="305698" cy="116025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1892807" y="3991871"/>
            <a:ext cx="640080" cy="825874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51760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49" name="Freeform 48"/>
          <p:cNvSpPr/>
          <p:nvPr/>
        </p:nvSpPr>
        <p:spPr>
          <a:xfrm>
            <a:off x="6986016" y="4400808"/>
            <a:ext cx="877051" cy="745493"/>
          </a:xfrm>
          <a:custGeom>
            <a:avLst/>
            <a:gdLst/>
            <a:ahLst/>
            <a:cxnLst/>
            <a:rect l="l" t="t" r="r" b="b"/>
            <a:pathLst>
              <a:path w="877051" h="745493">
                <a:moveTo>
                  <a:pt x="0" y="745493"/>
                </a:moveTo>
                <a:lnTo>
                  <a:pt x="877051" y="745493"/>
                </a:lnTo>
                <a:lnTo>
                  <a:pt x="438525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424541" y="3997699"/>
            <a:ext cx="841635" cy="1148602"/>
          </a:xfrm>
          <a:custGeom>
            <a:avLst/>
            <a:gdLst/>
            <a:ahLst/>
            <a:cxnLst/>
            <a:rect l="l" t="t" r="r" b="b"/>
            <a:pathLst>
              <a:path w="841635" h="1148602">
                <a:moveTo>
                  <a:pt x="438526" y="1148602"/>
                </a:moveTo>
                <a:lnTo>
                  <a:pt x="0" y="403109"/>
                </a:lnTo>
                <a:lnTo>
                  <a:pt x="403110" y="0"/>
                </a:lnTo>
                <a:lnTo>
                  <a:pt x="841635" y="745493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6986016" y="4743191"/>
            <a:ext cx="403109" cy="40311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89125" y="4743191"/>
            <a:ext cx="877050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389125" y="3997698"/>
            <a:ext cx="438525" cy="745493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86016" y="5146301"/>
            <a:ext cx="877050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986016" y="4400808"/>
            <a:ext cx="438525" cy="74549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7424541" y="4400808"/>
            <a:ext cx="438525" cy="74549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863066" y="4743191"/>
            <a:ext cx="403109" cy="40311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424541" y="3997698"/>
            <a:ext cx="403109" cy="40311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7827650" y="3997698"/>
            <a:ext cx="438525" cy="74549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385047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52728" y="1751703"/>
            <a:ext cx="945777" cy="945777"/>
          </a:xfrm>
          <a:custGeom>
            <a:avLst/>
            <a:gdLst/>
            <a:ahLst/>
            <a:cxnLst/>
            <a:rect l="l" t="t" r="r" b="b"/>
            <a:pathLst>
              <a:path w="945777" h="945777">
                <a:moveTo>
                  <a:pt x="0" y="945777"/>
                </a:moveTo>
                <a:lnTo>
                  <a:pt x="945777" y="945777"/>
                </a:lnTo>
                <a:lnTo>
                  <a:pt x="945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52728" y="1417320"/>
            <a:ext cx="1280160" cy="334383"/>
          </a:xfrm>
          <a:custGeom>
            <a:avLst/>
            <a:gdLst/>
            <a:ahLst/>
            <a:cxnLst/>
            <a:rect l="l" t="t" r="r" b="b"/>
            <a:pathLst>
              <a:path w="1280160" h="334383">
                <a:moveTo>
                  <a:pt x="0" y="334383"/>
                </a:moveTo>
                <a:lnTo>
                  <a:pt x="945777" y="334383"/>
                </a:lnTo>
                <a:lnTo>
                  <a:pt x="1280160" y="0"/>
                </a:lnTo>
                <a:lnTo>
                  <a:pt x="334383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198505" y="1417320"/>
            <a:ext cx="334383" cy="1280160"/>
          </a:xfrm>
          <a:custGeom>
            <a:avLst/>
            <a:gdLst/>
            <a:ahLst/>
            <a:cxnLst/>
            <a:rect l="l" t="t" r="r" b="b"/>
            <a:pathLst>
              <a:path w="334383" h="1280160">
                <a:moveTo>
                  <a:pt x="0" y="1280160"/>
                </a:moveTo>
                <a:lnTo>
                  <a:pt x="0" y="334383"/>
                </a:lnTo>
                <a:lnTo>
                  <a:pt x="334383" y="0"/>
                </a:lnTo>
                <a:lnTo>
                  <a:pt x="334383" y="945777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252727" y="2363097"/>
            <a:ext cx="334383" cy="334382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87110" y="2363097"/>
            <a:ext cx="945777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87110" y="1417320"/>
            <a:ext cx="0" cy="945777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52727" y="2697479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52727" y="1751702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98505" y="1751702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8505" y="2363097"/>
            <a:ext cx="334382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252727" y="1751702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98505" y="1417320"/>
            <a:ext cx="334382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52727" y="1417320"/>
            <a:ext cx="334383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32887" y="1417320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587110" y="1417320"/>
            <a:ext cx="945777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51760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Куб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31" name="Freeform 30"/>
          <p:cNvSpPr/>
          <p:nvPr/>
        </p:nvSpPr>
        <p:spPr>
          <a:xfrm>
            <a:off x="7101440" y="1585210"/>
            <a:ext cx="1049312" cy="1112270"/>
          </a:xfrm>
          <a:custGeom>
            <a:avLst/>
            <a:gdLst/>
            <a:ahLst/>
            <a:cxnLst/>
            <a:rect l="l" t="t" r="r" b="b"/>
            <a:pathLst>
              <a:path w="1049312" h="1112270">
                <a:moveTo>
                  <a:pt x="0" y="0"/>
                </a:moveTo>
                <a:lnTo>
                  <a:pt x="0" y="944380"/>
                </a:lnTo>
                <a:lnTo>
                  <a:pt x="4489" y="966294"/>
                </a:lnTo>
                <a:lnTo>
                  <a:pt x="17877" y="987833"/>
                </a:lnTo>
                <a:lnTo>
                  <a:pt x="39937" y="1008629"/>
                </a:lnTo>
                <a:lnTo>
                  <a:pt x="70291" y="1028325"/>
                </a:lnTo>
                <a:lnTo>
                  <a:pt x="108419" y="1046585"/>
                </a:lnTo>
                <a:lnTo>
                  <a:pt x="153668" y="1063096"/>
                </a:lnTo>
                <a:lnTo>
                  <a:pt x="205266" y="1077576"/>
                </a:lnTo>
                <a:lnTo>
                  <a:pt x="262328" y="1089777"/>
                </a:lnTo>
                <a:lnTo>
                  <a:pt x="323879" y="1099490"/>
                </a:lnTo>
                <a:lnTo>
                  <a:pt x="388865" y="1106549"/>
                </a:lnTo>
                <a:lnTo>
                  <a:pt x="456175" y="1110834"/>
                </a:lnTo>
                <a:lnTo>
                  <a:pt x="524656" y="1112270"/>
                </a:lnTo>
                <a:lnTo>
                  <a:pt x="593137" y="1110834"/>
                </a:lnTo>
                <a:lnTo>
                  <a:pt x="660447" y="1106549"/>
                </a:lnTo>
                <a:lnTo>
                  <a:pt x="725433" y="1099490"/>
                </a:lnTo>
                <a:lnTo>
                  <a:pt x="786984" y="1089777"/>
                </a:lnTo>
                <a:lnTo>
                  <a:pt x="844046" y="1077576"/>
                </a:lnTo>
                <a:lnTo>
                  <a:pt x="895644" y="1063096"/>
                </a:lnTo>
                <a:lnTo>
                  <a:pt x="940893" y="1046585"/>
                </a:lnTo>
                <a:lnTo>
                  <a:pt x="979021" y="1028325"/>
                </a:lnTo>
                <a:lnTo>
                  <a:pt x="1009375" y="1008629"/>
                </a:lnTo>
                <a:lnTo>
                  <a:pt x="1031435" y="987833"/>
                </a:lnTo>
                <a:lnTo>
                  <a:pt x="1044823" y="966294"/>
                </a:lnTo>
                <a:lnTo>
                  <a:pt x="1049312" y="944380"/>
                </a:lnTo>
                <a:lnTo>
                  <a:pt x="1049312" y="0"/>
                </a:lnTo>
                <a:lnTo>
                  <a:pt x="1049312" y="0"/>
                </a:lnTo>
                <a:lnTo>
                  <a:pt x="1044823" y="21914"/>
                </a:lnTo>
                <a:lnTo>
                  <a:pt x="1031435" y="43453"/>
                </a:lnTo>
                <a:lnTo>
                  <a:pt x="1009375" y="64248"/>
                </a:lnTo>
                <a:lnTo>
                  <a:pt x="979021" y="83945"/>
                </a:lnTo>
                <a:lnTo>
                  <a:pt x="940893" y="102205"/>
                </a:lnTo>
                <a:lnTo>
                  <a:pt x="895644" y="118716"/>
                </a:lnTo>
                <a:lnTo>
                  <a:pt x="844046" y="133196"/>
                </a:lnTo>
                <a:lnTo>
                  <a:pt x="786984" y="145397"/>
                </a:lnTo>
                <a:lnTo>
                  <a:pt x="725433" y="155110"/>
                </a:lnTo>
                <a:lnTo>
                  <a:pt x="660447" y="162169"/>
                </a:lnTo>
                <a:lnTo>
                  <a:pt x="593137" y="166453"/>
                </a:lnTo>
                <a:lnTo>
                  <a:pt x="524656" y="167890"/>
                </a:lnTo>
                <a:lnTo>
                  <a:pt x="456175" y="166453"/>
                </a:lnTo>
                <a:lnTo>
                  <a:pt x="388865" y="162169"/>
                </a:lnTo>
                <a:lnTo>
                  <a:pt x="323879" y="155110"/>
                </a:lnTo>
                <a:lnTo>
                  <a:pt x="262328" y="145397"/>
                </a:lnTo>
                <a:lnTo>
                  <a:pt x="205266" y="133196"/>
                </a:lnTo>
                <a:lnTo>
                  <a:pt x="153668" y="118716"/>
                </a:lnTo>
                <a:lnTo>
                  <a:pt x="108419" y="102205"/>
                </a:lnTo>
                <a:lnTo>
                  <a:pt x="70291" y="83945"/>
                </a:lnTo>
                <a:lnTo>
                  <a:pt x="39937" y="64248"/>
                </a:lnTo>
                <a:lnTo>
                  <a:pt x="17877" y="43453"/>
                </a:lnTo>
                <a:lnTo>
                  <a:pt x="4489" y="21914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20447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01440" y="1417320"/>
            <a:ext cx="1049311" cy="335779"/>
          </a:xfrm>
          <a:prstGeom prst="ellipse">
            <a:avLst/>
          </a:prstGeom>
          <a:solidFill>
            <a:srgbClr val="E6EBF7"/>
          </a:solidFill>
          <a:ln w="20447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7101440" y="2361700"/>
            <a:ext cx="1049312" cy="167890"/>
          </a:xfrm>
          <a:custGeom>
            <a:avLst/>
            <a:gdLst/>
            <a:ahLst/>
            <a:cxnLst/>
            <a:rect l="l" t="t" r="r" b="b"/>
            <a:pathLst>
              <a:path w="1049312" h="167890">
                <a:moveTo>
                  <a:pt x="1049312" y="167890"/>
                </a:moveTo>
                <a:lnTo>
                  <a:pt x="1044823" y="145976"/>
                </a:lnTo>
                <a:lnTo>
                  <a:pt x="1031435" y="124437"/>
                </a:lnTo>
                <a:lnTo>
                  <a:pt x="1009375" y="103642"/>
                </a:lnTo>
                <a:lnTo>
                  <a:pt x="979021" y="83945"/>
                </a:lnTo>
                <a:lnTo>
                  <a:pt x="940893" y="65685"/>
                </a:lnTo>
                <a:lnTo>
                  <a:pt x="895644" y="49174"/>
                </a:lnTo>
                <a:lnTo>
                  <a:pt x="844046" y="34694"/>
                </a:lnTo>
                <a:lnTo>
                  <a:pt x="786984" y="22493"/>
                </a:lnTo>
                <a:lnTo>
                  <a:pt x="725433" y="12780"/>
                </a:lnTo>
                <a:lnTo>
                  <a:pt x="660447" y="5721"/>
                </a:lnTo>
                <a:lnTo>
                  <a:pt x="593137" y="1437"/>
                </a:lnTo>
                <a:lnTo>
                  <a:pt x="524656" y="0"/>
                </a:lnTo>
                <a:lnTo>
                  <a:pt x="456175" y="1437"/>
                </a:lnTo>
                <a:lnTo>
                  <a:pt x="388865" y="5721"/>
                </a:lnTo>
                <a:lnTo>
                  <a:pt x="323879" y="12780"/>
                </a:lnTo>
                <a:lnTo>
                  <a:pt x="262328" y="22493"/>
                </a:lnTo>
                <a:lnTo>
                  <a:pt x="205266" y="34694"/>
                </a:lnTo>
                <a:lnTo>
                  <a:pt x="153668" y="49174"/>
                </a:lnTo>
                <a:lnTo>
                  <a:pt x="108419" y="65685"/>
                </a:lnTo>
                <a:lnTo>
                  <a:pt x="70291" y="83945"/>
                </a:lnTo>
                <a:lnTo>
                  <a:pt x="39937" y="103642"/>
                </a:lnTo>
                <a:lnTo>
                  <a:pt x="17877" y="124437"/>
                </a:lnTo>
                <a:lnTo>
                  <a:pt x="4489" y="145976"/>
                </a:lnTo>
                <a:lnTo>
                  <a:pt x="0" y="167890"/>
                </a:lnTo>
              </a:path>
            </a:pathLst>
          </a:custGeom>
          <a:noFill/>
          <a:ln w="12268" cap="rnd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7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Цилиндр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38" name="Freeform 37"/>
          <p:cNvSpPr/>
          <p:nvPr/>
        </p:nvSpPr>
        <p:spPr>
          <a:xfrm>
            <a:off x="1252728" y="3991871"/>
            <a:ext cx="945777" cy="1160258"/>
          </a:xfrm>
          <a:custGeom>
            <a:avLst/>
            <a:gdLst/>
            <a:ahLst/>
            <a:cxnLst/>
            <a:rect l="l" t="t" r="r" b="b"/>
            <a:pathLst>
              <a:path w="945777" h="1160258">
                <a:moveTo>
                  <a:pt x="0" y="1160258"/>
                </a:moveTo>
                <a:lnTo>
                  <a:pt x="945777" y="1160258"/>
                </a:lnTo>
                <a:lnTo>
                  <a:pt x="640080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892808" y="3991871"/>
            <a:ext cx="640080" cy="1160258"/>
          </a:xfrm>
          <a:custGeom>
            <a:avLst/>
            <a:gdLst/>
            <a:ahLst/>
            <a:cxnLst/>
            <a:rect l="l" t="t" r="r" b="b"/>
            <a:pathLst>
              <a:path w="640080" h="1160258">
                <a:moveTo>
                  <a:pt x="305697" y="1160258"/>
                </a:moveTo>
                <a:lnTo>
                  <a:pt x="640080" y="825875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1252727" y="4817745"/>
            <a:ext cx="334383" cy="334383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587110" y="4817745"/>
            <a:ext cx="945777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587110" y="3991871"/>
            <a:ext cx="305697" cy="825874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52727" y="5152128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252727" y="3991871"/>
            <a:ext cx="640080" cy="116025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198505" y="4817745"/>
            <a:ext cx="334382" cy="33438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1892807" y="3991871"/>
            <a:ext cx="305698" cy="116025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892807" y="3991871"/>
            <a:ext cx="640080" cy="825874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651760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Пирамида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52" name="Freeform 51"/>
          <p:cNvSpPr/>
          <p:nvPr/>
        </p:nvSpPr>
        <p:spPr>
          <a:xfrm>
            <a:off x="6986016" y="4400808"/>
            <a:ext cx="877051" cy="745493"/>
          </a:xfrm>
          <a:custGeom>
            <a:avLst/>
            <a:gdLst/>
            <a:ahLst/>
            <a:cxnLst/>
            <a:rect l="l" t="t" r="r" b="b"/>
            <a:pathLst>
              <a:path w="877051" h="745493">
                <a:moveTo>
                  <a:pt x="0" y="745493"/>
                </a:moveTo>
                <a:lnTo>
                  <a:pt x="877051" y="745493"/>
                </a:lnTo>
                <a:lnTo>
                  <a:pt x="438525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424541" y="3997699"/>
            <a:ext cx="841635" cy="1148602"/>
          </a:xfrm>
          <a:custGeom>
            <a:avLst/>
            <a:gdLst/>
            <a:ahLst/>
            <a:cxnLst/>
            <a:rect l="l" t="t" r="r" b="b"/>
            <a:pathLst>
              <a:path w="841635" h="1148602">
                <a:moveTo>
                  <a:pt x="438526" y="1148602"/>
                </a:moveTo>
                <a:lnTo>
                  <a:pt x="0" y="403109"/>
                </a:lnTo>
                <a:lnTo>
                  <a:pt x="403110" y="0"/>
                </a:lnTo>
                <a:lnTo>
                  <a:pt x="841635" y="745493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6986016" y="4743191"/>
            <a:ext cx="403109" cy="40311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389125" y="4743191"/>
            <a:ext cx="877050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389125" y="3997698"/>
            <a:ext cx="438525" cy="745493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986016" y="5146301"/>
            <a:ext cx="877050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986016" y="4400808"/>
            <a:ext cx="438525" cy="74549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7424541" y="4400808"/>
            <a:ext cx="438525" cy="74549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863066" y="4743191"/>
            <a:ext cx="403109" cy="40311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424541" y="3997698"/>
            <a:ext cx="403109" cy="40311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7827650" y="3997698"/>
            <a:ext cx="438525" cy="74549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385047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Үч бурчтуу призма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52728" y="1751703"/>
            <a:ext cx="945777" cy="945777"/>
          </a:xfrm>
          <a:custGeom>
            <a:avLst/>
            <a:gdLst/>
            <a:ahLst/>
            <a:cxnLst/>
            <a:rect l="l" t="t" r="r" b="b"/>
            <a:pathLst>
              <a:path w="945777" h="945777">
                <a:moveTo>
                  <a:pt x="0" y="945777"/>
                </a:moveTo>
                <a:lnTo>
                  <a:pt x="945777" y="945777"/>
                </a:lnTo>
                <a:lnTo>
                  <a:pt x="945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52728" y="1417320"/>
            <a:ext cx="1280160" cy="334383"/>
          </a:xfrm>
          <a:custGeom>
            <a:avLst/>
            <a:gdLst/>
            <a:ahLst/>
            <a:cxnLst/>
            <a:rect l="l" t="t" r="r" b="b"/>
            <a:pathLst>
              <a:path w="1280160" h="334383">
                <a:moveTo>
                  <a:pt x="0" y="334383"/>
                </a:moveTo>
                <a:lnTo>
                  <a:pt x="945777" y="334383"/>
                </a:lnTo>
                <a:lnTo>
                  <a:pt x="1280160" y="0"/>
                </a:lnTo>
                <a:lnTo>
                  <a:pt x="334383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198505" y="1417320"/>
            <a:ext cx="334383" cy="1280160"/>
          </a:xfrm>
          <a:custGeom>
            <a:avLst/>
            <a:gdLst/>
            <a:ahLst/>
            <a:cxnLst/>
            <a:rect l="l" t="t" r="r" b="b"/>
            <a:pathLst>
              <a:path w="334383" h="1280160">
                <a:moveTo>
                  <a:pt x="0" y="1280160"/>
                </a:moveTo>
                <a:lnTo>
                  <a:pt x="0" y="334383"/>
                </a:lnTo>
                <a:lnTo>
                  <a:pt x="334383" y="0"/>
                </a:lnTo>
                <a:lnTo>
                  <a:pt x="334383" y="945777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252727" y="2363097"/>
            <a:ext cx="334383" cy="334382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87110" y="2363097"/>
            <a:ext cx="945777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87110" y="1417320"/>
            <a:ext cx="0" cy="945777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52727" y="2697479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52727" y="1751702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98505" y="1751702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8505" y="2363097"/>
            <a:ext cx="334382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252727" y="1751702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98505" y="1417320"/>
            <a:ext cx="334382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52727" y="1417320"/>
            <a:ext cx="334383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32887" y="1417320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587110" y="1417320"/>
            <a:ext cx="945777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51760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бети бар?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30" name="Freeform 29"/>
          <p:cNvSpPr/>
          <p:nvPr/>
        </p:nvSpPr>
        <p:spPr>
          <a:xfrm>
            <a:off x="6986016" y="1874316"/>
            <a:ext cx="1097552" cy="548776"/>
          </a:xfrm>
          <a:custGeom>
            <a:avLst/>
            <a:gdLst/>
            <a:ahLst/>
            <a:cxnLst/>
            <a:rect l="l" t="t" r="r" b="b"/>
            <a:pathLst>
              <a:path w="1097552" h="548776">
                <a:moveTo>
                  <a:pt x="0" y="548776"/>
                </a:moveTo>
                <a:lnTo>
                  <a:pt x="1097552" y="548776"/>
                </a:lnTo>
                <a:lnTo>
                  <a:pt x="109755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6986016" y="1691708"/>
            <a:ext cx="1280160" cy="182608"/>
          </a:xfrm>
          <a:custGeom>
            <a:avLst/>
            <a:gdLst/>
            <a:ahLst/>
            <a:cxnLst/>
            <a:rect l="l" t="t" r="r" b="b"/>
            <a:pathLst>
              <a:path w="1280160" h="182608">
                <a:moveTo>
                  <a:pt x="0" y="182608"/>
                </a:moveTo>
                <a:lnTo>
                  <a:pt x="1097552" y="182608"/>
                </a:lnTo>
                <a:lnTo>
                  <a:pt x="1280160" y="0"/>
                </a:lnTo>
                <a:lnTo>
                  <a:pt x="182608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083568" y="1691708"/>
            <a:ext cx="182608" cy="731384"/>
          </a:xfrm>
          <a:custGeom>
            <a:avLst/>
            <a:gdLst/>
            <a:ahLst/>
            <a:cxnLst/>
            <a:rect l="l" t="t" r="r" b="b"/>
            <a:pathLst>
              <a:path w="182608" h="731384">
                <a:moveTo>
                  <a:pt x="0" y="731384"/>
                </a:moveTo>
                <a:lnTo>
                  <a:pt x="0" y="182608"/>
                </a:lnTo>
                <a:lnTo>
                  <a:pt x="182608" y="0"/>
                </a:lnTo>
                <a:lnTo>
                  <a:pt x="182608" y="548776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6986016" y="2240483"/>
            <a:ext cx="182608" cy="182609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68624" y="2240483"/>
            <a:ext cx="1097551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168624" y="1691707"/>
            <a:ext cx="0" cy="548776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86016" y="2423092"/>
            <a:ext cx="1097551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986016" y="1874316"/>
            <a:ext cx="0" cy="548776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083567" y="1874316"/>
            <a:ext cx="0" cy="548776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083567" y="2240483"/>
            <a:ext cx="182608" cy="182609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986016" y="1874316"/>
            <a:ext cx="1097551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083567" y="1691707"/>
            <a:ext cx="182608" cy="182609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986016" y="1691707"/>
            <a:ext cx="182608" cy="182609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266175" y="1691707"/>
            <a:ext cx="0" cy="548776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168624" y="1691707"/>
            <a:ext cx="1097551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85047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чокусу бар?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48" name="Freeform 47"/>
          <p:cNvSpPr/>
          <p:nvPr/>
        </p:nvSpPr>
        <p:spPr>
          <a:xfrm>
            <a:off x="1252728" y="3991871"/>
            <a:ext cx="945777" cy="1160258"/>
          </a:xfrm>
          <a:custGeom>
            <a:avLst/>
            <a:gdLst/>
            <a:ahLst/>
            <a:cxnLst/>
            <a:rect l="l" t="t" r="r" b="b"/>
            <a:pathLst>
              <a:path w="945777" h="1160258">
                <a:moveTo>
                  <a:pt x="0" y="1160258"/>
                </a:moveTo>
                <a:lnTo>
                  <a:pt x="945777" y="1160258"/>
                </a:lnTo>
                <a:lnTo>
                  <a:pt x="640080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892808" y="3991871"/>
            <a:ext cx="640080" cy="1160258"/>
          </a:xfrm>
          <a:custGeom>
            <a:avLst/>
            <a:gdLst/>
            <a:ahLst/>
            <a:cxnLst/>
            <a:rect l="l" t="t" r="r" b="b"/>
            <a:pathLst>
              <a:path w="640080" h="1160258">
                <a:moveTo>
                  <a:pt x="305697" y="1160258"/>
                </a:moveTo>
                <a:lnTo>
                  <a:pt x="640080" y="825875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1252727" y="4817745"/>
            <a:ext cx="334383" cy="334383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87110" y="4817745"/>
            <a:ext cx="945777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587110" y="3991871"/>
            <a:ext cx="305697" cy="825874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2727" y="5152128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252727" y="3991871"/>
            <a:ext cx="640080" cy="116025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198505" y="4817745"/>
            <a:ext cx="334382" cy="33438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892807" y="3991871"/>
            <a:ext cx="305698" cy="116025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892807" y="3991871"/>
            <a:ext cx="640080" cy="825874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51760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кыры бар?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кубдун кырлары бирге канча?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Тегиз жана көлөмдүү фигуралар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52728" y="1751703"/>
            <a:ext cx="945777" cy="945777"/>
          </a:xfrm>
          <a:custGeom>
            <a:avLst/>
            <a:gdLst/>
            <a:ahLst/>
            <a:cxnLst/>
            <a:rect l="l" t="t" r="r" b="b"/>
            <a:pathLst>
              <a:path w="945777" h="945777">
                <a:moveTo>
                  <a:pt x="0" y="945777"/>
                </a:moveTo>
                <a:lnTo>
                  <a:pt x="945777" y="945777"/>
                </a:lnTo>
                <a:lnTo>
                  <a:pt x="945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52728" y="1417320"/>
            <a:ext cx="1280160" cy="334383"/>
          </a:xfrm>
          <a:custGeom>
            <a:avLst/>
            <a:gdLst/>
            <a:ahLst/>
            <a:cxnLst/>
            <a:rect l="l" t="t" r="r" b="b"/>
            <a:pathLst>
              <a:path w="1280160" h="334383">
                <a:moveTo>
                  <a:pt x="0" y="334383"/>
                </a:moveTo>
                <a:lnTo>
                  <a:pt x="945777" y="334383"/>
                </a:lnTo>
                <a:lnTo>
                  <a:pt x="1280160" y="0"/>
                </a:lnTo>
                <a:lnTo>
                  <a:pt x="334383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198505" y="1417320"/>
            <a:ext cx="334383" cy="1280160"/>
          </a:xfrm>
          <a:custGeom>
            <a:avLst/>
            <a:gdLst/>
            <a:ahLst/>
            <a:cxnLst/>
            <a:rect l="l" t="t" r="r" b="b"/>
            <a:pathLst>
              <a:path w="334383" h="1280160">
                <a:moveTo>
                  <a:pt x="0" y="1280160"/>
                </a:moveTo>
                <a:lnTo>
                  <a:pt x="0" y="334383"/>
                </a:lnTo>
                <a:lnTo>
                  <a:pt x="334383" y="0"/>
                </a:lnTo>
                <a:lnTo>
                  <a:pt x="334383" y="945777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252727" y="2363097"/>
            <a:ext cx="334383" cy="334382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87110" y="2363097"/>
            <a:ext cx="945777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87110" y="1417320"/>
            <a:ext cx="0" cy="945777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52727" y="2697479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52727" y="1751702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98505" y="1751702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8505" y="2363097"/>
            <a:ext cx="334382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252727" y="1751702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98505" y="1417320"/>
            <a:ext cx="334382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52727" y="1417320"/>
            <a:ext cx="334383" cy="334382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32887" y="1417320"/>
            <a:ext cx="0" cy="94577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587110" y="1417320"/>
            <a:ext cx="945777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51760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бети бар?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31" name="Freeform 30"/>
          <p:cNvSpPr/>
          <p:nvPr/>
        </p:nvSpPr>
        <p:spPr>
          <a:xfrm>
            <a:off x="6986016" y="1874316"/>
            <a:ext cx="1097552" cy="548776"/>
          </a:xfrm>
          <a:custGeom>
            <a:avLst/>
            <a:gdLst/>
            <a:ahLst/>
            <a:cxnLst/>
            <a:rect l="l" t="t" r="r" b="b"/>
            <a:pathLst>
              <a:path w="1097552" h="548776">
                <a:moveTo>
                  <a:pt x="0" y="548776"/>
                </a:moveTo>
                <a:lnTo>
                  <a:pt x="1097552" y="548776"/>
                </a:lnTo>
                <a:lnTo>
                  <a:pt x="109755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986016" y="1691708"/>
            <a:ext cx="1280160" cy="182608"/>
          </a:xfrm>
          <a:custGeom>
            <a:avLst/>
            <a:gdLst/>
            <a:ahLst/>
            <a:cxnLst/>
            <a:rect l="l" t="t" r="r" b="b"/>
            <a:pathLst>
              <a:path w="1280160" h="182608">
                <a:moveTo>
                  <a:pt x="0" y="182608"/>
                </a:moveTo>
                <a:lnTo>
                  <a:pt x="1097552" y="182608"/>
                </a:lnTo>
                <a:lnTo>
                  <a:pt x="1280160" y="0"/>
                </a:lnTo>
                <a:lnTo>
                  <a:pt x="182608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083568" y="1691708"/>
            <a:ext cx="182608" cy="731384"/>
          </a:xfrm>
          <a:custGeom>
            <a:avLst/>
            <a:gdLst/>
            <a:ahLst/>
            <a:cxnLst/>
            <a:rect l="l" t="t" r="r" b="b"/>
            <a:pathLst>
              <a:path w="182608" h="731384">
                <a:moveTo>
                  <a:pt x="0" y="731384"/>
                </a:moveTo>
                <a:lnTo>
                  <a:pt x="0" y="182608"/>
                </a:lnTo>
                <a:lnTo>
                  <a:pt x="182608" y="0"/>
                </a:lnTo>
                <a:lnTo>
                  <a:pt x="182608" y="548776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6986016" y="2240483"/>
            <a:ext cx="182608" cy="182609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68624" y="2240483"/>
            <a:ext cx="1097551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168624" y="1691707"/>
            <a:ext cx="0" cy="548776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86016" y="2423092"/>
            <a:ext cx="1097551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986016" y="1874316"/>
            <a:ext cx="0" cy="548776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083567" y="1874316"/>
            <a:ext cx="0" cy="548776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083567" y="2240483"/>
            <a:ext cx="182608" cy="182609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986016" y="1874316"/>
            <a:ext cx="1097551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083567" y="1691707"/>
            <a:ext cx="182608" cy="182609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986016" y="1691707"/>
            <a:ext cx="182608" cy="182609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266175" y="1691707"/>
            <a:ext cx="0" cy="548776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168624" y="1691707"/>
            <a:ext cx="1097551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385047" y="13716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чокусу бар?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50" name="Freeform 49"/>
          <p:cNvSpPr/>
          <p:nvPr/>
        </p:nvSpPr>
        <p:spPr>
          <a:xfrm>
            <a:off x="1252728" y="3991871"/>
            <a:ext cx="945777" cy="1160258"/>
          </a:xfrm>
          <a:custGeom>
            <a:avLst/>
            <a:gdLst/>
            <a:ahLst/>
            <a:cxnLst/>
            <a:rect l="l" t="t" r="r" b="b"/>
            <a:pathLst>
              <a:path w="945777" h="1160258">
                <a:moveTo>
                  <a:pt x="0" y="1160258"/>
                </a:moveTo>
                <a:lnTo>
                  <a:pt x="945777" y="1160258"/>
                </a:lnTo>
                <a:lnTo>
                  <a:pt x="640080" y="0"/>
                </a:lnTo>
                <a:close/>
              </a:path>
            </a:pathLst>
          </a:custGeom>
          <a:solidFill>
            <a:srgbClr val="E6EBF7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892808" y="3991871"/>
            <a:ext cx="640080" cy="1160258"/>
          </a:xfrm>
          <a:custGeom>
            <a:avLst/>
            <a:gdLst/>
            <a:ahLst/>
            <a:cxnLst/>
            <a:rect l="l" t="t" r="r" b="b"/>
            <a:pathLst>
              <a:path w="640080" h="1160258">
                <a:moveTo>
                  <a:pt x="305697" y="1160258"/>
                </a:moveTo>
                <a:lnTo>
                  <a:pt x="640080" y="825875"/>
                </a:lnTo>
                <a:lnTo>
                  <a:pt x="0" y="0"/>
                </a:lnTo>
                <a:close/>
              </a:path>
            </a:pathLst>
          </a:custGeom>
          <a:solidFill>
            <a:srgbClr val="C9D4EE"/>
          </a:solidFill>
          <a:ln w="81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1252727" y="4817745"/>
            <a:ext cx="334383" cy="334383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87110" y="4817745"/>
            <a:ext cx="945777" cy="0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587110" y="3991871"/>
            <a:ext cx="305697" cy="825874"/>
          </a:xfrm>
          <a:prstGeom prst="line">
            <a:avLst/>
          </a:prstGeom>
          <a:ln w="12268" cap="rnd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52727" y="5152128"/>
            <a:ext cx="945778" cy="0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252727" y="3991871"/>
            <a:ext cx="640080" cy="116025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198505" y="4817745"/>
            <a:ext cx="334382" cy="334383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892807" y="3991871"/>
            <a:ext cx="305698" cy="1160257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1892807" y="3991871"/>
            <a:ext cx="640080" cy="825874"/>
          </a:xfrm>
          <a:prstGeom prst="line">
            <a:avLst/>
          </a:prstGeom>
          <a:ln w="20447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651760" y="3886200"/>
            <a:ext cx="3218687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кыры бар?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кубдун кырлары бирге канча?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 + 12 =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