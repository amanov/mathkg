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жупта же мини-тактада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Той даярдыгы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10дун теңи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10дун теңи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18дин үчтөн бири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18дин үчтөн бири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20нын төрттөн бири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20нын төрттөн бири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35тин бештен бири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35тин бештен бири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12нин үчтөн экиси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12нин үчтөн экиси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16нын төрттөн үчү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16нын төрттөн үчү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24түн алтыдан бири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24түн алтыдан бири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40тын сегизден бири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40тын сегизден бири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30дун теңи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30дун теңи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27нин үчтөн бири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27нин үчтөн бири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28дин төрттөн бири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28дин төрттөн бири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50нүн бештен экиси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Сандын бөлүгүн табуу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50нүн бештен экиси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