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жупта же мини-тактада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= 1 упай. Ыкмасын түшүндүрсө («туура жана түшүндүрдү»)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«кантип таптың?»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Канттагы плитка цехи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 ×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 × 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4a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a ×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a × 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a²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3a × 2b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3a × 2b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6ab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10x ÷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10x ÷ 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2a × 5a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2a × 5a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10a²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12ab ÷ 3b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12ab ÷ 3b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4a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a = 6 болсо, a²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a = 6 болсо, a²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2x × 3 + 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2x × 3 + 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7x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8a² ÷ 2a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8a² ÷ 2a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4a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5a × 2b − 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5a × 2b − ab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9ab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2a × 2a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2a × 2a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4a²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16xy ÷ 4x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16xy ÷ 4x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4y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