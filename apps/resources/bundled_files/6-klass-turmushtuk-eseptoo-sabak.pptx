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беремин. Окуучулар болжолдошсун: 1 000 сом жетеби? Эт 600 гдан көп керекпи же азбы? Жоопту сабактын аягында (22-слайд) текшеребиз. Курстар – мисал курстар: чыныгы курс күн сайын өзгөрөт, муну окуучуларга айтам. Проектор жок болсо, рецепт менен бааларды доскага жазам.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Тынчтык: баштыкта 1 кг 120 сом &lt; 130 сом. Элнура жалпы бааны салыштырды (М1). Бирок бизге 5 кг керекпи? Талкуулайбыз: пайдалуу = керектүү санга эң арзан.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40 буурчак (же таш), 10 кагаз чөйчөк же жумуртка кутусунун 10 уячасы, кагаздан кесилген акчалар (20, 50, 100, 200, 500, 1000 сом, үстүнө маанисин жазабыз). 1) 12 буурчак = 600 г: 4 чөйчөккө тең бөлүшөт, ар биринде 3 буурчак = 150 г (1 бирдик). 2) 10 чөйчөккө 3төн: 30 буурчак = 1 500 г. 3) «Кошсок болобу? 600 + 6?» деп сурайм (М2). 4) 1 000 сомдук кагаз акча менен 960 сом төлөп, кайтарымды толуктап санашат: 960 → 980 → 1 000. Чыныгы кыргыз акчасы гана: 25 же 40 сомдук акча жок.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доскага кадам менен чийем: 4 бирдей бөлүк = 600 г, бир бөлүк = 1 киши = 150 г. Анан 10 бөлүк. Окуучулар чакмак дептерге чийишет (1 чакмак = 50 г). Сурайм: «600 г кимге жазылган? 1 кишигеби?» (М4). «4төн 10го 6 кошулду, 600 + 6 болобу?»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Негизги ыкма: «1 бирдикти табуу». Рецептте 1 киши, баада 1 кг же 1 л, валютада 1 доллар же 100 теңге. Кошпойбуз, эселейбиз (М2); 1 бирдикти өткөрүп жибербейбиз (М4). Валютада адегенде болжолдойбуз: сом көп болобу, аз болобу? (М3). Пойанын 4 кадамы ар бир маселеде.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1 кишиге, анан 10 кишиге». «Оозеки беш мүнөт» (класста колдонуу картасы) эки апта ушуларды кайталайт. Курстар – мисал курстар.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М4; В = ✓;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1 бирдик → эсеп жана кайтарым → рецептти азайтуу. Жооптор: 750 ÷ 5 × 8 = 1 200 г; 1 000 − 640 − 180 = 180 сом; 900 ÷ 6 × 2 = 300 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кишиге 600 ÷ 4 = 150 г, 10 кишиге 150 × 10 = 1 500 г = 1,5 кг. Баасы 1,5 × 640 = 960 сом (1 кг 640 + жарым кг 320). Кайтарым 1 000 − 960 = 40 сом = 20 + 20. Эгер 600 × 10 = 6 000 г чыкса (М4), 6 кг эт 3 840 сом турат: 1 000 сом жетпейт, окуя катаны өзү көрсөтөт.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5 кг: 120 сом &lt; 130 сом; 1 250 г; 522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Аламүдүн базарында базарлык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Элнура менен Тынчтык Чолпон апанын палоосуна базарлык кылышат: рецепт, баа, теңге жана рубль.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6-класстын «Катыш жана пропорция» бөлүмү (1 бирдикти табуу) жана 4-класстын «Акча» пакетинин уландысы. Курстар – мисал курстар.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Аламүдүн базарында базарлык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Бишкек. Жекшемби күнү Чолпон апанын үйүнө 10 конок келет: Алматыдан Азамат байке, Москвадан Айым эже.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Апанын палоо рецепти 4 кишиге жазылган: 500 г күрүч, 600 г эт, 6 сабиз.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Элнура менен Тынчтык Аламүдүн базарына барышат. Апа 1 000 сомдук кагаз акча берди.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Азамат байкеде теңге, Айым эжеде рубль бар. Кайсынысын алган пайдалуу? Акча жетеби?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Рецепт 4 кишиге: 600 г эт. Конок 10 киши. Эттин 1 кгы 640 сом. Элнура 1 000 сом берет. Канча эт керек? Кайтарым канча?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Бирдиктин баасын таап, эң пайдалуу сатып алууну тандайм жана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Рецептти «1 бирдик» ыкмасы менен көбөйтөм жана азайтам.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Мисал курс менен сомду долларга, теңгеге, рублга өткөрөм; эсеп жана кайтарымды табам.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Бирдиктин баасы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Рецепт, 1 бирдик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Валюта, эсеп, кайтарым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Арзанбы же пайдалуубу?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«базар» оюну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Аламүдүн базары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Үй-бүлөнүн дасторкону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Акча, кайтарым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Эң пайдалуу баа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Ылдамдык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Баа, рецепт, валюта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Катыш, пропорция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Түз пропорция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Процент, кредит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640 ÷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87 ×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1 000 − 960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75 ÷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640 ÷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87 ×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1 000 − 960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75 ÷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37,5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Тынчтык: «Күрүч: 1 кг 130 сом же 5 кг баштык 600 сом. Кайсынысы пайдалуу?»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Элнура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130 &lt; 600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кг арзан,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ошону алам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Тынчтык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600 ÷ 5 = 120 сом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120 &lt; 130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баштык пайдалуу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1 кгнын баасын салыштыр.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12 буурчак = 600 г эт (1 буурчак = 50 г). 4 чөйчөккө бөлгүлө, анан 10 чөйчөккө ошончодон салгыла.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4 киши: 12 буурчак = 600 г  (1 буурчак = 50 г)</a:t>
            </a:r>
          </a:p>
        </p:txBody>
      </p:sp>
      <p:sp>
        <p:nvSpPr>
          <p:cNvPr id="13" name="Manual Operation 12"/>
          <p:cNvSpPr/>
          <p:nvPr/>
        </p:nvSpPr>
        <p:spPr>
          <a:xfrm>
            <a:off x="685800" y="2514600"/>
            <a:ext cx="1143000" cy="77724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17319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anual Operation 16"/>
          <p:cNvSpPr/>
          <p:nvPr/>
        </p:nvSpPr>
        <p:spPr>
          <a:xfrm>
            <a:off x="2057400" y="2514600"/>
            <a:ext cx="1143000" cy="77724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58568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23744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88920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anual Operation 20"/>
          <p:cNvSpPr/>
          <p:nvPr/>
        </p:nvSpPr>
        <p:spPr>
          <a:xfrm>
            <a:off x="3429000" y="2514600"/>
            <a:ext cx="1143000" cy="77724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0168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95344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60520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anual Operation 24"/>
          <p:cNvSpPr/>
          <p:nvPr/>
        </p:nvSpPr>
        <p:spPr>
          <a:xfrm>
            <a:off x="4800600" y="2514600"/>
            <a:ext cx="1143000" cy="77724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01768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66944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32120" y="2743200"/>
            <a:ext cx="219456" cy="158008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606040"/>
            <a:ext cx="1188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÷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01568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 чөйчөк = 1 киши: 3 буурчак = 150 г (1 бирдик)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4048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10 киши: 10 чөйчөк, ар биринде 3 буурчак</a:t>
            </a:r>
          </a:p>
        </p:txBody>
      </p:sp>
      <p:sp>
        <p:nvSpPr>
          <p:cNvPr id="32" name="Manual Operation 31"/>
          <p:cNvSpPr/>
          <p:nvPr/>
        </p:nvSpPr>
        <p:spPr>
          <a:xfrm>
            <a:off x="594360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751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840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anual Operation 35"/>
          <p:cNvSpPr/>
          <p:nvPr/>
        </p:nvSpPr>
        <p:spPr>
          <a:xfrm>
            <a:off x="1252728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25880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8132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3677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anual Operation 39"/>
          <p:cNvSpPr/>
          <p:nvPr/>
        </p:nvSpPr>
        <p:spPr>
          <a:xfrm>
            <a:off x="1911095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8424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3969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9514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nual Operation 43"/>
          <p:cNvSpPr/>
          <p:nvPr/>
        </p:nvSpPr>
        <p:spPr>
          <a:xfrm>
            <a:off x="2569464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4261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9806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5351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anual Operation 47"/>
          <p:cNvSpPr/>
          <p:nvPr/>
        </p:nvSpPr>
        <p:spPr>
          <a:xfrm>
            <a:off x="3227832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0098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5643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11879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anual Operation 51"/>
          <p:cNvSpPr/>
          <p:nvPr/>
        </p:nvSpPr>
        <p:spPr>
          <a:xfrm>
            <a:off x="3886200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5935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14800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7024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nual Operation 55"/>
          <p:cNvSpPr/>
          <p:nvPr/>
        </p:nvSpPr>
        <p:spPr>
          <a:xfrm>
            <a:off x="4544568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17720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77316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92861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anual Operation 59"/>
          <p:cNvSpPr/>
          <p:nvPr/>
        </p:nvSpPr>
        <p:spPr>
          <a:xfrm>
            <a:off x="5202936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276088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43153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58698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anual Operation 63"/>
          <p:cNvSpPr/>
          <p:nvPr/>
        </p:nvSpPr>
        <p:spPr>
          <a:xfrm>
            <a:off x="5861304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34456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8990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4535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Manual Operation 67"/>
          <p:cNvSpPr/>
          <p:nvPr/>
        </p:nvSpPr>
        <p:spPr>
          <a:xfrm>
            <a:off x="6519672" y="4251960"/>
            <a:ext cx="585216" cy="50292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92824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748272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903720" y="4389120"/>
            <a:ext cx="137160" cy="98755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4892040"/>
            <a:ext cx="67665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10 × 3 = 30 буурчак = 1 500 г = 1,5 кг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«600 + 6 = 606 г»? Чөйчөктөр ката экенин көрсөтөт (М2).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2103120"/>
            <a:ext cx="42062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26679" y="2176272"/>
            <a:ext cx="38862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40 буурчак же майда таш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кагаз чөйчөк же жумуртка кутусу</a:t>
            </a:r>
          </a:p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кагаздан кесилген акчалар: 20, 50, 100, 200, 500, 1000 сом</a:t>
            </a:r>
          </a:p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 чөйчөк = 1 киши</a:t>
            </a:r>
          </a:p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600 ÷ 4 × 10 = 1 500 г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(1 бирдик)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Рецепт 4 кишиге: 600 г эт. 1 кишиге канча? 10 кишиге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417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4 киши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2331720"/>
            <a:ext cx="347472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11680" y="2240280"/>
            <a:ext cx="0" cy="1828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2240280"/>
            <a:ext cx="0" cy="1828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11680" y="1984248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600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514600"/>
            <a:ext cx="8686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514600"/>
            <a:ext cx="8686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514600"/>
            <a:ext cx="8686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514600"/>
            <a:ext cx="8686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514600"/>
            <a:ext cx="56692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600 ÷ 4 = 150 г: 1 бөлүк = 1 киши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1417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 киши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29184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40"/>
            <a:ext cx="7315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4A5A70"/>
                </a:solidFill>
                <a:latin typeface="PT Sans"/>
              </a:rPr>
              <a:t>1 бирдик: эми каалаган санга көбөйтөбүз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69080"/>
            <a:ext cx="1417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10 киши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4069080"/>
            <a:ext cx="86868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11680" y="4709160"/>
            <a:ext cx="868680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1680" y="4617720"/>
            <a:ext cx="0" cy="1828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698480" y="4617720"/>
            <a:ext cx="0" cy="1828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11680" y="480060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10 × 150 =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600 ÷ 4 = 150 г;   150 × 10 = 1 500 г = 1,5 кг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бирдикти тап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600 г ÷ 4 = 150 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Керектүү санга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150 г × 10 = 1 500 г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сом/кг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Бирдиктин баасы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Ким арзан? Салыштыр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курс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Валюта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Сомго: ×, сомдон: 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Пойа: түшүн → тилке → чыгар → текшер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Азамат байке 5 000 теңге алмаштырды. Мисал курс: 100 теңге = 17 сом. Канча сом алат?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5 000 ÷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жолу 100 теңге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50 ×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ар бири 17 сом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850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850 сом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Пияз: 2 кг 75 сом же 5 кг 180 сом. 1 кгы кайсынысында арзан?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75 ÷ 2 = 37,5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37 сом 50 тыйын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0,5 сом = 50 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180 ÷ 5 =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36 &lt; 37,5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5 кг арзан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Арзан = </a:t>
            </a:r>
            <a:r>
              <a:rPr sz="3400" b="1">
                <a:solidFill>
                  <a:srgbClr val="24418C"/>
                </a:solidFill>
                <a:latin typeface="PT Sans"/>
              </a:rPr>
              <a:t>5 кг (36 сом)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 бирдик, эселөө, курс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 бирдикке түш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киши → 600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киши → 150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10 киши → 1 500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бөл (1 киши), анан көбөйт.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Жарымдап, эселе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киши → 600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киши → 300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= 8 + 2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1 200 + 300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8 = 4 × 2 эселеп, 2 = 4түн жарымы.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Курс таблицасы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доллар → 87 сом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доллар → 870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доллар → 435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15 → 1 305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10ду, анан жарымын тап, анан кош.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1 бирдик же эселөө → болжол менен салыштыр.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Рецепт 4 кишиге: 6 сабиз. 10 кишиге канча сабиз керек?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2,4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Рецепт 5 кишиге: 750 г сабиз. 1 кишиге канча? 8 кишиге канча сабиз керек?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Элнура 1 000 сом берди: 1 кг эт (640 сом) жана 5 кг пияз (36 сомдон). Кайтарым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Рецепт 6 кишиге: 900 г эт. Үйдө 2 гана киши калды. Канча эт керек?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Рецепт 5 кишиге: 750 г сабиз. 1 кишиге канча? 8 кишиге канча сабиз керек?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710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4492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3275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2057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750 ÷ 5 × 8 = 1 200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Элнура 1 000 сом берди: 1 кг эт (640 сом) жана 5 кг пияз (36 сомдон). Кайтарым канча?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3017520"/>
            <a:ext cx="150010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9703" y="3017520"/>
            <a:ext cx="4219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1607" y="3017520"/>
            <a:ext cx="42190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180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1 000 − 640 − 180 = 180 сом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Рецепт 6 кишиге: 900 г эт. Үйдө 2 гана киши калды. Канча эт керек?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227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292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3575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4227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34879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25531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900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900 ÷ 6 × 2 = 300 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кишиге 500 г. 6 кишиге?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Май: 1 л 180 сом же 5 л 850 сом. 1 литри?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доллар = 87 сом. 8 доллар = ? сом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100 рубль = 110 сом. 1 650 сом = ? рубль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кг × 45 сом + 640 сом. 1 000 сом бердиң. Кайтарым?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 кишиге 1 800 г эт. 10 кишиге?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кишиге 500 г. 6 кишиге?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750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Май: 1 л 180 сом же 5 л 850 сом. 1 литри?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 л: 170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доллар = 87 сом. 8 доллар = ? сом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696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100 рубль = 110 сом. 1 650 сом = ? рубль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1 500 рубль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кг × 45 сом + 640 сом. 1 000 сом бердиң. Кайтарым?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225 сом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кишиге 1 800 г эт. 10 кишиге?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1 500 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Рецепт 4 кишиге: 600 г эт. Конок 10 киши. Эттин 1 кгы 640 сом. Элнура 1 000 сом берет. Канча эт керек? Кайтарым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1 000 сом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72859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эт: 960 сом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63379" y="2240280"/>
            <a:ext cx="30358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600 ÷ 4 = 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г, 1 кишиге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150 × 10 = 1 500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г = 1,5 кг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1,5 × 640 = 960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1 000 − 960 =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сом кайтарым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1,5 кг эт 960 сом турат. Кайтарым 40 сом: 20 + 20.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Аламүдүн базары жөнүндө маселе түз: рецептти өзгөрт, эсебин жана кайтарымын тап (каалсаң, валюта кош).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Элнура, Тынчтык, Чолпон апа, Азамат байке, Айым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Күрүч: 1 кг 130 сом же 5 кг 600 сом. 1 кгы кайсынысында арзан?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Рецепт 4 кишиге: 500 г күрүч. 10 кишиге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Мисал курс: 1 доллар = 87 сом. 6 доллар = ? сом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рецептти өзгөрткөндө кошпой, эселейбиз?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Арзан баа дайыма эле пайдалуубу?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Сомго өткөргөндө качан көбөйтөбүз, качан бөлөбүз?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Турмуштук эсептөөлөр: баа, рецепт, валюта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рецепт маселесинде «1 кишиге канча?» деп сурайм (М4), кошууга жол бербейм (М2).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Эң пайдалууда «1 кгы канча?» жана «бизге канча керек?» (М1, М7).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Валютада адегенде болжолдотом: сом көп болобу, аз болобу? (М3). Курстар – мисал курстар.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Эсепти таблица менен жаздырам: буюм, канча, баасы, суммасы (М5); 0,5 сом = 50 тыйын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