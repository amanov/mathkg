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Аламүдүн базарында базарлык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кишиге 600 г эт. 1 кишиге?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кг 135 сом. 1 кг?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кг 75 сом. 1 кг?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 кишиге 1 800 г. 5 кишиге?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кишиге 600 г эт. 1 кишиге?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150 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кг 135 сом. 1 кг?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45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кг 75 сом. 1 кг?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37 сом 50 тыйын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 кишиге 1 800 г. 5 кишиге?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750 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кишиге 500 г. 8 кишиге?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кишиге 500 г. 2 кишиге?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кишиге 500 г. 10 кишиге?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кишиге 2 стакан. 9 кишиге?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кишиге 500 г. 8 кишиге?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1 000 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кишиге 500 г. 2 кишиге?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250 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кишиге 500 г. 10 кишиге?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1 250 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кишиге 2 стакан. 9 кишиге?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стакан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доллар = 87 сом. 10 доллар?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рубль = 110 сом. 700 рубль?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теңге = 17 сом. 5 000 теңге?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доллар = 87 сом. 609 сом = ? доллар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доллар = 87 сом. 10 доллар?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870 сом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рубль = 110 сом. 700 рубль?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770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теңге = 17 сом. 5 000 теңге?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850 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доллар = 87 сом. 609 сом = ? доллар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 доллар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Эсеп: 2 кг × 640 сом + 3 кг × 45 сом. Баары?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2 000 сом бердиң, эсеп 1 415 сом. Кайтарым?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Май: 1 л 180 сом же 5 л 850 сом. 1 л кайсынысында арзан?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585 сомду эң аз акча менен бер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Эсеп: 2 кг × 640 сом + 3 кг × 45 сом. Баары?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1 415 сом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2 000 сом бердиң, эсеп 1 415 сом. Кайтарым?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585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Май: 1 л 180 сом же 5 л 850 сом. 1 л кайсынысында арзан?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 л: 170 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585 сомду эң аз акча менен бер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500 + 50 + 20 + 10 + 5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