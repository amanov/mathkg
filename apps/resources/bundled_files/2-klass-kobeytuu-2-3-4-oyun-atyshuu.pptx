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Мектеп китепканасы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6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6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5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5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3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3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: 2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: 2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8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8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28 : 4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28 : 4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9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9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24 : 3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24 : 3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7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7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 : 2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 : 2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9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9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32 : 4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32 : 4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