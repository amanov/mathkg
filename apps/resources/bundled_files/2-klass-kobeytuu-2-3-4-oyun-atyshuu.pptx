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Мектеп китепканасы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× 6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× 6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5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5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× 3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× 3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 : 2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 : 2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8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8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28 : 4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28 : 4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× 9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× 9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24 : 3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24 : 3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× 7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× 7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18 : 2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18 : 2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9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9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32 : 4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 жана бөлүү: 2, 3,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32 : 4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