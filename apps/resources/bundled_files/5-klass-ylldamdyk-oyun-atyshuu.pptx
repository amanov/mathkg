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бирдиги менен = 1 упай. Ыкмасын же жол сызыгын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«эмне белгисиз эле, кайсы амалды тандадың?»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Балыкчыга жайкы поезд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км/саат · 3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км/саат · 3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180 км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 мүн = ?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 мүн = ?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1½ саат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 км : 4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 км : 4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 км/саат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45 мүн = ?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45 мүн = ?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¾ саат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 м/мин · 5 мүн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 м/мин · 5 мүн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400 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 км : 50 км/саат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 км : 50 км/саат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саат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саат 10 мүн = ? мүн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саат 10 мүн = ? мүн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 мүн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2½ саат = ? мүн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2½ саат = ? мүн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150 мүн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Каршы: 30 жана 45 км/саат. Жакындашуу?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Каршы: 30 жана 45 км/саат. Жакындашуу?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75 км/саат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36 км : 3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36 км : 3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 км/саат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км/саат · 15 мүн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км/саат · 15 мүн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 км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Кууп жетүү: 90 жана 60 км/саат. Жакындашуу?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Кууп жетүү: 90 жана 60 км/саат. Жакындашуу?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 км/саат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