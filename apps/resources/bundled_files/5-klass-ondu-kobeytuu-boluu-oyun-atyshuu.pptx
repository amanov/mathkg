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(разряд, чарчы же «экөөнү тең чоңойттум»)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«болжол менен туура келеби?»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Баткендеги өрүк кургатуу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5,3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5,3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: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: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0,6 ×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0,6 ×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1,8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0,9 × 0,9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0,9 × 0,9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0,81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: 0,2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: 0,2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7,2 :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7,2 :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0,15 × 1 000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0,15 × 1 000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2,4 : 0,3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2,4 : 0,3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× 0,02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0,5 × 0,02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6,3 : 0,7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6,3 : 0,7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 × 0,25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12 × 0,25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3,6 :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3,6 :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0,036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