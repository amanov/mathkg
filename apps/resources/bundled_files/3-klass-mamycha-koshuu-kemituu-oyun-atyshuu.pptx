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Базардагы дүкөн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400 + 300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400 + 300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800 − 500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800 − 500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250 + 250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250 + 250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1 000 − 400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1 000 − 400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350 + 150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350 + 150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700 − 450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700 − 450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199 + 101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199 + 101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600 − 199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600 − 199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1 500 + 500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1 500 + 500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2 000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2 000 − 1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2 000 − 1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1 999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456 + 100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456 + 100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999 − 99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Мамыча: кошуу,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999 − 99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