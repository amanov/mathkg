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Жайлоодо боз үй тигүү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40° – кандай бурч?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бурч = ?°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150° – кандай бурч?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кең: 89°, 91°, 180°?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40° – кандай бурч?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тар бурч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бурч = ?°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90°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150° – кандай бурч?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кең бурч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кең: 89°, 91°, 180°?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91°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Ички шкала: 0 жана 50. Бурч?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Сырткы шкала: 0 жана 110. Бурч?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 жагы 20да, экинчиси 95те (бир шкала). Бурч?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Бурч кең. Шкалаларда 35 жана 145 окулат. Бурч?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Ички шкала: 0 жана 50. Бурч?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50°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Сырткы шкала: 0 жана 110. Бурч?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110°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 жагы 20да, экинчиси 95те (бир шкала). Бурч?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75°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Бурч кең. Шкалаларда 35 жана 145 окулат. Бурч?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145°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Түз сызыкта: 130° жана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бурчта: 62° жана 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Айланада: 100°, 120° жана 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Түз сызыкта: 25°, 90° жана 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Түз сызыкта: 130° жана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50°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бурчта: 62° жана 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28°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Айланада: 100°, 120° жана 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140°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Түз сызыкта: 25°, 90° жана 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65°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Вертикалдык бурчу 48°. Ал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Кесилишкен сызыктар: 48°ка жанаша бурч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Түндүктө 72 уук: жанаша эки ууктун ортосу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Түз сызыкта 2 бурч: бири экинчисинен 3 эсе чоң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Вертикалдык бурчу 48°. Ал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48°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Кесилишкен сызыктар: 48°ка жанаша бурч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132°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Түндүктө 72 уук: жанаша эки ууктун ортосу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Түз сызыкта 2 бурч: бири экинчисинен 3 эсе чоң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45° жана 135°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