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Кара-Кулжада тосмо боёо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2/9 + 4/9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7/10 − 3/10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5/8 + 7/8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1 − 4/11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2/9 + 4/9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6/9 = 2/3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7/10 − 3/10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4/10 = 2/5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5/8 + 7/8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12/8 = 1 1/2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1 − 4/11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1/2 + 1/6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3/4 − 2/3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2/5 + 1/3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5/6 + 3/8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1/2 + 1/6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4/6 = 2/3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3/4 − 2/3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2/5 + 1/3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11/15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5/6 + 3/8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29/24 = 1 5/24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1 1/4 + 2 1/4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3 5/6 − 1 1/6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2 2/3 + 1 1/2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5 1/5 − 2 3/5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1 1/4 + 2 1/4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3 2/4 = 3 1/2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3 5/6 − 1 1/6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2 4/6 = 2 2/3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2 2/3 + 1 1/2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3 7/6 = 4 1/6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5 1/5 − 2 3/5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2 3/5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Тосмонун 3/8 бөлүгү боелду. Канчасы калды?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1/2 л сүткө 1/3 л сүт куйду. Бардыгы?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Такта 2 м эле, 3/4 м кесилди. Калганы?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Айдай 1 1/2 саат, Санжар 2 1/4 саат иштеди. Бирге?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Тосмонун 3/8 бөлүгү боелду. Канчасы калды?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5/8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1/2 л сүткө 1/3 л сүт куйду. Бардыгы?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5/6 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Такта 2 м эле, 3/4 м кесилди. Калганы?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1 1/4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Айдай 1 1/2 саат, Санжар 2 1/4 саат иштеди. Бирге?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3 3/4 саат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