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298" r:id="rId5"/>
    <p:sldId id="302" r:id="rId6"/>
    <p:sldId id="266" r:id="rId7"/>
    <p:sldId id="991" r:id="rId8"/>
    <p:sldId id="992" r:id="rId9"/>
    <p:sldId id="993" r:id="rId10"/>
    <p:sldId id="994" r:id="rId11"/>
    <p:sldId id="995" r:id="rId12"/>
    <p:sldId id="996" r:id="rId13"/>
    <p:sldId id="997" r:id="rId14"/>
    <p:sldId id="998" r:id="rId15"/>
    <p:sldId id="999" r:id="rId16"/>
    <p:sldId id="1000" r:id="rId17"/>
    <p:sldId id="1001" r:id="rId18"/>
    <p:sldId id="1002" r:id="rId19"/>
    <p:sldId id="1003" r:id="rId20"/>
    <p:sldId id="1004" r:id="rId21"/>
    <p:sldId id="1005" r:id="rId22"/>
    <p:sldId id="1006" r:id="rId23"/>
    <p:sldId id="1007" r:id="rId24"/>
    <p:sldId id="1008" r:id="rId25"/>
    <p:sldId id="1009" r:id="rId26"/>
    <p:sldId id="1010" r:id="rId27"/>
    <p:sldId id="1011" r:id="rId28"/>
    <p:sldId id="1012" r:id="rId29"/>
    <p:sldId id="1013" r:id="rId30"/>
    <p:sldId id="1014" r:id="rId31"/>
  </p:sldIdLst>
  <p:sldSz cx="9906000" cy="6858000" type="A4"/>
  <p:notesSz cx="6889750" cy="10021888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ambria Math" panose="02040503050406030204" pitchFamily="18" charset="0"/>
      <p:regular r:id="rId40"/>
    </p:embeddedFont>
    <p:embeddedFont>
      <p:font typeface="Sylfaen" panose="010A0502050306030303" pitchFamily="18" charset="0"/>
      <p:regular r:id="rId4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90"/>
            <p14:sldId id="848"/>
            <p14:sldId id="1039"/>
          </p14:sldIdLst>
        </p14:section>
        <p14:section name="Title Screen" id="{059544AC-2C27-45B1-9F95-F87DF8854DD6}">
          <p14:sldIdLst>
            <p14:sldId id="298"/>
          </p14:sldIdLst>
        </p14:section>
        <p14:section name="Game Board" id="{3D8DB889-E63E-4B80-A5EC-319851BCE2AD}">
          <p14:sldIdLst>
            <p14:sldId id="302"/>
          </p14:sldIdLst>
        </p14:section>
        <p14:section name="Questions" id="{4C156A6F-C1A9-4DDE-83CC-F96388F98FA5}">
          <p14:sldIdLst>
            <p14:sldId id="266"/>
            <p14:sldId id="991"/>
            <p14:sldId id="992"/>
            <p14:sldId id="993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  <p14:sldId id="1009"/>
            <p14:sldId id="1010"/>
            <p14:sldId id="1011"/>
            <p14:sldId id="1012"/>
            <p14:sldId id="1013"/>
            <p14:sldId id="1014"/>
          </p14:sldIdLst>
        </p14:section>
        <p14:section name="goteachmaths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115" d="100"/>
          <a:sy n="115" d="100"/>
        </p:scale>
        <p:origin x="1446" y="10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73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5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Ч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Ө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Я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К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И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С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Р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Д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Т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С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У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В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О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Л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Б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Н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П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Х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З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Г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М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Ү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Ж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Л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А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ky-KG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ky-KG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Й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ky-KG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ky-KG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Б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Г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И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У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Ө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Х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Ш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Ү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М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Р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Т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О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Ч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К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Д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Л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Ж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Н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В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А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П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С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Е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ky-KG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З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y-KG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ky-KG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А</a:t>
            </a:r>
          </a:p>
          <a:p>
            <a:pPr algn="ctr"/>
            <a:r>
              <a:rPr lang="ky-KG" sz="4000" b="1" dirty="0"/>
              <a:t>2, 4, 9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Б</a:t>
            </a:r>
          </a:p>
          <a:p>
            <a:pPr algn="ctr"/>
            <a:r>
              <a:rPr lang="ky-KG" sz="4000" b="1" dirty="0"/>
              <a:t>8, 3, 8, 1 тизмесинин модасы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В</a:t>
            </a:r>
          </a:p>
          <a:p>
            <a:pPr algn="ctr"/>
            <a:r>
              <a:rPr lang="ky-KG" sz="4000" b="1" dirty="0"/>
              <a:t>12, 5, 20 тизмесинин кулачы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Г</a:t>
            </a:r>
          </a:p>
          <a:p>
            <a:pPr algn="ctr"/>
            <a:r>
              <a:rPr lang="ky-KG" sz="4000" b="1" dirty="0"/>
              <a:t>6, 1, 9, 4, 3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Д</a:t>
            </a:r>
          </a:p>
          <a:p>
            <a:pPr algn="ctr"/>
            <a:r>
              <a:rPr lang="ky-KG" sz="4000" b="1" dirty="0"/>
              <a:t>10, 10, 40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Е</a:t>
            </a:r>
          </a:p>
          <a:p>
            <a:pPr algn="ctr"/>
            <a:r>
              <a:rPr lang="ky-KG" sz="4000" b="1" dirty="0"/>
              <a:t>2, 6, 8, 12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Ж</a:t>
            </a:r>
          </a:p>
          <a:p>
            <a:pPr algn="ctr"/>
            <a:r>
              <a:rPr lang="ky-KG" sz="4000" b="1" dirty="0"/>
              <a:t>50, 45, 70, 65 тизмесинин кулачы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З</a:t>
            </a:r>
          </a:p>
          <a:p>
            <a:pPr algn="ctr"/>
            <a:r>
              <a:rPr lang="ky-KG" sz="4000" b="1" dirty="0"/>
              <a:t>3, 3, 4, 4, 4, 9 тизмесинин модасы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И</a:t>
            </a:r>
          </a:p>
          <a:p>
            <a:pPr algn="ctr"/>
            <a:r>
              <a:rPr lang="ky-KG" sz="4000" b="1" dirty="0"/>
              <a:t>1, 2, 3, 4, 5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Й</a:t>
            </a:r>
          </a:p>
          <a:p>
            <a:pPr algn="ctr"/>
            <a:r>
              <a:rPr lang="ky-KG" sz="4000" b="1" dirty="0"/>
              <a:t>7, 7, 7, 7 тизмесинин кулачы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К</a:t>
            </a:r>
          </a:p>
          <a:p>
            <a:pPr algn="ctr"/>
            <a:r>
              <a:rPr lang="ky-KG" sz="4000" b="1" dirty="0"/>
              <a:t>5 сандын орточосу 6. Алардын суммасы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Л</a:t>
            </a:r>
          </a:p>
          <a:p>
            <a:pPr algn="ctr"/>
            <a:r>
              <a:rPr lang="ky-KG" sz="4000" b="1" dirty="0"/>
              <a:t>11, 13, 15, 17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1,5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М</a:t>
            </a:r>
          </a:p>
          <a:p>
            <a:pPr algn="ctr"/>
            <a:r>
              <a:rPr lang="ky-KG" sz="4000" b="1" dirty="0"/>
              <a:t>0,5; 1,5; 2,5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Н</a:t>
            </a:r>
          </a:p>
          <a:p>
            <a:pPr algn="ctr"/>
            <a:r>
              <a:rPr lang="ky-KG" sz="4000" b="1" dirty="0"/>
              <a:t>9, 2, 5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О</a:t>
            </a:r>
          </a:p>
          <a:p>
            <a:pPr algn="ctr"/>
            <a:r>
              <a:rPr lang="ky-KG" sz="4000" b="1" dirty="0"/>
              <a:t>Кулачы 10, эң кичине саны 4. Эң чоң саны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2 жана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Ө</a:t>
            </a:r>
          </a:p>
          <a:p>
            <a:pPr algn="ctr"/>
            <a:r>
              <a:rPr lang="ky-KG" sz="4000" b="1" dirty="0"/>
              <a:t>2, 2, 3, 3 тизмесинин модасы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П</a:t>
            </a:r>
          </a:p>
          <a:p>
            <a:pPr algn="ctr"/>
            <a:r>
              <a:rPr lang="ky-KG" sz="4000" b="1" dirty="0"/>
              <a:t>100, 200, 600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Р</a:t>
            </a:r>
          </a:p>
          <a:p>
            <a:pPr algn="ctr"/>
            <a:r>
              <a:rPr lang="ky-KG" sz="4000" b="1" dirty="0"/>
              <a:t>4, 8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С</a:t>
            </a:r>
          </a:p>
          <a:p>
            <a:pPr algn="ctr"/>
            <a:r>
              <a:rPr lang="ky-KG" sz="4000" b="1" dirty="0"/>
              <a:t>1, 1, 1, 9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Т</a:t>
            </a:r>
          </a:p>
          <a:p>
            <a:pPr algn="ctr"/>
            <a:r>
              <a:rPr lang="ky-KG" sz="4000" b="1" dirty="0"/>
              <a:t>1, 1, 1, 9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У</a:t>
            </a:r>
          </a:p>
          <a:p>
            <a:pPr algn="ctr"/>
            <a:r>
              <a:rPr lang="ky-KG" sz="4000" b="1" dirty="0"/>
              <a:t>20, 30, 10, 40, 50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Ү</a:t>
            </a:r>
          </a:p>
          <a:p>
            <a:pPr algn="ctr"/>
            <a:r>
              <a:rPr lang="ky-KG" sz="4000" b="1" dirty="0"/>
              <a:t>3, 5, 7 тизмесине 9 кошулду. Жаңы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Х</a:t>
            </a:r>
          </a:p>
          <a:p>
            <a:pPr algn="ctr"/>
            <a:r>
              <a:rPr lang="ky-KG" sz="4000" b="1" dirty="0"/>
              <a:t>15, 25, 35 тизмесинин кулачы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Ч</a:t>
            </a:r>
          </a:p>
          <a:p>
            <a:pPr algn="ctr"/>
            <a:r>
              <a:rPr lang="ky-KG" sz="4000" b="1" dirty="0"/>
              <a:t>6, 8, 10, 12, 14 тизмесинин орточосу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y-KG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0" y="5309628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ky-KG" sz="4800" b="1" dirty="0">
                <a:solidFill>
                  <a:schemeClr val="tx1"/>
                </a:solidFill>
              </a:rPr>
              <a:t>3,5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2EA77-C983-BE1E-A210-3D29F5FB31C8}"/>
              </a:ext>
            </a:extLst>
          </p:cNvPr>
          <p:cNvSpPr txBox="1"/>
          <p:nvPr/>
        </p:nvSpPr>
        <p:spPr>
          <a:xfrm>
            <a:off x="800000" y="500000"/>
            <a:ext cx="8300000" cy="450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ky-KG" sz="6000" b="1" dirty="0">
                <a:solidFill>
                  <a:srgbClr val="7030A0"/>
                </a:solidFill>
              </a:rPr>
              <a:t>Ш</a:t>
            </a:r>
          </a:p>
          <a:p>
            <a:pPr algn="ctr"/>
            <a:r>
              <a:rPr lang="ky-KG" sz="4000" b="1" dirty="0"/>
              <a:t>1, 2, 3, 4, 5, 6 тизмесинин медианасы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10383</TotalTime>
  <Words>309</Words>
  <Application>Microsoft Office PowerPoint</Application>
  <PresentationFormat>A4 Paper (210x297 mm)</PresentationFormat>
  <Paragraphs>134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Times New Roman</vt:lpstr>
      <vt:lpstr>Calibri Light</vt:lpstr>
      <vt:lpstr>Sylfaen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Rufus Woodwark</cp:lastModifiedBy>
  <cp:revision>481</cp:revision>
  <cp:lastPrinted>2019-01-23T09:39:04Z</cp:lastPrinted>
  <dcterms:created xsi:type="dcterms:W3CDTF">2017-01-17T16:57:04Z</dcterms:created>
  <dcterms:modified xsi:type="dcterms:W3CDTF">2024-08-12T09:35:05Z</dcterms:modified>
</cp:coreProperties>
</file>