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(тор, разряд, жакын ондук)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болжолдодуң, 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Суусамырдагы кымыз майрамы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25 ×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25 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33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33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 ×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 ×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19 ×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19 ×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120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120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11 ×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11 ×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84 :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84 :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 :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 :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17 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17 :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(калд. 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400 :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400 :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29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29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606 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606 :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