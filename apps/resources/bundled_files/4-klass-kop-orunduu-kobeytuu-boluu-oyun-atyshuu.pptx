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мини-тактага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= 1 упай. Ыкмасын (тор, разряд, жакын ондук) түшүндүрсө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«кантип болжолдодуң, кантип таптың?»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Суусамырдагы кымыз майрамы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25 ×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25 × 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33 ×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33 ×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99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50 × 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50 × 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350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19 ×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19 ×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120 ×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120 ×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360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11 × 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11 × 14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154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84 :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84 : 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90 :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90 : 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17 :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17 : 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 (калд. 2)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400 : 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400 : 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29 ×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29 ×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87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606 :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606 :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