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1234 оюну: ар бир окуучу өз деңгээлинен баштайт. Жооп слайдында ар бир суроонун жообу жана кыскача түшүндүрмөсү бар.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1234: төрт 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Ылдамдык, убакыт жана аралык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32159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153619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49047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бир раундда 4 суроо: ① жеңил … ④ эң кыйын.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40487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35915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бир окуучу өзүнө ылайыктуусунан баштайт, андан кийин кийинкисине өтөт.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27355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22783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Жоопторду мини-тактага жазгыла. Жооп слайдында текшергиле.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4142231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096511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Кыйын болсо – жакшы! Мээң өсүп жатат.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07047" y="5669280"/>
            <a:ext cx="475488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Блум: Колдонуу · Талдоо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" y="5669280"/>
            <a:ext cx="58521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Бүгүнкү окуя: Балыкчыга жайкы поезд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Ылдамдык, убакыт жана аралык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40 км/саат, 2 саат. Жол канча?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70 м/мин, 6 мүн. Жол канча?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60 км/саат, 30 мүн. Жол канча?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2 саат 50 км/саат, анан 1 саат 60 км/саат. Бардык жол?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Ылдамдык, убакыт жана аралык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40 км/саат, 2 саат. Жол канча?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80 км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70 м/мин, 6 мүн. Жол канча?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420 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60 км/саат, 30 мүн. Жол канча?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30 км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2 саат 50 км/саат, анан 1 саат 60 км/саат. Бардык жол?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160 км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Ылдамдык, убакыт жана аралык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100 км, 2 саат. Ылдамдык?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480 м, 8 мүн. Ылдамдык?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30 км, 30 мүн. Канча км/саат?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60 км, 1 саат 30 мүн. Ылдамдык?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Ылдамдык, убакыт жана аралык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100 км, 2 саат. Ылдамдык?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50 км/саат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480 м, 8 мүн. Ылдамдык?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60 м/мин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30 км, 30 мүн. Канча км/саат?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60 км/саат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60 км, 1 саат 30 мүн. Ылдамдык?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40 км/саат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Ылдамдык, убакыт жана аралык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120 км, 40 км/саат. Канча саат?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 саат 20 мүн = ? мүн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15 км, 60 км/саат. Канча мүнөт?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Саат 8:45те чыгып, 2 саат 30 мүн жүрдү. Саат канчада жетти?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Ылдамдык, убакыт жана аралык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120 км, 40 км/саат. Канча саат?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3 саат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 саат 20 мүн = ? мүн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80 мүн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15 км, 60 км/саат. Канча мүнөт?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15 мүн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Саат 8:45те чыгып, 2 саат 30 мүн жүрдү. Саат канчада жетти?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саат 11:15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Ылдамдык, убакыт жана аралык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Каршы: 3 жана 5 км/саат. 1 саатта канча км жакындашат?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Каршы: 40 жана 60 км/саат, ара 300 км. Канча саатта жолугушат?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Бир багытта: 70 жана 50 км/саат, ара 40 км. Канча саатта кууп жетет?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Нуриза 60 м/мин менен чыкты; 5 мүн кийин Эмир 75 м/мин менен. Канча мүнөттө кууп жетет?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Ылдамдык, убакыт жана аралык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Каршы: 3 жана 5 км/саат. 1 саатта канча км жакындашат?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8 км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Каршы: 40 жана 60 км/саат, ара 300 км. Канча саатта жолугушат?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3 саат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Бир багытта: 70 жана 50 км/саат, ара 40 км. Канча саатта кууп жетет?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2 саат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Нуриза 60 м/мин менен чыкты; 5 мүн кийин Эмир 75 м/мин менен. Канча мүнөттө кууп жетет?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20 мүн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