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Ысык-Атага велосипед сапары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0,5 + 0,3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2,4 + 1,8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5,75 + 2,6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0,95 + 3,08 + 1,2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0,5 + 0,3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2,4 + 1,8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4,2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5,75 + 2,6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8,35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0,95 + 3,08 + 1,2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5,23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0,9 − 0,4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7,3 − 2,8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6 − 1,45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10 − 0,01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0,9 − 0,4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7,3 − 2,8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4,5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6 − 1,45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4,55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10 − 0,01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9,99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+ 0,7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+ 3,05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Бүтүнгө тегеректеп баала: 6,9 + 2,2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Жетпеген сан: □ + 2,65 =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+ 0,7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4,7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+ 3,05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15,05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Бүтүнгө тегеректеп баала: 6,9 + 2,2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≈ 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Жетпеген сан: □ + 2,65 =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2,35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сом − 40 тыйын = ? сом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25,50 сом + 14,50 сом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м 5 см + 1,3 м = ? 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сом − 45,50 сом − 38,20 сом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сом − 40 тыйын = ? сом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0,6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25,50 сом + 14,50 сом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м 5 см + 1,3 м = ? 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3,35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сом − 45,50 сом − 38,20 сом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16,30 сом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