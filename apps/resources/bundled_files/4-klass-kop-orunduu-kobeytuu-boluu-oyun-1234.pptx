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1234 оюну: ар бир окуучу өз деңгээлинен баштайт. Жооп слайдында ар бир суроонун жообу жана кыскача түшүндүрмөсү бар.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1234: төрт 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Көп орундуу сандарды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80160"/>
            <a:ext cx="11332159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31520" y="153619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149047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Ар бир раундда 4 суроо: ① жеңил … ④ эң кыйын.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240487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35915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Ар бир окуучу өзүнө ылайыктуусунан баштайт, андан кийин кийинкисине өтөт.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27355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22783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Жоопторду мини-тактага жазгыла. Жооп слайдында текшергиле.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4142231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096511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Кыйын болсо – жакшы! Мээң өсүп жатат.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07047" y="5669280"/>
            <a:ext cx="475488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Блум: Колдонуу · Талдоо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" y="5669280"/>
            <a:ext cx="585216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A84400"/>
                </a:solidFill>
                <a:latin typeface="PT Sans"/>
              </a:rPr>
              <a:t>Бүгүнкү окуя: Суусамырдагы кымыз майрамы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1-раунд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Көп орундуу сандарды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32 × 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45 × 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128 × 5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□ × 7 = 266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1-раунд —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Көп орундуу сандарды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3/9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32 × 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07007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96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45 × 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0295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180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128 × 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07007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640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□ × 7 = 266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40295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38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2-раунд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Көп орундуу сандарды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4/9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21 × 13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25 × 12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34 × 26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Тор: 47 × 23. Төрт бөлүгүн жаз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2-раунд —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Көп орундуу сандарды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5/9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21 × 13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07007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273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25 × 12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0295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300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34 × 26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07007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884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Тор: 47 × 23. Төрт бөлүгүн жаз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40295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800 + 120 + 140 + 21 = 1 081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3-раунд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Көп орундуу сандарды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6/9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48 : 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79 : 6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812 : 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□ : 9 = 15 (калд. 8).  □ = 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3-раунд —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Көп орундуу сандарды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7/9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48 : 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07007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12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79 : 6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0295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13 (калд. 1)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812 : 4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07007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203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□ : 9 = 15 (калд. 8).  □ = 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40295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143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4-раунд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Көп орундуу сандарды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8/9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Бир бөтөлкө 85 сом. 6 бөтөлкө канча?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150 боорсок 7 табакка тең. Ар бирине канча, канча калат?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130 конок, 8 кишилик дасторкон. Канча дасторкон керек?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3 сабаада 75 литрден. Бөтөлкөлөр (1 л) 6дан кутуда. Канча куту керек?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4-раунд —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Көп орундуу сандарды көбөйтүү жана бөлүү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9/9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Бир бөтөлкө 85 сом. 6 бөтөлкө канча?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07007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510 сом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150 боорсок 7 табакка тең. Ар бирине канча, канча калат?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0295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21 (калд. 3)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130 конок, 8 кишилик дасторкон. Канча дасторкон керек?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07007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16 (калд. 2) → 17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3 сабаада 75 литрден. Бөтөлкөлөр (1 л) 6дан кутуда. Канча куту керек?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40295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225 : 6 = 37 (калд. 3) → 38 куту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