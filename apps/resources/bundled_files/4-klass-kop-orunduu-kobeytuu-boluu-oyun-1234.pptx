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Суусамырдагы кымыз майрамы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32 ×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 ×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128 ×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7 = 266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32 ×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 ×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128 ×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7 = 266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21 ×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25 ×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34 × 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Тор: 47 × 23. Төрт бөлүгүн жаз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21 ×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25 × 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34 × 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884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Тор: 47 × 23. Төрт бөлүгүн жаз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800 + 120 + 140 + 21 = 1 081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48 :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79 : 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812 :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: 9 = 15 (калд. 8).  □ =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48 :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79 :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13 (калд. 1)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812 : 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: 9 = 15 (калд. 8). 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бөтөлкө 85 сом. 6 бөтөлкө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150 боорсок 7 табакка тең. Ар бирине канча, канча калат?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130 конок, 8 кишилик дасторкон. Канча дасторкон керек?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сабаада 75 литрден. Бөтөлкөлөр (1 л) 6дан кутуда. Канча куту керек?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бөтөлкө 85 сом. 6 бөтөлкө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510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150 боорсок 7 табакка тең. Ар бирине канча, канча калат?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21 (калд. 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130 конок, 8 кишилик дасторкон. Канча дасторкон керек?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 (калд. 2) → 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сабаада 75 литрден. Бөтөлкөлөр (1 л) 6дан кутуда. Канча куту керек?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225 : 6 = 37 (калд. 3) → 38 куту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