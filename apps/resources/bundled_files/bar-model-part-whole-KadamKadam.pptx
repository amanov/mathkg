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/>
  <p:notesSz cx="6858000" cy="9144000"/>
  <p:embeddedFontLst>
    <p:embeddedFont>
      <p:font typeface="IBM Plex Sans" pitchFamily="34" charset="0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 курамы (санкурамы) барагынан эки бөлүктүү курамды эске салыңыз, андан кийин ошол эле сандарды тилкеге айлантыңыз.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 Жооп: 25 + 17 = 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 Жооп: 42 − 25 = 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 Жооп: 36 + 28 = 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 Жооп: 64 − 36 = 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 Жооп: 53 + 29 = 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 Жооп: 82 − 29 = 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Сураңыз: «Бүтүн кайсы? Бөлүктөр кайсы? Эмнени билбейбиз?» Бүтүн белгисиз болсо — кошобуз, бөлүк белгисиз болсо — кемитебиз.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6870531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Тилке модели: кадам-кадам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339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Сан курамынан тилкеге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курамында: бүтүн жана эки бөлүк.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Тилкеде да ошондой: узун тилке — бүтүн, анын бөлүктөрү — бөлүктөр.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Ар бир маселеде сура: бүтүн белгисизби же бөлүкпү?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Нурбекте 25 ашык, Эрменде 17 ашык бар. Экөөндө канча ашык?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506686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506686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7733" y="3749040"/>
            <a:ext cx="3064546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87733" y="3749040"/>
            <a:ext cx="3064546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Бүтүнбү же бөлүкпү? Кайсы амал?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Нурбекте 25 ашык, Эрменде 17 ашык бар. Экөөндө канча ашык?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506686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506686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7733" y="3749040"/>
            <a:ext cx="3064546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87733" y="3749040"/>
            <a:ext cx="3064546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25 + 17 = 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Баары 42 ашык. Нурбекте 25. Эрменде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506686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506686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7733" y="3749040"/>
            <a:ext cx="3064546" cy="65288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87733" y="3749040"/>
            <a:ext cx="3064546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Бүтүнбү же бөлүкпү? Кайсы амал?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Баары 42 ашык. Нурбекте 25. Эрменде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506686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506686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7733" y="3749040"/>
            <a:ext cx="3064546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87733" y="3749040"/>
            <a:ext cx="3064546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42 − 25 = 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Эжем базардан 36 кызыл жана 28 жашыл алма алды. Баары канча алма?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258818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258818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9866" y="3749040"/>
            <a:ext cx="3312414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9866" y="3749040"/>
            <a:ext cx="3312414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28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Бүтүнбү же бөлүкпү? Кайсы амал?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Эжем базардан 36 кызыл жана 28 жашыл алма алды. Баары канча алма?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258818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258818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9866" y="3749040"/>
            <a:ext cx="3312414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9866" y="3749040"/>
            <a:ext cx="3312414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28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36 + 28 = 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Баары 64 алма. Кызылы — 36. Канча жашыл алма?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258818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258818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9866" y="3749040"/>
            <a:ext cx="3312414" cy="65288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9866" y="3749040"/>
            <a:ext cx="3312414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Бүтүнбү же бөлүкпү? Кайсы амал?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Баары 64 алма. Кызылы — 36. Канча жашыл алма?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258818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258818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9866" y="3749040"/>
            <a:ext cx="3312414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9866" y="3749040"/>
            <a:ext cx="3312414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28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64 − 36 = 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Жайлоого көчүп баратабыз: 53 км жүрдүк, дагы 29 км калды. Жол канча км?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893601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893601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4649" y="3749040"/>
            <a:ext cx="2677631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74649" y="3749040"/>
            <a:ext cx="2677631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29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Бүтүнбү же бөлүкпү? Кайсы амал?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Жайлоого көчүп баратабыз: 53 км жүрдүк, дагы 29 км калды. Жол канча км?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893601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893601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4649" y="3749040"/>
            <a:ext cx="2677631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74649" y="3749040"/>
            <a:ext cx="2677631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29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53 + 29 = 82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Жайлоого жол 82 км. Дагы 29 км калды. Канча км жүрдүк?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893601" cy="65288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893601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4649" y="3749040"/>
            <a:ext cx="2677631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74649" y="3749040"/>
            <a:ext cx="2677631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29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Бүтүнбү же бөлүкпү? Кайсы амал?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Тилкени карап, ойлон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Жайлоого жол 82 км. Дагы 29 км калды. Канча км жүрдүк?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749040"/>
            <a:ext cx="4893601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749040"/>
            <a:ext cx="4893601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4649" y="3749040"/>
            <a:ext cx="2677631" cy="65288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74649" y="3749040"/>
            <a:ext cx="2677631" cy="65288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29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1048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9552280" y="3572561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981048" y="3572561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5766664" y="3432658"/>
            <a:ext cx="0" cy="13990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1523848" y="2966314"/>
            <a:ext cx="8485632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82 − 29 = 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Бөлүк–бүтүн тилке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Эмнени үйрөндүк?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 белгисиз → бөлүктөрдү кош.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Бөлүк белгисиз → бүтүндөн белгилүү бөлүктү кемит.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Бир тилке — эки маселе: 25 + 17 = 42 жана 42 − 25 = 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Тилке модели: кадам-кадам</dc:title>
  <dc:subject>Бөлүк–бүтүн тилке модели</dc:subject>
  <dc:creator>MathKG</dc:creator>
  <cp:keywords>MathKG; тилке модели; бөлүк–бүтүн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