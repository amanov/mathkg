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Адегенде болжолдошсун: плитка 10дон көппү же азбы? Жоопту сабактын аягында (22-слайд) текшеребиз. Бул сабак «Окшош мүчөлөр» сабагынан кийин өтөт: 3a + 2a тааныш, жаңысы тамгалуу мүчөлөрдү көбөйтүү жана бөлүү.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Нурай: 2 · 3 = 6, a · b = ab. Кагаздан курсак, 2a × 3b ичинде 6 кичине плитка ab. a = 1, b = 1: 2 · 3 = 6, бирок 5ab = 5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чакмак кагаздан кесилген плиткалар: 8 тик бурчтук (a × b = 3 × 2 чакмак) жана 4 чарчы (a × a = 3 × 3 чакмак). Дептердин мукабасынан же эски открыткадан кессе болот. 1) 2a × 3b: узундугу 2 плитка, туурасы 3 плитка; 6 плитка ab чыгат, 6ab. 2) «5ab эмне үчүн туура эмес?» Плиткаларды санашат. 3) 2a × 2a: 4 чарчы a², 4a² (2a² эмес). 4) Тескерисинче: мен 6 плитканы (6ab) берем, узундугу 3a болсун: туурасы канча? 2b. Бул бөлүү. Проектор жок болсо, доскага чакмак торчо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чийишет: узунунан 4 плитка (4a). 12 плитка 4 мамычага бөлүнөт: ар биринде 3 плитка, туурасы 3b. Анан ошол эле бөлүүнү бөлчөк менен жазабыз: 12ab/4a, сандар өзүнчө (12 ÷ 4 = 3), тамгалар өзүнчө (ab ÷ a = b). Пойанын 4 кадамын оң жактагы картадан окуйбуз. Эскертем: 4a – бир мүчө, аны бүтүн бойдон бөлөбүз.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Бир мүчө = сан менен тамгалардын көбөйтүндүсү: 6ab, 3a², 5x. Коэффициент = анын сандык бөлүгү. Көбөйткөндө коэффициенттер көбөйөт, тамгалар көбөйөт (a · a = a²). Бөлгөндө коэффициенттер бөлүнөт, бирдей тамгалар кыскарат. Аралаш туюнтмада адегенде × жана ÷ (солдон оңго), анан + жана −. Ката коддору: М1 (коэффициентти кошуу), М2 (a × a = 2a), М3 (тамга кыскарбады).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«Сандар: 4 · 3 = 12, тамгалар: a · b = ab».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М1; В = ✓;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бирдей катарлар → көбөйтүү жана кошуу → бөлүгүн алып салуу. Жооптор: 12ab; 10a; 18ab = 108 дм²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Жолчо 6 плитка узунунан жана 2 плитка туурасынан: 6a × 2b = 6 · 2 · a · b = 12ab, ар бир плитка ab, демек 12ab ÷ ab = 12 плитка. a = 3, b = 2: 12 · 6 = 72 дм². Коэффициенттерди кошсок (М1), 8ab = 48 дм² чыгат: 8 плитка гана алып, 4 плитка жетпей калат. Ошондуктан сан коюп текшеребиз.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12ab; 3b; 7a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Канттагы плитка цехи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Нурай менен Бакыт Эрлан байкенин цехинде плитка куюп, Канттагы бала бакчанын короосуна жолчо төшөшөт.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6-класс: «Бир мүчө», «Туюнтмалар жана аларды өзгөртүү» (эски улуттук программа). «Тамгалуу туюнтмалар жана теңдемелер» жана «Окшош мүчөлөр» пакеттеринин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Канттагы плитка цехи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Кант шаары, Чүй өрөөнү. Эрлан байкенин кичинекей плитка цехи бар.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Цехте эки түрдүү плитка куюшат: тик бурчтук (узундугу a, туурасы b) жана чарчы (жагы a).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Каникулда Нурай менен Бакыт «Күнчүбак» бала бакчасынын короосуна жолчо төшөшөт.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Өлчөмдөрдү азырынча тамга менен жазабыз; кийин a = 3 дм, b = 2 дм коёбуз.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Жолчонун узундугу 6a, туурасы 2b. Анын аянты канча? Ага канча плитка (a × b) кетет? a = 3 дм, b = 2 дм болсо, аянты канча дм²?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Тамгалуу мүчөлөрдү кыска жазам жана көбөйтөм: 3 × a = 3a, a × a = a², 2a × 3b = 6ab.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Бөлүүнү бөлчөк катары жазып, кыскартам: 12ab ÷ 4a = 12ab/4a = 3b.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×, ÷, + жана − аралаш туюнтманы туура тартипте жөнөкөйлөтөм жана сан коюп текшерем.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Кыска жазуу жана көбөйтүү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Бөлүү жана бөлчөк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Аралаш туюнтмалар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2a × 3b = 5ab?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кагаз плиткалар, домино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Канттагы плитка цехи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Жолчонун аянты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Көбөйтүүнүн касиеттери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 · 4 · 5 = 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Окшош мүчөлөр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3a + 5a = 8a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 мүчөлөрдү × жана 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2a × 3b = 6ab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Даражанын касиеттери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a² · a³ = a⁵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· 4 ·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a = 4 болсо, 3a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Жөнөкөйлөт: 5a + 2a −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4² =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· 4 ·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4 болсо, 3a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5a + 2a −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4² =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Эрлан байке: «Плитканын узундугу 2a, туурасы 3b. Анын аянты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Бакыт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2a × 3b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5ab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2a × 3b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6ab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Кагаз плиткалар менен же a = 1, b = 1 коюп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кагаз плиткалар. 2a × 3b тик бурчтугун курагыла: канча плитка ab кетти? Анан 2a × 2a чарчысын курагыла.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67128"/>
            <a:ext cx="105156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2167128"/>
            <a:ext cx="105156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14600"/>
            <a:ext cx="34747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514600"/>
            <a:ext cx="1051560" cy="530352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39" y="2514600"/>
            <a:ext cx="1051560" cy="530352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44952"/>
            <a:ext cx="34747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044952"/>
            <a:ext cx="1051560" cy="530352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39" y="3044952"/>
            <a:ext cx="1051560" cy="530352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75304"/>
            <a:ext cx="347472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575304"/>
            <a:ext cx="1051560" cy="530352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39" y="3575304"/>
            <a:ext cx="1051560" cy="530352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624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2a × 3b = 6ab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177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4A5A70"/>
                </a:solidFill>
                <a:latin typeface="PT Sans"/>
              </a:rPr>
              <a:t>6 плитка, 5 эмес!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167128"/>
            <a:ext cx="8046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2167128"/>
            <a:ext cx="8046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2514600"/>
            <a:ext cx="347472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2514600"/>
            <a:ext cx="804672" cy="804672"/>
          </a:xfrm>
          <a:prstGeom prst="rect">
            <a:avLst/>
          </a:prstGeom>
          <a:solidFill>
            <a:srgbClr val="F5E9E0"/>
          </a:solidFill>
          <a:ln w="1778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13832" y="2514600"/>
            <a:ext cx="804672" cy="804672"/>
          </a:xfrm>
          <a:prstGeom prst="rect">
            <a:avLst/>
          </a:prstGeom>
          <a:solidFill>
            <a:srgbClr val="F5E9E0"/>
          </a:solidFill>
          <a:ln w="1778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3319272"/>
            <a:ext cx="347472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3319272"/>
            <a:ext cx="804672" cy="804672"/>
          </a:xfrm>
          <a:prstGeom prst="rect">
            <a:avLst/>
          </a:prstGeom>
          <a:solidFill>
            <a:srgbClr val="F5E9E0"/>
          </a:solidFill>
          <a:ln w="1778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13832" y="3319272"/>
            <a:ext cx="804672" cy="804672"/>
          </a:xfrm>
          <a:prstGeom prst="rect">
            <a:avLst/>
          </a:prstGeom>
          <a:solidFill>
            <a:srgbClr val="F5E9E0"/>
          </a:solidFill>
          <a:ln w="1778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a²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20624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2a × 2a = 4a²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6177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4A5A70"/>
                </a:solidFill>
                <a:latin typeface="PT Sans"/>
              </a:rPr>
              <a:t>4 чарчы, 2a² эмес!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120640"/>
            <a:ext cx="6675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Сандарды көбөйт, тамгаларды көбөйт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2057400"/>
            <a:ext cx="4343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130552"/>
            <a:ext cx="402336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Ар бир жупта (чакмак кагаздан):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8 тик бурчтук a × b (3 × 2 чакмак)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 чарчы a × a (3 × 3 чакмак)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Курагыла: 2a × 3b, анан 2a × 2a.</a:t>
            </a:r>
          </a:p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1F2430"/>
                </a:solidFill>
                <a:latin typeface="PT Sans"/>
              </a:rPr>
              <a:t>Тескерисинче: 6 плитка, узундугу 3a. Туурасы?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Аянт = узундук × туурасы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6ab ÷ 3a = 2b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аянт модели (бөлүү)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Бакыт 12 плитка төшөдү: аянты 12ab. Жолчонун узундугу 4a. Туурасы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8686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48840"/>
            <a:ext cx="8686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148840"/>
            <a:ext cx="8686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48840"/>
            <a:ext cx="8686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5146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5146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39" y="25146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5146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29718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29718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39" y="29718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9718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34290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4290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39" y="34290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429000"/>
            <a:ext cx="868680" cy="457200"/>
          </a:xfrm>
          <a:prstGeom prst="rect">
            <a:avLst/>
          </a:prstGeom>
          <a:solidFill>
            <a:srgbClr val="B5E2D3"/>
          </a:solidFill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514600"/>
            <a:ext cx="685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977639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4a узундукка 12 плитка: 4 мамыча, ар биринде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3434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Туурасы = 3b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10312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12ab ÷ 4a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60604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12ab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40679" y="3108960"/>
            <a:ext cx="1188721" cy="0"/>
          </a:xfrm>
          <a:prstGeom prst="line">
            <a:avLst/>
          </a:prstGeom>
          <a:ln w="31750">
            <a:solidFill>
              <a:srgbClr val="1F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49240" y="315468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83464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3b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749039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12 ÷ 4 =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1148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ab ÷ a =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1031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2157984"/>
            <a:ext cx="35661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Пойанын 4 кадамы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1. Түшүн: аянты 12ab, узундугу 4a. Туурасы?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2. Планда: аянт = узундук × туурасы, демек бөлөм.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3. Аткар: 12ab/4a: 12 ÷ 4 = 3, ab ÷ a = b.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4. Текшер: 4a × 3b = 12ab.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12ab ÷ 4a  =  12ab/4a  =  3b,   анткени  4a × 3b = 12ab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Сандарды көбөйт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2 · 3 = 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Тамгаларды көбөйт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· a = a², a · b = ab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Бөлүүнү бөлчөк кыл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Сандарды бөл, тамганы кыскарт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Текшер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Көбөйтүп же сан коюп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2a × 3b = 6ab;   12ab ÷ 4a = 12ab/4a = 3b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жоопто кайсы тамгалар болот?  3a × 4ab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3a × 4ab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· 4 · a · a ·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сандар, тамгалар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12a²b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a · a = a²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a = 2, b = 1: 48 = 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12a²b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жооп a мүчөбү же санбы?  20a² ÷ 5a + 3a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20a² ÷ 5a + 3a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20a²/5a + 3a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бөлчөк кыл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4a + 3a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20 ÷ 5, a² ÷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7a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окшоштор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7a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сандар, анан тамгалар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Сандар, анан тамгалар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4a × 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· 3 =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· b = 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12ab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Көбөйтүүдө орундарын алмаштырсак болот.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Бөлүү = бөлчөк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18ab ÷ 6a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18 ÷ 6 =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ab ÷ a =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Текшер: 6a × 3b = 18ab.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× жана 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2a × 4 + 3a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2a × 4 = 8a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8a + 3a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11a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+ жана − акырында.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Болжолдо → сандар → тамгалар → тартип → сан коюп текшер.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Жөнөкөйлөт: 12a² ÷ 3a + 2a ×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4a² + 8a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10a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24a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Бакыт 3 катар плитка төшөдү. Ар бир катардын аянты 4ab. Үч катардын аянты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Нурай 3 тилке төшөдү, ар биринин узундугу 2a. Бакыт дагы 4a узундукта төшөдү. Баары канча?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Короонун аянты 30ab. Анын 4a × 3b бөлүгүнө кум төгүлдү, калганына плитка. Плиткалуу бөлүгү? a = 3 дм, b = 2 дм болсо?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Бакыт 3 катар плитка төшөдү. Ар бир катардын аянты 4ab. Үч катардын аянты канча?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823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953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4ab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12ab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Нурай 3 тилке төшөдү, ар биринин узундугу 2a. Бакыт дагы 4a узундукта төшөдү. Баары канча?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Нурай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2640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6264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9887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Бакыт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2640" y="3574389"/>
            <a:ext cx="587247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92112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54951" y="3958437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37832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10a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Короонун аянты 30ab. Анын 4a × 3b бөлүгүнө кум төгүлдү, калганына плитка. Плиткалуу бөлүгү? a = 3 дм, b = 2 дм болсо?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2272" y="3017520"/>
            <a:ext cx="93756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12ab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09836" y="3017520"/>
            <a:ext cx="1406347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30ab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18ab = 108 дм²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Көбөйт: 5a × 3b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Көбөйт: 4x × 2x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Бөл: 24ab ÷ 6b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Бөлчөк менен жаз жана кыскарт: 14a² ÷ 7a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Жөнөкөйлөт: 3a × 3 − 2a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= 2, b = 5 болсо: 3a × 2b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Көбөйт: 5a × 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Көбөйт: 4x × 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8x²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Бөл: 24ab ÷ 6b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Бөлчөк менен жаз жана кыскарт: 14a² ÷ 7a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14a²/7a = 2a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3a × 3 − 2a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2, b = 5 болсо: 3a × 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6ab =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Жолчонун узундугу 6a, туурасы 2b. Анын аянты канча? Ага канча плитка (a × b) кетет? a = 3 дм, b = 2 дм болсо, аянты канча дм²?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Жолчо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990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235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482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728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973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0465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712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957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0204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449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12ab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6a × 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аянт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6 · 2 · a ·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сандар, тамгалар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12ab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12 плитка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12 · 3 · 2 = 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a = 3, b =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72 дм², 12 плитка. 8ab десек (М1), 4 плитка жетпейт!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Плитка цехи жөнүндө маселе түз: × же ÷ керек болсун. a = 3, b = 2 коюп эсепте.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Нурай, Бакыт, Эрлан байке.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Көбөйт: 4a × 3b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Бөл: 18ab ÷ 6a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Жөнөкөйлөт: 2a × 5 − 3a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2a × 3b = 5ab туура эмес?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a × a менен a + a кандай айырмаланат?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12ab ÷ 4a = 3b экенин кантип текшересиң?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чакмак кагаздан плиткалар: 8 тик бурчтук (a × b) жана 4 чарчы (a × a).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мисалдан мурун: «Адегенде болжолдо: жоопто кайсы тамгалар болот?»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Бөлүүнү ар дайым бөлчөк кылып жаздырам; сандарды бир түс, тамгаларды башка түс менен.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жоопту текшертем: бөлүүнү көбөйтүү менен, жөнөкөйлөтүүнү a = 2 коюп (a = 1 кээде алдайт).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