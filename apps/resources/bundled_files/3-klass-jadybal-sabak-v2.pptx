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Жоопту азыр айтпайбыз: сабактын аягында кайтабыз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Мира: 48 : 8 = 6. Эрлан 6 × 9 менен чаташтырды.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48 бурчак (же таякча, капкак) жана 6 кагаз табак. 1) Ар бир табакка 8ден салышат: «6 топ, ар биринде 8» = 6 × 8. 2) Бурчактарды кайра чогултуп, 8ден бөлүшөт: 48 : 8 = 6 табак. 3) Чакмак дептерге 6 катар, ар катарда 8 чакмак боёшот (массив): 1 чакмак = 1 бурчак.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6 бирдей бөлүк, ар бири 8; бүтүн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үй-бүлөсү: 6, 8, 48 → 6 × 8, 8 × 6, 48 : 8, 48 :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2–3 окуучу үн чыгарып айтат. Жадыбалды «жаттаба», белгилүү фактыдан тап. Ыкма бекемделгенче «Оозеки беш мүнөт» (класста колдонуу картасы, 3-бет)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М2; Г = М6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бөлүктөр → эсе көп → көп кадам. Жооптор: 6 × 7 = 42; 4 × 8 = 32 шар; 6 × 9 = 54;  54 + 9 = 63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6 × 8 = 48 (6 топ, ар биринде 8), 50 − 48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56; 9; 7 × 9 = 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5–9га көбөйтүү жана бөлүү жадыбалы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Нооруз дасторкону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3-класс Нооруз майрамына даярданат: столдор, кесе, боорсок жана шарлар бирдей топторго бөлүнөт.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3-класс: 3.1.2, 3.3.2, 3.3.8, 3.3.9.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Нооруз дасторкону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3-класс Нооруз майрамына даярданып жатат.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Мира боорсок табактарын санайт, Эрлан шар үйлөйт.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Асел эже: «Ар бир столго бирдей сандагы кесе коёбуз», – деди.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Бирдей топтор – бул көбөйтүү жана бөлүү!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Класста Нооруз дасторконуна 6 стол коёбуз. Ар бир столго 8 кесе керек. Бизде 50 кесе бар. Жетеби?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5–9га көбөйтүү жана бөлүү жадыбалын колдоном.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Көбөйтүү менен бөлүүнүн байланышын көрсөтөм.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«Эсе көп / эсе аз» маселелерин тилке менен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Жадыбал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Сан үй-бүлөсү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Эсе көп / аз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Бөлүү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жадыбал оюну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Нооруз дасторкону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2, 3, 4кө көбөйтүү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Бирдей топтор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5–9 жадыбалы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Эсе көп / аз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орундуу санга көбөйтүү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Бөлчөктөр, катыш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×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: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5, 10, 15, 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×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: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5, 10, 15, 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Мира: «6 × 8 = 48». Эрлан: «6 × 8 = 54».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Мира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топ, ар биринде 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 × 8 = 40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40 + 8 = 48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Эрлан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× 9 = 54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Ошондуктан 6 × 8 = 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Кантип текшеребиз?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6 стол, ар биринде 8 кесе. 6 кагаз табакка 8ден бурчак салабыз, анан дептерге чийебиз.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2402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8308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0876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308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1-табак</a:t>
            </a:r>
          </a:p>
        </p:txBody>
      </p:sp>
      <p:sp>
        <p:nvSpPr>
          <p:cNvPr id="22" name="Oval 21"/>
          <p:cNvSpPr/>
          <p:nvPr/>
        </p:nvSpPr>
        <p:spPr>
          <a:xfrm>
            <a:off x="2468880" y="22402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20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1752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9184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6616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4320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1752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9184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616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4290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2-табак</a:t>
            </a:r>
          </a:p>
        </p:txBody>
      </p:sp>
      <p:sp>
        <p:nvSpPr>
          <p:cNvPr id="32" name="Oval 31"/>
          <p:cNvSpPr/>
          <p:nvPr/>
        </p:nvSpPr>
        <p:spPr>
          <a:xfrm>
            <a:off x="4251960" y="22402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0060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7492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49240" y="25877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2628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0060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7492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49240" y="28895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4290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3-табак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38404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012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3444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0876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8308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012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3444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0876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8308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0292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4-табак</a:t>
            </a:r>
          </a:p>
        </p:txBody>
      </p:sp>
      <p:sp>
        <p:nvSpPr>
          <p:cNvPr id="52" name="Oval 51"/>
          <p:cNvSpPr/>
          <p:nvPr/>
        </p:nvSpPr>
        <p:spPr>
          <a:xfrm>
            <a:off x="2468880" y="38404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1752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9184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6616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74320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29184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6616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0" y="50292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5-табак</a:t>
            </a:r>
          </a:p>
        </p:txBody>
      </p:sp>
      <p:sp>
        <p:nvSpPr>
          <p:cNvPr id="62" name="Oval 61"/>
          <p:cNvSpPr/>
          <p:nvPr/>
        </p:nvSpPr>
        <p:spPr>
          <a:xfrm>
            <a:off x="4251960" y="3840480"/>
            <a:ext cx="1600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2628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0060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07492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49240" y="4187952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2628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80060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07492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49240" y="4489704"/>
            <a:ext cx="201168" cy="14630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1960" y="502920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6-табак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4406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6 табак, ар биринде 8 бурчак  →  6 × 8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35040" y="3657600"/>
            <a:ext cx="320040" cy="0"/>
          </a:xfrm>
          <a:prstGeom prst="line">
            <a:avLst/>
          </a:prstGeom>
          <a:ln w="381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12280" y="196596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Чакмак дептерде: 1 чакмак = 1 бурчак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2377440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80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41464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470648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99832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29016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58200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787384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16568" y="237744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92240" y="2706624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12280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41464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0648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9832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129016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58200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787384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16568" y="2706624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0" y="3035808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12280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141464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70648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99832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129016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87384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116568" y="3035808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92240" y="3364992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12280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141464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70648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799832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29016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58200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787384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16568" y="3364992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92240" y="3694176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12280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141464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70648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799832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129016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458200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787384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116568" y="3694176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92240" y="4023360"/>
            <a:ext cx="274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12280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141464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470648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799832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129016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458200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787384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116568" y="4023360"/>
            <a:ext cx="329184" cy="329184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812280" y="4398264"/>
            <a:ext cx="263347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6 катар, ар катарда 8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92240" y="4809744"/>
            <a:ext cx="47548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83680" y="4828031"/>
            <a:ext cx="45720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6 × 8 = 48</a:t>
            </a:r>
          </a:p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48 : 8 = 6 катар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Класста Нооруз дасторконуна 6 стол коёбуз. Ар бир столго 8 кесе керек. Бизде 50 кесе бар. Жетеби?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Канча стол? 6.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биринде? 8 кесе.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Бизде? 50 кесе.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жетеби?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7127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43532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9938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6343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22749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9154" y="3108960"/>
            <a:ext cx="56601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8796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5201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21606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8012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74417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00823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7228" y="3108960"/>
            <a:ext cx="56601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46870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73275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9680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6086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2491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897" y="3108960"/>
            <a:ext cx="2264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05302" y="3108960"/>
            <a:ext cx="56601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50 − 6 × 8 = 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×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Көбөйтүү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топ, ар биринде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c :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c ни b ден топко бөлөбүз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Текшерүү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Бөлүүнү көбөйтүү менен текшер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6 × 8 = 48   →   48 : 8 =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Мира 7 табакка 9дан боорсок салды. Канча боорсок?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 ×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7 × 10 − 7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10 топ − 1 топ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70 − 7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7 × 9 = </a:t>
            </a:r>
            <a:r>
              <a:rPr sz="3400" b="1">
                <a:solidFill>
                  <a:srgbClr val="24418C"/>
                </a:solidFill>
                <a:latin typeface="PT Sans"/>
              </a:rPr>
              <a:t>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Эрлан 8 шар үйлөдү. Мира андан 4 эсе көп. Мира канча шар үйлөдү?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Эрлан: 1 бөлүк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Мира: 4 бөлүк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 эсе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 × 8 =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Мира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32 шар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белгилүү фактыдан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Эки эселөө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×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× 7 + 4 ×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28 + 28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8 × n = 4 × n эки эсе: 8 топ = 4 топ жана дагы 4 топ.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 топтон бир топ 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×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10 × 6 − 6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60 − 6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9 × n = 10 × n − n: 9 топ = 10 топ, бир топ аз.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5 топко бир топ кош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×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5 × 8 + 8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40 + 8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6 × n = 5 × n + n: 5 × n оңой, дагы бир топ кош.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Эрлан 6 шар илди. Мира андан 3 эсе көп илди. Мира канча шар илди?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Нооруз дасторконуна ар бир кутуда 7 бал камыр. 6 кутуда канча?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Эрлан 8 шар үйлөдү. Мира андан 4 эсе көп үйлөдү. Мира канча шар үйлөдү?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Мира 9 сом чогултту. Эрлан андан 6 эсе көп чогултту. Экөө бирге канча сом?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Нооруз дасторконуна ар бир кутуда 7 бал камыр. 6 кутуда канча?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580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823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888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9536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0188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7 = 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Эрлан 8 шар үйлөдү. Мира андан 4 эсе көп үйлөдү. Мира канча шар үйлөдү?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Эрлан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2640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Мира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2640" y="3574389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2858" y="3574389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3076" y="3574389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3294" y="3574389"/>
            <a:ext cx="220217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× 8 = 32 шар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Мира 9 сом чогултту. Эрлан андан 6 эсе көп чогултту. Экөө бирге канча сом?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Мира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Эрлан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5312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82124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28936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75748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22560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69372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44784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707624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890503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9 = 54;  54 + 9 = 63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×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63 :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× ___ = 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× 6 − 8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Мирада 9 боорсок, Эрланда 5 эсе көп. Эрланда канча?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72 боорсокту 8 табакка бирдей салса, 1 табакта канча?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×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63 :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× ___ = 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× 6 − 8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Мирада 9 боорсок, Эрланда 5 эсе көп. Эрланда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72 боорсокту 8 табакка бирдей салса, 1 табакта канча?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Класста Нооруз дасторконуна 6 стол коёбуз. Ар бир столго 8 кесе керек. Бизде 50 кесе бар. Жетеби?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62809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1219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9628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8038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7" y="2240280"/>
            <a:ext cx="144840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4857" y="2240280"/>
            <a:ext cx="36210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 × 8 = 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6 стол, 8ден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50 − 48 =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ашып калат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Жетет! 2 кесе ашып калат.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Нооруз жөнүндө «эсе көп» же «бирдей бөлүү» маселесин түз.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Мира, Эрлан, Асел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 × 7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54 : 6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Бир табакта 9 боорсок. 7 табакта канча боорсок?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Көбөйтүү менен бөлүү кантип байланышкан?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«6 эсе көп» менен «6га көп» эмнеси менен айырмаланат?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Кыйын фактыны (7 × 8) кантип эстейсиң?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Көбөйтүүнү дайыма «a топ, ар биринде b» деп окуйбуз: «4 эсе көп» → 4 × 8.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Буюм колдо: бурчак + кагаз табак, анан чакмак дептерде массив.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Кыйын фактылар: эки эселөө (8 × 7 = 4 × 7 эки эсе) жана 10дон (9 × 6 = 60 − 6).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«Эсе көп»: тилкеде бирдей бөлүктөр; «-га көп»: кошумча бөлүк (М3,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