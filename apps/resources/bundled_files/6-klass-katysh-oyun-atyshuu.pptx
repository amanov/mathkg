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(«1 бөлүктү таптым…»)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Кочкордогу шырдак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8 :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8 :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 :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20 :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20 :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 :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: 5 = 6 : 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: 5 = 6 : 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30 см : 1 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30 см : 1 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: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буурчак, кызыл : ак = 2 : 3. Кызыл?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буурчак, кызыл : ак = 2 : 3. Кызыл?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 сом, 1 : 2. Кичине бөлүгү?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 сом, 1 : 2. Кичине бөлүгү?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 сом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: 1 → кичине бөлүк бүтүндүн?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: 1 → кичине бөлүк бүтүндүн?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Ак : кызыл = 4 : 7. Кызыл : ак?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Ак : кызыл = 4 : 7. Кызыл : ак?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 :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1 саат : 40 мин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1 саат : 40 мин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: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Кызыл : ак = 1 : 5, кызыл 7. Ак?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Кызыл : ак = 1 : 5, кызыл 7. Ак?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Катыш 2 : 5, айырмасы 6. Кичине бөлүгү?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Катыш 2 : 5, айырмасы 6. Кичине бөлүгү?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100 : 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Кыскарт: 100 : 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 :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