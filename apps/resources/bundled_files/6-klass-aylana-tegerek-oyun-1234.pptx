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Кара-Балтадагы тегерек гүлзар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9 см. d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d = 30 м. r =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d = 5 см. C ≈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7 м. C ≈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9 см. d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d = 30 м. r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d = 5 см. C ≈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15,7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7 м. C ≈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43,96 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1 м. S ≈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4 см. S ≈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d = 20 см. S ≈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0,5 м. S ≈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1 м. S ≈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3,14 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4 см. S ≈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50,24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d = 20 см. S ≈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314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r = 0,5 м. S ≈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0,785 м²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Жарым тегерек, r = 10 см. S ≈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Чейрек тегерек, r = 10 см. S ≈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Жарым тегерек, d = 6 м. P ≈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Чейрек тегерек, r = 4 см. P ≈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Жарым тегерек, r = 10 см. S ≈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157 см²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Чейрек тегерек, r = 10 см. S ≈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78,5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Жарым тегерек, d = 6 м. P ≈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15,42 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Чейрек тегерек, r = 4 см. P ≈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14,28 см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C = 31,4 м. d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C = 18,84 м. r =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Бордюр: 19 м, 1 метри 150 сом. Канча сом?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Дөңгөлөктүн d = 50 см. 10 айланды. Канча метр жүрдү?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C = 31,4 м. d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 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C = 18,84 м. r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Бордюр: 19 м, 1 метри 150 сом. Канча сом?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2 850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Дөңгөлөктүн d = 50 см. 10 айланды. Канча метр жүрдү?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15,7 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