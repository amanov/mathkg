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Кара-Балтадагы тегерек гүлзар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r = 9 см. d =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d = 30 м. r =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d = 5 см. C ≈ 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r = 7 м. C ≈ 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r = 9 см. d =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18 см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d = 30 м. r =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15 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d = 5 см. C ≈ 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15,7 см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r = 7 м. C ≈ 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43,96 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r = 1 м. S ≈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r = 4 см. S ≈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d = 20 см. S ≈ 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r = 0,5 м. S ≈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r = 1 м. S ≈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3,14 м²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r = 4 см. S ≈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50,24 см²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d = 20 см. S ≈ 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314 см²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r = 0,5 м. S ≈ 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0,785 м²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Жарым тегерек, r = 10 см. S ≈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Чейрек тегерек, r = 10 см. S ≈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Жарым тегерек, d = 6 м. P ≈ 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Чейрек тегерек, r = 4 см. P ≈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Жарым тегерек, r = 10 см. S ≈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157 см²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Чейрек тегерек, r = 10 см. S ≈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78,5 см²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Жарым тегерек, d = 6 м. P ≈ 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15,42 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Чейрек тегерек, r = 4 см. P ≈ 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14,28 см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C = 31,4 м. d =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C = 18,84 м. r =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Бордюр: 19 м, 1 метри 150 сом. Канча сом?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Дөңгөлөктүн d = 50 см. 10 айланды. Канча метр жүрдү?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C = 31,4 м. d =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10 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C = 18,84 м. r =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 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Бордюр: 19 м, 1 метри 150 сом. Канча сом?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2 850 сом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Дөңгөлөктүн d = 50 см. 10 айланды. Канча метр жүрдү?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15,7 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