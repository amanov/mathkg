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Баткендеги өрүк кургатуу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2,6 ×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0,8 : 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0,045 × 1 000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 × 100 = 37. □ =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2,6 ×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0,8 : 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0,008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0,045 × 1 000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 × 100 = 37. □ =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0,37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0,7 ×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3,25 × 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14,4 : 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1,05 ×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0,7 ×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2,8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3,25 ×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14,4 : 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1,2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1,05 × 16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16,8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0,5 × 0,8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1,2 × 0,3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0,04 × 0,6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2,5 × 2,5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0,5 × 0,8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0,4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1,2 × 0,3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0,36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0,04 × 0,6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0,024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2,5 × 2,5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6,25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: 0,5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5,6 : 0,8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0,48 : 0,06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Бир пакет 0,25 кг. 3 кг кургак өрүктөн канча пакет болот?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: 0,5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5,6 : 0,8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0,48 : 0,06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Бир пакет 0,25 кг. 3 кг кургак өрүктөн канча пакет болот?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 пакет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