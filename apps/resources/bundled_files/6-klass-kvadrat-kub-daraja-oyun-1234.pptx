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Баткендеги өрүк кургатуу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√121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√121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100 000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∛8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∛1 000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1² + 2² + 3²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∛8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∛1 000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1² + 2² + 3²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+ 3²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(4 + 3)²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× 10³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6² ÷ √9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+ 3²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(4 + 3)²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× 10³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6² ÷ √9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Табакта 7 катар, ар катарда 7 өрүк. 3 табакта канча өрүк?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Кашаа кой: 1 + 2² × 3 = 27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1ден 100гө чейинки куб сандар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сандын кубу 216?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Табакта 7 катар, ар катарда 7 өрүк. 3 табакта канча өрүк?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× 7² = 147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Кашаа кой: 1 + 2² × 3 = 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(1 + 2)² × 3 = 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1ден 100гө чейинки куб сандар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1, 8, 27, 64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сандын кубу 216?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