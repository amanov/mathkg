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маселеде алгач «эмне өзгөрбөйт?» деп сураңыз.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Бакыт бир бөлүгүн берет. Экөөнүн суммасы (4 бөлүк) өзгөрбөйт. Жооп: 1 бөлүк = 12 → Сапарда 12 ашык.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Бакыт бир бөлүгүн берет. Экөөнүн суммасы (4 бөлүк) өзгөрбөйт.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Нурдун тилкеси өзгөрбөйт; Айжандыкы 2 бөлүккө кыскарат. Жооп: 2 бөлүк = 40 → 1 бөлүк = 20 → Нур 60 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Нурдун тилкеси өзгөрбөйт; Айжандыкы 2 бөлүккө кыскарат.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Экөө тең бирдей жыл улгаят: айырма 28 ошол бойдон калат. Жооп: 28 = 2 бөлүк → 1 бөлүк = 14 → 4 жыл.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Экөө тең бирдей жыл улгаят: айырма 28 ошол бойдон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Артка карай ойлон: калган 2/3 бөлүк = 150 + 250. Жооп: 2 бөлүк = 400 → 1 бөлүк = 200 → 600 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Артка карай ойлон: калган 2/3 бөлүк = 150 + 250.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580591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Кадам-кадам моделдөө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572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Мурун жана кийин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«Мурун» тилкелерин тарт.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Эмне өзгөрбөйт? Айырмабы, бүтүнбү, же бир бөлүгүбү?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«Кийин» тилкелерин ошол бөлүк менен тарт.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4. Өзгөргөн бөлүктөн 1 бөлүктү тап.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Бүтүн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Бакытта Сапарга караганда 3 эсе көп ашык бар. Бакыт Сапарга 12 ашык берди, эми экөөндө бирдей. Сапарда башында канча ашык болгон?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850746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0704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Сапар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3192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0016" y="3419856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1284" y="3419856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Сапар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0016" y="4239158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41284" y="4239158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Эмне өзгөрбөйт?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Бүтүн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Бакытта Сапарга караганда 3 эсе көп ашык бар. Бакыт Сапарга 12 ашык берди, эми экөөндө бирдей. Сапарда башында канча ашык болгон?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850746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0704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Сапар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3192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Бакыт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0016" y="3419856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41284" y="3419856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Сапар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0016" y="4239158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41284" y="4239158"/>
            <a:ext cx="100126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41284" y="4239158"/>
            <a:ext cx="1001268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 бөлүк = 12 → Сапарда 12 ашык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Бир бөлүгү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 менен Нурдун акчасынын катышы 5 : 3. Айжан 40 сом коротту, катыш 1 : 1 болду. Нурда канча сом бар?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850746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3699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4206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3192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3699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4206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713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35220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0016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7528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5040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Эмне өзгөрбөйт?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Бир бөлүгү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 менен Нурдун акчасынын катышы 5 : 3. Айжан 40 сом коротту, катыш 1 : 1 болду. Нурда канча сом бар?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2426818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3699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4206" y="3419856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3192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3699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4206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713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35220" y="4239158"/>
            <a:ext cx="400507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34713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5135728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4334713" y="4919472"/>
            <a:ext cx="801015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4735220" y="4919472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3877513" y="5034686"/>
            <a:ext cx="1715414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Айжан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0016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7528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5040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 бөлүк = 40 → 1 бөлүк = 20 → Нур 60 сом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Айырма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Атасы 38, уулу 10 жашта. Канча жылдан кийин атасы уулунан 3 эсе улуу болот?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850746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181181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3192" y="3419856"/>
            <a:ext cx="1811818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Уул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3192" y="4239158"/>
            <a:ext cx="476794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3192" y="4239158"/>
            <a:ext cx="476794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Уул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0016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Эмне өзгөрбөйт?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Айырма өзгөрбөйт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Атасы 38, уулу 10 жашта. Канча жылдан кийин атасы уулунан 3 эсе улуу болот?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2426818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1811818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3192" y="3419856"/>
            <a:ext cx="1811818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8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Уул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3192" y="4239158"/>
            <a:ext cx="476794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3192" y="4239158"/>
            <a:ext cx="476794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09986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945010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3609986" y="4919472"/>
            <a:ext cx="1335024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277498" y="4919472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3152786" y="5034686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7872" y="4239158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Уул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0016" y="4239158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0016" y="4239158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07528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9442552" y="4804258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8107528" y="4919472"/>
            <a:ext cx="1335024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8775040" y="4919472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7650328" y="5034686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28 = 2 бөлүк → 1 бөлүк = 14 → 4 жыл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Кадам-кадам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Айгүл акчасынын 1/3 бөлүгүн китепке, 150 сомду калемге коротту. 250 сом калды. Башында канча сом болгон?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625803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Акча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0704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238140" y="3419856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238140" y="3957523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340553" y="3419856"/>
            <a:ext cx="0" cy="537667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391760" y="3432658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Акча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Эмне өзгөрбөйт?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Кадам-кадам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Айгүл акчасынын 1/3 бөлүгүн китепке, 150 сомду калемге коротту. 250 сом калды. Башында канча сом болгон?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Мурун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971800"/>
            <a:ext cx="392277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Кийин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71800"/>
            <a:ext cx="0" cy="1625803"/>
          </a:xfrm>
          <a:prstGeom prst="line">
            <a:avLst/>
          </a:prstGeom>
          <a:ln w="6350">
            <a:solidFill>
              <a:srgbClr val="8A94A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981048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Акча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3192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0704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0704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8216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38140" y="3419856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238140" y="3957523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340553" y="3419856"/>
            <a:ext cx="0" cy="537667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391760" y="3432658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7872" y="3419856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Акча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40016" y="3419856"/>
            <a:ext cx="66751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7528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5040" y="3419856"/>
            <a:ext cx="66751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107528" y="398495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42552" y="398495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8107528" y="4100170"/>
            <a:ext cx="1335024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8775040" y="410017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7650328" y="4215384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150 + 250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 бөлүк = 400 → 1 бөлүк = 200 → 600 сом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«Мурун–кийин» маселелери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Үч түр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Айырма өзгөрбөйт: жаш, бирдей кошуу же алуу.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 өзгөрбөйт: бири экинчисине берет.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бөлүгү өзгөрбөйт: бирөө гана өзгөрөт.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Кадам-кадам моделдөө</dc:title>
  <dc:subject>«Мурун–кийин» маселелери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