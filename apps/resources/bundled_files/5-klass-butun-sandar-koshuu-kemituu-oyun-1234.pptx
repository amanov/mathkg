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Нарындагы кыш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−5 □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−5 □ −9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Эң чоңу: −12, −3, −7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Өсүү тартиби: 0, −4, 2, −1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−5 □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−5 &lt;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−5 □ −9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−5 &gt; −9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Эң чоңу: −12, −3, −7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Өсүү тартиби: 0, −4, 2, −1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−4, −1, 0,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−3 + 7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−9 + 4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−6 + (−5)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−14 + 20 + (−8)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−3 + 7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−9 + 4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−6 + (−5)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−14 + 20 + (−8)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3 − 8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−4 − 6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5 − (−7)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−11 − (−15)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3 − 8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−4 − 6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5 − (−7)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−11 − (−15)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−6° эле, 4° жылыды.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2° эле, 9° сууду. Канча?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−13°тан 5°ка чейин канча жылыды?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300 сом карыз эле, 120 сом төлөдү. Карыз?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−6° эле, 4° жылыды.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−2°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2° эле, 9° сууду. Канча?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−7°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−13°тан 5°ка чейин канча жылыды?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18°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300 сом карыз эле, 120 сом төлөдү. Карыз?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180 сом (−180)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