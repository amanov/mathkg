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Жайкы жарманке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30 + 40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56 + 23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38 + 47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___ + 37 = 92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30 + 40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56 + 23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38 + 47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___ + 37 = 92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80 − 30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79 − 45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62 − 35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100 − ___ = 48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80 − 30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79 − 45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62 − 35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100 − ___ = 48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Канча ондук: 70?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43 + 30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26 + 26 + 26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□5 + 3□ = 81  (цифраларды тап)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Канча ондук: 70?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 ондук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43 + 30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26 + 26 + 26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□5 + 3□ = 81  (цифраларды тап)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45 + 36 = 81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Канча бирдик жетпейт: 96 → 100?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Айпериде 54 сом, Нурбекте 29 сом. Айпериде канчага көп?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Нурбекте 35 сом, Айпериде 18 сомго көп. Экөөндө бирге канча?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Белги: 74 − 38 ○ 19 + 17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Канча бирдик жетпейт: 96 → 100?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Айпериде 54 сом, Нурбекте 29 сом. Айпериде канчага көп?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25 сом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Нурбекте 35 сом, Айпериде 18 сомго көп. Экөөндө бирге канча?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35 + 53 = 88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Белги: 74 − 38 ○ 19 + 17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36 = 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