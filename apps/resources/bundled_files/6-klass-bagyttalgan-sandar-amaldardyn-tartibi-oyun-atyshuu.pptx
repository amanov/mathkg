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Ала-Арчага жөө жүрүш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−9 + 4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−9 + 4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(−6)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(−6)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(−3)²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(−3)²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−3²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−3²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(−40) ÷ (−8)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(−40) ÷ (−8)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1 − 2 ×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1 − 2 ×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−10 + 2 ×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−10 + 2 ×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(−2)³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(−2)³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6 − (−4)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6 − (−4)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(−12) ÷ 4 + 3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(−12) ÷ 4 + 3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(−3 + 7)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(−3 + 7)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−1 − 1 − 1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−1 − 1 − 1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