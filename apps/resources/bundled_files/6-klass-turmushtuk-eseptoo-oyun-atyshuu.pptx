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(1 бирдик, эселөө, курс таблицасы) түшүндүрсө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Курстар – мисал курстар. Жооп слайдында «кантип таптың? кантип текшердиң?» деп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Аламүдүн базарында базарлык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кг 130 сом. 4 кг?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кг 130 сом. 4 кг?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520 сом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кишиге 1 000 г. 1 кишиге?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кишиге 1 000 г. 1 кишиге?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125 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доллар = 87 сом. 2 доллар?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доллар = 87 сом. 2 доллар?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174 сом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0,5 сом = ? тыйын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0,5 сом = ? тыйын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50 тыйын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1 000 − 870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1 000 − 870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130 сом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кг 200 сом. 1 кг?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кг 200 сом. 1 кг?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40 сом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кишиге 3 сабиз. 8 кишиге?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кишиге 3 сабиз. 8 кишиге?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 сабиз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 теңге = 17 сом. 200 теңге?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 теңге = 17 сом. 200 теңге?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34 сом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кг 640 сом. 0,5 кг?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кг 640 сом. 0,5 кг?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320 сом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 рубль = 110 сом. 1 000 рубль?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 рубль = 110 сом. 1 000 рубль?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1 100 сом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л 540 сом же 1 л 175 сом: 1 л кайсынысында арзан?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л 540 сом же 1 л 175 сом: 1 л кайсынысында арзан?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л: 175 &lt; 180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кишиге 900 г. 2 кишиге?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кишиге 900 г. 2 кишиге?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300 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