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(баалоо, алмаштыруу, «нөл коштум»)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«адегенде канча деп баалагансың?»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Ысык-Атага велосипед сапары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0,7 + 0,6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0,7 + 0,6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1,3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3,5 − 1,2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3,5 − 1,2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2,3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4,25 + 1,5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4,25 + 1,5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5,75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8 − 2,5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8 − 2,5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5,5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+ 0,08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+ 0,08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6,08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5,4 − 2,75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5,4 − 2,75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2,65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сом − 10 тыйын = ? сом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сом − 10 тыйын = ? сом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0,9 сом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1,5 м + 50 см = ?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1,5 м + 50 см = ? 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 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9,99 + 0,01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9,99 + 0,01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Баала: 19,8 + 5,1 ≈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Баала: 19,8 + 5,1 ≈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≈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7,05 − 0,5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7,05 − 0,5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6,55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12,6 + 9,45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12,6 + 9,45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22,05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