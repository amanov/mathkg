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Сүрөт, бүктөө же сөз менен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«октон канча чакмак?», «кантип санадың?»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Караколдогу оюу дубал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Квадрат: канча ок?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Квадрат: канча ок?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бурчтук: канча ок?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бурчтук: канча ок?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Тегерек: канча ок?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Тегерек: канча ок?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Эсепсиз көп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«Т» тамгасы: канча ок?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«Т» тамгасы: канча ок?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ок Г|Д: В5 →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ок Г|Д: В5 →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Е5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ок Г|Д: И2 →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ок Г|Д: И2 →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А2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Б1 → 4 оңго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Б1 → 4 оңго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Е1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Е5 → 3 ылдый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Е5 → 3 ылдый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Е2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Г2 → 2 солго, 4 өйдө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Г2 → 2 солго, 4 өйдө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Б6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Жылдырганда фигура бурулабы?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Жылдырганда фигура бурулабы?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Чагылдырганда фигура оодарылабы?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Чагылдырганда фигура оодарылабы?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Оюунун жарымы 9 чакмак. Бүтүнү?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Оюунун жарымы 9 чакмак. Бүтүнү?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