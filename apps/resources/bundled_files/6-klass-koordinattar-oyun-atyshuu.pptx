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Чолпон-Атадагы таш сүрөттөр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(−4; 3) – кайсы чейрек?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(−4; 3) – кайсы чейрек?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(2; −7) – кайсы чейрек?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(2; −7) – кайсы чейрек?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IV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(−1; −1) – кайсы чейрек?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(−1; −1) – кайсы чейрек?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III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(0; −5) – кайсы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(0; −5) – кайсы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y огу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(−2; 4) жана (3; 4): аралыгы?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(−2; 4) жана (3; 4): аралыгы?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(1; −3) жана (1; 3): аралыгы?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(1; −3) жана (1; 3): аралыгы?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O дон 5 солго, 2 өйдө: чекит?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O дон 5 солго, 2 өйдө: чекит?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(−5;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O дон 3 оңго, 4 ылдый: чекит?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O дон 3 оңго, 4 ылдый: чекит?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(3; −4)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(−6; 0) – кайсы ок?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(−6; 0) – кайсы ок?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огу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(−3; −2) жана (4; −2): аралыгы?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(−3; −2) жана (4; −2): аралыгы?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(2; 5) жана (5; 2) – бир эле чекитпи?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(2; 5) жана (5; 2) – бир эле чекитпи?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Жок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терс, y оң: кайсы чейрек?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терс, y оң: кайсы чейрек?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