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Атышуу (ылдамдыксыз): суроо слайды, андан кийин жооп слайды. Туура жооп 1 упай, «туура жана түшүндүрдү» дагы 1 упай. Ылдамдык боюнча тизме жок (3C · Сынчыл ой).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Атышуу: туура жана түшүндүр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Координаталык тегиздик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32159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153619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49047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Баары ойлонот (10 секунд), анан жупта же мини-тактада жазат. Ким биринчи экени маанилүү эмес.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40487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5915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Туура жооп = 1 упай. Ыкмасын түшүндүрсө («туура жана түшүндүрдү») = дагы 1 упай.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27355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2783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Жооп слайдында текшеребиз: «кантип таптың?» деп 2–3 окуучудан сурайм.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142231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096511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ким өз упайын өзүнүн мурунку жыйынтыгы менен салыштырат; класс алдында тизме жок.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07047" y="5669280"/>
            <a:ext cx="475488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Блум: Эстөө · Колдонуу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" y="5669280"/>
            <a:ext cx="58521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Бүгүнкү окуя: Чолпон-Атадагы таш сүрөттөр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Координаталык тегиздик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(−4; 3) – кайсы чейрек?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Координаталык тегиздик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(−4; 3) – кайсы чейрек?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Координаталык тегиздик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(2; −7) – кайсы чейрек?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Координаталык тегиздик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(2; −7) – кайсы чейрек?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IV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Координаталык тегиздик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(−1; −1) – кайсы чейрек?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Координаталык тегиздик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(−1; −1) – кайсы чейрек?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III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Координаталык тегиздик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(0; −5) – кайсы ок?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Координаталык тегиздик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(0; −5) – кайсы ок?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y огу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5-суроо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Координаталык тегиздик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10/25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(−2; 4) жана (3; 4): аралыгы?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5-суроо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Координаталык тегиздик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11/25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(−2; 4) жана (3; 4): аралыгы?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6-суроо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Координаталык тегиздик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(1; −3) жана (1; 3): аралыгы?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6-суроо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Координаталык тегиздик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(1; −3) жана (1; 3): аралыгы?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7-суроо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Координаталык тегиздик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O дон 5 солго, 2 өйдө: чекит?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7-суроо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Координаталык тегиздик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O дон 5 солго, 2 өйдө: чекит?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(−5; 2)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8-суроо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Координаталык тегиздик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16/25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O дон 3 оңго, 4 ылдый: чекит?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8-суроо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Координаталык тегиздик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17/25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O дон 3 оңго, 4 ылдый: чекит?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(3; −4)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9-суроо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Координаталык тегиздик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18/25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(−6; 0) – кайсы ок?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9-суроо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Координаталык тегиздик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19/25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(−6; 0) – кайсы ок?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x огу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10-суроо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Координаталык тегиздик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20/25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(−3; −2) жана (4; −2): аралыгы?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10-суроо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Координаталык тегиздик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21/25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(−3; −2) жана (4; −2): аралыгы?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11-суроо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Координаталык тегиздик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(2; 5) жана (5; 2) – бир эле чекитпи?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11-суроо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Координаталык тегиздик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(2; 5) жана (5; 2) – бир эле чекитпи?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Жок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Координаталык тегиздик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x терс, y оң: кайсы чейрек?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Координаталык тегиздик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x терс, y оң: кайсы чейрек?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II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