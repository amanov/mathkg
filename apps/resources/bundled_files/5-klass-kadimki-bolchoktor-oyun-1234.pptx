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Айылдагы бакча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бөлүктүн 2си боёлгон. Бөлчөк?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1/4 = □/8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6/10ду кыскарт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□/12 = 3/4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бөлүктүн 2си боёлгон. Бөлчөк?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2/5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1/4 = □/8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6/10ду кыскарт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3/5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□/12 = 3/4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 чоң: 2/7 же 5/7?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 чоң: 1/6 же 1/9?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 чоң: 3/4 же 5/8?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1/4 менен 1/2нин ортосунда, бөлүмү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 чоң: 2/7 же 5/7?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5/7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 чоң: 1/6 же 1/9?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1/6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 чоң: 3/4 же 5/8?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3/4 (= 6/8)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1/4 менен 1/2нин ортосунда, бөлүмү 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12нин 1/3 бөлүгү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40тын 3/4 бөлүгү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1/5 бөлүгү 7 болсо, бүтүн?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3/8 бөлүгү 15 болсо, бүтүн?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12нин 1/3 бөлүгү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40тын 3/4 бөлүгү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1/5 бөлүгү 7 болсо, бүтүн?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3/8 бөлүгү 15 болсо, бүтүн?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Бүтүндө канча бештен бир бар?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1 − 3/8 =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Бакчанын 2/5 бөлүгү пияз. Калганы?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56 көчөттүн 3/7 бөлүгү отургузулду. Канчасы калды?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Бүтүндө канча бештен бир бар?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1 − 3/8 =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5/8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Бакчанын 2/5 бөлүгү пияз. Калганы?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3/5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56 көчөттүн 3/7 бөлүгү отургузулду. Канчасы калды?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