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Мектеп китепканасы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3 + 3 ×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× 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× 3 + 3 × 2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+ 6 =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: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21 :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: 4 = 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: 4 − 2 ×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: 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21 : 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___ : 4 = 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36 : 4 − 2 × 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9 − 6 =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топ, ар биринде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китепти 4 текчеге тең кой. Бир текчеде?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калемди 3төн сал. Канча кути?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Дептер 4 сом. 6 дептер жана 3 сомдук сызгыч канча?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топ, ар биринде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× 4 = 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20 китепти 4 текчеге тең кой. Бир текчеде?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18 калемди 3төн сал. Канча кути?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Дептер 4 сом. 6 дептер жана 3 сомдук сызгыч канча?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 + 3 = 27 сом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4, 8, 12,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3 × 7 же 4 × 5?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□ = 18 (бир орундуу)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6 = 24 болсо, 24 : 4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Көбөйтүү жана бөлүү: 2, 3,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Улант: 4, 8, 12, ___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Кайсынысы чоң: 3 × 7 же 4 × 5?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× 7 = 21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□ = 18 (бир орундуу)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2×9, 3×6, 6×3, 9×2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× 6 = 24 болсо, 24 : 4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