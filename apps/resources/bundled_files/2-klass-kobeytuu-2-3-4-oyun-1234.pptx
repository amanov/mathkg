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Мектеп китепканасы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× 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× 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× 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× 3 + 3 ×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× 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× 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× 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× 3 + 3 × 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 + 6 =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 :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21 :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___ : 4 =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36 : 4 − 2 ×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 :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21 :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___ : 4 = 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36 : 4 − 2 × 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9 − 6 =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топ, ар биринде 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20 китепти 4 текчеге тең кой. Бир текчеде?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18 калемди 3төн сал. Канча кути?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Дептер 4 сом. 6 дептер жана 3 сомдук сызгыч канча?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топ, ар биринде 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× 4 =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20 китепти 4 текчеге тең кой. Бир текчеде?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18 калемди 3төн сал. Канча кути?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Дептер 4 сом. 6 дептер жана 3 сомдук сызгыч канча?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24 + 3 = 27 сом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Улант: 4, 8, 12, 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Кайсынысы чоң: 3 × 7 же 4 × 5?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□ × □ = 18 (бир орундуу)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× 6 = 24 болсо, 24 : 4 =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Улант: 4, 8, 12, 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Кайсынысы чоң: 3 × 7 же 4 × 5?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× 7 = 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□ × □ = 18 (бир орундуу)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2×9, 3×6, 6×3, 9×2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× 6 = 24 болсо, 24 : 4 = 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