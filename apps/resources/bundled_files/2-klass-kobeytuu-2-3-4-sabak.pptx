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Жоопту азыр айтпайбыз: сабактын аягында кайтабыз (22-слайд).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Бекболот: 4 × 3 = 4 топ, 3төн. Айзада кошуп койду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4 кагаз табак (же дептерден кесилген 4 тегерек кагаз) жана 12 бурчак, таш же капкак. 1) Ар бир табакка 3төн коюшат: «4 топ, 3төн» = 4 × 3 = 12. 2) Бурчакты чогултуп, 12ни 4 табакка бирден таратышат: ар биринде 3 → 12 : 4 = 3 (тең бөлүштүрүү). 3) 12ни 3төн топтошот: канча табак керек? → 12 : 3 = 4 (топтоо). Анан чакмак дептерге 4 катар, 3 чакмактан массив чийишет. 3 сомдук тыйындар менен 3төн санаса да болот.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кадам менен чийебиз. 4 бирдей бөлүк, ар бири 3; бүтүн 14; ашыкча бөлүк шабдалы түстө.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Аттары: көбөйтүүчү × көбөйтүүчү = көбөйтүндү; бөлүнүүчү : бөлүүчү = тийинди. Ар бир бөлүүнү көбөйтүү менен текшеребиз.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бурчак менен бир жолу көрсөтөм. Анан 4 × 7 мисалын окуучулар ар кандай ыкма менен чыгарышат: «Кантип таптың?» Секирип санаган бала да, эки эселеген бала да туура.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 (15 − 3); Б = ✓; В = М4 (ар биринде канча); Г = М1 (15 + 3)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бөлүк–бүтүн → салыштыруу → көп кадам. Жооптор: 3 × 4 = 12 китеп; 15 : 3 = 5 калем; 4 × 4 = 16;  16 − 6 =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Окуяга кайтабыз: 4 × 3 = 12 (4 топ, ар биринде 3), 14 − 12 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20; 8; 6 × 4 =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Мектеп китепканасы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Айзада менен Бекболот мектеп китепканасында жаңы китептерди текчелерге бирдей топтоп коюшат.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2-класс: 2.3.2, 2.3.4.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Мектеп китепканасы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Мектеп китепканасына жаңы китептер келди.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Айзада менен Бекболот китепканачы Гүлнара эжеге жардам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Китептер текчелерге бирдей санда коюлат, калемдер кутуларга бирдей салынат.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Бирдей топтор – бул көбөйтүү жана бөлүү!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Китепканада 4 текче бар. Ар бир текчеге 3 жаңы китеп коёбуз. Бизде 14 китеп бар. Баарына жетеби? Канча ашат?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Бирдей топторду көбөйтүү менен жазам: 4 × 3 = 4 топ, 3төн.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Бөлүүнү тең бөлүштүрүү жана топтоо катары түшүнөм.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2, 3, 4кө көбөйтүүнү жана бөлүүнү колдоном.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Бирдей топтор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Тең бөлүштүрүү, топтоо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Эки амалдуу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Бөлүү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бурчак жана табак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Китепкана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Кошуу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Бирдей кошулуучулар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 түшүнүгү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2, 3, 4кө көбөйтүү, бөлүү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5–9 жадыбалы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Эсе көп / аз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орундуу санга көбөйтүү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+ 2 + 2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+ 3 + 3 + 3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5, 10, 15, 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= 5 + 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+ 2 + 2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+ 3 + 3 + 3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5, 10, 15, 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= 5 + 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Айзада: «4 × 3 = 7». Бекболот: «4 × 3 = 12».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Айзада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+ 3 = 7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Жообу: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Бекболот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топ, ар биринде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 + 3 + 3 + 3 = 12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Жообу: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Бурчак менен көрсөт.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 текче, ар биринде 3 китеп. Жупта 4 кагаз табак жана 12 бурчак (таш же капкак) менен.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240280"/>
            <a:ext cx="2926080" cy="1417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269748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0239" y="269748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0320" y="269748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1-текче</a:t>
            </a:r>
          </a:p>
        </p:txBody>
      </p:sp>
      <p:sp>
        <p:nvSpPr>
          <p:cNvPr id="17" name="Oval 16"/>
          <p:cNvSpPr/>
          <p:nvPr/>
        </p:nvSpPr>
        <p:spPr>
          <a:xfrm>
            <a:off x="3931920" y="2240280"/>
            <a:ext cx="2926080" cy="1417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269748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66360" y="269748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6440" y="269748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365760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2-текче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023360"/>
            <a:ext cx="2926080" cy="1417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448056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39" y="448056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60320" y="448056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4068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3-текче</a:t>
            </a:r>
          </a:p>
        </p:txBody>
      </p:sp>
      <p:sp>
        <p:nvSpPr>
          <p:cNvPr id="27" name="Oval 26"/>
          <p:cNvSpPr/>
          <p:nvPr/>
        </p:nvSpPr>
        <p:spPr>
          <a:xfrm>
            <a:off x="3931920" y="4023360"/>
            <a:ext cx="2926080" cy="1417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26280" y="448056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66360" y="448056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06440" y="4480560"/>
            <a:ext cx="457200" cy="457200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544068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4-текче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286000"/>
            <a:ext cx="420624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377440"/>
            <a:ext cx="38404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4 топ, ар биринде 3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 + 3 + 3 + 3 = 12</a:t>
            </a:r>
          </a:p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4 × 3 = 12</a:t>
            </a:r>
          </a:p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A84400"/>
                </a:solidFill>
                <a:latin typeface="PT Sans"/>
              </a:rPr>
              <a:t>12 : 4 = 3  (тең бөлүү)</a:t>
            </a:r>
          </a:p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007A5A"/>
                </a:solidFill>
                <a:latin typeface="PT Sans"/>
              </a:rPr>
              <a:t>12 : 3 = 4  (топтоо)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Китепканада 4 текче бар. Ар бир текчеге 3 жаңы китеп коёбуз. Бизде 14 китеп бар. Баарына жетеби? Канча ашат?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Канча текче? 4.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биринде? 3 китеп.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Бизде? 14 китеп.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Суроо: жетеби, канча ашат?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0722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3727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6732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9737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2742" y="3108960"/>
            <a:ext cx="203013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997196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34356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97196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80076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Сандарды жаз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8796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1801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74806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77811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0816" y="3108960"/>
            <a:ext cx="203013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75270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12430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75270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058150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Суроону белгиле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6870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49875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2880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55885" y="3108960"/>
            <a:ext cx="30300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58890" y="3108960"/>
            <a:ext cx="203013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753344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90504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753344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936224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Туюнтма: 14 − 4 × 3 = 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×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Көбөйтүү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топ, ар биринде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c :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Тең бөлүштүрүү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топко бөлсөк, ар биринде канча?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c :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Топтоо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b дан топтосок, канча топ?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4 × 3 = 12   →   12 : 4 = 3,   12 : 3 =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Китепканада 3 стол, ар биринде 4 окуучу отурат. Канча окуучу?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×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 топ, 4төн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 + 4 + 4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3 × 4 = </a:t>
            </a:r>
            <a:r>
              <a:rPr sz="3400" b="1">
                <a:solidFill>
                  <a:srgbClr val="24418C"/>
                </a:solidFill>
                <a:latin typeface="PT Sans"/>
              </a:rPr>
              <a:t>12 окуучу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Гүлнара эже 20 калемди 4 кутуга бирдей салды. Бир кутуда канча калем?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 :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 топко тең бөлөбүз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анткени 4 × 5 =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20 : 4 = </a:t>
            </a:r>
            <a:r>
              <a:rPr sz="3400" b="1">
                <a:solidFill>
                  <a:srgbClr val="24418C"/>
                </a:solidFill>
                <a:latin typeface="PT Sans"/>
              </a:rPr>
              <a:t>5 калем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көбөйтүү жана бөлүү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Секирип санайм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3, 6, 9, 12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Ар бир секирикке бир манжа.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Эки эселейм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×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 × 6 + 2 ×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12 + 12 = 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4 топ = 2 топ + 2 топ.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Бөлүүнү көбөйтүү менен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 :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× ? =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Көбөйтүү жадыбалынан издейбиз.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«Мен 2 × 6ны эки жолу алдым» деп айт.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Бекболот 15 китепти 3төн байлады. Канча боо болду?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Ар бир текчеде 4 китеп. 3 текчеде канча китеп?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Гүлнара эже 15 калемди 3 кутуга бирдей салды. Бир кутуда канча калем?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Китепканага 4 кути келди, ар биринде 4 китеп. 6 китепти текчеге коюшту. Кутуларда канча китеп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Ар бир текчеде 4 китеп. 3 текчеде канча китеп?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823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953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 × 4 = 12 китеп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Гүлнара эже 15 калемди 3 кутуга бирдей салды. Бир кутуда канча калем?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3017520"/>
            <a:ext cx="78130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0904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2208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15 : 3 = 5 калем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Китепканага 4 кути келди, ар биринде 4 китеп. 6 китепти текчеге коюшту. Кутуларда канча китеп калды?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2272" y="3017520"/>
            <a:ext cx="87896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1239" y="3017520"/>
            <a:ext cx="1464945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× 4 = 16;  16 − 6 =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×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×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16 :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27 :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× ___ = 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 китепти 3төн байласа, канча боо?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×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×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16 :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27 :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× ___ = 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китепти 3төн байласа, канча боо?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Китепканада 4 текче бар. Ар бир текчеге 3 жаңы китеп коёбуз. Бизде 14 китеп бар. Баарына жетеби? Канча ашат?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193844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849" y="2240280"/>
            <a:ext cx="193844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91299" y="2240280"/>
            <a:ext cx="193844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9749" y="2240280"/>
            <a:ext cx="193844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198" y="2240280"/>
            <a:ext cx="1298761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 × 3 =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 текче, ар биринде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14 − 12 =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ашып калат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Жетет! 2 китеп ашып калат.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Китепкана жөнүндө «бирдей топтор» же «тең бөлүү» маселесин түз.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Айзада, Бекболот, Гүлнара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 × 5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24 : 3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Ар бир текчеде 4 китеп. 6 текчеде канча?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«4 × 3» кантип окулат?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Тең бөлүштүрүү менен топтоонун айырмасы эмнеде?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Көбөйтүү менен бөлүү кантип байланышкан?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Көбөйтүүнү дайыма «a топ, ар биринде b» деп окуйбуз.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 адегенде бурчак жана табак менен иштейт, анан чакмак дептерде массив чийет.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Бөлүүнүн эки маанисин тең көрсөтүңүз: тең бөлүштүрүү жана топтоо.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бөлүүнү көбөйтүү менен текшертиңиз.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