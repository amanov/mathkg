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/>
  <p:notesSz cx="6858000" cy="9144000"/>
  <p:embeddedFontLst>
    <p:embeddedFont>
      <p:font typeface="IBM Plex Sans" pitchFamily="34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Чыныгы тараза же сүрөт менен баштаңыз. x — жабык куту, жашыл чарчы —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Эрежени айтыңыз: бир табакка эмне кылсак, экинчисине да ошону кылабыз — тараза тең бойдон калат. Жооп: x =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Эрежени айтыңыз: бир табакка эмне кылсак, экинчисине да ошону кылабыз — тараза тең бойдон калат.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Эрежени айтыңыз: бир табакка эмне кылсак, экинчисине да ошону кылабыз — тараза тең бойдон калат. Жооп: 3x = 12 → x =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Эрежени айтыңыз: бир табакка эмне кылсак, экинчисине да ошону кылабыз — тараза тең бойдон калат.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Эрежени айтыңыз: бир табакка эмне кылсак, экинчисине да ошону кылабыз — тараза тең бойдон калат. Жооп: 2x + 1 = 9 → 2x = 8 → x =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Эрежени айтыңыз: бир табакка эмне кылсак, экинчисине да ошону кылабыз — тараза тең бойдон калат.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Эрежени айтыңыз: бир табакка эмне кылсак, экинчисине да ошону кылабыз — тараза тең бойдон калат. Жооп: 2x + 3 = 15 → 2x = 12 → x =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Эрежени айтыңыз: бир табакка эмне кылсак, экинчисине да ошону кылабыз — тараза тең бойдон калат.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Тараза ыкмасы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508346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Тараза: кадам менен</a:t>
            </a:r>
          </a:p>
        </p:txBody>
      </p:sp>
      <p:sp>
        <p:nvSpPr>
          <p:cNvPr id="4" name="Rectangle 3"/>
          <p:cNvSpPr/>
          <p:nvPr/>
        </p:nvSpPr>
        <p:spPr>
          <a:xfrm>
            <a:off x="583327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Тараза ыкмасы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Теңдеме = тең турган тараза.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Эки табакка тең бирдей кадам жасайбыз.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 жалгыз калганча алып салабыз же бөлөбүз.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Жоопту ордуна коюп текшеребиз.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Тараза ыкмасы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Эки табакка тең бирдей кыл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Тараза тең: x + 5 = 12</a:t>
            </a:r>
          </a:p>
        </p:txBody>
      </p:sp>
      <p:sp>
        <p:nvSpPr>
          <p:cNvPr id="11" name="Freeform 10"/>
          <p:cNvSpPr/>
          <p:nvPr/>
        </p:nvSpPr>
        <p:spPr>
          <a:xfrm>
            <a:off x="5814212" y="3765499"/>
            <a:ext cx="563271" cy="1152144"/>
          </a:xfrm>
          <a:custGeom>
            <a:avLst/>
            <a:gdLst/>
            <a:ahLst/>
            <a:cxnLst/>
            <a:rect l="l" t="t" r="r" b="b"/>
            <a:pathLst>
              <a:path w="563271" h="1152144">
                <a:moveTo>
                  <a:pt x="281636" y="0"/>
                </a:moveTo>
                <a:lnTo>
                  <a:pt x="0" y="1152144"/>
                </a:lnTo>
                <a:lnTo>
                  <a:pt x="563271" y="1152144"/>
                </a:lnTo>
                <a:close/>
              </a:path>
            </a:pathLst>
          </a:cu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327752" y="4917643"/>
            <a:ext cx="1536192" cy="0"/>
          </a:xfrm>
          <a:prstGeom prst="line">
            <a:avLst/>
          </a:prstGeom>
          <a:ln w="17780">
            <a:solidFill>
              <a:srgbClr val="1A1A2E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11400" y="3765499"/>
            <a:ext cx="7168896" cy="0"/>
          </a:xfrm>
          <a:prstGeom prst="line">
            <a:avLst/>
          </a:prstGeom>
          <a:ln w="25400">
            <a:solidFill>
              <a:srgbClr val="1A1A2E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3273095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3095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7572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30802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4032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263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493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7606436" y="3125419"/>
            <a:ext cx="691287" cy="588874"/>
          </a:xfrm>
          <a:custGeom>
            <a:avLst/>
            <a:gdLst/>
            <a:ahLst/>
            <a:cxnLst/>
            <a:rect l="l" t="t" r="r" b="b"/>
            <a:pathLst>
              <a:path w="691287" h="588874">
                <a:moveTo>
                  <a:pt x="0" y="588874"/>
                </a:moveTo>
                <a:lnTo>
                  <a:pt x="691287" y="588874"/>
                </a:lnTo>
                <a:lnTo>
                  <a:pt x="563271" y="0"/>
                </a:lnTo>
                <a:lnTo>
                  <a:pt x="128016" y="0"/>
                </a:lnTo>
                <a:close/>
              </a:path>
            </a:pathLst>
          </a:custGeom>
          <a:solidFill>
            <a:srgbClr val="E9EEF5"/>
          </a:solidFill>
          <a:ln w="1270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29627" y="3125419"/>
            <a:ext cx="844906" cy="58887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95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Эки табактан тең эмнени алып салабыз?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Тараза ыкмасы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Эки табакка тең бирдей кыл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Тараза тең: x + 5 = 12</a:t>
            </a:r>
          </a:p>
        </p:txBody>
      </p:sp>
      <p:sp>
        <p:nvSpPr>
          <p:cNvPr id="11" name="Freeform 10"/>
          <p:cNvSpPr/>
          <p:nvPr/>
        </p:nvSpPr>
        <p:spPr>
          <a:xfrm>
            <a:off x="5814212" y="3765499"/>
            <a:ext cx="563271" cy="1152144"/>
          </a:xfrm>
          <a:custGeom>
            <a:avLst/>
            <a:gdLst/>
            <a:ahLst/>
            <a:cxnLst/>
            <a:rect l="l" t="t" r="r" b="b"/>
            <a:pathLst>
              <a:path w="563271" h="1152144">
                <a:moveTo>
                  <a:pt x="281636" y="0"/>
                </a:moveTo>
                <a:lnTo>
                  <a:pt x="0" y="1152144"/>
                </a:lnTo>
                <a:lnTo>
                  <a:pt x="563271" y="1152144"/>
                </a:lnTo>
                <a:close/>
              </a:path>
            </a:pathLst>
          </a:cu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327752" y="4917643"/>
            <a:ext cx="1536192" cy="0"/>
          </a:xfrm>
          <a:prstGeom prst="line">
            <a:avLst/>
          </a:prstGeom>
          <a:ln w="17780">
            <a:solidFill>
              <a:srgbClr val="1A1A2E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11400" y="3765499"/>
            <a:ext cx="7168896" cy="0"/>
          </a:xfrm>
          <a:prstGeom prst="line">
            <a:avLst/>
          </a:prstGeom>
          <a:ln w="25400">
            <a:solidFill>
              <a:srgbClr val="1A1A2E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3932377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2377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6" name="Freeform 15"/>
          <p:cNvSpPr/>
          <p:nvPr/>
        </p:nvSpPr>
        <p:spPr>
          <a:xfrm>
            <a:off x="7606436" y="3125419"/>
            <a:ext cx="691287" cy="588874"/>
          </a:xfrm>
          <a:custGeom>
            <a:avLst/>
            <a:gdLst/>
            <a:ahLst/>
            <a:cxnLst/>
            <a:rect l="l" t="t" r="r" b="b"/>
            <a:pathLst>
              <a:path w="691287" h="588874">
                <a:moveTo>
                  <a:pt x="0" y="588874"/>
                </a:moveTo>
                <a:lnTo>
                  <a:pt x="691287" y="588874"/>
                </a:lnTo>
                <a:lnTo>
                  <a:pt x="563271" y="0"/>
                </a:lnTo>
                <a:lnTo>
                  <a:pt x="128016" y="0"/>
                </a:lnTo>
                <a:close/>
              </a:path>
            </a:pathLst>
          </a:custGeom>
          <a:solidFill>
            <a:srgbClr val="E9EEF5"/>
          </a:solidFill>
          <a:ln w="1270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29627" y="3125419"/>
            <a:ext cx="844906" cy="58887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95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=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Тараза ыкмасы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Эки табакка тең бирдей кыл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Тараза тең: 3x + 2 = 14</a:t>
            </a:r>
          </a:p>
        </p:txBody>
      </p:sp>
      <p:sp>
        <p:nvSpPr>
          <p:cNvPr id="11" name="Freeform 10"/>
          <p:cNvSpPr/>
          <p:nvPr/>
        </p:nvSpPr>
        <p:spPr>
          <a:xfrm>
            <a:off x="5814212" y="3765499"/>
            <a:ext cx="563271" cy="1152144"/>
          </a:xfrm>
          <a:custGeom>
            <a:avLst/>
            <a:gdLst/>
            <a:ahLst/>
            <a:cxnLst/>
            <a:rect l="l" t="t" r="r" b="b"/>
            <a:pathLst>
              <a:path w="563271" h="1152144">
                <a:moveTo>
                  <a:pt x="281636" y="0"/>
                </a:moveTo>
                <a:lnTo>
                  <a:pt x="0" y="1152144"/>
                </a:lnTo>
                <a:lnTo>
                  <a:pt x="563271" y="1152144"/>
                </a:lnTo>
                <a:close/>
              </a:path>
            </a:pathLst>
          </a:cu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327752" y="4917643"/>
            <a:ext cx="1536192" cy="0"/>
          </a:xfrm>
          <a:prstGeom prst="line">
            <a:avLst/>
          </a:prstGeom>
          <a:ln w="17780">
            <a:solidFill>
              <a:srgbClr val="1A1A2E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11400" y="3765499"/>
            <a:ext cx="7168896" cy="0"/>
          </a:xfrm>
          <a:prstGeom prst="line">
            <a:avLst/>
          </a:prstGeom>
          <a:ln w="25400">
            <a:solidFill>
              <a:srgbClr val="1A1A2E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3023464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23464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37940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7940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2417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2417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6894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0124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7606436" y="3125419"/>
            <a:ext cx="691287" cy="588874"/>
          </a:xfrm>
          <a:custGeom>
            <a:avLst/>
            <a:gdLst/>
            <a:ahLst/>
            <a:cxnLst/>
            <a:rect l="l" t="t" r="r" b="b"/>
            <a:pathLst>
              <a:path w="691287" h="588874">
                <a:moveTo>
                  <a:pt x="0" y="588874"/>
                </a:moveTo>
                <a:lnTo>
                  <a:pt x="691287" y="588874"/>
                </a:lnTo>
                <a:lnTo>
                  <a:pt x="563271" y="0"/>
                </a:lnTo>
                <a:lnTo>
                  <a:pt x="128016" y="0"/>
                </a:lnTo>
                <a:close/>
              </a:path>
            </a:pathLst>
          </a:custGeom>
          <a:solidFill>
            <a:srgbClr val="E9EEF5"/>
          </a:solidFill>
          <a:ln w="1270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29627" y="3125419"/>
            <a:ext cx="844906" cy="58887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95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Эки табактан тең эмнени алып салабыз?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Тараза ыкмасы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Эки табакка тең бирдей кыл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Тараза тең: 3x + 2 = 14</a:t>
            </a:r>
          </a:p>
        </p:txBody>
      </p:sp>
      <p:sp>
        <p:nvSpPr>
          <p:cNvPr id="11" name="Freeform 10"/>
          <p:cNvSpPr/>
          <p:nvPr/>
        </p:nvSpPr>
        <p:spPr>
          <a:xfrm>
            <a:off x="5814212" y="3765499"/>
            <a:ext cx="563271" cy="1152144"/>
          </a:xfrm>
          <a:custGeom>
            <a:avLst/>
            <a:gdLst/>
            <a:ahLst/>
            <a:cxnLst/>
            <a:rect l="l" t="t" r="r" b="b"/>
            <a:pathLst>
              <a:path w="563271" h="1152144">
                <a:moveTo>
                  <a:pt x="281636" y="0"/>
                </a:moveTo>
                <a:lnTo>
                  <a:pt x="0" y="1152144"/>
                </a:lnTo>
                <a:lnTo>
                  <a:pt x="563271" y="1152144"/>
                </a:lnTo>
                <a:close/>
              </a:path>
            </a:pathLst>
          </a:cu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327752" y="4917643"/>
            <a:ext cx="1536192" cy="0"/>
          </a:xfrm>
          <a:prstGeom prst="line">
            <a:avLst/>
          </a:prstGeom>
          <a:ln w="17780">
            <a:solidFill>
              <a:srgbClr val="1A1A2E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11400" y="3765499"/>
            <a:ext cx="7168896" cy="0"/>
          </a:xfrm>
          <a:prstGeom prst="line">
            <a:avLst/>
          </a:prstGeom>
          <a:ln w="25400">
            <a:solidFill>
              <a:srgbClr val="1A1A2E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3317900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7900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2377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2377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6854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46854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20" name="Freeform 19"/>
          <p:cNvSpPr/>
          <p:nvPr/>
        </p:nvSpPr>
        <p:spPr>
          <a:xfrm>
            <a:off x="7606436" y="3125419"/>
            <a:ext cx="691287" cy="588874"/>
          </a:xfrm>
          <a:custGeom>
            <a:avLst/>
            <a:gdLst/>
            <a:ahLst/>
            <a:cxnLst/>
            <a:rect l="l" t="t" r="r" b="b"/>
            <a:pathLst>
              <a:path w="691287" h="588874">
                <a:moveTo>
                  <a:pt x="0" y="588874"/>
                </a:moveTo>
                <a:lnTo>
                  <a:pt x="691287" y="588874"/>
                </a:lnTo>
                <a:lnTo>
                  <a:pt x="563271" y="0"/>
                </a:lnTo>
                <a:lnTo>
                  <a:pt x="128016" y="0"/>
                </a:lnTo>
                <a:close/>
              </a:path>
            </a:pathLst>
          </a:custGeom>
          <a:solidFill>
            <a:srgbClr val="E9EEF5"/>
          </a:solidFill>
          <a:ln w="1270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29627" y="3125419"/>
            <a:ext cx="844906" cy="58887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95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3x = 12 → x =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Тараза ыкмасы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Эки табакка тең бирдей кыл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Тараза тең: 4x + 1 = 2x + 9</a:t>
            </a:r>
          </a:p>
        </p:txBody>
      </p:sp>
      <p:sp>
        <p:nvSpPr>
          <p:cNvPr id="11" name="Freeform 10"/>
          <p:cNvSpPr/>
          <p:nvPr/>
        </p:nvSpPr>
        <p:spPr>
          <a:xfrm>
            <a:off x="5814212" y="3765499"/>
            <a:ext cx="563271" cy="1152144"/>
          </a:xfrm>
          <a:custGeom>
            <a:avLst/>
            <a:gdLst/>
            <a:ahLst/>
            <a:cxnLst/>
            <a:rect l="l" t="t" r="r" b="b"/>
            <a:pathLst>
              <a:path w="563271" h="1152144">
                <a:moveTo>
                  <a:pt x="281636" y="0"/>
                </a:moveTo>
                <a:lnTo>
                  <a:pt x="0" y="1152144"/>
                </a:lnTo>
                <a:lnTo>
                  <a:pt x="563271" y="1152144"/>
                </a:lnTo>
                <a:close/>
              </a:path>
            </a:pathLst>
          </a:cu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327752" y="4917643"/>
            <a:ext cx="1536192" cy="0"/>
          </a:xfrm>
          <a:prstGeom prst="line">
            <a:avLst/>
          </a:prstGeom>
          <a:ln w="17780">
            <a:solidFill>
              <a:srgbClr val="1A1A2E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11400" y="3765499"/>
            <a:ext cx="7168896" cy="0"/>
          </a:xfrm>
          <a:prstGeom prst="line">
            <a:avLst/>
          </a:prstGeom>
          <a:ln w="25400">
            <a:solidFill>
              <a:srgbClr val="1A1A2E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837840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7840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52317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2317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6794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6794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1271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81271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5748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15150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15150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29627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29627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27" name="Freeform 26"/>
          <p:cNvSpPr/>
          <p:nvPr/>
        </p:nvSpPr>
        <p:spPr>
          <a:xfrm>
            <a:off x="8220913" y="3125419"/>
            <a:ext cx="691287" cy="588874"/>
          </a:xfrm>
          <a:custGeom>
            <a:avLst/>
            <a:gdLst/>
            <a:ahLst/>
            <a:cxnLst/>
            <a:rect l="l" t="t" r="r" b="b"/>
            <a:pathLst>
              <a:path w="691287" h="588874">
                <a:moveTo>
                  <a:pt x="0" y="588874"/>
                </a:moveTo>
                <a:lnTo>
                  <a:pt x="691287" y="588874"/>
                </a:lnTo>
                <a:lnTo>
                  <a:pt x="563271" y="0"/>
                </a:lnTo>
                <a:lnTo>
                  <a:pt x="128016" y="0"/>
                </a:lnTo>
                <a:close/>
              </a:path>
            </a:pathLst>
          </a:custGeom>
          <a:solidFill>
            <a:srgbClr val="E9EEF5"/>
          </a:solidFill>
          <a:ln w="1270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44104" y="3125419"/>
            <a:ext cx="844906" cy="58887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95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Эки табактан тең эмнени алып салабыз?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Тараза ыкмасы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Эки табакка тең бирдей кыл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Тараза тең: 4x + 1 = 2x + 9</a:t>
            </a:r>
          </a:p>
        </p:txBody>
      </p:sp>
      <p:sp>
        <p:nvSpPr>
          <p:cNvPr id="11" name="Freeform 10"/>
          <p:cNvSpPr/>
          <p:nvPr/>
        </p:nvSpPr>
        <p:spPr>
          <a:xfrm>
            <a:off x="5814212" y="3765499"/>
            <a:ext cx="563271" cy="1152144"/>
          </a:xfrm>
          <a:custGeom>
            <a:avLst/>
            <a:gdLst/>
            <a:ahLst/>
            <a:cxnLst/>
            <a:rect l="l" t="t" r="r" b="b"/>
            <a:pathLst>
              <a:path w="563271" h="1152144">
                <a:moveTo>
                  <a:pt x="281636" y="0"/>
                </a:moveTo>
                <a:lnTo>
                  <a:pt x="0" y="1152144"/>
                </a:lnTo>
                <a:lnTo>
                  <a:pt x="563271" y="1152144"/>
                </a:lnTo>
                <a:close/>
              </a:path>
            </a:pathLst>
          </a:cu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327752" y="4917643"/>
            <a:ext cx="1536192" cy="0"/>
          </a:xfrm>
          <a:prstGeom prst="line">
            <a:avLst/>
          </a:prstGeom>
          <a:ln w="17780">
            <a:solidFill>
              <a:srgbClr val="1A1A2E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11400" y="3765499"/>
            <a:ext cx="7168896" cy="0"/>
          </a:xfrm>
          <a:prstGeom prst="line">
            <a:avLst/>
          </a:prstGeom>
          <a:ln w="25400">
            <a:solidFill>
              <a:srgbClr val="1A1A2E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3452317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2317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6794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6794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271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606436" y="3125419"/>
            <a:ext cx="691287" cy="588874"/>
          </a:xfrm>
          <a:custGeom>
            <a:avLst/>
            <a:gdLst/>
            <a:ahLst/>
            <a:cxnLst/>
            <a:rect l="l" t="t" r="r" b="b"/>
            <a:pathLst>
              <a:path w="691287" h="588874">
                <a:moveTo>
                  <a:pt x="0" y="588874"/>
                </a:moveTo>
                <a:lnTo>
                  <a:pt x="691287" y="588874"/>
                </a:lnTo>
                <a:lnTo>
                  <a:pt x="563271" y="0"/>
                </a:lnTo>
                <a:lnTo>
                  <a:pt x="128016" y="0"/>
                </a:lnTo>
                <a:close/>
              </a:path>
            </a:pathLst>
          </a:custGeom>
          <a:solidFill>
            <a:srgbClr val="E9EEF5"/>
          </a:solidFill>
          <a:ln w="1270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29627" y="3125419"/>
            <a:ext cx="844906" cy="58887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95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2x + 1 = 9 → 2x = 8 → x =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Тараза ыкмасы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Эки табакка тең бирдей кыл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Тараза тең: 3x + 3 = x + 15</a:t>
            </a:r>
          </a:p>
        </p:txBody>
      </p:sp>
      <p:sp>
        <p:nvSpPr>
          <p:cNvPr id="11" name="Freeform 10"/>
          <p:cNvSpPr/>
          <p:nvPr/>
        </p:nvSpPr>
        <p:spPr>
          <a:xfrm>
            <a:off x="5814212" y="3765499"/>
            <a:ext cx="563271" cy="1152144"/>
          </a:xfrm>
          <a:custGeom>
            <a:avLst/>
            <a:gdLst/>
            <a:ahLst/>
            <a:cxnLst/>
            <a:rect l="l" t="t" r="r" b="b"/>
            <a:pathLst>
              <a:path w="563271" h="1152144">
                <a:moveTo>
                  <a:pt x="281636" y="0"/>
                </a:moveTo>
                <a:lnTo>
                  <a:pt x="0" y="1152144"/>
                </a:lnTo>
                <a:lnTo>
                  <a:pt x="563271" y="1152144"/>
                </a:lnTo>
                <a:close/>
              </a:path>
            </a:pathLst>
          </a:cu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327752" y="4917643"/>
            <a:ext cx="1536192" cy="0"/>
          </a:xfrm>
          <a:prstGeom prst="line">
            <a:avLst/>
          </a:prstGeom>
          <a:ln w="17780">
            <a:solidFill>
              <a:srgbClr val="1A1A2E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11400" y="3765499"/>
            <a:ext cx="7168896" cy="0"/>
          </a:xfrm>
          <a:prstGeom prst="line">
            <a:avLst/>
          </a:prstGeom>
          <a:ln w="25400">
            <a:solidFill>
              <a:srgbClr val="1A1A2E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901848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01848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16325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16325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30802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30802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5279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8509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31740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2388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2388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25" name="Freeform 24"/>
          <p:cNvSpPr/>
          <p:nvPr/>
        </p:nvSpPr>
        <p:spPr>
          <a:xfrm>
            <a:off x="7913675" y="3125419"/>
            <a:ext cx="691286" cy="588874"/>
          </a:xfrm>
          <a:custGeom>
            <a:avLst/>
            <a:gdLst/>
            <a:ahLst/>
            <a:cxnLst/>
            <a:rect l="l" t="t" r="r" b="b"/>
            <a:pathLst>
              <a:path w="691286" h="588874">
                <a:moveTo>
                  <a:pt x="0" y="588874"/>
                </a:moveTo>
                <a:lnTo>
                  <a:pt x="691286" y="588874"/>
                </a:lnTo>
                <a:lnTo>
                  <a:pt x="563270" y="0"/>
                </a:lnTo>
                <a:lnTo>
                  <a:pt x="128016" y="0"/>
                </a:lnTo>
                <a:close/>
              </a:path>
            </a:pathLst>
          </a:custGeom>
          <a:solidFill>
            <a:srgbClr val="E9EEF5"/>
          </a:solidFill>
          <a:ln w="1270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36865" y="3125419"/>
            <a:ext cx="844906" cy="58887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95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Эки табактан тең эмнени алып салабыз?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Тараза ыкмасы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Эки табакка тең бирдей кыл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Тараза тең: 3x + 3 = x + 15</a:t>
            </a:r>
          </a:p>
        </p:txBody>
      </p:sp>
      <p:sp>
        <p:nvSpPr>
          <p:cNvPr id="11" name="Freeform 10"/>
          <p:cNvSpPr/>
          <p:nvPr/>
        </p:nvSpPr>
        <p:spPr>
          <a:xfrm>
            <a:off x="5814212" y="3765499"/>
            <a:ext cx="563271" cy="1152144"/>
          </a:xfrm>
          <a:custGeom>
            <a:avLst/>
            <a:gdLst/>
            <a:ahLst/>
            <a:cxnLst/>
            <a:rect l="l" t="t" r="r" b="b"/>
            <a:pathLst>
              <a:path w="563271" h="1152144">
                <a:moveTo>
                  <a:pt x="281636" y="0"/>
                </a:moveTo>
                <a:lnTo>
                  <a:pt x="0" y="1152144"/>
                </a:lnTo>
                <a:lnTo>
                  <a:pt x="563271" y="1152144"/>
                </a:lnTo>
                <a:close/>
              </a:path>
            </a:pathLst>
          </a:cu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5327752" y="4917643"/>
            <a:ext cx="1536192" cy="0"/>
          </a:xfrm>
          <a:prstGeom prst="line">
            <a:avLst/>
          </a:prstGeom>
          <a:ln w="17780">
            <a:solidFill>
              <a:srgbClr val="1A1A2E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11400" y="3765499"/>
            <a:ext cx="7168896" cy="0"/>
          </a:xfrm>
          <a:prstGeom prst="line">
            <a:avLst/>
          </a:prstGeom>
          <a:ln w="25400">
            <a:solidFill>
              <a:srgbClr val="1A1A2E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3209087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087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23564" y="3176626"/>
            <a:ext cx="537667" cy="537667"/>
          </a:xfrm>
          <a:prstGeom prst="rect">
            <a:avLst/>
          </a:prstGeom>
          <a:solidFill>
            <a:srgbClr val="E5F2FF"/>
          </a:solidFill>
          <a:ln w="1397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23564" y="3176626"/>
            <a:ext cx="537667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8040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81271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24501" y="3471062"/>
            <a:ext cx="217627" cy="217627"/>
          </a:xfrm>
          <a:prstGeom prst="rect">
            <a:avLst/>
          </a:prstGeom>
          <a:solidFill>
            <a:srgbClr val="1F7A55"/>
          </a:solidFill>
          <a:ln w="63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7606436" y="3125419"/>
            <a:ext cx="691287" cy="588874"/>
          </a:xfrm>
          <a:custGeom>
            <a:avLst/>
            <a:gdLst/>
            <a:ahLst/>
            <a:cxnLst/>
            <a:rect l="l" t="t" r="r" b="b"/>
            <a:pathLst>
              <a:path w="691287" h="588874">
                <a:moveTo>
                  <a:pt x="0" y="588874"/>
                </a:moveTo>
                <a:lnTo>
                  <a:pt x="691287" y="588874"/>
                </a:lnTo>
                <a:lnTo>
                  <a:pt x="563271" y="0"/>
                </a:lnTo>
                <a:lnTo>
                  <a:pt x="128016" y="0"/>
                </a:lnTo>
                <a:close/>
              </a:path>
            </a:pathLst>
          </a:custGeom>
          <a:solidFill>
            <a:srgbClr val="E9EEF5"/>
          </a:solidFill>
          <a:ln w="1270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29627" y="3125419"/>
            <a:ext cx="844906" cy="58887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95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2x + 3 = 15 → 2x = 12 → x =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Тараза ыкмасы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86157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Жыйынтык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38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Тараза эрежеси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Эки табакка тең: кош, кемит, көбөйт, бөл.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Адегенде x-кутуларды бир жакка чогулт.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Анан сандарды алып сал, акырында бөл.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Тараза: кадам менен</dc:title>
  <dc:subject>Тараза ыкмасы</dc:subject>
  <dc:creator>MathKG</dc:creator>
  <cp:keywords>MathKG; </cp:keywords>
  <dc:description>generated using python-pptx</dc:description>
  <cp:lastModifiedBy>MathKG</cp:lastModifiedBy>
  <cp:revision>1</cp:revision>
  <dcterms:created xsi:type="dcterms:W3CDTF">2013-01-27T09:14:16Z</dcterms:created>
  <dcterms:modified xsi:type="dcterms:W3CDTF">2013-01-27T09:15:58Z</dcterms:modified>
  <cp:category/>
  <dc:language>ky-KG</dc:language>
</cp:coreProperties>
</file>