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Сан огу же сөз менен түшүндүрсө («кайсы кошунасына жакын»)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«кайсы цифрага карадың?»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Жети-Өгүздөгү алма бакчасы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Ондукка: 74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Ондукка: 74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Ондукка: 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Ондукка: 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Жүздүккө: 649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Жүздүккө: 649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Жүздүккө: 1 850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Жүздүккө: 1 850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1 900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Миңдикке: 7 620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Миңдикке: 7 620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8 000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Жүздүккө: 2 980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Жүздүккө: 2 980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3 000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Болжолдо: 31 ×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Болжолдо: 31 ×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≈ 600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Болжолдо: 598 + 205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Болжолдо: 598 + 205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≈ 800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Миңдикке: 9 499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Миңдикке: 9 499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9 000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Ондукка: 996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Ондукка: 996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1 000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Болжолдо: 61 × 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Болжолдо: 61 × 48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≈ 3 000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Болжолдо (жүздүккө): 4 120 − 1 890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Тегеректөө жана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Болжолдо (жүздүккө): 4 120 − 1 890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≈ 2 200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