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Белек баштыктар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Жөнөкөйбү: 23?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210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Жөнөкөйбү: 23?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· 3 ·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· 2 · 2 ·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Ажырат: 210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· 3 · 5 ·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(6; 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(24; 36)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(28; 42)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(36; 54; 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(6; 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(24; 36)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(28; 42)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(36; 54; 90)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(3; 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(6; 10)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(12; 18)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(4; 6; 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(3; 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(6; 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(12; 18)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ЭКЖБ (4; 6; 10)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менен 30дун ортосундагы жөнөкөй сандар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самса, 24 боорсок: эң көп канча табак?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Эрмек ар 4 күндө, Айгерим ар 6 күндө келет. Канча күндөн кийин бирге?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(8; 12) · ЭКЖБ (8; 12)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менен 30дун ортосундагы жөнөкөй сандар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23; 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самса, 24 боорсок: эң көп канча табак?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Эрмек ар 4 күндө, Айгерим ар 6 күндө келет. Канча күндөн кийин бирге?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ЭЧЖБ (8; 12) · ЭКЖБ (8; 12)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96 = 8 ·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