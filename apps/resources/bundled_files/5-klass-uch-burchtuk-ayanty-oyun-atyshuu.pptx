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жана туура бирдик (см же см²) = 1 упай. Сүрөт же сөз менен түшүндүрсө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«бийиктикти алдыңбы? 2ге бөлдүңбү?»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Кара-Балтадагы мектеп гүлзары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бурчтук: a = 10 см, h = 4 см. 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бурчтук: a = 10 см, h = 4 см. 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20 см²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Параллелограмм: a = 6 м, h = 5 м. 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Параллелограмм: a = 6 м, h = 5 м. 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 м²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Трапеция: a = 7, b = 5, h = 2 (см). 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Трапеция: a = 7, b = 5, h = 2 (см). 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 см²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бурчтук – параллелограммдын …?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бурчтук – параллелограммдын …?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Жарымы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бурчтуу үч бурчтук, жактары 6 см жана 5 см. 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бурчтуу үч бурчтук, жактары 6 см жана 5 см. 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 см²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Параллелограмм: a = 7, каптал 3, h = 2 (м). 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Параллелограмм: a = 7, каптал 3, h = 2 (м). 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20 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бурчтук: S = 16 см², a = 8 см. 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бурчтук: S = 16 см², a = 8 см. 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 см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Трапеция: a = 10, b = 2, h = 3 (м). 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Трапеция: a = 10, b = 2, h = 3 (м). 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18 м²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Периметрге бийиктик кошулабы?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Периметрге бийиктик кошулабы?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Жок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бурчтук: a = 5 см, h = 5 см. 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Үч бурчтук: a = 5 см, h = 5 см. 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12,5 см²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Параллелограмм: S = 63 м², a = 9 м. 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Параллелограмм: S = 63 м², a = 9 м. 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 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Эки бирдей трапеция бирге: кандай фигура?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Эки бирдей трапеция бирге: кандай фигура?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Параллелограмм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