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Кагаз саатта көрсөтүп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«кыска жебе кайсы сандан өттү?»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Ишемби: Токмокко, Зуура апага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4438685" y="2560320"/>
            <a:ext cx="459298" cy="265176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897983" y="1711756"/>
            <a:ext cx="0" cy="848564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4438685" y="2560320"/>
            <a:ext cx="459298" cy="265176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897983" y="1711756"/>
            <a:ext cx="0" cy="848564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саат = ? мүнөт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саат = ? мүнөт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4897983" y="2048039"/>
            <a:ext cx="137265" cy="512281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97983" y="2560320"/>
            <a:ext cx="0" cy="848563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4897983" y="2048039"/>
            <a:ext cx="137265" cy="512281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97983" y="2560320"/>
            <a:ext cx="0" cy="848563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12:30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Жарым саат = ? мүнөт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Жарым саат = ? мүнөт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4897983" y="2139563"/>
            <a:ext cx="322858" cy="420757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97983" y="2560320"/>
            <a:ext cx="848563" cy="0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4897983" y="2139563"/>
            <a:ext cx="322858" cy="420757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97983" y="2560320"/>
            <a:ext cx="848563" cy="0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1:15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сутка = ? саат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сутка = ? саат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4695026" y="2560320"/>
            <a:ext cx="202957" cy="489981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4049420" y="2560320"/>
            <a:ext cx="848563" cy="0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4695026" y="2560320"/>
            <a:ext cx="202957" cy="489981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4049420" y="2560320"/>
            <a:ext cx="848563" cy="0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6:45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Узун жебе 7де: канча мүнөт?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Узун жебе 7де: канча мүнөт?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35 мүнөт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H="1" flipV="1">
            <a:off x="4380203" y="2445530"/>
            <a:ext cx="517780" cy="114790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97983" y="2560320"/>
            <a:ext cx="424282" cy="734877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Oval 9"/>
          <p:cNvSpPr/>
          <p:nvPr/>
        </p:nvSpPr>
        <p:spPr>
          <a:xfrm>
            <a:off x="3837279" y="1499616"/>
            <a:ext cx="2121408" cy="21214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996661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9425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89703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81953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52868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29660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99532" y="188605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61717" y="1968027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394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5806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21380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36838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36838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821380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795806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0394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1717" y="3115204"/>
            <a:ext cx="51487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99532" y="3191997"/>
            <a:ext cx="47295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529660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452868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281953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189703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09425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996661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2653" y="3499175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88477" y="3483717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86596" y="3458142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8127" y="3422731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690" y="3324053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3721" y="3261868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49139" y="319199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82762" y="3115204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7432" y="2944290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39633" y="2852040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12334" y="2756594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5834" y="2658997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95834" y="2454989"/>
            <a:ext cx="63294" cy="665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12334" y="2350813"/>
            <a:ext cx="62252" cy="13232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39633" y="2248933"/>
            <a:ext cx="60527" cy="19666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432" y="2150464"/>
            <a:ext cx="58140" cy="258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2762" y="1968027"/>
            <a:ext cx="51488" cy="3740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9139" y="1886057"/>
            <a:ext cx="47296" cy="4258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23721" y="1811476"/>
            <a:ext cx="42585" cy="47295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5690" y="1745098"/>
            <a:ext cx="37408" cy="51488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8127" y="1639768"/>
            <a:ext cx="25886" cy="58140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86596" y="1601970"/>
            <a:ext cx="19667" cy="60527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8477" y="1574671"/>
            <a:ext cx="13232" cy="62251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92653" y="1558171"/>
            <a:ext cx="6652" cy="63293"/>
          </a:xfrm>
          <a:prstGeom prst="line">
            <a:avLst/>
          </a:prstGeom>
          <a:ln w="8839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7983" y="1552651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354086" y="168765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68797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767760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568797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354086" y="3350313"/>
            <a:ext cx="47732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97983" y="3430097"/>
            <a:ext cx="0" cy="137891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94149" y="335031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5316" y="3016422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90314" y="2560320"/>
            <a:ext cx="137892" cy="0"/>
          </a:xfrm>
          <a:prstGeom prst="line">
            <a:avLst/>
          </a:prstGeom>
          <a:ln w="29463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025316" y="2056485"/>
            <a:ext cx="82674" cy="47732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94149" y="1687653"/>
            <a:ext cx="47731" cy="82673"/>
          </a:xfrm>
          <a:prstGeom prst="line">
            <a:avLst/>
          </a:prstGeom>
          <a:ln w="1915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21462" y="1758890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85469" y="202289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2102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5469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1462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0823" y="3104814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0184" y="3008181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6177" y="2744175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9544" y="2383536"/>
            <a:ext cx="27432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4725" y="2022896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8731" y="1758890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9370" y="1662257"/>
            <a:ext cx="357225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39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3" name="Connector 82"/>
          <p:cNvCxnSpPr/>
          <p:nvPr/>
        </p:nvCxnSpPr>
        <p:spPr>
          <a:xfrm flipH="1" flipV="1">
            <a:off x="4380203" y="2445530"/>
            <a:ext cx="517780" cy="114790"/>
          </a:xfrm>
          <a:prstGeom prst="line">
            <a:avLst/>
          </a:prstGeom>
          <a:ln w="103123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97983" y="2560320"/>
            <a:ext cx="424282" cy="734877"/>
          </a:xfrm>
          <a:prstGeom prst="line">
            <a:avLst/>
          </a:prstGeom>
          <a:ln w="61874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39644" y="2501981"/>
            <a:ext cx="116677" cy="116677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9:25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жума = ? күн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жума = ? күн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2:50дөн 3:10го чейин?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2:50дөн 3:10го чейин?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 мүнөт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Шейшембиден кийин?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Шейшембиден кийин?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Шаршемби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