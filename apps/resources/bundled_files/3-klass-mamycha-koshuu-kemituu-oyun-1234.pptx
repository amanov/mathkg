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Базардагы дүкөн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 + 500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245 + 132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467 + 285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1 999 + 1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 + 500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245 + 132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377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467 + 285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752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1 999 + 1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2 000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900 − 400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786 − 354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615 − 248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6 000 − 2 375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900 − 400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786 − 354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615 − 248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6 000 − 2 375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3 625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412 + 289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Мээримде 650 сом. 285 сомго оюнчук алды. Канча калды?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Дүкөнгө 1 250 кг ун, 875 кг кант келди. Ун канча кг көп?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Цифраларды тап: □8□ + 2□6 = 625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412 + 289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700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Мээримде 650 сом. 285 сомго оюнчук алды. Канча калды?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Дүкөнгө 1 250 кг ун, 875 кг кант келди. Ун канча кг көп?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375 кг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Цифраларды тап: □8□ + 2□6 = 625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389 + 236 = 625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250, 500, 750,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999 + 1 же 1 010 − 9?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1 000 − 1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туура? 702 − 299 = 403 же 503?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250, 500, 750,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999 + 1 же 1 010 − 9?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1 010 − 9 = 1 001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1 000 − 1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туура? 702 − 299 = 403 же 503?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403 (= 703 − 300)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