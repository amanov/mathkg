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Кара-Балтадагы мектеп гүлзары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бурчтук: a = 6, h = 4 (см). 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бурчтук: a = 9, h = 8 (м). 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бурчтук: a = 11, h = 6 (см). 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бурчтук: S = 40 м², a = 10 м. 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бурчтук: a = 6, h = 4 (см). 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 см²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бурчтук: a = 9, h = 8 (м). 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36 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бурчтук: a = 11, h = 6 (см). 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33 см²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бурчтук: S = 40 м², a = 10 м. h?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 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Параллелограмм: a = 5, h = 3 (м). 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Параллелограмм: a = 12, h = 7 (см). 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Параллелограмм: a = 9, каптал 4, h = 3 (м). P?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Параллелограмм: S = 54 см², a = 9 см. 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Параллелограмм: a = 5, h = 3 (м). 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 м²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Параллелограмм: a = 12, h = 7 (см). 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84 см²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Параллелограмм: a = 9, каптал 4, h = 3 (м). P?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26 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Параллелограмм: S = 54 см², a = 9 см. h?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см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Трапеция: a = 6, b = 4, h = 2 (м). 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Трапеция: a = 9, b = 7, h = 5 (см). 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Трапеция: a = 13, b = 5, h = 6 (м). 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Трапеция: S = 45 м², h = 5 м, a = 12 м. b?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Трапеция: a = 6, b = 4, h = 2 (м). 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 м²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Трапеция: a = 9, b = 7, h = 5 (см). 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40 см²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Трапеция: a = 13, b = 5, h = 6 (м). 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54 м²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Трапеция: S = 45 м², h = 5 м, a = 12 м. b?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Үй сымал: 6 м × 3 м + үч бурчтук (a = 6 м, h = 2 м). 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бурчтук 8 м × 5 м, бурчунан үч бурчтук (4 м, 5 м) кесилди. Калганы?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бурчтук: a = 9 см, h = 5 см. 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8 см, h = 6 см: параллелограмм менен үч бурчтуктун аянттарынын айырмасы?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Үй сымал: 6 м × 3 м + үч бурчтук (a = 6 м, h = 2 м). 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 м²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бурчтук 8 м × 5 м, бурчунан үч бурчтук (4 м, 5 м) кесилди. Калганы?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 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бурчтук: a = 9 см, h = 5 см. 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22,5 см²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8 см, h = 6 см: параллелограмм менен үч бурчтуктун аянттарынын айырмасы?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 см²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