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1234 оюну: ар бир окуучу өз деңгээлинен баштайт. Жооп слайдында ар бир суроонун жообу жана кыскача түшүндүрмөсү бар.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1234: төрт 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раундда 4 суроо: ① жеңил … ④ эң кыйын.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бир окуучу өзүнө ылайыктуусунан баштайт, андан кийин кийинкисине өтөт.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Жоопторду мини-тактага жазгыла. Жооп слайдында текшергиле.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Кыйын болсо – жакшы! Мээң өсүп жатат.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Колдонуу · Талдоо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Кара-Балтадагы мектеп гүлзары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Үч бурчтук: a = 6, h = 4 (см). 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Үч бурчтук: a = 9, h = 8 (м). S?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Үч бурчтук: a = 11, h = 6 (см). 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Үч бурчтук: S = 40 м², a = 10 м. h?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Үч бурчтук: a = 6, h = 4 (см). 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12 см²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Үч бурчтук: a = 9, h = 8 (м). 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36 м²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Үч бурчтук: a = 11, h = 6 (см). 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33 см²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Үч бурчтук: S = 40 м², a = 10 м. h?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 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Параллелограмм: a = 5, h = 3 (м). 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Параллелограмм: a = 12, h = 7 (см). S?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Параллелограмм: a = 9, каптал 4, h = 3 (м). P?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Параллелограмм: S = 54 см², a = 9 см. h?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Параллелограмм: a = 5, h = 3 (м). 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15 м²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Параллелограмм: a = 12, h = 7 (см). 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84 см²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Параллелограмм: a = 9, каптал 4, h = 3 (м). P?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26 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Параллелограмм: S = 54 см², a = 9 см. h?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 см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Трапеция: a = 6, b = 4, h = 2 (м). 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Трапеция: a = 9, b = 7, h = 5 (см). S?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Трапеция: a = 13, b = 5, h = 6 (м). 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Трапеция: S = 45 м², h = 5 м, a = 12 м. b?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Трапеция: a = 6, b = 4, h = 2 (м). 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10 м²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Трапеция: a = 9, b = 7, h = 5 (см). S?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40 см²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Трапеция: a = 13, b = 5, h = 6 (м). 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54 м²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Трапеция: S = 45 м², h = 5 м, a = 12 м. b?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6 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Үй сымал: 6 м × 3 м + үч бурчтук (a = 6 м, h = 2 м). 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Тик бурчтук 8 м × 5 м, бурчунан үч бурчтук (4 м, 5 м) кесилди. Калганы?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Үч бурчтук: a = 9 см, h = 5 см. S?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a = 8 см, h = 6 см: параллелограмм менен үч бурчтуктун аянттарынын айырмасы?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4-раунд — жооптор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Аянт: үч бурчтук, трапеция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9/9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66928" y="1371600"/>
            <a:ext cx="502920" cy="502920"/>
          </a:xfrm>
          <a:prstGeom prst="ellipse">
            <a:avLst/>
          </a:prstGeom>
          <a:noFill/>
          <a:ln w="25400">
            <a:solidFill>
              <a:srgbClr val="007A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007A5A"/>
                </a:solidFill>
                <a:latin typeface="PT Sans"/>
              </a:rPr>
              <a:t>①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07007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Үй сымал: 6 м × 3 м + үч бурчтук (a = 6 м, h = 2 м). S?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207007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24 м²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1234440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00216" y="1371600"/>
            <a:ext cx="502920" cy="502920"/>
          </a:xfrm>
          <a:prstGeom prst="ellipse">
            <a:avLst/>
          </a:prstGeom>
          <a:noFill/>
          <a:ln w="25400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A84400"/>
                </a:solidFill>
                <a:latin typeface="PT Sans"/>
              </a:rPr>
              <a:t>②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0295" y="13716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Тик бурчтук 8 м × 5 м, бурчунан үч бурчтук (4 м, 5 м) кесилди. Калганы?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940295" y="28346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30 м²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66928" y="3886200"/>
            <a:ext cx="502920" cy="502920"/>
          </a:xfrm>
          <a:prstGeom prst="ellipse">
            <a:avLst/>
          </a:prstGeom>
          <a:noFill/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24418C"/>
                </a:solidFill>
                <a:latin typeface="PT Sans"/>
              </a:rPr>
              <a:t>③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07007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Үч бурчтук: a = 9 см, h = 5 см. S?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207007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22,5 см²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163055" y="3749039"/>
            <a:ext cx="5596128" cy="23774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00216" y="3886200"/>
            <a:ext cx="502920" cy="502920"/>
          </a:xfrm>
          <a:prstGeom prst="ellipse">
            <a:avLst/>
          </a:prstGeom>
          <a:noFill/>
          <a:ln w="2540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000" b="1">
                <a:solidFill>
                  <a:srgbClr val="1D3557"/>
                </a:solidFill>
                <a:latin typeface="PT Sans"/>
              </a:rPr>
              <a:t>④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0295" y="3886200"/>
            <a:ext cx="4663440" cy="13716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400" b="0" i="0">
                <a:solidFill>
                  <a:srgbClr val="1F2430"/>
                </a:solidFill>
                <a:latin typeface="PT Sans"/>
              </a:rPr>
              <a:t>a = 8 см, h = 6 см: параллелограмм менен үч бурчтуктун аянттарынын айырмасы?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940295" y="5349240"/>
            <a:ext cx="4663440" cy="594360"/>
          </a:xfrm>
          <a:prstGeom prst="roundRect">
            <a:avLst>
              <a:gd name="adj" fmla="val 30000"/>
            </a:avLst>
          </a:prstGeom>
          <a:solidFill>
            <a:srgbClr val="FFFFFF"/>
          </a:solidFill>
          <a:ln w="2540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2200" b="1">
                <a:solidFill>
                  <a:srgbClr val="24418C"/>
                </a:solidFill>
                <a:latin typeface="PT Sans"/>
              </a:rPr>
              <a:t>24 см²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