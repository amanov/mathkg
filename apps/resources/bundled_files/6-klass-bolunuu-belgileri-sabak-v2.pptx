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болжолдошсун;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Бермет: 100 4кө бөлүнөт, ошондуктан акыркы эки цифра гана чечет.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28 бурчак (же таш, капкак) жана 9 кагаз чөйчөк. 1) 27 бурчакты 3 топко бөлүшөт: 9дан. 2) Кайра 9 топко бөлүшөт: 3төн. 3) Дагы бир бурчак кошуп (28), 9 топко бөлүп көрүшөт: 1 бурчак ашып калат. Суроо: «27нин цифраларынын суммасы канча? 28дикичи?» Чакан сандан эреже чыгарабыз, анан чоң санга өтөбүз. Проектор жок болсо, топторду доскага тегерекчелер менен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Сол жакта: ар бир жүздүк = 99 + 1, ар бир ондук = 9 + 1. 99 жана 9 тең 9га бөлүнөт, калганы цифралардын суммасы. Оң жакта: 100 = 4 · 25, ошондуктан 200 дайыма 4кө бөлүнөт; акыркы эки цифра (52) гана чечет. Окуучулар ушул таблицаны чакмак дептерге чийишет.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Белгилерди бириктирүү: 2 жана 3 → 6; 4 жана 9 → 36 (жалпы бөлүүчүсү жок сандар гана).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Белгилер – бул оозеки кыска жол: бөлүүнү жазбай эле бир нече секундда текшеребиз. Ар бир ыкманы окуучу үн чыгарып айтат.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 (сумма 21 → 3кө гана); Б = ✓; В = М4 (9 менен башталат); Г = М1 (аягы 99)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бирдей бөлүктөр → калдык → көп кадам. Жооптор: 744 : 3 = 248 г; 4 топ × 7; 5 топко – жок (калдык 3); 2 070; 5ке ооба, 9га ооба (2+0+7+0 = 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252: акыркы эки цифра 52 (4кө), цифралардын суммасы 9 (3кө, 9га), жуп (2ге) → 4, 6, 9га бөлүнөт.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ооба: 5+7+4+2 = 18; 1, 4 же 7; жок: 50 4кө бөлүнбөйт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Бөлүнүү белгилери: 2, 3, 4, 5, 9, 10, 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Ысык-Көлдөгү жайкы лагерь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6-класстар лагерде отряддарды, кайыктарды жана дүкөндөгү эсептерди бөлүнүү белгилери менен текшеришет.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С.К. Кыдыралиев ж.б., «Математика 6-класс», §8 «Сандардын бөлүнүшү» (8.1–8.12, № 204–242).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Ысык-Көлдөгү жайкы лагерь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6-класстар Ысык-Көлдөгү жайкы лагерге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Лагердин башчысы Канат агай балдарды отрядга бөлүшү керек.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Тынар менен Бермет кайыктарды жана дүкөндөгү эсептерди текшеришет.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Бөлбөй туруп, бөлүнөрүн кантип билебиз?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Лагерге 252 окуучу келди. Аларды 4, 6 же 9 бирдей отрядга бөлүүгө болобу? Бөлбөй туруп кантип билебиз?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2, 5, 10го бөлүнүүнү акыркы цифрадан аныктайм.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3кө жана 9га бөлүнүүнү цифралардын суммасынан аныктайм.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4кө жана 25ке бөлүнүүнү акыркы эки цифрадан аныктайм жана маселеде колдоном.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белги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Белгисиз цифра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Белгилерди бириктирүү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Каршы мисал издөө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Лагердеги отряддар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Дүкөндүн чеги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Калдыктуу бөлүү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 жадыбалы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Натуралдык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Бөлүүчү, эселүү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Бөлүнүү белгилери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ЭЧЖБ, ЭКЖБ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Көбөйтүүчүлөргө ажыратуу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· 46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+ 6 + 5 + 4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100 :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75 : 25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· 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+ 6 + 5 + 4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100 :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75 : 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Тынар: «3 714 4кө бөлүнөт, анткени 4 менен бүтөт». Бермет: «Бөлүнбөйт».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Тынар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Акыркы цифрасы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Демек, 4кө бөлүнөт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Бермет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Акыркы эки цифра: 14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14 4кө бөлүнбөйт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Демек, бөлүнбөйт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Эмне үчүн акыркы ЭКИ цифра?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27 бурчакты 3 бирдей топко, анан 9 бирдей топко бөлөбүз. 28 бурчакчы?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27 → 3 топ, ар биринде 9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42416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43584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8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2416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3584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1248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42416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43584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1520" y="2606040"/>
            <a:ext cx="786384" cy="740664"/>
          </a:xfrm>
          <a:prstGeom prst="ellipse">
            <a:avLst/>
          </a:prstGeom>
          <a:noFill/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441448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42616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843784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441448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642616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843784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441448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642616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43784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331720" y="2606040"/>
            <a:ext cx="786384" cy="740664"/>
          </a:xfrm>
          <a:prstGeom prst="ellipse">
            <a:avLst/>
          </a:prstGeom>
          <a:noFill/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041648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242816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443984" y="2715768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041648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242816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443984" y="2916936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41648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242816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443984" y="3118104"/>
            <a:ext cx="160934" cy="12472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931920" y="2606040"/>
            <a:ext cx="786384" cy="740664"/>
          </a:xfrm>
          <a:prstGeom prst="ellipse">
            <a:avLst/>
          </a:prstGeom>
          <a:noFill/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61188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27 → 9 топ, ар биринде 3</a:t>
            </a:r>
          </a:p>
        </p:txBody>
      </p:sp>
      <p:sp>
        <p:nvSpPr>
          <p:cNvPr id="44" name="Oval 43"/>
          <p:cNvSpPr/>
          <p:nvPr/>
        </p:nvSpPr>
        <p:spPr>
          <a:xfrm>
            <a:off x="804672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41832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78992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31520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371600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508760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645920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298448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938528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075688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212848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865376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505456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642616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779776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432304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072384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209544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46704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999232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639312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776472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913632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566160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06240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343400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480559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133087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773168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910328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047488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700016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40096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477256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614416" y="42062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266944" y="41148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0080" y="457200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28 → 9 топ, ар биринде 3, жана 1 ашып калат</a:t>
            </a:r>
          </a:p>
        </p:txBody>
      </p:sp>
      <p:sp>
        <p:nvSpPr>
          <p:cNvPr id="81" name="Oval 80"/>
          <p:cNvSpPr/>
          <p:nvPr/>
        </p:nvSpPr>
        <p:spPr>
          <a:xfrm>
            <a:off x="804672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1832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078992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31520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371600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508760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645920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298448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938528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075688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212848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865376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505456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642616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779776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432304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072384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209544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346704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999232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639312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776472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913632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3566160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206240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4343400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480559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133087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4773168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910328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047488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700016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340096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477256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614416" y="5120640"/>
            <a:ext cx="109728" cy="85039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266944" y="5029200"/>
            <a:ext cx="539496" cy="246888"/>
          </a:xfrm>
          <a:prstGeom prst="ellipse">
            <a:avLst/>
          </a:prstGeom>
          <a:noFill/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925312" y="5102352"/>
            <a:ext cx="164592" cy="10972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7223760" y="2194560"/>
            <a:ext cx="44805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406640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Цифралардын суммасы:</a:t>
            </a:r>
          </a:p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4418C"/>
                </a:solidFill>
                <a:latin typeface="PT Sans"/>
              </a:rPr>
              <a:t>27: 2 + 7 = 9 → 3кө ✓, 9га ✓</a:t>
            </a:r>
          </a:p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A84400"/>
                </a:solidFill>
                <a:latin typeface="PT Sans"/>
              </a:rPr>
              <a:t>28: 2 + 8 = 10 → 3кө ✗, 9га ✗</a:t>
            </a:r>
          </a:p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4A5A70"/>
                </a:solidFill>
                <a:latin typeface="PT Sans"/>
              </a:rPr>
              <a:t>Чакан сандан байкадык. Чоң санда да ушундайбы?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разряд таблицасы жана массив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252ни бөлбөй туруп кантип билебиз? Разряддарга бөлүп карайбыз.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48840"/>
            <a:ext cx="2057400" cy="457200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1D3557"/>
                </a:solidFill>
                <a:latin typeface="PT Sans"/>
              </a:rPr>
              <a:t>Жүздүк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06040"/>
            <a:ext cx="2057400" cy="6858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91840"/>
            <a:ext cx="2057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0">
                <a:solidFill>
                  <a:srgbClr val="1F2430"/>
                </a:solidFill>
                <a:latin typeface="PT Sans"/>
              </a:rPr>
              <a:t>2 · (99 + 1)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94760"/>
            <a:ext cx="2057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24418C"/>
                </a:solidFill>
                <a:latin typeface="PT Sans"/>
              </a:rPr>
              <a:t>2 · 99 + 2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2148840"/>
            <a:ext cx="2057400" cy="457200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1D3557"/>
                </a:solidFill>
                <a:latin typeface="PT Sans"/>
              </a:rPr>
              <a:t>Ондук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2606040"/>
            <a:ext cx="2057400" cy="6858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3291840"/>
            <a:ext cx="2057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0">
                <a:solidFill>
                  <a:srgbClr val="1F2430"/>
                </a:solidFill>
                <a:latin typeface="PT Sans"/>
              </a:rPr>
              <a:t>5 · (9 + 1)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97480" y="3794760"/>
            <a:ext cx="2057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24418C"/>
                </a:solidFill>
                <a:latin typeface="PT Sans"/>
              </a:rPr>
              <a:t>5 · 9 + 5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2148840"/>
            <a:ext cx="2057400" cy="457200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1D3557"/>
                </a:solidFill>
                <a:latin typeface="PT Sans"/>
              </a:rPr>
              <a:t>Бирдик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2606040"/>
            <a:ext cx="2057400" cy="6858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3291840"/>
            <a:ext cx="2057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3794760"/>
            <a:ext cx="2057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89120"/>
            <a:ext cx="61722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4A5A70"/>
                </a:solidFill>
                <a:latin typeface="PT Sans"/>
              </a:rPr>
              <a:t>9га бөлүнгөн бөлүк: 2 · 99 + 5 ·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6172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Калганы: 2 + 5 + 2 = 9 – цифралардын суммасы!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196596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100 = 4 катар, ар катарда 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0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62088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17536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72983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28431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39327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94776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50224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05672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61120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16567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72016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27463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82912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38360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93808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049256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4704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360152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515600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671048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826496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981944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137392" y="2377440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06640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62088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17536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872983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028431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183879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339327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494776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650224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05672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61120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16567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272016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427463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582912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738360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893808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049256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204704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60152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515600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671048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826496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81944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1137392" y="2532888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406640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562088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717536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872983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028431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183879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339327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494776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650224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805672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961120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116567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272016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427463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582912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738360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93808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49256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204704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360152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15600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671048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826496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981944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137392" y="2688336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406640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562088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717536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872983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028431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183879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339327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494776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650224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805672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961120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116567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272016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427463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582912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738360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893808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49256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204704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60152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515600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671048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826496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981944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137392" y="2843784"/>
            <a:ext cx="155448" cy="155448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406640" y="3090672"/>
            <a:ext cx="4206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4A5A70"/>
                </a:solidFill>
                <a:latin typeface="PT Sans"/>
              </a:rPr>
              <a:t>Ар бир жүздүк 4кө жана 25ке калдыксыз бөлүнөт.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406640" y="3776472"/>
            <a:ext cx="42062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252 = 200 + 52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52 = 4 · 13 → 4кө 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252: 2 + 5 + 2 = 9 → 9га ✓;   52 = 4 · 13 → 4кө ✓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…0,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2, 5, 10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Акыркы цифра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3, 9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Цифралардын суммасы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…ab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4, 25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Акыркы эки цифра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7 290: 7 + 2 + 9 + 0 = 18 → 9га бөлүнөт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6□4 саны 9га бөлүнгөндөй □ цифрасын тап.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+ □ + 4 = 10 + 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+ □ = 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9га бөлүнөт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□ =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684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□ = </a:t>
            </a:r>
            <a:r>
              <a:rPr sz="34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Дүкөн: 3 кесе, 6 кашык, 9 табак. Кассир: «418 сом». Туурабы?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3x + 6y + 9z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ар бири 3кө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· (x + 2y + 3z)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3кө бөлүнөт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4 + 1 + 8 =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3кө бөлүнбөйт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418 сом = </a:t>
            </a:r>
            <a:r>
              <a:rPr sz="3400" b="1">
                <a:solidFill>
                  <a:srgbClr val="24418C"/>
                </a:solidFill>
                <a:latin typeface="PT Sans"/>
              </a:rPr>
              <a:t>ката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бөлбөй текшерем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9дарды ташта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4 563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+ 5 = 9 → ташта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+ 3 = 9 → ташта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0 калды → 9га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Суммасы 9 болгон цифраларды сызып салабыз: калганы 0 болсо, 9га бөлүнөт.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Акыркы эки цифра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3 716 → 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16 = 4 · 4 → 4кө 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6 175 → 75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75 = 3 · 25 → 25ке 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100 4кө да, 25ке да бөлүнөт: жүздүктөргө карабайбыз.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6 = 2 жана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1 236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жуп → 2ге 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 + 2 + 3 + 6 = 12 → 3кө 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6га 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 жана 3 жалпы бөлүүчүсү жок сандар: экөө тең болсо, 6га бөлүнөт.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Кайсы сан 9га бөлүнөт?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2 739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4 563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9 136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5 299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Лагерде 744 г момпосуйду 3 отрядга тең бөлүштү. Ар бирине канча грамм?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Отрядда 28 бала. Аларды 4 топко бирдей бөлүүгө болобу? 5 топкочу? Тилке менен көрсөт.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Лагердин китепканасы үчүн 345 сомдон 6 китеп алынды. Баасы канча? Ал 5ке, 9га бөлүнөбү?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Лагерде 744 г момпосуйду 3 отрядга тең бөлүштү. Ар бирине канча грамм?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78130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248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823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953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744 : 3 = 248 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Отрядда 28 бала. Аларды 4 топко бирдей бөлүүгө болобу? 5 топкочу? Тилке менен көрсөт.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4 топ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2640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02858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23076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43294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5 топ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82640" y="3574389"/>
            <a:ext cx="15729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9938" y="3574389"/>
            <a:ext cx="15729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7237" y="3574389"/>
            <a:ext cx="15729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4535" y="3574389"/>
            <a:ext cx="15729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11834" y="3574389"/>
            <a:ext cx="15729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69132" y="3574389"/>
            <a:ext cx="94379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992112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854951" y="3958437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37832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топ × 7; 5 топко – жок (калдык 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Лагердин китепканасы үчүн 345 сомдон 6 китеп алынды. Баасы канча? Ал 5ке, 9га бөлүнөбү?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227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6292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53575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444227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34879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225531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345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2070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2 070; 5ке ооба, 9га ооба (2+0+7+0 = 9)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5 742 саны 9га бөлүнөбү?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3 716 саны 4кө бөлүнөбү?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6 135 саны 25ке бөлүнөбү?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52□: 3кө бөлүнгөндөй цифралар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2, 3, 5ке бөлүнгөн эң кичине үч орундуу сан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250 окуучу, 4 орундуу кайык. Канча кайык керек?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5 742 саны 9га бөлүнөбү?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ооба (18)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3 716 саны 4кө бөлүнөбү?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ооба (16)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6 135 саны 25ке бөлүнөбү?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жок (35)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52□: 3кө бөлүнгөндөй цифралар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2, 5, 8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2, 3, 5ке бөлүнгөн эң кичине үч орундуу сан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250 окуучу, 4 орундуу кайык. Канча кайык керек?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Лагерге 252 окуучу келди. Аларды 4, 6 же 9 бирдей отрядга бөлүүгө болобу? Бөлбөй туруп кантип билебиз?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3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7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1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5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59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3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7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19" y="2240280"/>
            <a:ext cx="1005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аягы 52 → 4кө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63 баладан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2+5+2 = 9 → 9га 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28 баладан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жуп жана 3кө → 6га 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42 баладан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Үчөөнө тең болот: 63, 42 же 28 баладан.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Лагерь жөнүндө «тең бөлүүгө болобу?» деген маселе түз: сан тандап, белги менен текшер.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Тынар, Бермет, Канат агай.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5 742 саны 9га бөлүнөбү? Эмне үчүн?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8 □ 6 саны 3кө бөлүнгөндөй бир цифра жаз.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2 350 саны 4кө бөлүнөбү?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Кайсы белгилер акыркы цифрага карайт, кайсылары суммага?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4кө бөлүнүүдө акыркы эки цифра жетиштүү?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3кө бөлүнгөн сан дайыма 9га бөлүнөбү? Мисал келтир.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Адегенде чакан сан менен бурчак: 27 = 3 топ 9дан = 9 топ 3төн; 28де калдык.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Белгилерди «эмне үчүн?» менен: 10 = 9 + 1, 100 = 99 + 1; 100 = 4 · 25.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Каршы мисал издетиңиз: 12 саны 3кө да, 6га да бөлүнөт, бирок 18ге бөлүнбөйт.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Оозеки ыкма: 9дарды таштап эсептөө (М4 азаят).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