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Сүрөт же кагаз тилке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«бөлүктөр бирдейби? баары канча бөлүк?»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Баткенде өрүк кургатуу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4961992" y="1499616"/>
            <a:ext cx="1060057" cy="1591056"/>
          </a:xfrm>
          <a:custGeom>
            <a:avLst/>
            <a:gdLst/>
            <a:ahLst/>
            <a:cxnLst/>
            <a:rect l="l" t="t" r="r" b="b"/>
            <a:pathLst>
              <a:path w="1060057" h="1591056">
                <a:moveTo>
                  <a:pt x="0" y="1060704"/>
                </a:moveTo>
                <a:lnTo>
                  <a:pt x="0" y="0"/>
                </a:lnTo>
                <a:lnTo>
                  <a:pt x="73991" y="2584"/>
                </a:lnTo>
                <a:lnTo>
                  <a:pt x="147621" y="10323"/>
                </a:lnTo>
                <a:lnTo>
                  <a:pt x="220532" y="23179"/>
                </a:lnTo>
                <a:lnTo>
                  <a:pt x="292369" y="41090"/>
                </a:lnTo>
                <a:lnTo>
                  <a:pt x="362782" y="63968"/>
                </a:lnTo>
                <a:lnTo>
                  <a:pt x="431427" y="91703"/>
                </a:lnTo>
                <a:lnTo>
                  <a:pt x="497970" y="124158"/>
                </a:lnTo>
                <a:lnTo>
                  <a:pt x="562087" y="161176"/>
                </a:lnTo>
                <a:lnTo>
                  <a:pt x="623466" y="202576"/>
                </a:lnTo>
                <a:lnTo>
                  <a:pt x="681807" y="248158"/>
                </a:lnTo>
                <a:lnTo>
                  <a:pt x="736827" y="297697"/>
                </a:lnTo>
                <a:lnTo>
                  <a:pt x="788256" y="350954"/>
                </a:lnTo>
                <a:lnTo>
                  <a:pt x="835846" y="407669"/>
                </a:lnTo>
                <a:lnTo>
                  <a:pt x="879363" y="467566"/>
                </a:lnTo>
                <a:lnTo>
                  <a:pt x="918596" y="530352"/>
                </a:lnTo>
                <a:lnTo>
                  <a:pt x="953354" y="595722"/>
                </a:lnTo>
                <a:lnTo>
                  <a:pt x="983467" y="663357"/>
                </a:lnTo>
                <a:lnTo>
                  <a:pt x="1008789" y="732928"/>
                </a:lnTo>
                <a:lnTo>
                  <a:pt x="1029196" y="804096"/>
                </a:lnTo>
                <a:lnTo>
                  <a:pt x="1044589" y="876515"/>
                </a:lnTo>
                <a:lnTo>
                  <a:pt x="1054893" y="949830"/>
                </a:lnTo>
                <a:lnTo>
                  <a:pt x="1060057" y="1023686"/>
                </a:lnTo>
                <a:lnTo>
                  <a:pt x="1060057" y="1097722"/>
                </a:lnTo>
                <a:lnTo>
                  <a:pt x="1054893" y="1171578"/>
                </a:lnTo>
                <a:lnTo>
                  <a:pt x="1044589" y="1244893"/>
                </a:lnTo>
                <a:lnTo>
                  <a:pt x="1029196" y="1317312"/>
                </a:lnTo>
                <a:lnTo>
                  <a:pt x="1008789" y="1388480"/>
                </a:lnTo>
                <a:lnTo>
                  <a:pt x="983467" y="1458051"/>
                </a:lnTo>
                <a:lnTo>
                  <a:pt x="953354" y="1525686"/>
                </a:lnTo>
                <a:lnTo>
                  <a:pt x="918596" y="1591056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043395" y="2560320"/>
            <a:ext cx="1837193" cy="1060704"/>
          </a:xfrm>
          <a:custGeom>
            <a:avLst/>
            <a:gdLst/>
            <a:ahLst/>
            <a:cxnLst/>
            <a:rect l="l" t="t" r="r" b="b"/>
            <a:pathLst>
              <a:path w="1837193" h="1060704">
                <a:moveTo>
                  <a:pt x="918597" y="0"/>
                </a:moveTo>
                <a:lnTo>
                  <a:pt x="1837193" y="530352"/>
                </a:lnTo>
                <a:lnTo>
                  <a:pt x="1797960" y="593138"/>
                </a:lnTo>
                <a:lnTo>
                  <a:pt x="1754443" y="653035"/>
                </a:lnTo>
                <a:lnTo>
                  <a:pt x="1706853" y="709750"/>
                </a:lnTo>
                <a:lnTo>
                  <a:pt x="1655424" y="763007"/>
                </a:lnTo>
                <a:lnTo>
                  <a:pt x="1600404" y="812546"/>
                </a:lnTo>
                <a:lnTo>
                  <a:pt x="1542063" y="858128"/>
                </a:lnTo>
                <a:lnTo>
                  <a:pt x="1480684" y="899528"/>
                </a:lnTo>
                <a:lnTo>
                  <a:pt x="1416567" y="936546"/>
                </a:lnTo>
                <a:lnTo>
                  <a:pt x="1350024" y="969001"/>
                </a:lnTo>
                <a:lnTo>
                  <a:pt x="1281379" y="996736"/>
                </a:lnTo>
                <a:lnTo>
                  <a:pt x="1210966" y="1019614"/>
                </a:lnTo>
                <a:lnTo>
                  <a:pt x="1139129" y="1037525"/>
                </a:lnTo>
                <a:lnTo>
                  <a:pt x="1066218" y="1050381"/>
                </a:lnTo>
                <a:lnTo>
                  <a:pt x="992588" y="1058120"/>
                </a:lnTo>
                <a:lnTo>
                  <a:pt x="918597" y="1060704"/>
                </a:lnTo>
                <a:lnTo>
                  <a:pt x="844606" y="1058120"/>
                </a:lnTo>
                <a:lnTo>
                  <a:pt x="770975" y="1050381"/>
                </a:lnTo>
                <a:lnTo>
                  <a:pt x="698064" y="1037525"/>
                </a:lnTo>
                <a:lnTo>
                  <a:pt x="626227" y="1019614"/>
                </a:lnTo>
                <a:lnTo>
                  <a:pt x="555814" y="996736"/>
                </a:lnTo>
                <a:lnTo>
                  <a:pt x="487169" y="969001"/>
                </a:lnTo>
                <a:lnTo>
                  <a:pt x="420626" y="936546"/>
                </a:lnTo>
                <a:lnTo>
                  <a:pt x="356509" y="899528"/>
                </a:lnTo>
                <a:lnTo>
                  <a:pt x="295130" y="858128"/>
                </a:lnTo>
                <a:lnTo>
                  <a:pt x="236789" y="812546"/>
                </a:lnTo>
                <a:lnTo>
                  <a:pt x="181770" y="763007"/>
                </a:lnTo>
                <a:lnTo>
                  <a:pt x="130340" y="709750"/>
                </a:lnTo>
                <a:lnTo>
                  <a:pt x="82750" y="653035"/>
                </a:lnTo>
                <a:lnTo>
                  <a:pt x="39233" y="593138"/>
                </a:lnTo>
                <a:lnTo>
                  <a:pt x="0" y="530352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901934" y="1499616"/>
            <a:ext cx="1060058" cy="1591056"/>
          </a:xfrm>
          <a:custGeom>
            <a:avLst/>
            <a:gdLst/>
            <a:ahLst/>
            <a:cxnLst/>
            <a:rect l="l" t="t" r="r" b="b"/>
            <a:pathLst>
              <a:path w="1060058" h="1591056">
                <a:moveTo>
                  <a:pt x="1060058" y="1060704"/>
                </a:moveTo>
                <a:lnTo>
                  <a:pt x="141461" y="1591056"/>
                </a:lnTo>
                <a:lnTo>
                  <a:pt x="106703" y="1525686"/>
                </a:lnTo>
                <a:lnTo>
                  <a:pt x="76590" y="1458051"/>
                </a:lnTo>
                <a:lnTo>
                  <a:pt x="51268" y="1388480"/>
                </a:lnTo>
                <a:lnTo>
                  <a:pt x="30861" y="1317312"/>
                </a:lnTo>
                <a:lnTo>
                  <a:pt x="15468" y="1244893"/>
                </a:lnTo>
                <a:lnTo>
                  <a:pt x="5164" y="1171578"/>
                </a:lnTo>
                <a:lnTo>
                  <a:pt x="0" y="1097722"/>
                </a:lnTo>
                <a:lnTo>
                  <a:pt x="0" y="1023686"/>
                </a:lnTo>
                <a:lnTo>
                  <a:pt x="5164" y="949830"/>
                </a:lnTo>
                <a:lnTo>
                  <a:pt x="15468" y="876515"/>
                </a:lnTo>
                <a:lnTo>
                  <a:pt x="30861" y="804096"/>
                </a:lnTo>
                <a:lnTo>
                  <a:pt x="51268" y="732928"/>
                </a:lnTo>
                <a:lnTo>
                  <a:pt x="76590" y="663357"/>
                </a:lnTo>
                <a:lnTo>
                  <a:pt x="106703" y="595722"/>
                </a:lnTo>
                <a:lnTo>
                  <a:pt x="141461" y="530352"/>
                </a:lnTo>
                <a:lnTo>
                  <a:pt x="180694" y="467566"/>
                </a:lnTo>
                <a:lnTo>
                  <a:pt x="224211" y="407669"/>
                </a:lnTo>
                <a:lnTo>
                  <a:pt x="271801" y="350954"/>
                </a:lnTo>
                <a:lnTo>
                  <a:pt x="323231" y="297697"/>
                </a:lnTo>
                <a:lnTo>
                  <a:pt x="378250" y="248158"/>
                </a:lnTo>
                <a:lnTo>
                  <a:pt x="436591" y="202576"/>
                </a:lnTo>
                <a:lnTo>
                  <a:pt x="497970" y="161176"/>
                </a:lnTo>
                <a:lnTo>
                  <a:pt x="562087" y="124158"/>
                </a:lnTo>
                <a:lnTo>
                  <a:pt x="628630" y="91703"/>
                </a:lnTo>
                <a:lnTo>
                  <a:pt x="697275" y="63968"/>
                </a:lnTo>
                <a:lnTo>
                  <a:pt x="767688" y="41090"/>
                </a:lnTo>
                <a:lnTo>
                  <a:pt x="839525" y="23179"/>
                </a:lnTo>
                <a:lnTo>
                  <a:pt x="912436" y="10323"/>
                </a:lnTo>
                <a:lnTo>
                  <a:pt x="986067" y="2584"/>
                </a:lnTo>
                <a:lnTo>
                  <a:pt x="1060058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бөлчөк?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Freeform 9"/>
          <p:cNvSpPr/>
          <p:nvPr/>
        </p:nvSpPr>
        <p:spPr>
          <a:xfrm>
            <a:off x="4961992" y="1499616"/>
            <a:ext cx="1060057" cy="1591056"/>
          </a:xfrm>
          <a:custGeom>
            <a:avLst/>
            <a:gdLst/>
            <a:ahLst/>
            <a:cxnLst/>
            <a:rect l="l" t="t" r="r" b="b"/>
            <a:pathLst>
              <a:path w="1060057" h="1591056">
                <a:moveTo>
                  <a:pt x="0" y="1060704"/>
                </a:moveTo>
                <a:lnTo>
                  <a:pt x="0" y="0"/>
                </a:lnTo>
                <a:lnTo>
                  <a:pt x="73991" y="2584"/>
                </a:lnTo>
                <a:lnTo>
                  <a:pt x="147621" y="10323"/>
                </a:lnTo>
                <a:lnTo>
                  <a:pt x="220532" y="23179"/>
                </a:lnTo>
                <a:lnTo>
                  <a:pt x="292369" y="41090"/>
                </a:lnTo>
                <a:lnTo>
                  <a:pt x="362782" y="63968"/>
                </a:lnTo>
                <a:lnTo>
                  <a:pt x="431427" y="91703"/>
                </a:lnTo>
                <a:lnTo>
                  <a:pt x="497970" y="124158"/>
                </a:lnTo>
                <a:lnTo>
                  <a:pt x="562087" y="161176"/>
                </a:lnTo>
                <a:lnTo>
                  <a:pt x="623466" y="202576"/>
                </a:lnTo>
                <a:lnTo>
                  <a:pt x="681807" y="248158"/>
                </a:lnTo>
                <a:lnTo>
                  <a:pt x="736827" y="297697"/>
                </a:lnTo>
                <a:lnTo>
                  <a:pt x="788256" y="350954"/>
                </a:lnTo>
                <a:lnTo>
                  <a:pt x="835846" y="407669"/>
                </a:lnTo>
                <a:lnTo>
                  <a:pt x="879363" y="467566"/>
                </a:lnTo>
                <a:lnTo>
                  <a:pt x="918596" y="530352"/>
                </a:lnTo>
                <a:lnTo>
                  <a:pt x="953354" y="595722"/>
                </a:lnTo>
                <a:lnTo>
                  <a:pt x="983467" y="663357"/>
                </a:lnTo>
                <a:lnTo>
                  <a:pt x="1008789" y="732928"/>
                </a:lnTo>
                <a:lnTo>
                  <a:pt x="1029196" y="804096"/>
                </a:lnTo>
                <a:lnTo>
                  <a:pt x="1044589" y="876515"/>
                </a:lnTo>
                <a:lnTo>
                  <a:pt x="1054893" y="949830"/>
                </a:lnTo>
                <a:lnTo>
                  <a:pt x="1060057" y="1023686"/>
                </a:lnTo>
                <a:lnTo>
                  <a:pt x="1060057" y="1097722"/>
                </a:lnTo>
                <a:lnTo>
                  <a:pt x="1054893" y="1171578"/>
                </a:lnTo>
                <a:lnTo>
                  <a:pt x="1044589" y="1244893"/>
                </a:lnTo>
                <a:lnTo>
                  <a:pt x="1029196" y="1317312"/>
                </a:lnTo>
                <a:lnTo>
                  <a:pt x="1008789" y="1388480"/>
                </a:lnTo>
                <a:lnTo>
                  <a:pt x="983467" y="1458051"/>
                </a:lnTo>
                <a:lnTo>
                  <a:pt x="953354" y="1525686"/>
                </a:lnTo>
                <a:lnTo>
                  <a:pt x="918596" y="1591056"/>
                </a:lnTo>
                <a:close/>
              </a:path>
            </a:pathLst>
          </a:custGeom>
          <a:solidFill>
            <a:srgbClr val="F09A3E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043395" y="2560320"/>
            <a:ext cx="1837193" cy="1060704"/>
          </a:xfrm>
          <a:custGeom>
            <a:avLst/>
            <a:gdLst/>
            <a:ahLst/>
            <a:cxnLst/>
            <a:rect l="l" t="t" r="r" b="b"/>
            <a:pathLst>
              <a:path w="1837193" h="1060704">
                <a:moveTo>
                  <a:pt x="918597" y="0"/>
                </a:moveTo>
                <a:lnTo>
                  <a:pt x="1837193" y="530352"/>
                </a:lnTo>
                <a:lnTo>
                  <a:pt x="1797960" y="593138"/>
                </a:lnTo>
                <a:lnTo>
                  <a:pt x="1754443" y="653035"/>
                </a:lnTo>
                <a:lnTo>
                  <a:pt x="1706853" y="709750"/>
                </a:lnTo>
                <a:lnTo>
                  <a:pt x="1655424" y="763007"/>
                </a:lnTo>
                <a:lnTo>
                  <a:pt x="1600404" y="812546"/>
                </a:lnTo>
                <a:lnTo>
                  <a:pt x="1542063" y="858128"/>
                </a:lnTo>
                <a:lnTo>
                  <a:pt x="1480684" y="899528"/>
                </a:lnTo>
                <a:lnTo>
                  <a:pt x="1416567" y="936546"/>
                </a:lnTo>
                <a:lnTo>
                  <a:pt x="1350024" y="969001"/>
                </a:lnTo>
                <a:lnTo>
                  <a:pt x="1281379" y="996736"/>
                </a:lnTo>
                <a:lnTo>
                  <a:pt x="1210966" y="1019614"/>
                </a:lnTo>
                <a:lnTo>
                  <a:pt x="1139129" y="1037525"/>
                </a:lnTo>
                <a:lnTo>
                  <a:pt x="1066218" y="1050381"/>
                </a:lnTo>
                <a:lnTo>
                  <a:pt x="992588" y="1058120"/>
                </a:lnTo>
                <a:lnTo>
                  <a:pt x="918597" y="1060704"/>
                </a:lnTo>
                <a:lnTo>
                  <a:pt x="844606" y="1058120"/>
                </a:lnTo>
                <a:lnTo>
                  <a:pt x="770975" y="1050381"/>
                </a:lnTo>
                <a:lnTo>
                  <a:pt x="698064" y="1037525"/>
                </a:lnTo>
                <a:lnTo>
                  <a:pt x="626227" y="1019614"/>
                </a:lnTo>
                <a:lnTo>
                  <a:pt x="555814" y="996736"/>
                </a:lnTo>
                <a:lnTo>
                  <a:pt x="487169" y="969001"/>
                </a:lnTo>
                <a:lnTo>
                  <a:pt x="420626" y="936546"/>
                </a:lnTo>
                <a:lnTo>
                  <a:pt x="356509" y="899528"/>
                </a:lnTo>
                <a:lnTo>
                  <a:pt x="295130" y="858128"/>
                </a:lnTo>
                <a:lnTo>
                  <a:pt x="236789" y="812546"/>
                </a:lnTo>
                <a:lnTo>
                  <a:pt x="181770" y="763007"/>
                </a:lnTo>
                <a:lnTo>
                  <a:pt x="130340" y="709750"/>
                </a:lnTo>
                <a:lnTo>
                  <a:pt x="82750" y="653035"/>
                </a:lnTo>
                <a:lnTo>
                  <a:pt x="39233" y="593138"/>
                </a:lnTo>
                <a:lnTo>
                  <a:pt x="0" y="530352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901934" y="1499616"/>
            <a:ext cx="1060058" cy="1591056"/>
          </a:xfrm>
          <a:custGeom>
            <a:avLst/>
            <a:gdLst/>
            <a:ahLst/>
            <a:cxnLst/>
            <a:rect l="l" t="t" r="r" b="b"/>
            <a:pathLst>
              <a:path w="1060058" h="1591056">
                <a:moveTo>
                  <a:pt x="1060058" y="1060704"/>
                </a:moveTo>
                <a:lnTo>
                  <a:pt x="141461" y="1591056"/>
                </a:lnTo>
                <a:lnTo>
                  <a:pt x="106703" y="1525686"/>
                </a:lnTo>
                <a:lnTo>
                  <a:pt x="76590" y="1458051"/>
                </a:lnTo>
                <a:lnTo>
                  <a:pt x="51268" y="1388480"/>
                </a:lnTo>
                <a:lnTo>
                  <a:pt x="30861" y="1317312"/>
                </a:lnTo>
                <a:lnTo>
                  <a:pt x="15468" y="1244893"/>
                </a:lnTo>
                <a:lnTo>
                  <a:pt x="5164" y="1171578"/>
                </a:lnTo>
                <a:lnTo>
                  <a:pt x="0" y="1097722"/>
                </a:lnTo>
                <a:lnTo>
                  <a:pt x="0" y="1023686"/>
                </a:lnTo>
                <a:lnTo>
                  <a:pt x="5164" y="949830"/>
                </a:lnTo>
                <a:lnTo>
                  <a:pt x="15468" y="876515"/>
                </a:lnTo>
                <a:lnTo>
                  <a:pt x="30861" y="804096"/>
                </a:lnTo>
                <a:lnTo>
                  <a:pt x="51268" y="732928"/>
                </a:lnTo>
                <a:lnTo>
                  <a:pt x="76590" y="663357"/>
                </a:lnTo>
                <a:lnTo>
                  <a:pt x="106703" y="595722"/>
                </a:lnTo>
                <a:lnTo>
                  <a:pt x="141461" y="530352"/>
                </a:lnTo>
                <a:lnTo>
                  <a:pt x="180694" y="467566"/>
                </a:lnTo>
                <a:lnTo>
                  <a:pt x="224211" y="407669"/>
                </a:lnTo>
                <a:lnTo>
                  <a:pt x="271801" y="350954"/>
                </a:lnTo>
                <a:lnTo>
                  <a:pt x="323231" y="297697"/>
                </a:lnTo>
                <a:lnTo>
                  <a:pt x="378250" y="248158"/>
                </a:lnTo>
                <a:lnTo>
                  <a:pt x="436591" y="202576"/>
                </a:lnTo>
                <a:lnTo>
                  <a:pt x="497970" y="161176"/>
                </a:lnTo>
                <a:lnTo>
                  <a:pt x="562087" y="124158"/>
                </a:lnTo>
                <a:lnTo>
                  <a:pt x="628630" y="91703"/>
                </a:lnTo>
                <a:lnTo>
                  <a:pt x="697275" y="63968"/>
                </a:lnTo>
                <a:lnTo>
                  <a:pt x="767688" y="41090"/>
                </a:lnTo>
                <a:lnTo>
                  <a:pt x="839525" y="23179"/>
                </a:lnTo>
                <a:lnTo>
                  <a:pt x="912436" y="10323"/>
                </a:lnTo>
                <a:lnTo>
                  <a:pt x="986067" y="2584"/>
                </a:lnTo>
                <a:lnTo>
                  <a:pt x="1060058" y="0"/>
                </a:lnTo>
                <a:close/>
              </a:path>
            </a:pathLst>
          </a:custGeom>
          <a:solidFill>
            <a:srgbClr val="F6E3BF"/>
          </a:solidFill>
          <a:ln w="285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бөлчөк?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«Алтыдан бир» сан менен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«Алтыдан бир» сан менен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□ 1/8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□ 1/8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1/2 &gt; 1/8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3047" y="2016376"/>
            <a:ext cx="679929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2977" y="2016376"/>
            <a:ext cx="679929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82906" y="2016376"/>
            <a:ext cx="679929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2836" y="2016376"/>
            <a:ext cx="679929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2766" y="2016376"/>
            <a:ext cx="679929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3047" y="2016376"/>
            <a:ext cx="679929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2977" y="2016376"/>
            <a:ext cx="679929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82906" y="2016376"/>
            <a:ext cx="679929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2836" y="2016376"/>
            <a:ext cx="679929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2766" y="2016376"/>
            <a:ext cx="679929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сөз менен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сөз менен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төрттөн үч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66303" y="2390607"/>
            <a:ext cx="3113136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21167" y="218943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73847" y="2575265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72019" y="2249789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22871" y="2249789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3723" y="2249789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24575" y="218943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77255" y="2575265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446289" y="2264877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Чекит?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66303" y="2390607"/>
            <a:ext cx="3113136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21167" y="218943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73847" y="2575265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72019" y="2249789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22871" y="2249789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3723" y="2249789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24575" y="2189439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77255" y="2575265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3446289" y="2264877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Чекит?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1/7 □ 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1/7 □ 1/3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1/7 &lt; 1/3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Бүтүн = □/5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Бүтүн = □/5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5/5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Oval 9"/>
          <p:cNvSpPr/>
          <p:nvPr/>
        </p:nvSpPr>
        <p:spPr>
          <a:xfrm>
            <a:off x="2957261" y="1616293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3370935" y="1483917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017965" y="1616293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4431639" y="1483917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78669" y="1616293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5492343" y="1483917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57261" y="2676997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370935" y="2544621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017965" y="2676997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4431639" y="2544621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78669" y="2676997"/>
            <a:ext cx="827349" cy="827349"/>
          </a:xfrm>
          <a:prstGeom prst="ellipse">
            <a:avLst/>
          </a:prstGeom>
          <a:solidFill>
            <a:srgbClr val="FFFFFF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492343" y="2544621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Кургатылганы?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Oval 9"/>
          <p:cNvSpPr/>
          <p:nvPr/>
        </p:nvSpPr>
        <p:spPr>
          <a:xfrm>
            <a:off x="2957261" y="1616293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3370935" y="1483917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017965" y="1616293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4431639" y="1483917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78669" y="1616293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5492343" y="1483917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57261" y="2676997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370935" y="2544621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017965" y="2676997"/>
            <a:ext cx="827349" cy="827349"/>
          </a:xfrm>
          <a:prstGeom prst="ellipse">
            <a:avLst/>
          </a:prstGeom>
          <a:solidFill>
            <a:srgbClr val="F09A3E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4431639" y="2544621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78669" y="2676997"/>
            <a:ext cx="827349" cy="827349"/>
          </a:xfrm>
          <a:prstGeom prst="ellipse">
            <a:avLst/>
          </a:prstGeom>
          <a:solidFill>
            <a:srgbClr val="FFFFFF"/>
          </a:solidFill>
          <a:ln w="17236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492343" y="2544621"/>
            <a:ext cx="132376" cy="132376"/>
          </a:xfrm>
          <a:prstGeom prst="line">
            <a:avLst/>
          </a:prstGeom>
          <a:ln w="2528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Кургатылганы?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5/6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Алымы 3, бөлүмү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Алымы 3, бөлүмү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Эң чоңу:  1/4,  1/2,  1/9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Эң чоңу:  1/4,  1/2,  1/9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3047" y="2016376"/>
            <a:ext cx="1767816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0864" y="2016376"/>
            <a:ext cx="1019894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10759" y="2016376"/>
            <a:ext cx="611936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Бул 1/3 бү?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3047" y="2016376"/>
            <a:ext cx="1767816" cy="1087887"/>
          </a:xfrm>
          <a:prstGeom prst="rect">
            <a:avLst/>
          </a:prstGeom>
          <a:solidFill>
            <a:srgbClr val="F09A3E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0864" y="2016376"/>
            <a:ext cx="1019894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10759" y="2016376"/>
            <a:ext cx="611936" cy="1087887"/>
          </a:xfrm>
          <a:prstGeom prst="rect">
            <a:avLst/>
          </a:prstGeom>
          <a:solidFill>
            <a:srgbClr val="FFFFFF"/>
          </a:solidFill>
          <a:ln w="2266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1567" y="1463040"/>
            <a:ext cx="56203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Бул 1/3 бү?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200" b="1">
                <a:solidFill>
                  <a:srgbClr val="24418C"/>
                </a:solidFill>
                <a:latin typeface="PT Sans"/>
              </a:rPr>
              <a:t>Жок: бирдей эмес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