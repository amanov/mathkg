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(«цифралар 2 орун солго жылды»)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«болжол менен туура келеби?»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Кеминдеги тигүү цехи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6,1 ×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6,1 ×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900 :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900 :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0,47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0,47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: 1 000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: 1 000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2,5 × 1 000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2,5 × 1 000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2 500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8,8 :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8,8 :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1 300 : 1 000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1 300 : 1 000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1,3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0,03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0,03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: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: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7,25 ×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7,25 ×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72,5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160 :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160 :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0,4 :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0,4 :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