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Той даярдыгы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16нын теңи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21дин үчтөн бири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45тин бештен бири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Сандын теңи 14. Ал сан?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16нын теңи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21дин үчтөн бири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45тин бештен бири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Сандын теңи 14. Ал сан?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12нин төрттөн үчү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30дун бештен экиси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42нин жетиден төртү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56нын сегизден беши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12нин төрттөн үчү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30дун бештен экиси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42нин жетиден төртү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56нын сегизден беши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Той үчүн 20 кесе. Төрттөн бири кызыл. Канча кызыл?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боорсоктун үчтөн экиси желди. Канча калды?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Темирдин акчасынын бештен бири 6 сом. Баары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көп: 18дин үчтөн бири же 20нын төрттөн бири?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Той үчүн 20 кесе. Төрттөн бири кызыл. Канча кызыл?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боорсоктун үчтөн экиси желди. Канча калды?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Темирдин акчасынын бештен бири 6 сом. Баары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көп: 18дин үчтөн бири же 20нын төрттөн бири?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&gt;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Тилке 3 бирдей бөлүк, 1 бөлүгү боялды. Кайсы бөлүгү?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8дин теңи 4, 16нын теңи 8, 32нин теңи 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Сандын үчтөн бири 7. Үчтөн экиси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Ким туура? 24түн төрттөн үчү: 18 же 32?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Тилке 3 бирдей бөлүк, 1 бөлүгү боялды. Кайсы бөлүгү?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үчтөн бири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8дин теңи 4, 16нын теңи 8, 32нин теңи 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Сандын үчтөн бири 7. Үчтөн экиси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Ким туура? 24түн төрттөн үчү: 18 же 32?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 (3 × 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