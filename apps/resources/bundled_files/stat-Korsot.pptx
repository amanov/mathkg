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1040" r:id="rId18"/>
    <p:sldId id="1041" r:id="rId19"/>
    <p:sldId id="1042" r:id="rId20"/>
    <p:sldId id="1043" r:id="rId21"/>
    <p:sldId id="1044" r:id="rId22"/>
    <p:sldId id="1045" r:id="rId23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44"/>
            <p14:sldId id="848"/>
          </p14:sldIdLst>
        </p14:section>
        <p14:section name="Show Me Slides" id="{059544AC-2C27-45B1-9F95-F87DF8854DD6}">
          <p14:sldIdLst>
            <p14:sldId id="1039"/>
            <p14:sldId id="943"/>
            <p14:sldId id="960"/>
          </p14:sldIdLst>
        </p14:section>
        <p14:section name="goteachmaths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115" d="100"/>
          <a:sy n="115" d="100"/>
        </p:scale>
        <p:origin x="1446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1, 2, 6, 8,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4, 4,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10, 10,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1, 2, 3, 4,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1, 4, 6,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Көрсөт: 20–30 секунд ойлонуу, анан «3, 2, 1 — көрсөткүлө!». Жооптор ар түрдүү болот — 2–3 ар башка тактаны тандап, класс менен текшериңиз: шарт аткарылдыбы?</a:t>
            </a:r>
          </a:p>
          <a:p>
            <a:r>
              <a:t>Мисал жооп: 5, 6,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1146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…5 сандан турган, медианасы 6 болгон тизмени.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1 /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…модасы 4, бирок орточосу 4 эмес болгон тизмени.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2 /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…орточосу 10, кулачы 0 болгон тизмени.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3 /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…орточосу медианасынан чоң болгон 5 сандуу тизмени.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4 /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…кулачы 8, медианасы 5 болгон 4 сандуу тизмени.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5 /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1520" y="1828800"/>
            <a:ext cx="8412480" cy="32918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600">
                <a:latin typeface="Calibri"/>
                <a:cs typeface="Calibri"/>
              </a:rPr>
              <a:t>…орточосу 7 болгон үч санды. Бирөөсү да 7 болбосун.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639" y="213361"/>
            <a:ext cx="6309361" cy="975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ky-KG" sz="4800" b="1">
                <a:solidFill>
                  <a:srgbClr val="0070C0"/>
                </a:solidFill>
                <a:latin typeface="Georgia"/>
                <a:cs typeface="Georgia"/>
              </a:rPr>
              <a:t>Көрсөт…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8412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ky-KG" sz="1800">
                <a:solidFill>
                  <a:srgbClr val="7F7F7F"/>
                </a:solidFill>
                <a:latin typeface="Calibri"/>
                <a:cs typeface="Calibri"/>
              </a:rPr>
              <a:t>Мини тактага жаз. Белги боюнча баары бирге көтөрөт.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200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10403</TotalTime>
  <Words>172</Words>
  <Application>Microsoft Office PowerPoint</Application>
  <PresentationFormat>A4 Paper (210x297 mm)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Rufus Woodwark</cp:lastModifiedBy>
  <cp:revision>502</cp:revision>
  <cp:lastPrinted>2017-12-31T22:38:51Z</cp:lastPrinted>
  <dcterms:created xsi:type="dcterms:W3CDTF">2017-01-17T16:57:04Z</dcterms:created>
  <dcterms:modified xsi:type="dcterms:W3CDTF">2024-08-12T09:51:18Z</dcterms:modified>
</cp:coreProperties>
</file>