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аталышы жана бүгүнкү окуя.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жолу: ар бир бөлүк өз слайды менен ачылат.</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Окуяны окуп бериңиз. Окуучулар болжолдошсун: жол 1 сааттан көппү, азбы? Жоопту сабактын аягында (22-слайд) текшеребиз. Проектор жок болсо, кагаз саатты 9:30га коюп көрсөтөм.</a:t>
            </a:r>
          </a:p>
          <a:p>
            <a:r>
              <a:t>3C (Байланыштыруу): Окуя турмуштан: бул суроого сабактын аягында кайтабыз.</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Ой жүгүртүү маданияты (Wenxi Lee, 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Ийгилик критерийлери: сабактын аягында ар бирине ✓ коёбуз.</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Спираль: тема класстан класска тереңдейт.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Мини-тактага жазышат.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Жоопту дароо айтпайбыз. Жупта талкуулашат. Жооп: Бекзат: кыска жебе 7ден өттү, 8ге жете элек. Саат 7:45 (Айсулуу – М2).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жупка: бир жолку кагаз тарелка же картон тегерек, картондон эки жебе (кыска жана узун, эки түстө), бөлүктөөчү кадак (жок болсо, сым же кнопка менен ширеңке кутусу). Окуучулар 1–12 сандарын жазышат, сыртына кичинекей 5, 10, 15 … 55. Узун жебени бир айлантсак, кыска жебе бир сандан кийинки санга жылат: «60 мүнөт = 1 саат» деп өздөрү айтышат. Класска бир жип (3–4 м) жана кийим кыскычтар: күн тартиби карталарын (Турам 7:00, Мектеп 8:00 …) убакыт тартибинде илебиз. Проектор жок болсо, ушул сүрөттү доскага чийем.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Эки саатты доскага чийем. Убакыт тилкеси: ар бир кичине сызык = 5 мүнөт. 9:30дан 10:00гө чейин 6 секирик (30 мүнөт), 10:00дөн 10:20га чейин 4 секирик (20 мүнөт). Секириктерди санайбыз, сызыктарды эмес (М4). 1020 − 930 = 90 эмес: саатта 60 мүнөт (М3).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Адегенде кыска жебе: кайсы сандан ӨТТҮ (М2)? Анан узун жебе: 5тен санайбыз (М5). Сан менен жазганда мүнөт дайыма эки цифра: 7:05, 7:45. Чейрек = 15 мүнөт, жарым = 30 мүнөт.</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ыкманы окуучу үн чыгарып айтат: «адегенде так саатка чейин 20, анан 15». «Оозеки беш мүнөт» (класста колдонуу картасы) эки апта ушул ыкмаларды кайталайт.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Баары бир убакта манжа менен көрсөтөт (1–4). Туура эмес жооптун коду: А = М2; Б = ✓; В = М1; Г = М5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деңгээл: так саатка чейин + андан ары → саатты аралап → бүтүн сааттар. Жооптор: 10 + 15 = 25 мүнөт; 15 + 15 = 30 мүнөт; 4 саат (8→9→10→11→12)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Жеңилден баштап, мүмкүн болушунча алдыга.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Так саатка чейин 30 мүнөт, андан ары 20 мүнөт: 30 + 20 = 50. Кимдир бирөө 90 десе (1020 − 930), узун жебени 9:30дан 10:20га чейин айлантып көрсөтөм: бир толук айланууга жетпейт (М3).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Блум: Түзүү. Жупта алмашып, бири-биринин маселесин чыгарышат.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Жооптор: 8:30; 60;  24; 20 + 15 = 35 мүнөт</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Бул слайд окуучуларга көрсөтүлбөйт.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3" name="TextBox 2"/>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1/26</a:t>
            </a:r>
          </a:p>
        </p:txBody>
      </p:sp>
      <p:sp>
        <p:nvSpPr>
          <p:cNvPr id="4" name="Rounded Rectangle 3"/>
          <p:cNvSpPr/>
          <p:nvPr/>
        </p:nvSpPr>
        <p:spPr>
          <a:xfrm>
            <a:off x="822960" y="1371600"/>
            <a:ext cx="164592" cy="128016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97280" y="1371600"/>
            <a:ext cx="164592" cy="128016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71600" y="1371600"/>
            <a:ext cx="164592" cy="128016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1188720"/>
            <a:ext cx="9601200" cy="548640"/>
          </a:xfrm>
          <a:prstGeom prst="rect">
            <a:avLst/>
          </a:prstGeom>
          <a:noFill/>
        </p:spPr>
        <p:txBody>
          <a:bodyPr wrap="square" anchor="t" lIns="45720" rIns="45720" tIns="27432" bIns="27432">
            <a:spAutoFit/>
          </a:bodyPr>
          <a:lstStyle/>
          <a:p>
            <a:pPr algn="l">
              <a:lnSpc>
                <a:spcPct val="105000"/>
              </a:lnSpc>
            </a:pPr>
            <a:r>
              <a:rPr sz="2200" b="0" i="0">
                <a:solidFill>
                  <a:srgbClr val="4A5A70"/>
                </a:solidFill>
                <a:latin typeface="PT Sans"/>
              </a:rPr>
              <a:t/>
            </a:r>
          </a:p>
        </p:txBody>
      </p:sp>
      <p:sp>
        <p:nvSpPr>
          <p:cNvPr id="8" name="TextBox 7"/>
          <p:cNvSpPr txBox="1"/>
          <p:nvPr/>
        </p:nvSpPr>
        <p:spPr>
          <a:xfrm>
            <a:off x="1828800" y="1691640"/>
            <a:ext cx="9601200" cy="1737360"/>
          </a:xfrm>
          <a:prstGeom prst="rect">
            <a:avLst/>
          </a:prstGeom>
          <a:noFill/>
        </p:spPr>
        <p:txBody>
          <a:bodyPr wrap="square" anchor="t" lIns="45720" rIns="45720" tIns="27432" bIns="27432">
            <a:spAutoFit/>
          </a:bodyPr>
          <a:lstStyle/>
          <a:p>
            <a:pPr algn="l">
              <a:lnSpc>
                <a:spcPct val="105000"/>
              </a:lnSpc>
            </a:pPr>
            <a:r>
              <a:rPr sz="4000" b="1" i="0">
                <a:solidFill>
                  <a:srgbClr val="1D3557"/>
                </a:solidFill>
                <a:latin typeface="PT Sans"/>
              </a:rPr>
              <a:t>Убакыт: саат, мүнөт жана календарь</a:t>
            </a:r>
          </a:p>
        </p:txBody>
      </p:sp>
      <p:sp>
        <p:nvSpPr>
          <p:cNvPr id="9" name="Rounded Rectangle 8"/>
          <p:cNvSpPr/>
          <p:nvPr/>
        </p:nvSpPr>
        <p:spPr>
          <a:xfrm>
            <a:off x="1828800" y="3611880"/>
            <a:ext cx="8778240" cy="1463040"/>
          </a:xfrm>
          <a:prstGeom prst="roundRect">
            <a:avLst>
              <a:gd name="adj" fmla="val 12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0"/>
            <a:ext cx="8321040" cy="457200"/>
          </a:xfrm>
          <a:prstGeom prst="rect">
            <a:avLst/>
          </a:prstGeom>
          <a:noFill/>
        </p:spPr>
        <p:txBody>
          <a:bodyPr wrap="square" anchor="t" lIns="45720" rIns="45720" tIns="27432" bIns="27432">
            <a:spAutoFit/>
          </a:bodyPr>
          <a:lstStyle/>
          <a:p>
            <a:pPr algn="l">
              <a:lnSpc>
                <a:spcPct val="105000"/>
              </a:lnSpc>
            </a:pPr>
            <a:r>
              <a:rPr sz="2400" b="1" i="0">
                <a:solidFill>
                  <a:srgbClr val="A84400"/>
                </a:solidFill>
                <a:latin typeface="PT Sans"/>
              </a:rPr>
              <a:t>Бүгүнкү окуя: Ишемби: Токмокко, Зуура апага</a:t>
            </a:r>
          </a:p>
        </p:txBody>
      </p:sp>
      <p:sp>
        <p:nvSpPr>
          <p:cNvPr id="11" name="TextBox 10"/>
          <p:cNvSpPr txBox="1"/>
          <p:nvPr/>
        </p:nvSpPr>
        <p:spPr>
          <a:xfrm>
            <a:off x="2057400" y="4160520"/>
            <a:ext cx="8321040" cy="914400"/>
          </a:xfrm>
          <a:prstGeom prst="rect">
            <a:avLst/>
          </a:prstGeom>
          <a:noFill/>
        </p:spPr>
        <p:txBody>
          <a:bodyPr wrap="square" anchor="t" lIns="45720" rIns="45720" tIns="27432" bIns="27432">
            <a:spAutoFit/>
          </a:bodyPr>
          <a:lstStyle/>
          <a:p>
            <a:pPr algn="l">
              <a:lnSpc>
                <a:spcPct val="105000"/>
              </a:lnSpc>
            </a:pPr>
            <a:r>
              <a:rPr sz="1900" b="0" i="0">
                <a:solidFill>
                  <a:srgbClr val="1F2430"/>
                </a:solidFill>
                <a:latin typeface="PT Sans"/>
              </a:rPr>
              <a:t>Айсулуу менен Бекзат маршрутка менен Токмокко барышат. Айсулуу ар бир окуянын убактысын жазат.</a:t>
            </a:r>
          </a:p>
        </p:txBody>
      </p:sp>
      <p:sp>
        <p:nvSpPr>
          <p:cNvPr id="12" name="TextBox 11"/>
          <p:cNvSpPr txBox="1"/>
          <p:nvPr/>
        </p:nvSpPr>
        <p:spPr>
          <a:xfrm>
            <a:off x="1828800" y="5349240"/>
            <a:ext cx="9601200" cy="457200"/>
          </a:xfrm>
          <a:prstGeom prst="rect">
            <a:avLst/>
          </a:prstGeom>
          <a:noFill/>
        </p:spPr>
        <p:txBody>
          <a:bodyPr wrap="square" anchor="t" lIns="45720" rIns="45720" tIns="27432" bIns="27432">
            <a:spAutoFit/>
          </a:bodyPr>
          <a:lstStyle/>
          <a:p>
            <a:pPr algn="l">
              <a:lnSpc>
                <a:spcPct val="105000"/>
              </a:lnSpc>
            </a:pPr>
            <a:r>
              <a:rPr sz="1300" b="0" i="1">
                <a:solidFill>
                  <a:srgbClr val="6B7280"/>
                </a:solidFill>
                <a:latin typeface="PT Sans"/>
              </a:rPr>
              <a:t>Китеп: 2025–26 КТП, 2-класс: «убакыт», «жарым жана чейрек»; 2011-стандарт 3.2 (убакыттын чен бирдиктери). Кыргызча окуу китеби папкада жок; мазмуну толук жаңы.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Сабактын мазмуну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2/26</a:t>
            </a:r>
          </a:p>
        </p:txBody>
      </p:sp>
      <p:sp>
        <p:nvSpPr>
          <p:cNvPr id="10" name="Rounded Rectangle 9"/>
          <p:cNvSpPr/>
          <p:nvPr/>
        </p:nvSpPr>
        <p:spPr>
          <a:xfrm>
            <a:off x="429768" y="1280160"/>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 y="1463039"/>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80160" y="1280160"/>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Кириш</a:t>
            </a:r>
          </a:p>
        </p:txBody>
      </p:sp>
      <p:sp>
        <p:nvSpPr>
          <p:cNvPr id="13" name="TextBox 12"/>
          <p:cNvSpPr txBox="1"/>
          <p:nvPr/>
        </p:nvSpPr>
        <p:spPr>
          <a:xfrm>
            <a:off x="4480560" y="1280160"/>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 эрежелер, максаттар</a:t>
            </a:r>
          </a:p>
        </p:txBody>
      </p:sp>
      <p:sp>
        <p:nvSpPr>
          <p:cNvPr id="14" name="Rounded Rectangle 13"/>
          <p:cNvSpPr/>
          <p:nvPr/>
        </p:nvSpPr>
        <p:spPr>
          <a:xfrm>
            <a:off x="429768" y="2212848"/>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2395728"/>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80160" y="2212848"/>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Даярдык</a:t>
            </a:r>
          </a:p>
        </p:txBody>
      </p:sp>
      <p:sp>
        <p:nvSpPr>
          <p:cNvPr id="17" name="TextBox 16"/>
          <p:cNvSpPr txBox="1"/>
          <p:nvPr/>
        </p:nvSpPr>
        <p:spPr>
          <a:xfrm>
            <a:off x="4480560" y="2212848"/>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Эстейбиз, «Ким туура?»</a:t>
            </a:r>
          </a:p>
        </p:txBody>
      </p:sp>
      <p:sp>
        <p:nvSpPr>
          <p:cNvPr id="18" name="Rounded Rectangle 17"/>
          <p:cNvSpPr/>
          <p:nvPr/>
        </p:nvSpPr>
        <p:spPr>
          <a:xfrm>
            <a:off x="429768" y="3145536"/>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0080" y="3328416"/>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0" name="TextBox 19"/>
          <p:cNvSpPr txBox="1"/>
          <p:nvPr/>
        </p:nvSpPr>
        <p:spPr>
          <a:xfrm>
            <a:off x="1280160" y="3145536"/>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Түшүнөбүз</a:t>
            </a:r>
          </a:p>
        </p:txBody>
      </p:sp>
      <p:sp>
        <p:nvSpPr>
          <p:cNvPr id="21" name="TextBox 20"/>
          <p:cNvSpPr txBox="1"/>
          <p:nvPr/>
        </p:nvSpPr>
        <p:spPr>
          <a:xfrm>
            <a:off x="4480560" y="3145536"/>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К → С → А: буюм, тилке, эреже</a:t>
            </a:r>
          </a:p>
        </p:txBody>
      </p:sp>
      <p:sp>
        <p:nvSpPr>
          <p:cNvPr id="22" name="Rounded Rectangle 21"/>
          <p:cNvSpPr/>
          <p:nvPr/>
        </p:nvSpPr>
        <p:spPr>
          <a:xfrm>
            <a:off x="429768" y="4078224"/>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 y="426110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4" name="TextBox 23"/>
          <p:cNvSpPr txBox="1"/>
          <p:nvPr/>
        </p:nvSpPr>
        <p:spPr>
          <a:xfrm>
            <a:off x="1280160" y="4078224"/>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Машыгабыз</a:t>
            </a:r>
          </a:p>
        </p:txBody>
      </p:sp>
      <p:sp>
        <p:nvSpPr>
          <p:cNvPr id="25" name="TextBox 24"/>
          <p:cNvSpPr txBox="1"/>
          <p:nvPr/>
        </p:nvSpPr>
        <p:spPr>
          <a:xfrm>
            <a:off x="4480560" y="4078224"/>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Чечүүчү суроо, тилке, өз алдынча иш</a:t>
            </a:r>
          </a:p>
        </p:txBody>
      </p:sp>
      <p:sp>
        <p:nvSpPr>
          <p:cNvPr id="26" name="Rounded Rectangle 25"/>
          <p:cNvSpPr/>
          <p:nvPr/>
        </p:nvSpPr>
        <p:spPr>
          <a:xfrm>
            <a:off x="429768" y="5010912"/>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0080" y="5193792"/>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8" name="TextBox 27"/>
          <p:cNvSpPr txBox="1"/>
          <p:nvPr/>
        </p:nvSpPr>
        <p:spPr>
          <a:xfrm>
            <a:off x="1280160" y="5010912"/>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Жыйынтык</a:t>
            </a:r>
          </a:p>
        </p:txBody>
      </p:sp>
      <p:sp>
        <p:nvSpPr>
          <p:cNvPr id="29" name="TextBox 28"/>
          <p:cNvSpPr txBox="1"/>
          <p:nvPr/>
        </p:nvSpPr>
        <p:spPr>
          <a:xfrm>
            <a:off x="4480560" y="5010912"/>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Окуяга кайтуу, түзүү, чыгуу билети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 Ишемби: Токмокко, Зуура апага</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3/26</a:t>
            </a:r>
          </a:p>
        </p:txBody>
      </p:sp>
      <p:sp>
        <p:nvSpPr>
          <p:cNvPr id="10" name="Rounded Rectangle 9"/>
          <p:cNvSpPr/>
          <p:nvPr/>
        </p:nvSpPr>
        <p:spPr>
          <a:xfrm>
            <a:off x="429768" y="1225296"/>
            <a:ext cx="6766560" cy="45720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25880"/>
            <a:ext cx="6217920" cy="4389120"/>
          </a:xfrm>
          <a:prstGeom prst="rect">
            <a:avLst/>
          </a:prstGeom>
          <a:noFill/>
        </p:spPr>
        <p:txBody>
          <a:bodyPr wrap="square" anchor="t" lIns="45720" rIns="45720" tIns="27432" bIns="27432">
            <a:spAutoFit/>
          </a:bodyPr>
          <a:lstStyle/>
          <a:p>
            <a:pPr algn="l">
              <a:lnSpc>
                <a:spcPct val="105000"/>
              </a:lnSpc>
            </a:pPr>
            <a:r>
              <a:rPr sz="2100" b="0" i="0">
                <a:solidFill>
                  <a:srgbClr val="1F2430"/>
                </a:solidFill>
                <a:latin typeface="PT Sans"/>
              </a:rPr>
              <a:t>Ишемби. Айсулуу менен Бекзат Токмокко, Зуура апасына барышат.</a:t>
            </a:r>
          </a:p>
          <a:p>
            <a:pPr algn="l">
              <a:lnSpc>
                <a:spcPct val="105000"/>
              </a:lnSpc>
              <a:spcBef>
                <a:spcPts val="800"/>
              </a:spcBef>
            </a:pPr>
            <a:r>
              <a:rPr sz="2100" b="0" i="0">
                <a:solidFill>
                  <a:srgbClr val="1F2430"/>
                </a:solidFill>
                <a:latin typeface="PT Sans"/>
              </a:rPr>
              <a:t>Маршрутка 9:30да жөнөйт. Айсулуу кагаз саатын алып алды.</a:t>
            </a:r>
          </a:p>
          <a:p>
            <a:pPr algn="l">
              <a:lnSpc>
                <a:spcPct val="105000"/>
              </a:lnSpc>
              <a:spcBef>
                <a:spcPts val="800"/>
              </a:spcBef>
            </a:pPr>
            <a:r>
              <a:rPr sz="2100" b="0" i="0">
                <a:solidFill>
                  <a:srgbClr val="1F2430"/>
                </a:solidFill>
                <a:latin typeface="PT Sans"/>
              </a:rPr>
              <a:t>Токмокто Зуура апа боорсок бышырат. Анан баары Бурана мунарасына барышат.</a:t>
            </a:r>
          </a:p>
          <a:p>
            <a:pPr algn="l">
              <a:lnSpc>
                <a:spcPct val="105000"/>
              </a:lnSpc>
              <a:spcBef>
                <a:spcPts val="800"/>
              </a:spcBef>
            </a:pPr>
            <a:r>
              <a:rPr sz="2100" b="0" i="0">
                <a:solidFill>
                  <a:srgbClr val="1F2430"/>
                </a:solidFill>
                <a:latin typeface="PT Sans"/>
              </a:rPr>
              <a:t>Айсулуу ар бир окуянын убактысын жипке илип, убакыт тилкесин жасайт.</a:t>
            </a:r>
          </a:p>
        </p:txBody>
      </p:sp>
      <p:sp>
        <p:nvSpPr>
          <p:cNvPr id="12" name="Rounded Rectangle 11"/>
          <p:cNvSpPr/>
          <p:nvPr/>
        </p:nvSpPr>
        <p:spPr>
          <a:xfrm>
            <a:off x="7406640" y="1225296"/>
            <a:ext cx="4352544" cy="45720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325880"/>
            <a:ext cx="3931920" cy="457200"/>
          </a:xfrm>
          <a:prstGeom prst="rect">
            <a:avLst/>
          </a:prstGeom>
          <a:noFill/>
        </p:spPr>
        <p:txBody>
          <a:bodyPr wrap="square" anchor="t" lIns="45720" rIns="45720" tIns="27432" bIns="27432">
            <a:spAutoFit/>
          </a:bodyPr>
          <a:lstStyle/>
          <a:p>
            <a:pPr algn="l">
              <a:lnSpc>
                <a:spcPct val="105000"/>
              </a:lnSpc>
            </a:pPr>
            <a:r>
              <a:rPr sz="2200" b="1" i="0">
                <a:solidFill>
                  <a:srgbClr val="A84400"/>
                </a:solidFill>
                <a:latin typeface="PT Sans"/>
              </a:rPr>
              <a:t>Суроо</a:t>
            </a:r>
          </a:p>
        </p:txBody>
      </p:sp>
      <p:sp>
        <p:nvSpPr>
          <p:cNvPr id="14" name="TextBox 13"/>
          <p:cNvSpPr txBox="1"/>
          <p:nvPr/>
        </p:nvSpPr>
        <p:spPr>
          <a:xfrm>
            <a:off x="7635240" y="1828800"/>
            <a:ext cx="3931920" cy="2743200"/>
          </a:xfrm>
          <a:prstGeom prst="rect">
            <a:avLst/>
          </a:prstGeom>
          <a:noFill/>
        </p:spPr>
        <p:txBody>
          <a:bodyPr wrap="square" anchor="t" lIns="45720" rIns="45720" tIns="27432" bIns="27432">
            <a:spAutoFit/>
          </a:bodyPr>
          <a:lstStyle/>
          <a:p>
            <a:pPr algn="l">
              <a:lnSpc>
                <a:spcPct val="105000"/>
              </a:lnSpc>
            </a:pPr>
            <a:r>
              <a:rPr sz="2200" b="1" i="0">
                <a:solidFill>
                  <a:srgbClr val="1F2430"/>
                </a:solidFill>
                <a:latin typeface="PT Sans"/>
              </a:rPr>
              <a:t>Маршрутка 9:30да жөнөп, 10:20да Токмокко жетти. Жол канча убакыт алды?</a:t>
            </a:r>
          </a:p>
        </p:txBody>
      </p:sp>
      <p:sp>
        <p:nvSpPr>
          <p:cNvPr id="15" name="TextBox 14"/>
          <p:cNvSpPr txBox="1"/>
          <p:nvPr/>
        </p:nvSpPr>
        <p:spPr>
          <a:xfrm>
            <a:off x="7635240" y="4572000"/>
            <a:ext cx="3931920" cy="1097280"/>
          </a:xfrm>
          <a:prstGeom prst="rect">
            <a:avLst/>
          </a:prstGeom>
          <a:noFill/>
        </p:spPr>
        <p:txBody>
          <a:bodyPr wrap="square" anchor="t" lIns="45720" rIns="45720" tIns="27432" bIns="27432">
            <a:spAutoFit/>
          </a:bodyPr>
          <a:lstStyle/>
          <a:p>
            <a:pPr algn="l">
              <a:lnSpc>
                <a:spcPct val="105000"/>
              </a:lnSpc>
            </a:pPr>
            <a:r>
              <a:rPr sz="1700" b="0" i="1">
                <a:solidFill>
                  <a:srgbClr val="6B7280"/>
                </a:solidFill>
                <a:latin typeface="PT Sans"/>
              </a:rPr>
              <a:t>Азыр жообун айтпайбыз. Ойлон: кантип билебиз?</a:t>
            </a:r>
          </a:p>
        </p:txBody>
      </p:sp>
      <p:sp>
        <p:nvSpPr>
          <p:cNvPr id="16" name="Rounded Rectangle 15"/>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Математикада биз…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4/26</a:t>
            </a:r>
          </a:p>
        </p:txBody>
      </p:sp>
      <p:sp>
        <p:nvSpPr>
          <p:cNvPr id="10" name="Rounded Rectangle 9"/>
          <p:cNvSpPr/>
          <p:nvPr/>
        </p:nvSpPr>
        <p:spPr>
          <a:xfrm>
            <a:off x="429768"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58368" y="1600200"/>
            <a:ext cx="3166872" cy="1463040"/>
          </a:xfrm>
          <a:prstGeom prst="roundRect">
            <a:avLst>
              <a:gd name="adj" fmla="val 15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Ката – үйрөнүүнүн бир бөлүгү</a:t>
            </a:r>
          </a:p>
        </p:txBody>
      </p:sp>
      <p:sp>
        <p:nvSpPr>
          <p:cNvPr id="12" name="TextBox 11"/>
          <p:cNvSpPr txBox="1"/>
          <p:nvPr/>
        </p:nvSpPr>
        <p:spPr>
          <a:xfrm>
            <a:off x="658368"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Ката кетсе, эмне үчүн кеткенин издейбиз.</a:t>
            </a:r>
          </a:p>
        </p:txBody>
      </p:sp>
      <p:sp>
        <p:nvSpPr>
          <p:cNvPr id="13" name="Rounded Rectangle 12"/>
          <p:cNvSpPr/>
          <p:nvPr/>
        </p:nvSpPr>
        <p:spPr>
          <a:xfrm>
            <a:off x="4282439"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11039" y="1600200"/>
            <a:ext cx="3166872" cy="1463040"/>
          </a:xfrm>
          <a:prstGeom prst="roundRect">
            <a:avLst>
              <a:gd name="adj" fmla="val 15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«Азырынча билбейм»</a:t>
            </a:r>
          </a:p>
        </p:txBody>
      </p:sp>
      <p:sp>
        <p:nvSpPr>
          <p:cNvPr id="15" name="TextBox 14"/>
          <p:cNvSpPr txBox="1"/>
          <p:nvPr/>
        </p:nvSpPr>
        <p:spPr>
          <a:xfrm>
            <a:off x="4511039"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«Билбейм» эмес, «азырынча». Машыксак, үйрөнөбүз.</a:t>
            </a:r>
          </a:p>
        </p:txBody>
      </p:sp>
      <p:sp>
        <p:nvSpPr>
          <p:cNvPr id="16" name="Rounded Rectangle 15"/>
          <p:cNvSpPr/>
          <p:nvPr/>
        </p:nvSpPr>
        <p:spPr>
          <a:xfrm>
            <a:off x="8135112"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63712" y="1600200"/>
            <a:ext cx="3166872" cy="1463040"/>
          </a:xfrm>
          <a:prstGeom prst="roundRect">
            <a:avLst>
              <a:gd name="adj" fmla="val 15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Адегенде түшүн, анан эсепте</a:t>
            </a:r>
          </a:p>
        </p:txBody>
      </p:sp>
      <p:sp>
        <p:nvSpPr>
          <p:cNvPr id="18" name="TextBox 17"/>
          <p:cNvSpPr txBox="1"/>
          <p:nvPr/>
        </p:nvSpPr>
        <p:spPr>
          <a:xfrm>
            <a:off x="8363712"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Сүрөт же тилке чийип, анан сан менен жазабыз.</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Максаттар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5/26</a:t>
            </a:r>
          </a:p>
        </p:txBody>
      </p:sp>
      <p:sp>
        <p:nvSpPr>
          <p:cNvPr id="10" name="Rounded Rectangle 9"/>
          <p:cNvSpPr/>
          <p:nvPr/>
        </p:nvSpPr>
        <p:spPr>
          <a:xfrm>
            <a:off x="429768" y="1225296"/>
            <a:ext cx="6409944"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429768" y="1865376"/>
            <a:ext cx="6409944"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12648" y="1225296"/>
            <a:ext cx="6044184"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Бүгүн биз үйрөнөбүз</a:t>
            </a:r>
          </a:p>
        </p:txBody>
      </p:sp>
      <p:sp>
        <p:nvSpPr>
          <p:cNvPr id="13" name="Oval 12"/>
          <p:cNvSpPr/>
          <p:nvPr/>
        </p:nvSpPr>
        <p:spPr>
          <a:xfrm>
            <a:off x="722376" y="21488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4" name="TextBox 13"/>
          <p:cNvSpPr txBox="1"/>
          <p:nvPr/>
        </p:nvSpPr>
        <p:spPr>
          <a:xfrm>
            <a:off x="1261872" y="211226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Саатты окуйм: так, жарым, чейрек, анан 5 мүнөттөн.</a:t>
            </a:r>
          </a:p>
        </p:txBody>
      </p:sp>
      <p:sp>
        <p:nvSpPr>
          <p:cNvPr id="15" name="Oval 14"/>
          <p:cNvSpPr/>
          <p:nvPr/>
        </p:nvSpPr>
        <p:spPr>
          <a:xfrm>
            <a:off x="722376" y="342900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61872" y="339242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Убакытты сан менен жазам: 7:45.</a:t>
            </a:r>
          </a:p>
        </p:txBody>
      </p:sp>
      <p:sp>
        <p:nvSpPr>
          <p:cNvPr id="17" name="Oval 16"/>
          <p:cNvSpPr/>
          <p:nvPr/>
        </p:nvSpPr>
        <p:spPr>
          <a:xfrm>
            <a:off x="722376" y="470916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8" name="TextBox 17"/>
          <p:cNvSpPr txBox="1"/>
          <p:nvPr/>
        </p:nvSpPr>
        <p:spPr>
          <a:xfrm>
            <a:off x="1261872" y="467258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Убакыт тилкесинде канча убакыт өткөнүн табам; 1 саат = 60 мүнөт.</a:t>
            </a:r>
          </a:p>
        </p:txBody>
      </p:sp>
      <p:sp>
        <p:nvSpPr>
          <p:cNvPr id="19" name="Rounded Rectangle 18"/>
          <p:cNvSpPr/>
          <p:nvPr/>
        </p:nvSpPr>
        <p:spPr>
          <a:xfrm>
            <a:off x="7132320" y="1225296"/>
            <a:ext cx="4636008"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7132320" y="1865376"/>
            <a:ext cx="46360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06056" y="1225296"/>
            <a:ext cx="4270248"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Деңгээлдер</a:t>
            </a:r>
          </a:p>
        </p:txBody>
      </p:sp>
      <p:sp>
        <p:nvSpPr>
          <p:cNvPr id="22" name="Rounded Rectangle 21"/>
          <p:cNvSpPr/>
          <p:nvPr/>
        </p:nvSpPr>
        <p:spPr>
          <a:xfrm>
            <a:off x="7360920" y="2103120"/>
            <a:ext cx="1143000" cy="731520"/>
          </a:xfrm>
          <a:prstGeom prst="roundRect">
            <a:avLst>
              <a:gd name="adj" fmla="val 20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007A5A"/>
                </a:solidFill>
                <a:latin typeface="PT Sans"/>
              </a:rPr>
              <a:t>Жеңил</a:t>
            </a:r>
          </a:p>
        </p:txBody>
      </p:sp>
      <p:sp>
        <p:nvSpPr>
          <p:cNvPr id="23" name="TextBox 22"/>
          <p:cNvSpPr txBox="1"/>
          <p:nvPr/>
        </p:nvSpPr>
        <p:spPr>
          <a:xfrm>
            <a:off x="8641080" y="2057400"/>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Так жана жарым</a:t>
            </a:r>
          </a:p>
        </p:txBody>
      </p:sp>
      <p:sp>
        <p:nvSpPr>
          <p:cNvPr id="24" name="Rounded Rectangle 23"/>
          <p:cNvSpPr/>
          <p:nvPr/>
        </p:nvSpPr>
        <p:spPr>
          <a:xfrm>
            <a:off x="7360920" y="3127248"/>
            <a:ext cx="1143000" cy="731520"/>
          </a:xfrm>
          <a:prstGeom prst="roundRect">
            <a:avLst>
              <a:gd name="adj" fmla="val 20000"/>
            </a:avLst>
          </a:prstGeom>
          <a:solidFill>
            <a:srgbClr val="FFFFFF"/>
          </a:solid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Орто</a:t>
            </a:r>
          </a:p>
        </p:txBody>
      </p:sp>
      <p:sp>
        <p:nvSpPr>
          <p:cNvPr id="25" name="TextBox 24"/>
          <p:cNvSpPr txBox="1"/>
          <p:nvPr/>
        </p:nvSpPr>
        <p:spPr>
          <a:xfrm>
            <a:off x="8641080" y="3081528"/>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Чейрек, 5 мүнөт</a:t>
            </a:r>
          </a:p>
        </p:txBody>
      </p:sp>
      <p:sp>
        <p:nvSpPr>
          <p:cNvPr id="26" name="Rounded Rectangle 25"/>
          <p:cNvSpPr/>
          <p:nvPr/>
        </p:nvSpPr>
        <p:spPr>
          <a:xfrm>
            <a:off x="7360920" y="4151376"/>
            <a:ext cx="1143000" cy="731520"/>
          </a:xfrm>
          <a:prstGeom prst="roundRect">
            <a:avLst>
              <a:gd name="adj" fmla="val 20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4A5A70"/>
                </a:solidFill>
                <a:latin typeface="PT Sans"/>
              </a:rPr>
              <a:t>Оор</a:t>
            </a:r>
          </a:p>
        </p:txBody>
      </p:sp>
      <p:sp>
        <p:nvSpPr>
          <p:cNvPr id="27" name="TextBox 26"/>
          <p:cNvSpPr txBox="1"/>
          <p:nvPr/>
        </p:nvSpPr>
        <p:spPr>
          <a:xfrm>
            <a:off x="8641080" y="4105656"/>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6B7280"/>
                </a:solidFill>
                <a:latin typeface="PT Sans"/>
              </a:rPr>
              <a:t>Канча убакыт өттү?</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3C: бүгүн кантип ойлонобуз?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6/26</a:t>
            </a:r>
          </a:p>
        </p:txBody>
      </p:sp>
      <p:sp>
        <p:nvSpPr>
          <p:cNvPr id="10" name="Rounded Rectangle 9"/>
          <p:cNvSpPr/>
          <p:nvPr/>
        </p:nvSpPr>
        <p:spPr>
          <a:xfrm>
            <a:off x="429768"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04088" y="1463040"/>
            <a:ext cx="3044952" cy="64008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Сынчыл ой</a:t>
            </a:r>
          </a:p>
        </p:txBody>
      </p:sp>
      <p:sp>
        <p:nvSpPr>
          <p:cNvPr id="12" name="TextBox 11"/>
          <p:cNvSpPr txBox="1"/>
          <p:nvPr/>
        </p:nvSpPr>
        <p:spPr>
          <a:xfrm>
            <a:off x="658368"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Текшеребиз, далилдейбиз, катаны издейбиз.</a:t>
            </a:r>
          </a:p>
        </p:txBody>
      </p:sp>
      <p:cxnSp>
        <p:nvCxnSpPr>
          <p:cNvPr id="13" name="Connector 12"/>
          <p:cNvCxnSpPr/>
          <p:nvPr/>
        </p:nvCxnSpPr>
        <p:spPr>
          <a:xfrm>
            <a:off x="704088"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15" name="TextBox 14"/>
          <p:cNvSpPr txBox="1"/>
          <p:nvPr/>
        </p:nvSpPr>
        <p:spPr>
          <a:xfrm>
            <a:off x="658368"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«Ким туура?»</a:t>
            </a:r>
          </a:p>
          <a:p>
            <a:pPr algn="l">
              <a:lnSpc>
                <a:spcPct val="105000"/>
              </a:lnSpc>
            </a:pPr>
            <a:r>
              <a:rPr sz="1800" b="0" i="0">
                <a:solidFill>
                  <a:srgbClr val="1F2430"/>
                </a:solidFill>
                <a:latin typeface="PT Sans"/>
              </a:rPr>
              <a:t>• Кагаз саатта текшерүү</a:t>
            </a:r>
          </a:p>
        </p:txBody>
      </p:sp>
      <p:sp>
        <p:nvSpPr>
          <p:cNvPr id="16" name="Rounded Rectangle 15"/>
          <p:cNvSpPr/>
          <p:nvPr/>
        </p:nvSpPr>
        <p:spPr>
          <a:xfrm>
            <a:off x="4297680"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1463040"/>
            <a:ext cx="3044952" cy="64008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Кызматташуу</a:t>
            </a:r>
          </a:p>
        </p:txBody>
      </p:sp>
      <p:sp>
        <p:nvSpPr>
          <p:cNvPr id="18" name="TextBox 17"/>
          <p:cNvSpPr txBox="1"/>
          <p:nvPr/>
        </p:nvSpPr>
        <p:spPr>
          <a:xfrm>
            <a:off x="4526280"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Жупта жана топто сүйлөшөбүз.</a:t>
            </a:r>
          </a:p>
        </p:txBody>
      </p:sp>
      <p:cxnSp>
        <p:nvCxnSpPr>
          <p:cNvPr id="19" name="Connector 18"/>
          <p:cNvCxnSpPr/>
          <p:nvPr/>
        </p:nvCxnSpPr>
        <p:spPr>
          <a:xfrm>
            <a:off x="4572000"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26280"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1" name="TextBox 20"/>
          <p:cNvSpPr txBox="1"/>
          <p:nvPr/>
        </p:nvSpPr>
        <p:spPr>
          <a:xfrm>
            <a:off x="4526280"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Жупта: кагаз саат</a:t>
            </a:r>
          </a:p>
          <a:p>
            <a:pPr algn="l">
              <a:lnSpc>
                <a:spcPct val="105000"/>
              </a:lnSpc>
            </a:pPr>
            <a:r>
              <a:rPr sz="1800" b="0" i="0">
                <a:solidFill>
                  <a:srgbClr val="1F2430"/>
                </a:solidFill>
                <a:latin typeface="PT Sans"/>
              </a:rPr>
              <a:t>• Күн тартиби карталары</a:t>
            </a:r>
          </a:p>
        </p:txBody>
      </p:sp>
      <p:sp>
        <p:nvSpPr>
          <p:cNvPr id="22" name="Rounded Rectangle 21"/>
          <p:cNvSpPr/>
          <p:nvPr/>
        </p:nvSpPr>
        <p:spPr>
          <a:xfrm>
            <a:off x="8165592"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39912" y="1463040"/>
            <a:ext cx="3044952" cy="64008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Байланыштыруу</a:t>
            </a:r>
          </a:p>
        </p:txBody>
      </p:sp>
      <p:sp>
        <p:nvSpPr>
          <p:cNvPr id="24" name="TextBox 23"/>
          <p:cNvSpPr txBox="1"/>
          <p:nvPr/>
        </p:nvSpPr>
        <p:spPr>
          <a:xfrm>
            <a:off x="8394192"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Математиканы турмуш менен байланыштырабыз.</a:t>
            </a:r>
          </a:p>
        </p:txBody>
      </p:sp>
      <p:cxnSp>
        <p:nvCxnSpPr>
          <p:cNvPr id="25" name="Connector 24"/>
          <p:cNvCxnSpPr/>
          <p:nvPr/>
        </p:nvCxnSpPr>
        <p:spPr>
          <a:xfrm>
            <a:off x="8439912"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394192"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7" name="TextBox 26"/>
          <p:cNvSpPr txBox="1"/>
          <p:nvPr/>
        </p:nvSpPr>
        <p:spPr>
          <a:xfrm>
            <a:off x="8394192"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Токмокко жол</a:t>
            </a:r>
          </a:p>
          <a:p>
            <a:pPr algn="l">
              <a:lnSpc>
                <a:spcPct val="105000"/>
              </a:lnSpc>
            </a:pPr>
            <a:r>
              <a:rPr sz="1800" b="0" i="0">
                <a:solidFill>
                  <a:srgbClr val="1F2430"/>
                </a:solidFill>
                <a:latin typeface="PT Sans"/>
              </a:rPr>
              <a:t>• Өзүмдүн күнүм</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Мурун – бүгүн – кийин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7/26</a:t>
            </a:r>
          </a:p>
        </p:txBody>
      </p:sp>
      <p:sp>
        <p:nvSpPr>
          <p:cNvPr id="10" name="Rounded Rectangle 9"/>
          <p:cNvSpPr/>
          <p:nvPr/>
        </p:nvSpPr>
        <p:spPr>
          <a:xfrm>
            <a:off x="429768" y="3017520"/>
            <a:ext cx="2660904" cy="27432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31089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
            </a:r>
          </a:p>
        </p:txBody>
      </p:sp>
      <p:cxnSp>
        <p:nvCxnSpPr>
          <p:cNvPr id="12" name="Connector 11"/>
          <p:cNvCxnSpPr/>
          <p:nvPr/>
        </p:nvCxnSpPr>
        <p:spPr>
          <a:xfrm>
            <a:off x="704088" y="3657600"/>
            <a:ext cx="2112264"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12647" y="3749039"/>
            <a:ext cx="2295144" cy="19202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Күн жана түн</a:t>
            </a:r>
          </a:p>
          <a:p>
            <a:pPr algn="l">
              <a:lnSpc>
                <a:spcPct val="105000"/>
              </a:lnSpc>
              <a:spcBef>
                <a:spcPts val="400"/>
              </a:spcBef>
            </a:pPr>
            <a:r>
              <a:rPr sz="1500" b="0" i="0">
                <a:solidFill>
                  <a:srgbClr val="1F2430"/>
                </a:solidFill>
                <a:latin typeface="PT Sans"/>
              </a:rPr>
              <a:t>• Апта күндөрү</a:t>
            </a:r>
          </a:p>
        </p:txBody>
      </p:sp>
      <p:sp>
        <p:nvSpPr>
          <p:cNvPr id="14" name="Rounded Rectangle 13"/>
          <p:cNvSpPr/>
          <p:nvPr/>
        </p:nvSpPr>
        <p:spPr>
          <a:xfrm>
            <a:off x="3319272" y="2560320"/>
            <a:ext cx="2660904" cy="32004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6432" y="26517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A84400"/>
                </a:solidFill>
                <a:latin typeface="PT Sans"/>
              </a:rPr>
              <a:t/>
            </a:r>
          </a:p>
        </p:txBody>
      </p:sp>
      <p:cxnSp>
        <p:nvCxnSpPr>
          <p:cNvPr id="16" name="Connector 15"/>
          <p:cNvCxnSpPr/>
          <p:nvPr/>
        </p:nvCxnSpPr>
        <p:spPr>
          <a:xfrm>
            <a:off x="3593591" y="3200400"/>
            <a:ext cx="2112265" cy="0"/>
          </a:xfrm>
          <a:prstGeom prst="line">
            <a:avLst/>
          </a:prstGeom>
          <a:ln w="12700">
            <a:solidFill>
              <a:srgbClr val="A844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02152" y="3291839"/>
            <a:ext cx="2295144" cy="23774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Саат, мүнөт</a:t>
            </a:r>
          </a:p>
          <a:p>
            <a:pPr algn="l">
              <a:lnSpc>
                <a:spcPct val="105000"/>
              </a:lnSpc>
              <a:spcBef>
                <a:spcPts val="400"/>
              </a:spcBef>
            </a:pPr>
            <a:r>
              <a:rPr sz="1500" b="0" i="0">
                <a:solidFill>
                  <a:srgbClr val="1F2430"/>
                </a:solidFill>
                <a:latin typeface="PT Sans"/>
              </a:rPr>
              <a:t>• Календарь</a:t>
            </a:r>
          </a:p>
        </p:txBody>
      </p:sp>
      <p:sp>
        <p:nvSpPr>
          <p:cNvPr id="18" name="Rounded Rectangle 17"/>
          <p:cNvSpPr/>
          <p:nvPr/>
        </p:nvSpPr>
        <p:spPr>
          <a:xfrm>
            <a:off x="3918204" y="2057400"/>
            <a:ext cx="1463040" cy="384048"/>
          </a:xfrm>
          <a:prstGeom prst="roundRect">
            <a:avLst>
              <a:gd name="adj" fmla="val 50000"/>
            </a:avLst>
          </a:prstGeom>
          <a:no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Бүгүн</a:t>
            </a:r>
          </a:p>
        </p:txBody>
      </p:sp>
      <p:sp>
        <p:nvSpPr>
          <p:cNvPr id="19" name="Rounded Rectangle 18"/>
          <p:cNvSpPr/>
          <p:nvPr/>
        </p:nvSpPr>
        <p:spPr>
          <a:xfrm>
            <a:off x="6208776" y="2103120"/>
            <a:ext cx="2660904" cy="36576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21945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
            </a:r>
          </a:p>
        </p:txBody>
      </p:sp>
      <p:cxnSp>
        <p:nvCxnSpPr>
          <p:cNvPr id="21" name="Connector 20"/>
          <p:cNvCxnSpPr/>
          <p:nvPr/>
        </p:nvCxnSpPr>
        <p:spPr>
          <a:xfrm>
            <a:off x="6483096" y="2743200"/>
            <a:ext cx="2112263"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391656" y="2834639"/>
            <a:ext cx="2295144" cy="28346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24 саат</a:t>
            </a:r>
          </a:p>
          <a:p>
            <a:pPr algn="l">
              <a:lnSpc>
                <a:spcPct val="105000"/>
              </a:lnSpc>
              <a:spcBef>
                <a:spcPts val="400"/>
              </a:spcBef>
            </a:pPr>
            <a:r>
              <a:rPr sz="1500" b="0" i="0">
                <a:solidFill>
                  <a:srgbClr val="6B7280"/>
                </a:solidFill>
                <a:latin typeface="PT Sans"/>
              </a:rPr>
              <a:t>• Убакыт маселелери</a:t>
            </a:r>
          </a:p>
        </p:txBody>
      </p:sp>
      <p:sp>
        <p:nvSpPr>
          <p:cNvPr id="23" name="Rounded Rectangle 22"/>
          <p:cNvSpPr/>
          <p:nvPr/>
        </p:nvSpPr>
        <p:spPr>
          <a:xfrm>
            <a:off x="9098280" y="1645919"/>
            <a:ext cx="2660904" cy="41148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0" y="17373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
            </a:r>
          </a:p>
        </p:txBody>
      </p:sp>
      <p:cxnSp>
        <p:nvCxnSpPr>
          <p:cNvPr id="25" name="Connector 24"/>
          <p:cNvCxnSpPr/>
          <p:nvPr/>
        </p:nvCxnSpPr>
        <p:spPr>
          <a:xfrm>
            <a:off x="9372600" y="2286000"/>
            <a:ext cx="2112264"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281160" y="2377439"/>
            <a:ext cx="2295144" cy="32918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Секунд</a:t>
            </a:r>
          </a:p>
          <a:p>
            <a:pPr algn="l">
              <a:lnSpc>
                <a:spcPct val="105000"/>
              </a:lnSpc>
              <a:spcBef>
                <a:spcPts val="400"/>
              </a:spcBef>
            </a:pPr>
            <a:r>
              <a:rPr sz="1500" b="0" i="0">
                <a:solidFill>
                  <a:srgbClr val="6B7280"/>
                </a:solidFill>
                <a:latin typeface="PT Sans"/>
              </a:rPr>
              <a:t>• Убакыт жана жол</a:t>
            </a:r>
          </a:p>
        </p:txBody>
      </p:sp>
      <p:sp>
        <p:nvSpPr>
          <p:cNvPr id="27" name="TextBox 26"/>
          <p:cNvSpPr txBox="1"/>
          <p:nvPr/>
        </p:nvSpPr>
        <p:spPr>
          <a:xfrm>
            <a:off x="429768" y="5806440"/>
            <a:ext cx="11329416" cy="365760"/>
          </a:xfrm>
          <a:prstGeom prst="rect">
            <a:avLst/>
          </a:prstGeom>
          <a:noFill/>
        </p:spPr>
        <p:txBody>
          <a:bodyPr wrap="square" anchor="t" lIns="45720" rIns="45720" tIns="27432" bIns="27432">
            <a:spAutoFit/>
          </a:bodyPr>
          <a:lstStyle/>
          <a:p>
            <a:pPr algn="ctr">
              <a:lnSpc>
                <a:spcPct val="105000"/>
              </a:lnSpc>
            </a:pPr>
            <a:r>
              <a:rPr sz="1800" b="0" i="1">
                <a:solidFill>
                  <a:srgbClr val="6B7280"/>
                </a:solidFill>
                <a:latin typeface="PT Sans"/>
              </a:rPr>
              <a:t>Ар бир класс мурункусунун үстүнө курулат.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эстейли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8/26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Мини-тактага жаз. 2 мүнөт.</a:t>
            </a:r>
          </a:p>
        </p:txBody>
      </p:sp>
      <p:sp>
        <p:nvSpPr>
          <p:cNvPr id="11" name="Rounded Rectangle 10"/>
          <p:cNvSpPr/>
          <p:nvPr/>
        </p:nvSpPr>
        <p:spPr>
          <a:xfrm>
            <a:off x="429768"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5, 10, 15, … Кийинки үч сан?</a:t>
            </a:r>
          </a:p>
        </p:txBody>
      </p:sp>
      <p:sp>
        <p:nvSpPr>
          <p:cNvPr id="14" name="Rounded Rectangle 13"/>
          <p:cNvSpPr/>
          <p:nvPr/>
        </p:nvSpPr>
        <p:spPr>
          <a:xfrm>
            <a:off x="6208776"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60 − 15 =</a:t>
            </a:r>
          </a:p>
        </p:txBody>
      </p:sp>
      <p:sp>
        <p:nvSpPr>
          <p:cNvPr id="17" name="Rounded Rectangle 16"/>
          <p:cNvSpPr/>
          <p:nvPr/>
        </p:nvSpPr>
        <p:spPr>
          <a:xfrm>
            <a:off x="429768"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60тын жарымы канча?</a:t>
            </a:r>
          </a:p>
        </p:txBody>
      </p:sp>
      <p:sp>
        <p:nvSpPr>
          <p:cNvPr id="20" name="Rounded Rectangle 19"/>
          <p:cNvSpPr/>
          <p:nvPr/>
        </p:nvSpPr>
        <p:spPr>
          <a:xfrm>
            <a:off x="6208776"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Дүйшөмбүдөн кийин кайсы күн?</a:t>
            </a:r>
          </a:p>
        </p:txBody>
      </p:sp>
      <p:sp>
        <p:nvSpPr>
          <p:cNvPr id="23" name="Rounded Rectangle 2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24" name="Rounded Rectangle 23"/>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25" name="Rounded Rectangle 24"/>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9/26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5, 10, 15, … Кийинки үч сан?</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20, 25, 30</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60 − 15 =</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45</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60тын жарымы канча?</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30</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Дүйшөмбүдөн кийин кайсы күн?</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Шейшемби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Ким туура?</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10/26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Кагаз саатта: кыска жебе 7 менен 8дин ортосунда, 8ге жакын. Узун жебе 9да. Саат канча?</a:t>
            </a:r>
          </a:p>
        </p:txBody>
      </p:sp>
      <p:sp>
        <p:nvSpPr>
          <p:cNvPr id="12" name="Rounded Rectangle 11"/>
          <p:cNvSpPr/>
          <p:nvPr/>
        </p:nvSpPr>
        <p:spPr>
          <a:xfrm>
            <a:off x="429768"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429768"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9768"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Айсулуу</a:t>
            </a:r>
          </a:p>
        </p:txBody>
      </p:sp>
      <p:sp>
        <p:nvSpPr>
          <p:cNvPr id="15" name="TextBox 14"/>
          <p:cNvSpPr txBox="1"/>
          <p:nvPr/>
        </p:nvSpPr>
        <p:spPr>
          <a:xfrm>
            <a:off x="704088"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Кыска жебе 8ге жакын.</a:t>
            </a:r>
          </a:p>
          <a:p>
            <a:pPr algn="l">
              <a:lnSpc>
                <a:spcPct val="105000"/>
              </a:lnSpc>
            </a:pPr>
            <a:r>
              <a:rPr sz="2600" b="0" i="0">
                <a:solidFill>
                  <a:srgbClr val="1F2430"/>
                </a:solidFill>
                <a:latin typeface="PT Sans"/>
              </a:rPr>
              <a:t>Демек саат 8:45.</a:t>
            </a:r>
          </a:p>
        </p:txBody>
      </p:sp>
      <p:sp>
        <p:nvSpPr>
          <p:cNvPr id="16" name="Rounded Rectangle 15"/>
          <p:cNvSpPr/>
          <p:nvPr/>
        </p:nvSpPr>
        <p:spPr>
          <a:xfrm>
            <a:off x="6208776"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208776"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208776"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Бекзат</a:t>
            </a:r>
          </a:p>
        </p:txBody>
      </p:sp>
      <p:sp>
        <p:nvSpPr>
          <p:cNvPr id="19" name="TextBox 18"/>
          <p:cNvSpPr txBox="1"/>
          <p:nvPr/>
        </p:nvSpPr>
        <p:spPr>
          <a:xfrm>
            <a:off x="6483096"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Кыска жебе 8ге жете элек.</a:t>
            </a:r>
          </a:p>
          <a:p>
            <a:pPr algn="l">
              <a:lnSpc>
                <a:spcPct val="105000"/>
              </a:lnSpc>
            </a:pPr>
            <a:r>
              <a:rPr sz="2600" b="0" i="0">
                <a:solidFill>
                  <a:srgbClr val="1F2430"/>
                </a:solidFill>
                <a:latin typeface="PT Sans"/>
              </a:rPr>
              <a:t>Демек саат 7:45.</a:t>
            </a:r>
          </a:p>
        </p:txBody>
      </p:sp>
      <p:sp>
        <p:nvSpPr>
          <p:cNvPr id="20" name="TextBox 19"/>
          <p:cNvSpPr txBox="1"/>
          <p:nvPr/>
        </p:nvSpPr>
        <p:spPr>
          <a:xfrm>
            <a:off x="429768" y="5349240"/>
            <a:ext cx="11329416" cy="548640"/>
          </a:xfrm>
          <a:prstGeom prst="rect">
            <a:avLst/>
          </a:prstGeom>
          <a:noFill/>
        </p:spPr>
        <p:txBody>
          <a:bodyPr wrap="square" anchor="t" lIns="45720" rIns="45720" tIns="27432" bIns="27432">
            <a:spAutoFit/>
          </a:bodyPr>
          <a:lstStyle/>
          <a:p>
            <a:pPr algn="ctr">
              <a:lnSpc>
                <a:spcPct val="105000"/>
              </a:lnSpc>
            </a:pPr>
            <a:r>
              <a:rPr sz="2600" b="1" i="0">
                <a:solidFill>
                  <a:srgbClr val="A84400"/>
                </a:solidFill>
                <a:latin typeface="PT Sans"/>
              </a:rPr>
              <a:t>Ким туура? Кагаз саатта текшер.</a:t>
            </a:r>
          </a:p>
        </p:txBody>
      </p:sp>
      <p:sp>
        <p:nvSpPr>
          <p:cNvPr id="21" name="Rounded Rectangle 20"/>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22" name="g2clk"/>
          <p:cNvSpPr/>
          <p:nvPr/>
        </p:nvSpPr>
        <p:spPr>
          <a:xfrm>
            <a:off x="4206240" y="3410712"/>
            <a:ext cx="1499616" cy="1499616"/>
          </a:xfrm>
          <a:prstGeom prst="ellipse">
            <a:avLst/>
          </a:prstGeom>
          <a:solidFill>
            <a:srgbClr val="FFFFFF"/>
          </a:solidFill>
          <a:ln w="27076">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g2clk"/>
          <p:cNvCxnSpPr/>
          <p:nvPr/>
        </p:nvCxnSpPr>
        <p:spPr>
          <a:xfrm flipH="1">
            <a:off x="5025802" y="3452104"/>
            <a:ext cx="4703" cy="4474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4" name="g2clk"/>
          <p:cNvCxnSpPr/>
          <p:nvPr/>
        </p:nvCxnSpPr>
        <p:spPr>
          <a:xfrm flipH="1">
            <a:off x="5094793" y="3463768"/>
            <a:ext cx="9354" cy="4400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5" name="g2clk"/>
          <p:cNvCxnSpPr/>
          <p:nvPr/>
        </p:nvCxnSpPr>
        <p:spPr>
          <a:xfrm flipH="1">
            <a:off x="5162264" y="3483065"/>
            <a:ext cx="13902" cy="4278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6" name="g2clk"/>
          <p:cNvCxnSpPr/>
          <p:nvPr/>
        </p:nvCxnSpPr>
        <p:spPr>
          <a:xfrm flipH="1">
            <a:off x="5227475" y="3509785"/>
            <a:ext cx="18298" cy="4109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7" name="g2clk"/>
          <p:cNvCxnSpPr/>
          <p:nvPr/>
        </p:nvCxnSpPr>
        <p:spPr>
          <a:xfrm flipH="1">
            <a:off x="5348294" y="3584242"/>
            <a:ext cx="26443" cy="3639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8" name="g2clk"/>
          <p:cNvCxnSpPr/>
          <p:nvPr/>
        </p:nvCxnSpPr>
        <p:spPr>
          <a:xfrm flipH="1">
            <a:off x="5402578" y="3631164"/>
            <a:ext cx="30103" cy="3343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9" name="g2clk"/>
          <p:cNvCxnSpPr/>
          <p:nvPr/>
        </p:nvCxnSpPr>
        <p:spPr>
          <a:xfrm flipH="1">
            <a:off x="5451970" y="3683886"/>
            <a:ext cx="33433" cy="301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0" name="g2clk"/>
          <p:cNvCxnSpPr/>
          <p:nvPr/>
        </p:nvCxnSpPr>
        <p:spPr>
          <a:xfrm flipH="1">
            <a:off x="5495928" y="3741830"/>
            <a:ext cx="36397" cy="2644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1" name="g2clk"/>
          <p:cNvCxnSpPr/>
          <p:nvPr/>
        </p:nvCxnSpPr>
        <p:spPr>
          <a:xfrm flipH="1">
            <a:off x="5565683" y="3870794"/>
            <a:ext cx="41099" cy="1829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2" name="g2clk"/>
          <p:cNvCxnSpPr/>
          <p:nvPr/>
        </p:nvCxnSpPr>
        <p:spPr>
          <a:xfrm flipH="1">
            <a:off x="5590715" y="3940401"/>
            <a:ext cx="42787" cy="1390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3" name="g2clk"/>
          <p:cNvCxnSpPr/>
          <p:nvPr/>
        </p:nvCxnSpPr>
        <p:spPr>
          <a:xfrm flipH="1">
            <a:off x="5608794" y="4012420"/>
            <a:ext cx="44005" cy="935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4" name="g2clk"/>
          <p:cNvCxnSpPr/>
          <p:nvPr/>
        </p:nvCxnSpPr>
        <p:spPr>
          <a:xfrm flipH="1">
            <a:off x="5619721" y="4086062"/>
            <a:ext cx="44742" cy="47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5" name="g2clk"/>
          <p:cNvCxnSpPr/>
          <p:nvPr/>
        </p:nvCxnSpPr>
        <p:spPr>
          <a:xfrm flipH="1" flipV="1">
            <a:off x="5619721" y="4230274"/>
            <a:ext cx="44742" cy="47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6" name="g2clk"/>
          <p:cNvCxnSpPr/>
          <p:nvPr/>
        </p:nvCxnSpPr>
        <p:spPr>
          <a:xfrm flipH="1" flipV="1">
            <a:off x="5608794" y="4299265"/>
            <a:ext cx="44005" cy="935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7" name="g2clk"/>
          <p:cNvCxnSpPr/>
          <p:nvPr/>
        </p:nvCxnSpPr>
        <p:spPr>
          <a:xfrm flipH="1" flipV="1">
            <a:off x="5590715" y="4366736"/>
            <a:ext cx="42787" cy="1390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8" name="g2clk"/>
          <p:cNvCxnSpPr/>
          <p:nvPr/>
        </p:nvCxnSpPr>
        <p:spPr>
          <a:xfrm flipH="1" flipV="1">
            <a:off x="5565683" y="4431947"/>
            <a:ext cx="41099" cy="1829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9" name="g2clk"/>
          <p:cNvCxnSpPr/>
          <p:nvPr/>
        </p:nvCxnSpPr>
        <p:spPr>
          <a:xfrm flipH="1" flipV="1">
            <a:off x="5495928" y="4552766"/>
            <a:ext cx="36397" cy="2644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0" name="g2clk"/>
          <p:cNvCxnSpPr/>
          <p:nvPr/>
        </p:nvCxnSpPr>
        <p:spPr>
          <a:xfrm flipH="1" flipV="1">
            <a:off x="5451970" y="4607050"/>
            <a:ext cx="33433" cy="301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1" name="g2clk"/>
          <p:cNvCxnSpPr/>
          <p:nvPr/>
        </p:nvCxnSpPr>
        <p:spPr>
          <a:xfrm flipH="1" flipV="1">
            <a:off x="5402578" y="4656442"/>
            <a:ext cx="30103" cy="3343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2" name="g2clk"/>
          <p:cNvCxnSpPr/>
          <p:nvPr/>
        </p:nvCxnSpPr>
        <p:spPr>
          <a:xfrm flipH="1" flipV="1">
            <a:off x="5348294" y="4700400"/>
            <a:ext cx="26443" cy="3639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3" name="g2clk"/>
          <p:cNvCxnSpPr/>
          <p:nvPr/>
        </p:nvCxnSpPr>
        <p:spPr>
          <a:xfrm flipH="1" flipV="1">
            <a:off x="5227475" y="4770155"/>
            <a:ext cx="18298" cy="4109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4" name="g2clk"/>
          <p:cNvCxnSpPr/>
          <p:nvPr/>
        </p:nvCxnSpPr>
        <p:spPr>
          <a:xfrm flipH="1" flipV="1">
            <a:off x="5162264" y="4795187"/>
            <a:ext cx="13902" cy="4278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5" name="g2clk"/>
          <p:cNvCxnSpPr/>
          <p:nvPr/>
        </p:nvCxnSpPr>
        <p:spPr>
          <a:xfrm flipH="1" flipV="1">
            <a:off x="5094793" y="4813266"/>
            <a:ext cx="9354" cy="4400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6" name="g2clk"/>
          <p:cNvCxnSpPr/>
          <p:nvPr/>
        </p:nvCxnSpPr>
        <p:spPr>
          <a:xfrm flipH="1" flipV="1">
            <a:off x="5025802" y="4824193"/>
            <a:ext cx="4703" cy="4474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7" name="g2clk"/>
          <p:cNvCxnSpPr/>
          <p:nvPr/>
        </p:nvCxnSpPr>
        <p:spPr>
          <a:xfrm flipV="1">
            <a:off x="4881590" y="4824193"/>
            <a:ext cx="4703" cy="4474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8" name="g2clk"/>
          <p:cNvCxnSpPr/>
          <p:nvPr/>
        </p:nvCxnSpPr>
        <p:spPr>
          <a:xfrm flipV="1">
            <a:off x="4807948" y="4813266"/>
            <a:ext cx="9354" cy="4400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9" name="g2clk"/>
          <p:cNvCxnSpPr/>
          <p:nvPr/>
        </p:nvCxnSpPr>
        <p:spPr>
          <a:xfrm flipV="1">
            <a:off x="4735929" y="4795187"/>
            <a:ext cx="13902" cy="4278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0" name="g2clk"/>
          <p:cNvCxnSpPr/>
          <p:nvPr/>
        </p:nvCxnSpPr>
        <p:spPr>
          <a:xfrm flipV="1">
            <a:off x="4666322" y="4770155"/>
            <a:ext cx="18298" cy="4109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1" name="g2clk"/>
          <p:cNvCxnSpPr/>
          <p:nvPr/>
        </p:nvCxnSpPr>
        <p:spPr>
          <a:xfrm flipV="1">
            <a:off x="4537358" y="4700400"/>
            <a:ext cx="26443" cy="3639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2" name="g2clk"/>
          <p:cNvCxnSpPr/>
          <p:nvPr/>
        </p:nvCxnSpPr>
        <p:spPr>
          <a:xfrm flipV="1">
            <a:off x="4479414" y="4656442"/>
            <a:ext cx="30103" cy="3343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3" name="g2clk"/>
          <p:cNvCxnSpPr/>
          <p:nvPr/>
        </p:nvCxnSpPr>
        <p:spPr>
          <a:xfrm flipV="1">
            <a:off x="4426692" y="4607050"/>
            <a:ext cx="33433" cy="301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4" name="g2clk"/>
          <p:cNvCxnSpPr/>
          <p:nvPr/>
        </p:nvCxnSpPr>
        <p:spPr>
          <a:xfrm flipV="1">
            <a:off x="4379770" y="4552766"/>
            <a:ext cx="36397" cy="2644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5" name="g2clk"/>
          <p:cNvCxnSpPr/>
          <p:nvPr/>
        </p:nvCxnSpPr>
        <p:spPr>
          <a:xfrm flipV="1">
            <a:off x="4305313" y="4431947"/>
            <a:ext cx="41099" cy="1829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6" name="g2clk"/>
          <p:cNvCxnSpPr/>
          <p:nvPr/>
        </p:nvCxnSpPr>
        <p:spPr>
          <a:xfrm flipV="1">
            <a:off x="4278593" y="4366736"/>
            <a:ext cx="42787" cy="1390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7" name="g2clk"/>
          <p:cNvCxnSpPr/>
          <p:nvPr/>
        </p:nvCxnSpPr>
        <p:spPr>
          <a:xfrm flipV="1">
            <a:off x="4259296" y="4299265"/>
            <a:ext cx="44005" cy="935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8" name="g2clk"/>
          <p:cNvCxnSpPr/>
          <p:nvPr/>
        </p:nvCxnSpPr>
        <p:spPr>
          <a:xfrm flipV="1">
            <a:off x="4247632" y="4230274"/>
            <a:ext cx="44742" cy="47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9" name="g2clk"/>
          <p:cNvCxnSpPr/>
          <p:nvPr/>
        </p:nvCxnSpPr>
        <p:spPr>
          <a:xfrm>
            <a:off x="4247632" y="4086062"/>
            <a:ext cx="44742" cy="47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0" name="g2clk"/>
          <p:cNvCxnSpPr/>
          <p:nvPr/>
        </p:nvCxnSpPr>
        <p:spPr>
          <a:xfrm>
            <a:off x="4259296" y="4012420"/>
            <a:ext cx="44005" cy="935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1" name="g2clk"/>
          <p:cNvCxnSpPr/>
          <p:nvPr/>
        </p:nvCxnSpPr>
        <p:spPr>
          <a:xfrm>
            <a:off x="4278593" y="3940401"/>
            <a:ext cx="42787" cy="1390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2" name="g2clk"/>
          <p:cNvCxnSpPr/>
          <p:nvPr/>
        </p:nvCxnSpPr>
        <p:spPr>
          <a:xfrm>
            <a:off x="4305313" y="3870794"/>
            <a:ext cx="41099" cy="1829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3" name="g2clk"/>
          <p:cNvCxnSpPr/>
          <p:nvPr/>
        </p:nvCxnSpPr>
        <p:spPr>
          <a:xfrm>
            <a:off x="4379770" y="3741830"/>
            <a:ext cx="36397" cy="2644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4" name="g2clk"/>
          <p:cNvCxnSpPr/>
          <p:nvPr/>
        </p:nvCxnSpPr>
        <p:spPr>
          <a:xfrm>
            <a:off x="4426692" y="3683886"/>
            <a:ext cx="33433" cy="301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5" name="g2clk"/>
          <p:cNvCxnSpPr/>
          <p:nvPr/>
        </p:nvCxnSpPr>
        <p:spPr>
          <a:xfrm>
            <a:off x="4479414" y="3631164"/>
            <a:ext cx="30103" cy="3343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6" name="g2clk"/>
          <p:cNvCxnSpPr/>
          <p:nvPr/>
        </p:nvCxnSpPr>
        <p:spPr>
          <a:xfrm>
            <a:off x="4537358" y="3584242"/>
            <a:ext cx="26443" cy="3639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7" name="g2clk"/>
          <p:cNvCxnSpPr/>
          <p:nvPr/>
        </p:nvCxnSpPr>
        <p:spPr>
          <a:xfrm>
            <a:off x="4666322" y="3509785"/>
            <a:ext cx="18298" cy="4109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8" name="g2clk"/>
          <p:cNvCxnSpPr/>
          <p:nvPr/>
        </p:nvCxnSpPr>
        <p:spPr>
          <a:xfrm>
            <a:off x="4735929" y="3483065"/>
            <a:ext cx="13902" cy="4278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9" name="g2clk"/>
          <p:cNvCxnSpPr/>
          <p:nvPr/>
        </p:nvCxnSpPr>
        <p:spPr>
          <a:xfrm>
            <a:off x="4807948" y="3463768"/>
            <a:ext cx="9354" cy="4400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0" name="g2clk"/>
          <p:cNvCxnSpPr/>
          <p:nvPr/>
        </p:nvCxnSpPr>
        <p:spPr>
          <a:xfrm>
            <a:off x="4881590" y="3452104"/>
            <a:ext cx="4703" cy="4474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1" name="g2clk"/>
          <p:cNvCxnSpPr/>
          <p:nvPr/>
        </p:nvCxnSpPr>
        <p:spPr>
          <a:xfrm>
            <a:off x="4956048" y="3448202"/>
            <a:ext cx="0" cy="97475"/>
          </a:xfrm>
          <a:prstGeom prst="line">
            <a:avLst/>
          </a:prstGeom>
          <a:ln w="2082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2" name="g2clk"/>
          <p:cNvCxnSpPr/>
          <p:nvPr/>
        </p:nvCxnSpPr>
        <p:spPr>
          <a:xfrm flipH="1">
            <a:off x="5278465" y="3543634"/>
            <a:ext cx="33741" cy="58442"/>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3" name="g2clk"/>
          <p:cNvCxnSpPr/>
          <p:nvPr/>
        </p:nvCxnSpPr>
        <p:spPr>
          <a:xfrm flipH="1">
            <a:off x="5514491" y="3804361"/>
            <a:ext cx="58442" cy="33741"/>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4" name="g2clk"/>
          <p:cNvCxnSpPr/>
          <p:nvPr/>
        </p:nvCxnSpPr>
        <p:spPr>
          <a:xfrm flipH="1">
            <a:off x="5570890" y="4160520"/>
            <a:ext cx="97475" cy="0"/>
          </a:xfrm>
          <a:prstGeom prst="line">
            <a:avLst/>
          </a:prstGeom>
          <a:ln w="2082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5" name="g2clk"/>
          <p:cNvCxnSpPr/>
          <p:nvPr/>
        </p:nvCxnSpPr>
        <p:spPr>
          <a:xfrm flipH="1" flipV="1">
            <a:off x="5514491" y="4482937"/>
            <a:ext cx="58442" cy="33741"/>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6" name="g2clk"/>
          <p:cNvCxnSpPr/>
          <p:nvPr/>
        </p:nvCxnSpPr>
        <p:spPr>
          <a:xfrm flipH="1" flipV="1">
            <a:off x="5278465" y="4718963"/>
            <a:ext cx="33741" cy="58442"/>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7" name="g2clk"/>
          <p:cNvCxnSpPr/>
          <p:nvPr/>
        </p:nvCxnSpPr>
        <p:spPr>
          <a:xfrm flipV="1">
            <a:off x="4956048" y="4775362"/>
            <a:ext cx="0" cy="97475"/>
          </a:xfrm>
          <a:prstGeom prst="line">
            <a:avLst/>
          </a:prstGeom>
          <a:ln w="2082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8" name="g2clk"/>
          <p:cNvCxnSpPr/>
          <p:nvPr/>
        </p:nvCxnSpPr>
        <p:spPr>
          <a:xfrm flipV="1">
            <a:off x="4599889" y="4718963"/>
            <a:ext cx="33741" cy="58442"/>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9" name="g2clk"/>
          <p:cNvCxnSpPr/>
          <p:nvPr/>
        </p:nvCxnSpPr>
        <p:spPr>
          <a:xfrm flipV="1">
            <a:off x="4339162" y="4482937"/>
            <a:ext cx="58442" cy="33741"/>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0" name="g2clk"/>
          <p:cNvCxnSpPr/>
          <p:nvPr/>
        </p:nvCxnSpPr>
        <p:spPr>
          <a:xfrm>
            <a:off x="4243730" y="4160520"/>
            <a:ext cx="97475" cy="0"/>
          </a:xfrm>
          <a:prstGeom prst="line">
            <a:avLst/>
          </a:prstGeom>
          <a:ln w="2082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1" name="g2clk"/>
          <p:cNvCxnSpPr/>
          <p:nvPr/>
        </p:nvCxnSpPr>
        <p:spPr>
          <a:xfrm>
            <a:off x="4339162" y="3804361"/>
            <a:ext cx="58442" cy="33741"/>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2" name="g2clk"/>
          <p:cNvCxnSpPr/>
          <p:nvPr/>
        </p:nvCxnSpPr>
        <p:spPr>
          <a:xfrm>
            <a:off x="4599889" y="3543634"/>
            <a:ext cx="33741" cy="58442"/>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83" name="g2clk"/>
          <p:cNvSpPr txBox="1"/>
          <p:nvPr/>
        </p:nvSpPr>
        <p:spPr>
          <a:xfrm>
            <a:off x="5073822" y="3593992"/>
            <a:ext cx="274320" cy="249935"/>
          </a:xfrm>
          <a:prstGeom prst="rect">
            <a:avLst/>
          </a:prstGeom>
          <a:noFill/>
        </p:spPr>
        <p:txBody>
          <a:bodyPr wrap="none" lIns="0" rIns="0" tIns="0" bIns="0" anchor="ctr">
            <a:spAutoFit/>
          </a:bodyPr>
          <a:lstStyle/>
          <a:p>
            <a:pPr algn="ctr"/>
            <a:r>
              <a:rPr sz="1230" b="1" i="0">
                <a:solidFill>
                  <a:srgbClr val="1F2430"/>
                </a:solidFill>
                <a:latin typeface="PT Sans"/>
              </a:rPr>
              <a:t>1</a:t>
            </a:r>
          </a:p>
        </p:txBody>
      </p:sp>
      <p:sp>
        <p:nvSpPr>
          <p:cNvPr id="84" name="g2clk"/>
          <p:cNvSpPr txBox="1"/>
          <p:nvPr/>
        </p:nvSpPr>
        <p:spPr>
          <a:xfrm>
            <a:off x="5260447" y="3780617"/>
            <a:ext cx="274320" cy="249935"/>
          </a:xfrm>
          <a:prstGeom prst="rect">
            <a:avLst/>
          </a:prstGeom>
          <a:noFill/>
        </p:spPr>
        <p:txBody>
          <a:bodyPr wrap="none" lIns="0" rIns="0" tIns="0" bIns="0" anchor="ctr">
            <a:spAutoFit/>
          </a:bodyPr>
          <a:lstStyle/>
          <a:p>
            <a:pPr algn="ctr"/>
            <a:r>
              <a:rPr sz="1230" b="1" i="0">
                <a:solidFill>
                  <a:srgbClr val="1F2430"/>
                </a:solidFill>
                <a:latin typeface="PT Sans"/>
              </a:rPr>
              <a:t>2</a:t>
            </a:r>
          </a:p>
        </p:txBody>
      </p:sp>
      <p:sp>
        <p:nvSpPr>
          <p:cNvPr id="85" name="g2clk"/>
          <p:cNvSpPr txBox="1"/>
          <p:nvPr/>
        </p:nvSpPr>
        <p:spPr>
          <a:xfrm>
            <a:off x="5328757" y="4035552"/>
            <a:ext cx="274320" cy="249935"/>
          </a:xfrm>
          <a:prstGeom prst="rect">
            <a:avLst/>
          </a:prstGeom>
          <a:noFill/>
        </p:spPr>
        <p:txBody>
          <a:bodyPr wrap="none" lIns="0" rIns="0" tIns="0" bIns="0" anchor="ctr">
            <a:spAutoFit/>
          </a:bodyPr>
          <a:lstStyle/>
          <a:p>
            <a:pPr algn="ctr"/>
            <a:r>
              <a:rPr sz="1230" b="1" i="0">
                <a:solidFill>
                  <a:srgbClr val="1F2430"/>
                </a:solidFill>
                <a:latin typeface="PT Sans"/>
              </a:rPr>
              <a:t>3</a:t>
            </a:r>
          </a:p>
        </p:txBody>
      </p:sp>
      <p:sp>
        <p:nvSpPr>
          <p:cNvPr id="86" name="g2clk"/>
          <p:cNvSpPr txBox="1"/>
          <p:nvPr/>
        </p:nvSpPr>
        <p:spPr>
          <a:xfrm>
            <a:off x="5260447" y="4290486"/>
            <a:ext cx="274320" cy="249935"/>
          </a:xfrm>
          <a:prstGeom prst="rect">
            <a:avLst/>
          </a:prstGeom>
          <a:noFill/>
        </p:spPr>
        <p:txBody>
          <a:bodyPr wrap="none" lIns="0" rIns="0" tIns="0" bIns="0" anchor="ctr">
            <a:spAutoFit/>
          </a:bodyPr>
          <a:lstStyle/>
          <a:p>
            <a:pPr algn="ctr"/>
            <a:r>
              <a:rPr sz="1230" b="1" i="0">
                <a:solidFill>
                  <a:srgbClr val="1F2430"/>
                </a:solidFill>
                <a:latin typeface="PT Sans"/>
              </a:rPr>
              <a:t>4</a:t>
            </a:r>
          </a:p>
        </p:txBody>
      </p:sp>
      <p:sp>
        <p:nvSpPr>
          <p:cNvPr id="87" name="g2clk"/>
          <p:cNvSpPr txBox="1"/>
          <p:nvPr/>
        </p:nvSpPr>
        <p:spPr>
          <a:xfrm>
            <a:off x="5073822" y="4477111"/>
            <a:ext cx="274320" cy="249935"/>
          </a:xfrm>
          <a:prstGeom prst="rect">
            <a:avLst/>
          </a:prstGeom>
          <a:noFill/>
        </p:spPr>
        <p:txBody>
          <a:bodyPr wrap="none" lIns="0" rIns="0" tIns="0" bIns="0" anchor="ctr">
            <a:spAutoFit/>
          </a:bodyPr>
          <a:lstStyle/>
          <a:p>
            <a:pPr algn="ctr"/>
            <a:r>
              <a:rPr sz="1230" b="1" i="0">
                <a:solidFill>
                  <a:srgbClr val="1F2430"/>
                </a:solidFill>
                <a:latin typeface="PT Sans"/>
              </a:rPr>
              <a:t>5</a:t>
            </a:r>
          </a:p>
        </p:txBody>
      </p:sp>
      <p:sp>
        <p:nvSpPr>
          <p:cNvPr id="88" name="g2clk"/>
          <p:cNvSpPr txBox="1"/>
          <p:nvPr/>
        </p:nvSpPr>
        <p:spPr>
          <a:xfrm>
            <a:off x="4818888" y="4545421"/>
            <a:ext cx="274320" cy="249935"/>
          </a:xfrm>
          <a:prstGeom prst="rect">
            <a:avLst/>
          </a:prstGeom>
          <a:noFill/>
        </p:spPr>
        <p:txBody>
          <a:bodyPr wrap="none" lIns="0" rIns="0" tIns="0" bIns="0" anchor="ctr">
            <a:spAutoFit/>
          </a:bodyPr>
          <a:lstStyle/>
          <a:p>
            <a:pPr algn="ctr"/>
            <a:r>
              <a:rPr sz="1230" b="1" i="0">
                <a:solidFill>
                  <a:srgbClr val="1F2430"/>
                </a:solidFill>
                <a:latin typeface="PT Sans"/>
              </a:rPr>
              <a:t>6</a:t>
            </a:r>
          </a:p>
        </p:txBody>
      </p:sp>
      <p:sp>
        <p:nvSpPr>
          <p:cNvPr id="89" name="g2clk"/>
          <p:cNvSpPr txBox="1"/>
          <p:nvPr/>
        </p:nvSpPr>
        <p:spPr>
          <a:xfrm>
            <a:off x="4563953" y="4477111"/>
            <a:ext cx="274320" cy="249935"/>
          </a:xfrm>
          <a:prstGeom prst="rect">
            <a:avLst/>
          </a:prstGeom>
          <a:noFill/>
        </p:spPr>
        <p:txBody>
          <a:bodyPr wrap="none" lIns="0" rIns="0" tIns="0" bIns="0" anchor="ctr">
            <a:spAutoFit/>
          </a:bodyPr>
          <a:lstStyle/>
          <a:p>
            <a:pPr algn="ctr"/>
            <a:r>
              <a:rPr sz="1230" b="1" i="0">
                <a:solidFill>
                  <a:srgbClr val="1F2430"/>
                </a:solidFill>
                <a:latin typeface="PT Sans"/>
              </a:rPr>
              <a:t>7</a:t>
            </a:r>
          </a:p>
        </p:txBody>
      </p:sp>
      <p:sp>
        <p:nvSpPr>
          <p:cNvPr id="90" name="g2clk"/>
          <p:cNvSpPr txBox="1"/>
          <p:nvPr/>
        </p:nvSpPr>
        <p:spPr>
          <a:xfrm>
            <a:off x="4377328" y="4290486"/>
            <a:ext cx="274320" cy="249935"/>
          </a:xfrm>
          <a:prstGeom prst="rect">
            <a:avLst/>
          </a:prstGeom>
          <a:noFill/>
        </p:spPr>
        <p:txBody>
          <a:bodyPr wrap="none" lIns="0" rIns="0" tIns="0" bIns="0" anchor="ctr">
            <a:spAutoFit/>
          </a:bodyPr>
          <a:lstStyle/>
          <a:p>
            <a:pPr algn="ctr"/>
            <a:r>
              <a:rPr sz="1230" b="1" i="0">
                <a:solidFill>
                  <a:srgbClr val="1F2430"/>
                </a:solidFill>
                <a:latin typeface="PT Sans"/>
              </a:rPr>
              <a:t>8</a:t>
            </a:r>
          </a:p>
        </p:txBody>
      </p:sp>
      <p:sp>
        <p:nvSpPr>
          <p:cNvPr id="91" name="g2clk"/>
          <p:cNvSpPr txBox="1"/>
          <p:nvPr/>
        </p:nvSpPr>
        <p:spPr>
          <a:xfrm>
            <a:off x="4309018" y="4035552"/>
            <a:ext cx="274320" cy="249935"/>
          </a:xfrm>
          <a:prstGeom prst="rect">
            <a:avLst/>
          </a:prstGeom>
          <a:noFill/>
        </p:spPr>
        <p:txBody>
          <a:bodyPr wrap="none" lIns="0" rIns="0" tIns="0" bIns="0" anchor="ctr">
            <a:spAutoFit/>
          </a:bodyPr>
          <a:lstStyle/>
          <a:p>
            <a:pPr algn="ctr"/>
            <a:r>
              <a:rPr sz="1230" b="1" i="0">
                <a:solidFill>
                  <a:srgbClr val="1F2430"/>
                </a:solidFill>
                <a:latin typeface="PT Sans"/>
              </a:rPr>
              <a:t>9</a:t>
            </a:r>
          </a:p>
        </p:txBody>
      </p:sp>
      <p:sp>
        <p:nvSpPr>
          <p:cNvPr id="92" name="g2clk"/>
          <p:cNvSpPr txBox="1"/>
          <p:nvPr/>
        </p:nvSpPr>
        <p:spPr>
          <a:xfrm>
            <a:off x="4372146" y="3780617"/>
            <a:ext cx="284683" cy="249935"/>
          </a:xfrm>
          <a:prstGeom prst="rect">
            <a:avLst/>
          </a:prstGeom>
          <a:noFill/>
        </p:spPr>
        <p:txBody>
          <a:bodyPr wrap="none" lIns="0" rIns="0" tIns="0" bIns="0" anchor="ctr">
            <a:spAutoFit/>
          </a:bodyPr>
          <a:lstStyle/>
          <a:p>
            <a:pPr algn="ctr"/>
            <a:r>
              <a:rPr sz="1230" b="1" i="0">
                <a:solidFill>
                  <a:srgbClr val="1F2430"/>
                </a:solidFill>
                <a:latin typeface="PT Sans"/>
              </a:rPr>
              <a:t>10</a:t>
            </a:r>
          </a:p>
        </p:txBody>
      </p:sp>
      <p:sp>
        <p:nvSpPr>
          <p:cNvPr id="93" name="g2clk"/>
          <p:cNvSpPr txBox="1"/>
          <p:nvPr/>
        </p:nvSpPr>
        <p:spPr>
          <a:xfrm>
            <a:off x="4558771" y="3593992"/>
            <a:ext cx="284683" cy="249935"/>
          </a:xfrm>
          <a:prstGeom prst="rect">
            <a:avLst/>
          </a:prstGeom>
          <a:noFill/>
        </p:spPr>
        <p:txBody>
          <a:bodyPr wrap="none" lIns="0" rIns="0" tIns="0" bIns="0" anchor="ctr">
            <a:spAutoFit/>
          </a:bodyPr>
          <a:lstStyle/>
          <a:p>
            <a:pPr algn="ctr"/>
            <a:r>
              <a:rPr sz="1230" b="1" i="0">
                <a:solidFill>
                  <a:srgbClr val="1F2430"/>
                </a:solidFill>
                <a:latin typeface="PT Sans"/>
              </a:rPr>
              <a:t>11</a:t>
            </a:r>
          </a:p>
        </p:txBody>
      </p:sp>
      <p:sp>
        <p:nvSpPr>
          <p:cNvPr id="94" name="g2clk"/>
          <p:cNvSpPr txBox="1"/>
          <p:nvPr/>
        </p:nvSpPr>
        <p:spPr>
          <a:xfrm>
            <a:off x="4813706" y="3525682"/>
            <a:ext cx="284683" cy="249935"/>
          </a:xfrm>
          <a:prstGeom prst="rect">
            <a:avLst/>
          </a:prstGeom>
          <a:noFill/>
        </p:spPr>
        <p:txBody>
          <a:bodyPr wrap="none" lIns="0" rIns="0" tIns="0" bIns="0" anchor="ctr">
            <a:spAutoFit/>
          </a:bodyPr>
          <a:lstStyle/>
          <a:p>
            <a:pPr algn="ctr"/>
            <a:r>
              <a:rPr sz="1230" b="1" i="0">
                <a:solidFill>
                  <a:srgbClr val="1F2430"/>
                </a:solidFill>
                <a:latin typeface="PT Sans"/>
              </a:rPr>
              <a:t>12</a:t>
            </a:r>
          </a:p>
        </p:txBody>
      </p:sp>
      <p:cxnSp>
        <p:nvCxnSpPr>
          <p:cNvPr id="95" name="g2clk"/>
          <p:cNvCxnSpPr/>
          <p:nvPr/>
        </p:nvCxnSpPr>
        <p:spPr>
          <a:xfrm flipH="1">
            <a:off x="4658616" y="4160520"/>
            <a:ext cx="297432" cy="228227"/>
          </a:xfrm>
          <a:prstGeom prst="line">
            <a:avLst/>
          </a:prstGeom>
          <a:ln w="72897"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6" name="g2clk"/>
          <p:cNvCxnSpPr/>
          <p:nvPr/>
        </p:nvCxnSpPr>
        <p:spPr>
          <a:xfrm flipH="1">
            <a:off x="4356201" y="4160520"/>
            <a:ext cx="599847" cy="0"/>
          </a:xfrm>
          <a:prstGeom prst="line">
            <a:avLst/>
          </a:prstGeom>
          <a:ln w="43738" cap="rnd">
            <a:solidFill>
              <a:srgbClr val="2441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g2clk"/>
          <p:cNvSpPr/>
          <p:nvPr/>
        </p:nvSpPr>
        <p:spPr>
          <a:xfrm>
            <a:off x="4914808" y="4119280"/>
            <a:ext cx="82478" cy="82478"/>
          </a:xfrm>
          <a:prstGeom prst="ellipse">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g2clk"/>
          <p:cNvSpPr/>
          <p:nvPr/>
        </p:nvSpPr>
        <p:spPr>
          <a:xfrm>
            <a:off x="9985248" y="3410712"/>
            <a:ext cx="1499616" cy="1499616"/>
          </a:xfrm>
          <a:prstGeom prst="ellipse">
            <a:avLst/>
          </a:prstGeom>
          <a:solidFill>
            <a:srgbClr val="FFFFFF"/>
          </a:solidFill>
          <a:ln w="27076">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9" name="g2clk"/>
          <p:cNvCxnSpPr/>
          <p:nvPr/>
        </p:nvCxnSpPr>
        <p:spPr>
          <a:xfrm flipH="1">
            <a:off x="10804810" y="3452104"/>
            <a:ext cx="4703" cy="4474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0" name="g2clk"/>
          <p:cNvCxnSpPr/>
          <p:nvPr/>
        </p:nvCxnSpPr>
        <p:spPr>
          <a:xfrm flipH="1">
            <a:off x="10873801" y="3463768"/>
            <a:ext cx="9354" cy="4400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1" name="g2clk"/>
          <p:cNvCxnSpPr/>
          <p:nvPr/>
        </p:nvCxnSpPr>
        <p:spPr>
          <a:xfrm flipH="1">
            <a:off x="10941272" y="3483065"/>
            <a:ext cx="13902" cy="4278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2" name="g2clk"/>
          <p:cNvCxnSpPr/>
          <p:nvPr/>
        </p:nvCxnSpPr>
        <p:spPr>
          <a:xfrm flipH="1">
            <a:off x="11006483" y="3509785"/>
            <a:ext cx="18298" cy="4109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3" name="g2clk"/>
          <p:cNvCxnSpPr/>
          <p:nvPr/>
        </p:nvCxnSpPr>
        <p:spPr>
          <a:xfrm flipH="1">
            <a:off x="11127302" y="3584242"/>
            <a:ext cx="26443" cy="3639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4" name="g2clk"/>
          <p:cNvCxnSpPr/>
          <p:nvPr/>
        </p:nvCxnSpPr>
        <p:spPr>
          <a:xfrm flipH="1">
            <a:off x="11181586" y="3631164"/>
            <a:ext cx="30103" cy="3343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5" name="g2clk"/>
          <p:cNvCxnSpPr/>
          <p:nvPr/>
        </p:nvCxnSpPr>
        <p:spPr>
          <a:xfrm flipH="1">
            <a:off x="11230978" y="3683886"/>
            <a:ext cx="33433" cy="301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6" name="g2clk"/>
          <p:cNvCxnSpPr/>
          <p:nvPr/>
        </p:nvCxnSpPr>
        <p:spPr>
          <a:xfrm flipH="1">
            <a:off x="11274936" y="3741830"/>
            <a:ext cx="36397" cy="2644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7" name="g2clk"/>
          <p:cNvCxnSpPr/>
          <p:nvPr/>
        </p:nvCxnSpPr>
        <p:spPr>
          <a:xfrm flipH="1">
            <a:off x="11344691" y="3870794"/>
            <a:ext cx="41099" cy="1829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8" name="g2clk"/>
          <p:cNvCxnSpPr/>
          <p:nvPr/>
        </p:nvCxnSpPr>
        <p:spPr>
          <a:xfrm flipH="1">
            <a:off x="11369723" y="3940401"/>
            <a:ext cx="42787" cy="1390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9" name="g2clk"/>
          <p:cNvCxnSpPr/>
          <p:nvPr/>
        </p:nvCxnSpPr>
        <p:spPr>
          <a:xfrm flipH="1">
            <a:off x="11387802" y="4012420"/>
            <a:ext cx="44005" cy="935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0" name="g2clk"/>
          <p:cNvCxnSpPr/>
          <p:nvPr/>
        </p:nvCxnSpPr>
        <p:spPr>
          <a:xfrm flipH="1">
            <a:off x="11398729" y="4086062"/>
            <a:ext cx="44742" cy="47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1" name="g2clk"/>
          <p:cNvCxnSpPr/>
          <p:nvPr/>
        </p:nvCxnSpPr>
        <p:spPr>
          <a:xfrm flipH="1" flipV="1">
            <a:off x="11398729" y="4230274"/>
            <a:ext cx="44742" cy="47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2" name="g2clk"/>
          <p:cNvCxnSpPr/>
          <p:nvPr/>
        </p:nvCxnSpPr>
        <p:spPr>
          <a:xfrm flipH="1" flipV="1">
            <a:off x="11387802" y="4299265"/>
            <a:ext cx="44005" cy="935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3" name="g2clk"/>
          <p:cNvCxnSpPr/>
          <p:nvPr/>
        </p:nvCxnSpPr>
        <p:spPr>
          <a:xfrm flipH="1" flipV="1">
            <a:off x="11369723" y="4366736"/>
            <a:ext cx="42787" cy="1390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4" name="g2clk"/>
          <p:cNvCxnSpPr/>
          <p:nvPr/>
        </p:nvCxnSpPr>
        <p:spPr>
          <a:xfrm flipH="1" flipV="1">
            <a:off x="11344691" y="4431947"/>
            <a:ext cx="41099" cy="1829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5" name="g2clk"/>
          <p:cNvCxnSpPr/>
          <p:nvPr/>
        </p:nvCxnSpPr>
        <p:spPr>
          <a:xfrm flipH="1" flipV="1">
            <a:off x="11274936" y="4552766"/>
            <a:ext cx="36397" cy="2644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6" name="g2clk"/>
          <p:cNvCxnSpPr/>
          <p:nvPr/>
        </p:nvCxnSpPr>
        <p:spPr>
          <a:xfrm flipH="1" flipV="1">
            <a:off x="11230978" y="4607050"/>
            <a:ext cx="33433" cy="301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7" name="g2clk"/>
          <p:cNvCxnSpPr/>
          <p:nvPr/>
        </p:nvCxnSpPr>
        <p:spPr>
          <a:xfrm flipH="1" flipV="1">
            <a:off x="11181586" y="4656442"/>
            <a:ext cx="30103" cy="3343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8" name="g2clk"/>
          <p:cNvCxnSpPr/>
          <p:nvPr/>
        </p:nvCxnSpPr>
        <p:spPr>
          <a:xfrm flipH="1" flipV="1">
            <a:off x="11127302" y="4700400"/>
            <a:ext cx="26443" cy="3639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9" name="g2clk"/>
          <p:cNvCxnSpPr/>
          <p:nvPr/>
        </p:nvCxnSpPr>
        <p:spPr>
          <a:xfrm flipH="1" flipV="1">
            <a:off x="11006483" y="4770155"/>
            <a:ext cx="18298" cy="4109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0" name="g2clk"/>
          <p:cNvCxnSpPr/>
          <p:nvPr/>
        </p:nvCxnSpPr>
        <p:spPr>
          <a:xfrm flipH="1" flipV="1">
            <a:off x="10941272" y="4795187"/>
            <a:ext cx="13902" cy="4278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1" name="g2clk"/>
          <p:cNvCxnSpPr/>
          <p:nvPr/>
        </p:nvCxnSpPr>
        <p:spPr>
          <a:xfrm flipH="1" flipV="1">
            <a:off x="10873801" y="4813266"/>
            <a:ext cx="9354" cy="4400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2" name="g2clk"/>
          <p:cNvCxnSpPr/>
          <p:nvPr/>
        </p:nvCxnSpPr>
        <p:spPr>
          <a:xfrm flipH="1" flipV="1">
            <a:off x="10804810" y="4824193"/>
            <a:ext cx="4703" cy="4474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3" name="g2clk"/>
          <p:cNvCxnSpPr/>
          <p:nvPr/>
        </p:nvCxnSpPr>
        <p:spPr>
          <a:xfrm flipV="1">
            <a:off x="10660598" y="4824193"/>
            <a:ext cx="4703" cy="4474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4" name="g2clk"/>
          <p:cNvCxnSpPr/>
          <p:nvPr/>
        </p:nvCxnSpPr>
        <p:spPr>
          <a:xfrm flipV="1">
            <a:off x="10586956" y="4813266"/>
            <a:ext cx="9354" cy="4400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5" name="g2clk"/>
          <p:cNvCxnSpPr/>
          <p:nvPr/>
        </p:nvCxnSpPr>
        <p:spPr>
          <a:xfrm flipV="1">
            <a:off x="10514937" y="4795187"/>
            <a:ext cx="13902" cy="4278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6" name="g2clk"/>
          <p:cNvCxnSpPr/>
          <p:nvPr/>
        </p:nvCxnSpPr>
        <p:spPr>
          <a:xfrm flipV="1">
            <a:off x="10445330" y="4770155"/>
            <a:ext cx="18298" cy="4109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7" name="g2clk"/>
          <p:cNvCxnSpPr/>
          <p:nvPr/>
        </p:nvCxnSpPr>
        <p:spPr>
          <a:xfrm flipV="1">
            <a:off x="10316366" y="4700400"/>
            <a:ext cx="26443" cy="3639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8" name="g2clk"/>
          <p:cNvCxnSpPr/>
          <p:nvPr/>
        </p:nvCxnSpPr>
        <p:spPr>
          <a:xfrm flipV="1">
            <a:off x="10258422" y="4656442"/>
            <a:ext cx="30103" cy="3343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9" name="g2clk"/>
          <p:cNvCxnSpPr/>
          <p:nvPr/>
        </p:nvCxnSpPr>
        <p:spPr>
          <a:xfrm flipV="1">
            <a:off x="10205700" y="4607050"/>
            <a:ext cx="33433" cy="301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0" name="g2clk"/>
          <p:cNvCxnSpPr/>
          <p:nvPr/>
        </p:nvCxnSpPr>
        <p:spPr>
          <a:xfrm flipV="1">
            <a:off x="10158778" y="4552766"/>
            <a:ext cx="36397" cy="2644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1" name="g2clk"/>
          <p:cNvCxnSpPr/>
          <p:nvPr/>
        </p:nvCxnSpPr>
        <p:spPr>
          <a:xfrm flipV="1">
            <a:off x="10084321" y="4431947"/>
            <a:ext cx="41099" cy="1829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2" name="g2clk"/>
          <p:cNvCxnSpPr/>
          <p:nvPr/>
        </p:nvCxnSpPr>
        <p:spPr>
          <a:xfrm flipV="1">
            <a:off x="10057601" y="4366736"/>
            <a:ext cx="42787" cy="1390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3" name="g2clk"/>
          <p:cNvCxnSpPr/>
          <p:nvPr/>
        </p:nvCxnSpPr>
        <p:spPr>
          <a:xfrm flipV="1">
            <a:off x="10038304" y="4299265"/>
            <a:ext cx="44005" cy="935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4" name="g2clk"/>
          <p:cNvCxnSpPr/>
          <p:nvPr/>
        </p:nvCxnSpPr>
        <p:spPr>
          <a:xfrm flipV="1">
            <a:off x="10026640" y="4230274"/>
            <a:ext cx="44742" cy="47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5" name="g2clk"/>
          <p:cNvCxnSpPr/>
          <p:nvPr/>
        </p:nvCxnSpPr>
        <p:spPr>
          <a:xfrm>
            <a:off x="10026640" y="4086062"/>
            <a:ext cx="44742" cy="47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6" name="g2clk"/>
          <p:cNvCxnSpPr/>
          <p:nvPr/>
        </p:nvCxnSpPr>
        <p:spPr>
          <a:xfrm>
            <a:off x="10038304" y="4012420"/>
            <a:ext cx="44005" cy="935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7" name="g2clk"/>
          <p:cNvCxnSpPr/>
          <p:nvPr/>
        </p:nvCxnSpPr>
        <p:spPr>
          <a:xfrm>
            <a:off x="10057601" y="3940401"/>
            <a:ext cx="42787" cy="1390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8" name="g2clk"/>
          <p:cNvCxnSpPr/>
          <p:nvPr/>
        </p:nvCxnSpPr>
        <p:spPr>
          <a:xfrm>
            <a:off x="10084321" y="3870794"/>
            <a:ext cx="41099" cy="1829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9" name="g2clk"/>
          <p:cNvCxnSpPr/>
          <p:nvPr/>
        </p:nvCxnSpPr>
        <p:spPr>
          <a:xfrm>
            <a:off x="10158778" y="3741830"/>
            <a:ext cx="36397" cy="2644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0" name="g2clk"/>
          <p:cNvCxnSpPr/>
          <p:nvPr/>
        </p:nvCxnSpPr>
        <p:spPr>
          <a:xfrm>
            <a:off x="10205700" y="3683886"/>
            <a:ext cx="33433" cy="301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1" name="g2clk"/>
          <p:cNvCxnSpPr/>
          <p:nvPr/>
        </p:nvCxnSpPr>
        <p:spPr>
          <a:xfrm>
            <a:off x="10258422" y="3631164"/>
            <a:ext cx="30103" cy="3343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2" name="g2clk"/>
          <p:cNvCxnSpPr/>
          <p:nvPr/>
        </p:nvCxnSpPr>
        <p:spPr>
          <a:xfrm>
            <a:off x="10316366" y="3584242"/>
            <a:ext cx="26443" cy="3639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3" name="g2clk"/>
          <p:cNvCxnSpPr/>
          <p:nvPr/>
        </p:nvCxnSpPr>
        <p:spPr>
          <a:xfrm>
            <a:off x="10445330" y="3509785"/>
            <a:ext cx="18298" cy="4109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4" name="g2clk"/>
          <p:cNvCxnSpPr/>
          <p:nvPr/>
        </p:nvCxnSpPr>
        <p:spPr>
          <a:xfrm>
            <a:off x="10514937" y="3483065"/>
            <a:ext cx="13902" cy="4278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5" name="g2clk"/>
          <p:cNvCxnSpPr/>
          <p:nvPr/>
        </p:nvCxnSpPr>
        <p:spPr>
          <a:xfrm>
            <a:off x="10586956" y="3463768"/>
            <a:ext cx="9354" cy="4400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6" name="g2clk"/>
          <p:cNvCxnSpPr/>
          <p:nvPr/>
        </p:nvCxnSpPr>
        <p:spPr>
          <a:xfrm>
            <a:off x="10660598" y="3452104"/>
            <a:ext cx="4703" cy="4474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7" name="g2clk"/>
          <p:cNvCxnSpPr/>
          <p:nvPr/>
        </p:nvCxnSpPr>
        <p:spPr>
          <a:xfrm>
            <a:off x="10735056" y="3448202"/>
            <a:ext cx="0" cy="97475"/>
          </a:xfrm>
          <a:prstGeom prst="line">
            <a:avLst/>
          </a:prstGeom>
          <a:ln w="2082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8" name="g2clk"/>
          <p:cNvCxnSpPr/>
          <p:nvPr/>
        </p:nvCxnSpPr>
        <p:spPr>
          <a:xfrm flipH="1">
            <a:off x="11057473" y="3543634"/>
            <a:ext cx="33741" cy="58442"/>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9" name="g2clk"/>
          <p:cNvCxnSpPr/>
          <p:nvPr/>
        </p:nvCxnSpPr>
        <p:spPr>
          <a:xfrm flipH="1">
            <a:off x="11293499" y="3804361"/>
            <a:ext cx="58442" cy="33741"/>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50" name="g2clk"/>
          <p:cNvCxnSpPr/>
          <p:nvPr/>
        </p:nvCxnSpPr>
        <p:spPr>
          <a:xfrm flipH="1">
            <a:off x="11349898" y="4160520"/>
            <a:ext cx="97475" cy="0"/>
          </a:xfrm>
          <a:prstGeom prst="line">
            <a:avLst/>
          </a:prstGeom>
          <a:ln w="2082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51" name="g2clk"/>
          <p:cNvCxnSpPr/>
          <p:nvPr/>
        </p:nvCxnSpPr>
        <p:spPr>
          <a:xfrm flipH="1" flipV="1">
            <a:off x="11293499" y="4482937"/>
            <a:ext cx="58442" cy="33741"/>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52" name="g2clk"/>
          <p:cNvCxnSpPr/>
          <p:nvPr/>
        </p:nvCxnSpPr>
        <p:spPr>
          <a:xfrm flipH="1" flipV="1">
            <a:off x="11057473" y="4718963"/>
            <a:ext cx="33741" cy="58442"/>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53" name="g2clk"/>
          <p:cNvCxnSpPr/>
          <p:nvPr/>
        </p:nvCxnSpPr>
        <p:spPr>
          <a:xfrm flipV="1">
            <a:off x="10735056" y="4775362"/>
            <a:ext cx="0" cy="97475"/>
          </a:xfrm>
          <a:prstGeom prst="line">
            <a:avLst/>
          </a:prstGeom>
          <a:ln w="2082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54" name="g2clk"/>
          <p:cNvCxnSpPr/>
          <p:nvPr/>
        </p:nvCxnSpPr>
        <p:spPr>
          <a:xfrm flipV="1">
            <a:off x="10378897" y="4718963"/>
            <a:ext cx="33741" cy="58442"/>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55" name="g2clk"/>
          <p:cNvCxnSpPr/>
          <p:nvPr/>
        </p:nvCxnSpPr>
        <p:spPr>
          <a:xfrm flipV="1">
            <a:off x="10118170" y="4482937"/>
            <a:ext cx="58442" cy="33741"/>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56" name="g2clk"/>
          <p:cNvCxnSpPr/>
          <p:nvPr/>
        </p:nvCxnSpPr>
        <p:spPr>
          <a:xfrm>
            <a:off x="10022738" y="4160520"/>
            <a:ext cx="97475" cy="0"/>
          </a:xfrm>
          <a:prstGeom prst="line">
            <a:avLst/>
          </a:prstGeom>
          <a:ln w="2082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57" name="g2clk"/>
          <p:cNvCxnSpPr/>
          <p:nvPr/>
        </p:nvCxnSpPr>
        <p:spPr>
          <a:xfrm>
            <a:off x="10118170" y="3804361"/>
            <a:ext cx="58442" cy="33741"/>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58" name="g2clk"/>
          <p:cNvCxnSpPr/>
          <p:nvPr/>
        </p:nvCxnSpPr>
        <p:spPr>
          <a:xfrm>
            <a:off x="10378897" y="3543634"/>
            <a:ext cx="33741" cy="58442"/>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159" name="g2clk"/>
          <p:cNvSpPr txBox="1"/>
          <p:nvPr/>
        </p:nvSpPr>
        <p:spPr>
          <a:xfrm>
            <a:off x="10852830" y="3593992"/>
            <a:ext cx="274320" cy="249935"/>
          </a:xfrm>
          <a:prstGeom prst="rect">
            <a:avLst/>
          </a:prstGeom>
          <a:noFill/>
        </p:spPr>
        <p:txBody>
          <a:bodyPr wrap="none" lIns="0" rIns="0" tIns="0" bIns="0" anchor="ctr">
            <a:spAutoFit/>
          </a:bodyPr>
          <a:lstStyle/>
          <a:p>
            <a:pPr algn="ctr"/>
            <a:r>
              <a:rPr sz="1230" b="1" i="0">
                <a:solidFill>
                  <a:srgbClr val="1F2430"/>
                </a:solidFill>
                <a:latin typeface="PT Sans"/>
              </a:rPr>
              <a:t>1</a:t>
            </a:r>
          </a:p>
        </p:txBody>
      </p:sp>
      <p:sp>
        <p:nvSpPr>
          <p:cNvPr id="160" name="g2clk"/>
          <p:cNvSpPr txBox="1"/>
          <p:nvPr/>
        </p:nvSpPr>
        <p:spPr>
          <a:xfrm>
            <a:off x="11039455" y="3780617"/>
            <a:ext cx="274320" cy="249935"/>
          </a:xfrm>
          <a:prstGeom prst="rect">
            <a:avLst/>
          </a:prstGeom>
          <a:noFill/>
        </p:spPr>
        <p:txBody>
          <a:bodyPr wrap="none" lIns="0" rIns="0" tIns="0" bIns="0" anchor="ctr">
            <a:spAutoFit/>
          </a:bodyPr>
          <a:lstStyle/>
          <a:p>
            <a:pPr algn="ctr"/>
            <a:r>
              <a:rPr sz="1230" b="1" i="0">
                <a:solidFill>
                  <a:srgbClr val="1F2430"/>
                </a:solidFill>
                <a:latin typeface="PT Sans"/>
              </a:rPr>
              <a:t>2</a:t>
            </a:r>
          </a:p>
        </p:txBody>
      </p:sp>
      <p:sp>
        <p:nvSpPr>
          <p:cNvPr id="161" name="g2clk"/>
          <p:cNvSpPr txBox="1"/>
          <p:nvPr/>
        </p:nvSpPr>
        <p:spPr>
          <a:xfrm>
            <a:off x="11107765" y="4035552"/>
            <a:ext cx="274320" cy="249935"/>
          </a:xfrm>
          <a:prstGeom prst="rect">
            <a:avLst/>
          </a:prstGeom>
          <a:noFill/>
        </p:spPr>
        <p:txBody>
          <a:bodyPr wrap="none" lIns="0" rIns="0" tIns="0" bIns="0" anchor="ctr">
            <a:spAutoFit/>
          </a:bodyPr>
          <a:lstStyle/>
          <a:p>
            <a:pPr algn="ctr"/>
            <a:r>
              <a:rPr sz="1230" b="1" i="0">
                <a:solidFill>
                  <a:srgbClr val="1F2430"/>
                </a:solidFill>
                <a:latin typeface="PT Sans"/>
              </a:rPr>
              <a:t>3</a:t>
            </a:r>
          </a:p>
        </p:txBody>
      </p:sp>
      <p:sp>
        <p:nvSpPr>
          <p:cNvPr id="162" name="g2clk"/>
          <p:cNvSpPr txBox="1"/>
          <p:nvPr/>
        </p:nvSpPr>
        <p:spPr>
          <a:xfrm>
            <a:off x="11039455" y="4290486"/>
            <a:ext cx="274320" cy="249935"/>
          </a:xfrm>
          <a:prstGeom prst="rect">
            <a:avLst/>
          </a:prstGeom>
          <a:noFill/>
        </p:spPr>
        <p:txBody>
          <a:bodyPr wrap="none" lIns="0" rIns="0" tIns="0" bIns="0" anchor="ctr">
            <a:spAutoFit/>
          </a:bodyPr>
          <a:lstStyle/>
          <a:p>
            <a:pPr algn="ctr"/>
            <a:r>
              <a:rPr sz="1230" b="1" i="0">
                <a:solidFill>
                  <a:srgbClr val="1F2430"/>
                </a:solidFill>
                <a:latin typeface="PT Sans"/>
              </a:rPr>
              <a:t>4</a:t>
            </a:r>
          </a:p>
        </p:txBody>
      </p:sp>
      <p:sp>
        <p:nvSpPr>
          <p:cNvPr id="163" name="g2clk"/>
          <p:cNvSpPr txBox="1"/>
          <p:nvPr/>
        </p:nvSpPr>
        <p:spPr>
          <a:xfrm>
            <a:off x="10852830" y="4477111"/>
            <a:ext cx="274320" cy="249935"/>
          </a:xfrm>
          <a:prstGeom prst="rect">
            <a:avLst/>
          </a:prstGeom>
          <a:noFill/>
        </p:spPr>
        <p:txBody>
          <a:bodyPr wrap="none" lIns="0" rIns="0" tIns="0" bIns="0" anchor="ctr">
            <a:spAutoFit/>
          </a:bodyPr>
          <a:lstStyle/>
          <a:p>
            <a:pPr algn="ctr"/>
            <a:r>
              <a:rPr sz="1230" b="1" i="0">
                <a:solidFill>
                  <a:srgbClr val="1F2430"/>
                </a:solidFill>
                <a:latin typeface="PT Sans"/>
              </a:rPr>
              <a:t>5</a:t>
            </a:r>
          </a:p>
        </p:txBody>
      </p:sp>
      <p:sp>
        <p:nvSpPr>
          <p:cNvPr id="164" name="g2clk"/>
          <p:cNvSpPr txBox="1"/>
          <p:nvPr/>
        </p:nvSpPr>
        <p:spPr>
          <a:xfrm>
            <a:off x="10597896" y="4545421"/>
            <a:ext cx="274320" cy="249935"/>
          </a:xfrm>
          <a:prstGeom prst="rect">
            <a:avLst/>
          </a:prstGeom>
          <a:noFill/>
        </p:spPr>
        <p:txBody>
          <a:bodyPr wrap="none" lIns="0" rIns="0" tIns="0" bIns="0" anchor="ctr">
            <a:spAutoFit/>
          </a:bodyPr>
          <a:lstStyle/>
          <a:p>
            <a:pPr algn="ctr"/>
            <a:r>
              <a:rPr sz="1230" b="1" i="0">
                <a:solidFill>
                  <a:srgbClr val="1F2430"/>
                </a:solidFill>
                <a:latin typeface="PT Sans"/>
              </a:rPr>
              <a:t>6</a:t>
            </a:r>
          </a:p>
        </p:txBody>
      </p:sp>
      <p:sp>
        <p:nvSpPr>
          <p:cNvPr id="165" name="g2clk"/>
          <p:cNvSpPr txBox="1"/>
          <p:nvPr/>
        </p:nvSpPr>
        <p:spPr>
          <a:xfrm>
            <a:off x="10342961" y="4477111"/>
            <a:ext cx="274320" cy="249935"/>
          </a:xfrm>
          <a:prstGeom prst="rect">
            <a:avLst/>
          </a:prstGeom>
          <a:noFill/>
        </p:spPr>
        <p:txBody>
          <a:bodyPr wrap="none" lIns="0" rIns="0" tIns="0" bIns="0" anchor="ctr">
            <a:spAutoFit/>
          </a:bodyPr>
          <a:lstStyle/>
          <a:p>
            <a:pPr algn="ctr"/>
            <a:r>
              <a:rPr sz="1230" b="1" i="0">
                <a:solidFill>
                  <a:srgbClr val="1F2430"/>
                </a:solidFill>
                <a:latin typeface="PT Sans"/>
              </a:rPr>
              <a:t>7</a:t>
            </a:r>
          </a:p>
        </p:txBody>
      </p:sp>
      <p:sp>
        <p:nvSpPr>
          <p:cNvPr id="166" name="g2clk"/>
          <p:cNvSpPr txBox="1"/>
          <p:nvPr/>
        </p:nvSpPr>
        <p:spPr>
          <a:xfrm>
            <a:off x="10156336" y="4290486"/>
            <a:ext cx="274320" cy="249935"/>
          </a:xfrm>
          <a:prstGeom prst="rect">
            <a:avLst/>
          </a:prstGeom>
          <a:noFill/>
        </p:spPr>
        <p:txBody>
          <a:bodyPr wrap="none" lIns="0" rIns="0" tIns="0" bIns="0" anchor="ctr">
            <a:spAutoFit/>
          </a:bodyPr>
          <a:lstStyle/>
          <a:p>
            <a:pPr algn="ctr"/>
            <a:r>
              <a:rPr sz="1230" b="1" i="0">
                <a:solidFill>
                  <a:srgbClr val="1F2430"/>
                </a:solidFill>
                <a:latin typeface="PT Sans"/>
              </a:rPr>
              <a:t>8</a:t>
            </a:r>
          </a:p>
        </p:txBody>
      </p:sp>
      <p:sp>
        <p:nvSpPr>
          <p:cNvPr id="167" name="g2clk"/>
          <p:cNvSpPr txBox="1"/>
          <p:nvPr/>
        </p:nvSpPr>
        <p:spPr>
          <a:xfrm>
            <a:off x="10088026" y="4035552"/>
            <a:ext cx="274320" cy="249935"/>
          </a:xfrm>
          <a:prstGeom prst="rect">
            <a:avLst/>
          </a:prstGeom>
          <a:noFill/>
        </p:spPr>
        <p:txBody>
          <a:bodyPr wrap="none" lIns="0" rIns="0" tIns="0" bIns="0" anchor="ctr">
            <a:spAutoFit/>
          </a:bodyPr>
          <a:lstStyle/>
          <a:p>
            <a:pPr algn="ctr"/>
            <a:r>
              <a:rPr sz="1230" b="1" i="0">
                <a:solidFill>
                  <a:srgbClr val="1F2430"/>
                </a:solidFill>
                <a:latin typeface="PT Sans"/>
              </a:rPr>
              <a:t>9</a:t>
            </a:r>
          </a:p>
        </p:txBody>
      </p:sp>
      <p:sp>
        <p:nvSpPr>
          <p:cNvPr id="168" name="g2clk"/>
          <p:cNvSpPr txBox="1"/>
          <p:nvPr/>
        </p:nvSpPr>
        <p:spPr>
          <a:xfrm>
            <a:off x="10151154" y="3780617"/>
            <a:ext cx="284683" cy="249935"/>
          </a:xfrm>
          <a:prstGeom prst="rect">
            <a:avLst/>
          </a:prstGeom>
          <a:noFill/>
        </p:spPr>
        <p:txBody>
          <a:bodyPr wrap="none" lIns="0" rIns="0" tIns="0" bIns="0" anchor="ctr">
            <a:spAutoFit/>
          </a:bodyPr>
          <a:lstStyle/>
          <a:p>
            <a:pPr algn="ctr"/>
            <a:r>
              <a:rPr sz="1230" b="1" i="0">
                <a:solidFill>
                  <a:srgbClr val="1F2430"/>
                </a:solidFill>
                <a:latin typeface="PT Sans"/>
              </a:rPr>
              <a:t>10</a:t>
            </a:r>
          </a:p>
        </p:txBody>
      </p:sp>
      <p:sp>
        <p:nvSpPr>
          <p:cNvPr id="169" name="g2clk"/>
          <p:cNvSpPr txBox="1"/>
          <p:nvPr/>
        </p:nvSpPr>
        <p:spPr>
          <a:xfrm>
            <a:off x="10337779" y="3593992"/>
            <a:ext cx="284683" cy="249935"/>
          </a:xfrm>
          <a:prstGeom prst="rect">
            <a:avLst/>
          </a:prstGeom>
          <a:noFill/>
        </p:spPr>
        <p:txBody>
          <a:bodyPr wrap="none" lIns="0" rIns="0" tIns="0" bIns="0" anchor="ctr">
            <a:spAutoFit/>
          </a:bodyPr>
          <a:lstStyle/>
          <a:p>
            <a:pPr algn="ctr"/>
            <a:r>
              <a:rPr sz="1230" b="1" i="0">
                <a:solidFill>
                  <a:srgbClr val="1F2430"/>
                </a:solidFill>
                <a:latin typeface="PT Sans"/>
              </a:rPr>
              <a:t>11</a:t>
            </a:r>
          </a:p>
        </p:txBody>
      </p:sp>
      <p:sp>
        <p:nvSpPr>
          <p:cNvPr id="170" name="g2clk"/>
          <p:cNvSpPr txBox="1"/>
          <p:nvPr/>
        </p:nvSpPr>
        <p:spPr>
          <a:xfrm>
            <a:off x="10592714" y="3525682"/>
            <a:ext cx="284683" cy="249935"/>
          </a:xfrm>
          <a:prstGeom prst="rect">
            <a:avLst/>
          </a:prstGeom>
          <a:noFill/>
        </p:spPr>
        <p:txBody>
          <a:bodyPr wrap="none" lIns="0" rIns="0" tIns="0" bIns="0" anchor="ctr">
            <a:spAutoFit/>
          </a:bodyPr>
          <a:lstStyle/>
          <a:p>
            <a:pPr algn="ctr"/>
            <a:r>
              <a:rPr sz="1230" b="1" i="0">
                <a:solidFill>
                  <a:srgbClr val="1F2430"/>
                </a:solidFill>
                <a:latin typeface="PT Sans"/>
              </a:rPr>
              <a:t>12</a:t>
            </a:r>
          </a:p>
        </p:txBody>
      </p:sp>
      <p:cxnSp>
        <p:nvCxnSpPr>
          <p:cNvPr id="171" name="g2clk"/>
          <p:cNvCxnSpPr/>
          <p:nvPr/>
        </p:nvCxnSpPr>
        <p:spPr>
          <a:xfrm flipH="1">
            <a:off x="10437624" y="4160520"/>
            <a:ext cx="297432" cy="228227"/>
          </a:xfrm>
          <a:prstGeom prst="line">
            <a:avLst/>
          </a:prstGeom>
          <a:ln w="72897"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2" name="g2clk"/>
          <p:cNvCxnSpPr/>
          <p:nvPr/>
        </p:nvCxnSpPr>
        <p:spPr>
          <a:xfrm flipH="1">
            <a:off x="10135209" y="4160520"/>
            <a:ext cx="599847" cy="0"/>
          </a:xfrm>
          <a:prstGeom prst="line">
            <a:avLst/>
          </a:prstGeom>
          <a:ln w="43738" cap="rnd">
            <a:solidFill>
              <a:srgbClr val="2441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g2clk"/>
          <p:cNvSpPr/>
          <p:nvPr/>
        </p:nvSpPr>
        <p:spPr>
          <a:xfrm>
            <a:off x="10693816" y="4119280"/>
            <a:ext cx="82478" cy="82478"/>
          </a:xfrm>
          <a:prstGeom prst="ellipse">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 буюм менен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11/26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Жупта: кагаз тарелкадан саат. Жебелерди айлантып кой: 7:00, 7:30, 7:15, 7:45.</a:t>
            </a:r>
          </a:p>
        </p:txBody>
      </p:sp>
      <p:sp>
        <p:nvSpPr>
          <p:cNvPr id="12" name="Oval 11"/>
          <p:cNvSpPr/>
          <p:nvPr/>
        </p:nvSpPr>
        <p:spPr>
          <a:xfrm>
            <a:off x="881481" y="2481681"/>
            <a:ext cx="2900476" cy="2900476"/>
          </a:xfrm>
          <a:prstGeom prst="ellipse">
            <a:avLst/>
          </a:prstGeom>
          <a:solidFill>
            <a:srgbClr val="F7F3EC"/>
          </a:solidFill>
          <a:ln w="15875">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42999" y="2743200"/>
            <a:ext cx="2377440" cy="2377440"/>
          </a:xfrm>
          <a:prstGeom prst="ellipse">
            <a:avLst/>
          </a:prstGeom>
          <a:solidFill>
            <a:srgbClr val="FFFFFF"/>
          </a:solidFill>
          <a:ln w="381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flipH="1">
            <a:off x="2442307" y="2808822"/>
            <a:ext cx="7455" cy="70932"/>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2551682" y="2827313"/>
            <a:ext cx="14829" cy="6976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658647" y="2857907"/>
            <a:ext cx="22040" cy="67832"/>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2762031" y="2900267"/>
            <a:ext cx="29010" cy="65157"/>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2953573" y="3018310"/>
            <a:ext cx="41923" cy="57701"/>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3039633" y="3092698"/>
            <a:ext cx="47725" cy="53003"/>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3117938" y="3176281"/>
            <a:ext cx="53003" cy="4772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3187628" y="3268143"/>
            <a:ext cx="57701" cy="41923"/>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298215" y="3472598"/>
            <a:ext cx="65157" cy="29010"/>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337900" y="3582952"/>
            <a:ext cx="67832" cy="22040"/>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3366561" y="3697128"/>
            <a:ext cx="69765" cy="14829"/>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383885" y="3813877"/>
            <a:ext cx="70932" cy="745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3383885" y="4042507"/>
            <a:ext cx="70932" cy="745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3366561" y="4151882"/>
            <a:ext cx="69765" cy="14829"/>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3337900" y="4258847"/>
            <a:ext cx="67832" cy="22040"/>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3298215" y="4362231"/>
            <a:ext cx="65157" cy="29010"/>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3187628" y="4553773"/>
            <a:ext cx="57701" cy="41923"/>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3117938" y="4639833"/>
            <a:ext cx="53003" cy="4772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3039633" y="4718138"/>
            <a:ext cx="47725" cy="53003"/>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953573" y="4787828"/>
            <a:ext cx="41923" cy="57701"/>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762031" y="4898415"/>
            <a:ext cx="29010" cy="65157"/>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58647" y="4938100"/>
            <a:ext cx="22040" cy="67832"/>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551682" y="4966761"/>
            <a:ext cx="14829" cy="6976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442307" y="4984085"/>
            <a:ext cx="7455" cy="70932"/>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213677" y="4984085"/>
            <a:ext cx="7455" cy="70932"/>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2096928" y="4966761"/>
            <a:ext cx="14829" cy="6976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982752" y="4938100"/>
            <a:ext cx="22040" cy="67832"/>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872398" y="4898415"/>
            <a:ext cx="29010" cy="65157"/>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667943" y="4787828"/>
            <a:ext cx="41923" cy="57701"/>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576081" y="4718138"/>
            <a:ext cx="47725" cy="53003"/>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492498" y="4639833"/>
            <a:ext cx="53003" cy="4772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418110" y="4553773"/>
            <a:ext cx="57701" cy="41923"/>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300067" y="4362231"/>
            <a:ext cx="65157" cy="29010"/>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257707" y="4258847"/>
            <a:ext cx="67832" cy="22040"/>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227113" y="4151882"/>
            <a:ext cx="69765" cy="14829"/>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208622" y="4042507"/>
            <a:ext cx="70932" cy="745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208622" y="3813877"/>
            <a:ext cx="70932" cy="745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227113" y="3697128"/>
            <a:ext cx="69765" cy="14829"/>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257707" y="3582952"/>
            <a:ext cx="67832" cy="22040"/>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300067" y="3472598"/>
            <a:ext cx="65157" cy="29010"/>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418110" y="3268143"/>
            <a:ext cx="57701" cy="41923"/>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492498" y="3176281"/>
            <a:ext cx="53003" cy="4772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576081" y="3092698"/>
            <a:ext cx="47725" cy="53003"/>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667943" y="3018310"/>
            <a:ext cx="41923" cy="57701"/>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872398" y="2900267"/>
            <a:ext cx="29010" cy="65157"/>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982752" y="2857907"/>
            <a:ext cx="22040" cy="67832"/>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2096928" y="2827313"/>
            <a:ext cx="14829" cy="6976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2213677" y="2808822"/>
            <a:ext cx="7455" cy="70932"/>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2331720" y="2802636"/>
            <a:ext cx="0" cy="154533"/>
          </a:xfrm>
          <a:prstGeom prst="line">
            <a:avLst/>
          </a:prstGeom>
          <a:ln w="3302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2842869" y="2953931"/>
            <a:ext cx="53492" cy="92651"/>
          </a:xfrm>
          <a:prstGeom prst="line">
            <a:avLst/>
          </a:prstGeom>
          <a:ln w="2146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3217057" y="3367277"/>
            <a:ext cx="92651" cy="53493"/>
          </a:xfrm>
          <a:prstGeom prst="line">
            <a:avLst/>
          </a:prstGeom>
          <a:ln w="2146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3306470" y="3931920"/>
            <a:ext cx="154533" cy="0"/>
          </a:xfrm>
          <a:prstGeom prst="line">
            <a:avLst/>
          </a:prstGeom>
          <a:ln w="3302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3217057" y="4443069"/>
            <a:ext cx="92651" cy="53493"/>
          </a:xfrm>
          <a:prstGeom prst="line">
            <a:avLst/>
          </a:prstGeom>
          <a:ln w="2146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842869" y="4817257"/>
            <a:ext cx="53492" cy="92651"/>
          </a:xfrm>
          <a:prstGeom prst="line">
            <a:avLst/>
          </a:prstGeom>
          <a:ln w="2146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2331720" y="4906670"/>
            <a:ext cx="0" cy="154534"/>
          </a:xfrm>
          <a:prstGeom prst="line">
            <a:avLst/>
          </a:prstGeom>
          <a:ln w="3302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1767077" y="4817257"/>
            <a:ext cx="53493" cy="92651"/>
          </a:xfrm>
          <a:prstGeom prst="line">
            <a:avLst/>
          </a:prstGeom>
          <a:ln w="2146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1353731" y="4443069"/>
            <a:ext cx="92651" cy="53493"/>
          </a:xfrm>
          <a:prstGeom prst="line">
            <a:avLst/>
          </a:prstGeom>
          <a:ln w="2146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1202436" y="3931920"/>
            <a:ext cx="154533" cy="0"/>
          </a:xfrm>
          <a:prstGeom prst="line">
            <a:avLst/>
          </a:prstGeom>
          <a:ln w="3302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353731" y="3367277"/>
            <a:ext cx="92651" cy="53493"/>
          </a:xfrm>
          <a:prstGeom prst="line">
            <a:avLst/>
          </a:prstGeom>
          <a:ln w="2146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1767077" y="2953931"/>
            <a:ext cx="53493" cy="92651"/>
          </a:xfrm>
          <a:prstGeom prst="line">
            <a:avLst/>
          </a:prstGeom>
          <a:ln w="21463"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2598724" y="3033766"/>
            <a:ext cx="274320" cy="396240"/>
          </a:xfrm>
          <a:prstGeom prst="rect">
            <a:avLst/>
          </a:prstGeom>
          <a:noFill/>
        </p:spPr>
        <p:txBody>
          <a:bodyPr wrap="none" lIns="0" rIns="0" tIns="0" bIns="0" anchor="ctr">
            <a:spAutoFit/>
          </a:bodyPr>
          <a:lstStyle/>
          <a:p>
            <a:pPr algn="ctr"/>
            <a:r>
              <a:rPr sz="1950" b="1" i="0">
                <a:solidFill>
                  <a:srgbClr val="1F2430"/>
                </a:solidFill>
                <a:latin typeface="PT Sans"/>
              </a:rPr>
              <a:t>1</a:t>
            </a:r>
          </a:p>
        </p:txBody>
      </p:sp>
      <p:sp>
        <p:nvSpPr>
          <p:cNvPr id="75" name="TextBox 74"/>
          <p:cNvSpPr txBox="1"/>
          <p:nvPr/>
        </p:nvSpPr>
        <p:spPr>
          <a:xfrm>
            <a:off x="2894593" y="3329635"/>
            <a:ext cx="274320" cy="396240"/>
          </a:xfrm>
          <a:prstGeom prst="rect">
            <a:avLst/>
          </a:prstGeom>
          <a:noFill/>
        </p:spPr>
        <p:txBody>
          <a:bodyPr wrap="none" lIns="0" rIns="0" tIns="0" bIns="0" anchor="ctr">
            <a:spAutoFit/>
          </a:bodyPr>
          <a:lstStyle/>
          <a:p>
            <a:pPr algn="ctr"/>
            <a:r>
              <a:rPr sz="1950" b="1" i="0">
                <a:solidFill>
                  <a:srgbClr val="1F2430"/>
                </a:solidFill>
                <a:latin typeface="PT Sans"/>
              </a:rPr>
              <a:t>2</a:t>
            </a:r>
          </a:p>
        </p:txBody>
      </p:sp>
      <p:sp>
        <p:nvSpPr>
          <p:cNvPr id="76" name="TextBox 75"/>
          <p:cNvSpPr txBox="1"/>
          <p:nvPr/>
        </p:nvSpPr>
        <p:spPr>
          <a:xfrm>
            <a:off x="3002889" y="3733799"/>
            <a:ext cx="274320" cy="396240"/>
          </a:xfrm>
          <a:prstGeom prst="rect">
            <a:avLst/>
          </a:prstGeom>
          <a:noFill/>
        </p:spPr>
        <p:txBody>
          <a:bodyPr wrap="none" lIns="0" rIns="0" tIns="0" bIns="0" anchor="ctr">
            <a:spAutoFit/>
          </a:bodyPr>
          <a:lstStyle/>
          <a:p>
            <a:pPr algn="ctr"/>
            <a:r>
              <a:rPr sz="1950" b="1" i="0">
                <a:solidFill>
                  <a:srgbClr val="1F2430"/>
                </a:solidFill>
                <a:latin typeface="PT Sans"/>
              </a:rPr>
              <a:t>3</a:t>
            </a:r>
          </a:p>
        </p:txBody>
      </p:sp>
      <p:sp>
        <p:nvSpPr>
          <p:cNvPr id="77" name="TextBox 76"/>
          <p:cNvSpPr txBox="1"/>
          <p:nvPr/>
        </p:nvSpPr>
        <p:spPr>
          <a:xfrm>
            <a:off x="2894593" y="4137964"/>
            <a:ext cx="274320" cy="396240"/>
          </a:xfrm>
          <a:prstGeom prst="rect">
            <a:avLst/>
          </a:prstGeom>
          <a:noFill/>
        </p:spPr>
        <p:txBody>
          <a:bodyPr wrap="none" lIns="0" rIns="0" tIns="0" bIns="0" anchor="ctr">
            <a:spAutoFit/>
          </a:bodyPr>
          <a:lstStyle/>
          <a:p>
            <a:pPr algn="ctr"/>
            <a:r>
              <a:rPr sz="1950" b="1" i="0">
                <a:solidFill>
                  <a:srgbClr val="1F2430"/>
                </a:solidFill>
                <a:latin typeface="PT Sans"/>
              </a:rPr>
              <a:t>4</a:t>
            </a:r>
          </a:p>
        </p:txBody>
      </p:sp>
      <p:sp>
        <p:nvSpPr>
          <p:cNvPr id="78" name="TextBox 77"/>
          <p:cNvSpPr txBox="1"/>
          <p:nvPr/>
        </p:nvSpPr>
        <p:spPr>
          <a:xfrm>
            <a:off x="2598724" y="4433833"/>
            <a:ext cx="274320" cy="396240"/>
          </a:xfrm>
          <a:prstGeom prst="rect">
            <a:avLst/>
          </a:prstGeom>
          <a:noFill/>
        </p:spPr>
        <p:txBody>
          <a:bodyPr wrap="none" lIns="0" rIns="0" tIns="0" bIns="0" anchor="ctr">
            <a:spAutoFit/>
          </a:bodyPr>
          <a:lstStyle/>
          <a:p>
            <a:pPr algn="ctr"/>
            <a:r>
              <a:rPr sz="1950" b="1" i="0">
                <a:solidFill>
                  <a:srgbClr val="1F2430"/>
                </a:solidFill>
                <a:latin typeface="PT Sans"/>
              </a:rPr>
              <a:t>5</a:t>
            </a:r>
          </a:p>
        </p:txBody>
      </p:sp>
      <p:sp>
        <p:nvSpPr>
          <p:cNvPr id="79" name="TextBox 78"/>
          <p:cNvSpPr txBox="1"/>
          <p:nvPr/>
        </p:nvSpPr>
        <p:spPr>
          <a:xfrm>
            <a:off x="2194560" y="4542129"/>
            <a:ext cx="274320" cy="396240"/>
          </a:xfrm>
          <a:prstGeom prst="rect">
            <a:avLst/>
          </a:prstGeom>
          <a:noFill/>
        </p:spPr>
        <p:txBody>
          <a:bodyPr wrap="none" lIns="0" rIns="0" tIns="0" bIns="0" anchor="ctr">
            <a:spAutoFit/>
          </a:bodyPr>
          <a:lstStyle/>
          <a:p>
            <a:pPr algn="ctr"/>
            <a:r>
              <a:rPr sz="1950" b="1" i="0">
                <a:solidFill>
                  <a:srgbClr val="1F2430"/>
                </a:solidFill>
                <a:latin typeface="PT Sans"/>
              </a:rPr>
              <a:t>6</a:t>
            </a:r>
          </a:p>
        </p:txBody>
      </p:sp>
      <p:sp>
        <p:nvSpPr>
          <p:cNvPr id="80" name="TextBox 79"/>
          <p:cNvSpPr txBox="1"/>
          <p:nvPr/>
        </p:nvSpPr>
        <p:spPr>
          <a:xfrm>
            <a:off x="1790395" y="4433833"/>
            <a:ext cx="274320" cy="396240"/>
          </a:xfrm>
          <a:prstGeom prst="rect">
            <a:avLst/>
          </a:prstGeom>
          <a:noFill/>
        </p:spPr>
        <p:txBody>
          <a:bodyPr wrap="none" lIns="0" rIns="0" tIns="0" bIns="0" anchor="ctr">
            <a:spAutoFit/>
          </a:bodyPr>
          <a:lstStyle/>
          <a:p>
            <a:pPr algn="ctr"/>
            <a:r>
              <a:rPr sz="1950" b="1" i="0">
                <a:solidFill>
                  <a:srgbClr val="1F2430"/>
                </a:solidFill>
                <a:latin typeface="PT Sans"/>
              </a:rPr>
              <a:t>7</a:t>
            </a:r>
          </a:p>
        </p:txBody>
      </p:sp>
      <p:sp>
        <p:nvSpPr>
          <p:cNvPr id="81" name="TextBox 80"/>
          <p:cNvSpPr txBox="1"/>
          <p:nvPr/>
        </p:nvSpPr>
        <p:spPr>
          <a:xfrm>
            <a:off x="1494526" y="4137964"/>
            <a:ext cx="274320" cy="396240"/>
          </a:xfrm>
          <a:prstGeom prst="rect">
            <a:avLst/>
          </a:prstGeom>
          <a:noFill/>
        </p:spPr>
        <p:txBody>
          <a:bodyPr wrap="none" lIns="0" rIns="0" tIns="0" bIns="0" anchor="ctr">
            <a:spAutoFit/>
          </a:bodyPr>
          <a:lstStyle/>
          <a:p>
            <a:pPr algn="ctr"/>
            <a:r>
              <a:rPr sz="1950" b="1" i="0">
                <a:solidFill>
                  <a:srgbClr val="1F2430"/>
                </a:solidFill>
                <a:latin typeface="PT Sans"/>
              </a:rPr>
              <a:t>8</a:t>
            </a:r>
          </a:p>
        </p:txBody>
      </p:sp>
      <p:sp>
        <p:nvSpPr>
          <p:cNvPr id="82" name="TextBox 81"/>
          <p:cNvSpPr txBox="1"/>
          <p:nvPr/>
        </p:nvSpPr>
        <p:spPr>
          <a:xfrm>
            <a:off x="1386230" y="3733799"/>
            <a:ext cx="274320" cy="396240"/>
          </a:xfrm>
          <a:prstGeom prst="rect">
            <a:avLst/>
          </a:prstGeom>
          <a:noFill/>
        </p:spPr>
        <p:txBody>
          <a:bodyPr wrap="none" lIns="0" rIns="0" tIns="0" bIns="0" anchor="ctr">
            <a:spAutoFit/>
          </a:bodyPr>
          <a:lstStyle/>
          <a:p>
            <a:pPr algn="ctr"/>
            <a:r>
              <a:rPr sz="1950" b="1" i="0">
                <a:solidFill>
                  <a:srgbClr val="1F2430"/>
                </a:solidFill>
                <a:latin typeface="PT Sans"/>
              </a:rPr>
              <a:t>9</a:t>
            </a:r>
          </a:p>
        </p:txBody>
      </p:sp>
      <p:sp>
        <p:nvSpPr>
          <p:cNvPr id="83" name="TextBox 82"/>
          <p:cNvSpPr txBox="1"/>
          <p:nvPr/>
        </p:nvSpPr>
        <p:spPr>
          <a:xfrm>
            <a:off x="1438138" y="3329635"/>
            <a:ext cx="387096" cy="396240"/>
          </a:xfrm>
          <a:prstGeom prst="rect">
            <a:avLst/>
          </a:prstGeom>
          <a:noFill/>
        </p:spPr>
        <p:txBody>
          <a:bodyPr wrap="none" lIns="0" rIns="0" tIns="0" bIns="0" anchor="ctr">
            <a:spAutoFit/>
          </a:bodyPr>
          <a:lstStyle/>
          <a:p>
            <a:pPr algn="ctr"/>
            <a:r>
              <a:rPr sz="1950" b="1" i="0">
                <a:solidFill>
                  <a:srgbClr val="1F2430"/>
                </a:solidFill>
                <a:latin typeface="PT Sans"/>
              </a:rPr>
              <a:t>10</a:t>
            </a:r>
          </a:p>
        </p:txBody>
      </p:sp>
      <p:sp>
        <p:nvSpPr>
          <p:cNvPr id="84" name="TextBox 83"/>
          <p:cNvSpPr txBox="1"/>
          <p:nvPr/>
        </p:nvSpPr>
        <p:spPr>
          <a:xfrm>
            <a:off x="1734007" y="3033766"/>
            <a:ext cx="387096" cy="396240"/>
          </a:xfrm>
          <a:prstGeom prst="rect">
            <a:avLst/>
          </a:prstGeom>
          <a:noFill/>
        </p:spPr>
        <p:txBody>
          <a:bodyPr wrap="none" lIns="0" rIns="0" tIns="0" bIns="0" anchor="ctr">
            <a:spAutoFit/>
          </a:bodyPr>
          <a:lstStyle/>
          <a:p>
            <a:pPr algn="ctr"/>
            <a:r>
              <a:rPr sz="1950" b="1" i="0">
                <a:solidFill>
                  <a:srgbClr val="1F2430"/>
                </a:solidFill>
                <a:latin typeface="PT Sans"/>
              </a:rPr>
              <a:t>11</a:t>
            </a:r>
          </a:p>
        </p:txBody>
      </p:sp>
      <p:sp>
        <p:nvSpPr>
          <p:cNvPr id="85" name="TextBox 84"/>
          <p:cNvSpPr txBox="1"/>
          <p:nvPr/>
        </p:nvSpPr>
        <p:spPr>
          <a:xfrm>
            <a:off x="2138171" y="2925470"/>
            <a:ext cx="387096" cy="396240"/>
          </a:xfrm>
          <a:prstGeom prst="rect">
            <a:avLst/>
          </a:prstGeom>
          <a:noFill/>
        </p:spPr>
        <p:txBody>
          <a:bodyPr wrap="none" lIns="0" rIns="0" tIns="0" bIns="0" anchor="ctr">
            <a:spAutoFit/>
          </a:bodyPr>
          <a:lstStyle/>
          <a:p>
            <a:pPr algn="ctr"/>
            <a:r>
              <a:rPr sz="1950" b="1" i="0">
                <a:solidFill>
                  <a:srgbClr val="1F2430"/>
                </a:solidFill>
                <a:latin typeface="PT Sans"/>
              </a:rPr>
              <a:t>12</a:t>
            </a:r>
          </a:p>
        </p:txBody>
      </p:sp>
      <p:sp>
        <p:nvSpPr>
          <p:cNvPr id="86" name="TextBox 85"/>
          <p:cNvSpPr txBox="1"/>
          <p:nvPr/>
        </p:nvSpPr>
        <p:spPr>
          <a:xfrm>
            <a:off x="2194560" y="2526588"/>
            <a:ext cx="274320" cy="171704"/>
          </a:xfrm>
          <a:prstGeom prst="rect">
            <a:avLst/>
          </a:prstGeom>
          <a:noFill/>
        </p:spPr>
        <p:txBody>
          <a:bodyPr wrap="none" lIns="0" rIns="0" tIns="0" bIns="0" anchor="ctr">
            <a:spAutoFit/>
          </a:bodyPr>
          <a:lstStyle/>
          <a:p>
            <a:pPr algn="ctr"/>
            <a:r>
              <a:rPr sz="845" b="1" i="0">
                <a:solidFill>
                  <a:srgbClr val="4A5A70"/>
                </a:solidFill>
                <a:latin typeface="PT Sans"/>
              </a:rPr>
              <a:t>0</a:t>
            </a:r>
          </a:p>
        </p:txBody>
      </p:sp>
      <p:sp>
        <p:nvSpPr>
          <p:cNvPr id="87" name="TextBox 86"/>
          <p:cNvSpPr txBox="1"/>
          <p:nvPr/>
        </p:nvSpPr>
        <p:spPr>
          <a:xfrm>
            <a:off x="2854299" y="2703365"/>
            <a:ext cx="274320" cy="171704"/>
          </a:xfrm>
          <a:prstGeom prst="rect">
            <a:avLst/>
          </a:prstGeom>
          <a:noFill/>
        </p:spPr>
        <p:txBody>
          <a:bodyPr wrap="none" lIns="0" rIns="0" tIns="0" bIns="0" anchor="ctr">
            <a:spAutoFit/>
          </a:bodyPr>
          <a:lstStyle/>
          <a:p>
            <a:pPr algn="ctr"/>
            <a:r>
              <a:rPr sz="845" b="1" i="0">
                <a:solidFill>
                  <a:srgbClr val="4A5A70"/>
                </a:solidFill>
                <a:latin typeface="PT Sans"/>
              </a:rPr>
              <a:t>5</a:t>
            </a:r>
          </a:p>
        </p:txBody>
      </p:sp>
      <p:sp>
        <p:nvSpPr>
          <p:cNvPr id="88" name="TextBox 87"/>
          <p:cNvSpPr txBox="1"/>
          <p:nvPr/>
        </p:nvSpPr>
        <p:spPr>
          <a:xfrm>
            <a:off x="3337262" y="3186328"/>
            <a:ext cx="274320" cy="171704"/>
          </a:xfrm>
          <a:prstGeom prst="rect">
            <a:avLst/>
          </a:prstGeom>
          <a:noFill/>
        </p:spPr>
        <p:txBody>
          <a:bodyPr wrap="none" lIns="0" rIns="0" tIns="0" bIns="0" anchor="ctr">
            <a:spAutoFit/>
          </a:bodyPr>
          <a:lstStyle/>
          <a:p>
            <a:pPr algn="ctr"/>
            <a:r>
              <a:rPr sz="845" b="1" i="0">
                <a:solidFill>
                  <a:srgbClr val="4A5A70"/>
                </a:solidFill>
                <a:latin typeface="PT Sans"/>
              </a:rPr>
              <a:t>10</a:t>
            </a:r>
          </a:p>
        </p:txBody>
      </p:sp>
      <p:sp>
        <p:nvSpPr>
          <p:cNvPr id="89" name="TextBox 88"/>
          <p:cNvSpPr txBox="1"/>
          <p:nvPr/>
        </p:nvSpPr>
        <p:spPr>
          <a:xfrm>
            <a:off x="3514039" y="3846068"/>
            <a:ext cx="274320" cy="171704"/>
          </a:xfrm>
          <a:prstGeom prst="rect">
            <a:avLst/>
          </a:prstGeom>
          <a:noFill/>
        </p:spPr>
        <p:txBody>
          <a:bodyPr wrap="none" lIns="0" rIns="0" tIns="0" bIns="0" anchor="ctr">
            <a:spAutoFit/>
          </a:bodyPr>
          <a:lstStyle/>
          <a:p>
            <a:pPr algn="ctr"/>
            <a:r>
              <a:rPr sz="845" b="1" i="0">
                <a:solidFill>
                  <a:srgbClr val="4A5A70"/>
                </a:solidFill>
                <a:latin typeface="PT Sans"/>
              </a:rPr>
              <a:t>15</a:t>
            </a:r>
          </a:p>
        </p:txBody>
      </p:sp>
      <p:sp>
        <p:nvSpPr>
          <p:cNvPr id="90" name="TextBox 89"/>
          <p:cNvSpPr txBox="1"/>
          <p:nvPr/>
        </p:nvSpPr>
        <p:spPr>
          <a:xfrm>
            <a:off x="3337262" y="4505807"/>
            <a:ext cx="274320" cy="171704"/>
          </a:xfrm>
          <a:prstGeom prst="rect">
            <a:avLst/>
          </a:prstGeom>
          <a:noFill/>
        </p:spPr>
        <p:txBody>
          <a:bodyPr wrap="none" lIns="0" rIns="0" tIns="0" bIns="0" anchor="ctr">
            <a:spAutoFit/>
          </a:bodyPr>
          <a:lstStyle/>
          <a:p>
            <a:pPr algn="ctr"/>
            <a:r>
              <a:rPr sz="845" b="1" i="0">
                <a:solidFill>
                  <a:srgbClr val="4A5A70"/>
                </a:solidFill>
                <a:latin typeface="PT Sans"/>
              </a:rPr>
              <a:t>20</a:t>
            </a:r>
          </a:p>
        </p:txBody>
      </p:sp>
      <p:sp>
        <p:nvSpPr>
          <p:cNvPr id="91" name="TextBox 90"/>
          <p:cNvSpPr txBox="1"/>
          <p:nvPr/>
        </p:nvSpPr>
        <p:spPr>
          <a:xfrm>
            <a:off x="2854299" y="4988770"/>
            <a:ext cx="274320" cy="171704"/>
          </a:xfrm>
          <a:prstGeom prst="rect">
            <a:avLst/>
          </a:prstGeom>
          <a:noFill/>
        </p:spPr>
        <p:txBody>
          <a:bodyPr wrap="none" lIns="0" rIns="0" tIns="0" bIns="0" anchor="ctr">
            <a:spAutoFit/>
          </a:bodyPr>
          <a:lstStyle/>
          <a:p>
            <a:pPr algn="ctr"/>
            <a:r>
              <a:rPr sz="845" b="1" i="0">
                <a:solidFill>
                  <a:srgbClr val="4A5A70"/>
                </a:solidFill>
                <a:latin typeface="PT Sans"/>
              </a:rPr>
              <a:t>25</a:t>
            </a:r>
          </a:p>
        </p:txBody>
      </p:sp>
      <p:sp>
        <p:nvSpPr>
          <p:cNvPr id="92" name="TextBox 91"/>
          <p:cNvSpPr txBox="1"/>
          <p:nvPr/>
        </p:nvSpPr>
        <p:spPr>
          <a:xfrm>
            <a:off x="2194560" y="5165547"/>
            <a:ext cx="274320" cy="171704"/>
          </a:xfrm>
          <a:prstGeom prst="rect">
            <a:avLst/>
          </a:prstGeom>
          <a:noFill/>
        </p:spPr>
        <p:txBody>
          <a:bodyPr wrap="none" lIns="0" rIns="0" tIns="0" bIns="0" anchor="ctr">
            <a:spAutoFit/>
          </a:bodyPr>
          <a:lstStyle/>
          <a:p>
            <a:pPr algn="ctr"/>
            <a:r>
              <a:rPr sz="845" b="1" i="0">
                <a:solidFill>
                  <a:srgbClr val="4A5A70"/>
                </a:solidFill>
                <a:latin typeface="PT Sans"/>
              </a:rPr>
              <a:t>30</a:t>
            </a:r>
          </a:p>
        </p:txBody>
      </p:sp>
      <p:sp>
        <p:nvSpPr>
          <p:cNvPr id="93" name="TextBox 92"/>
          <p:cNvSpPr txBox="1"/>
          <p:nvPr/>
        </p:nvSpPr>
        <p:spPr>
          <a:xfrm>
            <a:off x="1534820" y="4988770"/>
            <a:ext cx="274320" cy="171704"/>
          </a:xfrm>
          <a:prstGeom prst="rect">
            <a:avLst/>
          </a:prstGeom>
          <a:noFill/>
        </p:spPr>
        <p:txBody>
          <a:bodyPr wrap="none" lIns="0" rIns="0" tIns="0" bIns="0" anchor="ctr">
            <a:spAutoFit/>
          </a:bodyPr>
          <a:lstStyle/>
          <a:p>
            <a:pPr algn="ctr"/>
            <a:r>
              <a:rPr sz="845" b="1" i="0">
                <a:solidFill>
                  <a:srgbClr val="4A5A70"/>
                </a:solidFill>
                <a:latin typeface="PT Sans"/>
              </a:rPr>
              <a:t>35</a:t>
            </a:r>
          </a:p>
        </p:txBody>
      </p:sp>
      <p:sp>
        <p:nvSpPr>
          <p:cNvPr id="94" name="TextBox 93"/>
          <p:cNvSpPr txBox="1"/>
          <p:nvPr/>
        </p:nvSpPr>
        <p:spPr>
          <a:xfrm>
            <a:off x="1051857" y="4505807"/>
            <a:ext cx="274320" cy="171704"/>
          </a:xfrm>
          <a:prstGeom prst="rect">
            <a:avLst/>
          </a:prstGeom>
          <a:noFill/>
        </p:spPr>
        <p:txBody>
          <a:bodyPr wrap="none" lIns="0" rIns="0" tIns="0" bIns="0" anchor="ctr">
            <a:spAutoFit/>
          </a:bodyPr>
          <a:lstStyle/>
          <a:p>
            <a:pPr algn="ctr"/>
            <a:r>
              <a:rPr sz="845" b="1" i="0">
                <a:solidFill>
                  <a:srgbClr val="4A5A70"/>
                </a:solidFill>
                <a:latin typeface="PT Sans"/>
              </a:rPr>
              <a:t>40</a:t>
            </a:r>
          </a:p>
        </p:txBody>
      </p:sp>
      <p:sp>
        <p:nvSpPr>
          <p:cNvPr id="95" name="TextBox 94"/>
          <p:cNvSpPr txBox="1"/>
          <p:nvPr/>
        </p:nvSpPr>
        <p:spPr>
          <a:xfrm>
            <a:off x="875080" y="3846068"/>
            <a:ext cx="274320" cy="171704"/>
          </a:xfrm>
          <a:prstGeom prst="rect">
            <a:avLst/>
          </a:prstGeom>
          <a:noFill/>
        </p:spPr>
        <p:txBody>
          <a:bodyPr wrap="none" lIns="0" rIns="0" tIns="0" bIns="0" anchor="ctr">
            <a:spAutoFit/>
          </a:bodyPr>
          <a:lstStyle/>
          <a:p>
            <a:pPr algn="ctr"/>
            <a:r>
              <a:rPr sz="845" b="1" i="0">
                <a:solidFill>
                  <a:srgbClr val="4A5A70"/>
                </a:solidFill>
                <a:latin typeface="PT Sans"/>
              </a:rPr>
              <a:t>45</a:t>
            </a:r>
          </a:p>
        </p:txBody>
      </p:sp>
      <p:sp>
        <p:nvSpPr>
          <p:cNvPr id="96" name="TextBox 95"/>
          <p:cNvSpPr txBox="1"/>
          <p:nvPr/>
        </p:nvSpPr>
        <p:spPr>
          <a:xfrm>
            <a:off x="1051857" y="3186328"/>
            <a:ext cx="274320" cy="171704"/>
          </a:xfrm>
          <a:prstGeom prst="rect">
            <a:avLst/>
          </a:prstGeom>
          <a:noFill/>
        </p:spPr>
        <p:txBody>
          <a:bodyPr wrap="none" lIns="0" rIns="0" tIns="0" bIns="0" anchor="ctr">
            <a:spAutoFit/>
          </a:bodyPr>
          <a:lstStyle/>
          <a:p>
            <a:pPr algn="ctr"/>
            <a:r>
              <a:rPr sz="845" b="1" i="0">
                <a:solidFill>
                  <a:srgbClr val="4A5A70"/>
                </a:solidFill>
                <a:latin typeface="PT Sans"/>
              </a:rPr>
              <a:t>50</a:t>
            </a:r>
          </a:p>
        </p:txBody>
      </p:sp>
      <p:sp>
        <p:nvSpPr>
          <p:cNvPr id="97" name="TextBox 96"/>
          <p:cNvSpPr txBox="1"/>
          <p:nvPr/>
        </p:nvSpPr>
        <p:spPr>
          <a:xfrm>
            <a:off x="1534820" y="2703365"/>
            <a:ext cx="274320" cy="171704"/>
          </a:xfrm>
          <a:prstGeom prst="rect">
            <a:avLst/>
          </a:prstGeom>
          <a:noFill/>
        </p:spPr>
        <p:txBody>
          <a:bodyPr wrap="none" lIns="0" rIns="0" tIns="0" bIns="0" anchor="ctr">
            <a:spAutoFit/>
          </a:bodyPr>
          <a:lstStyle/>
          <a:p>
            <a:pPr algn="ctr"/>
            <a:r>
              <a:rPr sz="845" b="1" i="0">
                <a:solidFill>
                  <a:srgbClr val="4A5A70"/>
                </a:solidFill>
                <a:latin typeface="PT Sans"/>
              </a:rPr>
              <a:t>55</a:t>
            </a:r>
          </a:p>
        </p:txBody>
      </p:sp>
      <p:cxnSp>
        <p:nvCxnSpPr>
          <p:cNvPr id="98" name="Connector 97"/>
          <p:cNvCxnSpPr/>
          <p:nvPr/>
        </p:nvCxnSpPr>
        <p:spPr>
          <a:xfrm flipH="1">
            <a:off x="1969896" y="3931920"/>
            <a:ext cx="361824" cy="471537"/>
          </a:xfrm>
          <a:prstGeom prst="line">
            <a:avLst/>
          </a:prstGeom>
          <a:ln w="115570"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2331720" y="3931920"/>
            <a:ext cx="950976" cy="0"/>
          </a:xfrm>
          <a:prstGeom prst="line">
            <a:avLst/>
          </a:prstGeom>
          <a:ln w="69342" cap="rnd">
            <a:solidFill>
              <a:srgbClr val="2441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0" name="Oval 99"/>
          <p:cNvSpPr/>
          <p:nvPr/>
        </p:nvSpPr>
        <p:spPr>
          <a:xfrm>
            <a:off x="2266340" y="3866540"/>
            <a:ext cx="130759" cy="130759"/>
          </a:xfrm>
          <a:prstGeom prst="ellipse">
            <a:avLst/>
          </a:prstGeom>
          <a:solidFill>
            <a:srgbClr val="4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2240279" y="3840480"/>
            <a:ext cx="182880" cy="182880"/>
          </a:xfrm>
          <a:prstGeom prst="ellipse">
            <a:avLst/>
          </a:prstGeom>
          <a:solidFill>
            <a:srgbClr val="C9A227"/>
          </a:solidFill>
          <a:ln w="9525">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11479" y="1969008"/>
            <a:ext cx="3840480" cy="304800"/>
          </a:xfrm>
          <a:prstGeom prst="rect">
            <a:avLst/>
          </a:prstGeom>
          <a:noFill/>
        </p:spPr>
        <p:txBody>
          <a:bodyPr wrap="none" lIns="0" rIns="0" tIns="0" bIns="0" anchor="ctr">
            <a:spAutoFit/>
          </a:bodyPr>
          <a:lstStyle/>
          <a:p>
            <a:pPr algn="ctr"/>
            <a:r>
              <a:rPr sz="1500" b="1" i="0">
                <a:solidFill>
                  <a:srgbClr val="1D3557"/>
                </a:solidFill>
                <a:latin typeface="PT Sans"/>
              </a:rPr>
              <a:t>Кагаз тарелка + 2 жебе + кадак</a:t>
            </a:r>
          </a:p>
        </p:txBody>
      </p:sp>
      <p:sp>
        <p:nvSpPr>
          <p:cNvPr id="103" name="TextBox 102"/>
          <p:cNvSpPr txBox="1"/>
          <p:nvPr/>
        </p:nvSpPr>
        <p:spPr>
          <a:xfrm>
            <a:off x="411479" y="5445759"/>
            <a:ext cx="3840480" cy="264160"/>
          </a:xfrm>
          <a:prstGeom prst="rect">
            <a:avLst/>
          </a:prstGeom>
          <a:noFill/>
        </p:spPr>
        <p:txBody>
          <a:bodyPr wrap="none" lIns="0" rIns="0" tIns="0" bIns="0" anchor="ctr">
            <a:spAutoFit/>
          </a:bodyPr>
          <a:lstStyle/>
          <a:p>
            <a:pPr algn="ctr"/>
            <a:r>
              <a:rPr sz="1300" b="0" i="1">
                <a:solidFill>
                  <a:srgbClr val="4A5A70"/>
                </a:solidFill>
                <a:latin typeface="PT Sans"/>
              </a:rPr>
              <a:t>Кыска жебе – саат, узун жебе – мүнөт</a:t>
            </a:r>
          </a:p>
        </p:txBody>
      </p:sp>
      <p:sp>
        <p:nvSpPr>
          <p:cNvPr id="104" name="TextBox 103"/>
          <p:cNvSpPr txBox="1"/>
          <p:nvPr/>
        </p:nvSpPr>
        <p:spPr>
          <a:xfrm>
            <a:off x="4526279" y="1969008"/>
            <a:ext cx="3840480" cy="304800"/>
          </a:xfrm>
          <a:prstGeom prst="rect">
            <a:avLst/>
          </a:prstGeom>
          <a:noFill/>
        </p:spPr>
        <p:txBody>
          <a:bodyPr wrap="none" lIns="0" rIns="0" tIns="0" bIns="0" anchor="ctr">
            <a:spAutoFit/>
          </a:bodyPr>
          <a:lstStyle/>
          <a:p>
            <a:pPr algn="ctr"/>
            <a:r>
              <a:rPr sz="1500" b="1" i="0">
                <a:solidFill>
                  <a:srgbClr val="1D3557"/>
                </a:solidFill>
                <a:latin typeface="PT Sans"/>
              </a:rPr>
              <a:t>Жиптеги күн тартиби</a:t>
            </a:r>
          </a:p>
        </p:txBody>
      </p:sp>
      <p:cxnSp>
        <p:nvCxnSpPr>
          <p:cNvPr id="105" name="Connector 104"/>
          <p:cNvCxnSpPr/>
          <p:nvPr/>
        </p:nvCxnSpPr>
        <p:spPr>
          <a:xfrm>
            <a:off x="4343400" y="2697480"/>
            <a:ext cx="4297680" cy="0"/>
          </a:xfrm>
          <a:prstGeom prst="line">
            <a:avLst/>
          </a:prstGeom>
          <a:ln w="31750" cap="rnd">
            <a:solidFill>
              <a:srgbClr val="B07A4A"/>
            </a:solidFill>
          </a:ln>
        </p:spPr>
        <p:style>
          <a:lnRef idx="2">
            <a:schemeClr val="accent1"/>
          </a:lnRef>
          <a:fillRef idx="0">
            <a:schemeClr val="accent1"/>
          </a:fillRef>
          <a:effectRef idx="1">
            <a:schemeClr val="accent1"/>
          </a:effectRef>
          <a:fontRef idx="minor">
            <a:schemeClr val="tx1"/>
          </a:fontRef>
        </p:style>
      </p:cxnSp>
      <p:sp>
        <p:nvSpPr>
          <p:cNvPr id="106" name="Rounded Rectangle 105"/>
          <p:cNvSpPr/>
          <p:nvPr/>
        </p:nvSpPr>
        <p:spPr>
          <a:xfrm>
            <a:off x="4453127" y="2926080"/>
            <a:ext cx="877824" cy="960120"/>
          </a:xfrm>
          <a:prstGeom prst="roundRect">
            <a:avLst/>
          </a:prstGeom>
          <a:solidFill>
            <a:srgbClr val="FFFFFF"/>
          </a:solidFill>
          <a:ln w="1587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7" name="Connector 106"/>
          <p:cNvCxnSpPr/>
          <p:nvPr/>
        </p:nvCxnSpPr>
        <p:spPr>
          <a:xfrm>
            <a:off x="4892040" y="2624328"/>
            <a:ext cx="0" cy="347472"/>
          </a:xfrm>
          <a:prstGeom prst="line">
            <a:avLst/>
          </a:prstGeom>
          <a:ln w="50800" cap="rnd">
            <a:solidFill>
              <a:srgbClr val="4A5A70"/>
            </a:solidFill>
          </a:ln>
        </p:spPr>
        <p:style>
          <a:lnRef idx="2">
            <a:schemeClr val="accent1"/>
          </a:lnRef>
          <a:fillRef idx="0">
            <a:schemeClr val="accent1"/>
          </a:fillRef>
          <a:effectRef idx="1">
            <a:schemeClr val="accent1"/>
          </a:effectRef>
          <a:fontRef idx="minor">
            <a:schemeClr val="tx1"/>
          </a:fontRef>
        </p:style>
      </p:cxnSp>
      <p:sp>
        <p:nvSpPr>
          <p:cNvPr id="108" name="TextBox 107"/>
          <p:cNvSpPr txBox="1"/>
          <p:nvPr/>
        </p:nvSpPr>
        <p:spPr>
          <a:xfrm>
            <a:off x="4471416" y="3088640"/>
            <a:ext cx="841248" cy="223520"/>
          </a:xfrm>
          <a:prstGeom prst="rect">
            <a:avLst/>
          </a:prstGeom>
          <a:noFill/>
        </p:spPr>
        <p:txBody>
          <a:bodyPr wrap="none" lIns="0" rIns="0" tIns="0" bIns="0" anchor="ctr">
            <a:spAutoFit/>
          </a:bodyPr>
          <a:lstStyle/>
          <a:p>
            <a:pPr algn="ctr"/>
            <a:r>
              <a:rPr sz="1100" b="1" i="0">
                <a:solidFill>
                  <a:srgbClr val="1F2430"/>
                </a:solidFill>
                <a:latin typeface="PT Sans"/>
              </a:rPr>
              <a:t>Турам</a:t>
            </a:r>
          </a:p>
        </p:txBody>
      </p:sp>
      <p:sp>
        <p:nvSpPr>
          <p:cNvPr id="109" name="TextBox 108"/>
          <p:cNvSpPr txBox="1"/>
          <p:nvPr/>
        </p:nvSpPr>
        <p:spPr>
          <a:xfrm>
            <a:off x="4609591" y="3431032"/>
            <a:ext cx="564896" cy="325120"/>
          </a:xfrm>
          <a:prstGeom prst="rect">
            <a:avLst/>
          </a:prstGeom>
          <a:noFill/>
        </p:spPr>
        <p:txBody>
          <a:bodyPr wrap="none" lIns="0" rIns="0" tIns="0" bIns="0" anchor="ctr">
            <a:spAutoFit/>
          </a:bodyPr>
          <a:lstStyle/>
          <a:p>
            <a:pPr algn="ctr"/>
            <a:r>
              <a:rPr sz="1600" b="1" i="0">
                <a:solidFill>
                  <a:srgbClr val="24418C"/>
                </a:solidFill>
                <a:latin typeface="PT Sans"/>
              </a:rPr>
              <a:t>7:00</a:t>
            </a:r>
          </a:p>
        </p:txBody>
      </p:sp>
      <p:sp>
        <p:nvSpPr>
          <p:cNvPr id="110" name="Rounded Rectangle 109"/>
          <p:cNvSpPr/>
          <p:nvPr/>
        </p:nvSpPr>
        <p:spPr>
          <a:xfrm>
            <a:off x="5477256" y="2926080"/>
            <a:ext cx="877824" cy="960120"/>
          </a:xfrm>
          <a:prstGeom prst="roundRect">
            <a:avLst/>
          </a:prstGeom>
          <a:solidFill>
            <a:srgbClr val="FFFFFF"/>
          </a:solidFill>
          <a:ln w="1587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1" name="Connector 110"/>
          <p:cNvCxnSpPr/>
          <p:nvPr/>
        </p:nvCxnSpPr>
        <p:spPr>
          <a:xfrm>
            <a:off x="5916168" y="2624328"/>
            <a:ext cx="0" cy="347472"/>
          </a:xfrm>
          <a:prstGeom prst="line">
            <a:avLst/>
          </a:prstGeom>
          <a:ln w="50800" cap="rnd">
            <a:solidFill>
              <a:srgbClr val="4A5A70"/>
            </a:solidFill>
          </a:ln>
        </p:spPr>
        <p:style>
          <a:lnRef idx="2">
            <a:schemeClr val="accent1"/>
          </a:lnRef>
          <a:fillRef idx="0">
            <a:schemeClr val="accent1"/>
          </a:fillRef>
          <a:effectRef idx="1">
            <a:schemeClr val="accent1"/>
          </a:effectRef>
          <a:fontRef idx="minor">
            <a:schemeClr val="tx1"/>
          </a:fontRef>
        </p:style>
      </p:cxnSp>
      <p:sp>
        <p:nvSpPr>
          <p:cNvPr id="112" name="TextBox 111"/>
          <p:cNvSpPr txBox="1"/>
          <p:nvPr/>
        </p:nvSpPr>
        <p:spPr>
          <a:xfrm>
            <a:off x="5495544" y="3088640"/>
            <a:ext cx="841248" cy="223520"/>
          </a:xfrm>
          <a:prstGeom prst="rect">
            <a:avLst/>
          </a:prstGeom>
          <a:noFill/>
        </p:spPr>
        <p:txBody>
          <a:bodyPr wrap="none" lIns="0" rIns="0" tIns="0" bIns="0" anchor="ctr">
            <a:spAutoFit/>
          </a:bodyPr>
          <a:lstStyle/>
          <a:p>
            <a:pPr algn="ctr"/>
            <a:r>
              <a:rPr sz="1100" b="1" i="0">
                <a:solidFill>
                  <a:srgbClr val="1F2430"/>
                </a:solidFill>
                <a:latin typeface="PT Sans"/>
              </a:rPr>
              <a:t>Чай ичем</a:t>
            </a:r>
          </a:p>
        </p:txBody>
      </p:sp>
      <p:sp>
        <p:nvSpPr>
          <p:cNvPr id="113" name="TextBox 112"/>
          <p:cNvSpPr txBox="1"/>
          <p:nvPr/>
        </p:nvSpPr>
        <p:spPr>
          <a:xfrm>
            <a:off x="5633719" y="3431032"/>
            <a:ext cx="564896" cy="325120"/>
          </a:xfrm>
          <a:prstGeom prst="rect">
            <a:avLst/>
          </a:prstGeom>
          <a:noFill/>
        </p:spPr>
        <p:txBody>
          <a:bodyPr wrap="none" lIns="0" rIns="0" tIns="0" bIns="0" anchor="ctr">
            <a:spAutoFit/>
          </a:bodyPr>
          <a:lstStyle/>
          <a:p>
            <a:pPr algn="ctr"/>
            <a:r>
              <a:rPr sz="1600" b="1" i="0">
                <a:solidFill>
                  <a:srgbClr val="24418C"/>
                </a:solidFill>
                <a:latin typeface="PT Sans"/>
              </a:rPr>
              <a:t>7:20</a:t>
            </a:r>
          </a:p>
        </p:txBody>
      </p:sp>
      <p:sp>
        <p:nvSpPr>
          <p:cNvPr id="114" name="Rounded Rectangle 113"/>
          <p:cNvSpPr/>
          <p:nvPr/>
        </p:nvSpPr>
        <p:spPr>
          <a:xfrm>
            <a:off x="6501383" y="2926080"/>
            <a:ext cx="877824" cy="960120"/>
          </a:xfrm>
          <a:prstGeom prst="roundRect">
            <a:avLst/>
          </a:prstGeom>
          <a:solidFill>
            <a:srgbClr val="FFFFFF"/>
          </a:solidFill>
          <a:ln w="1587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5" name="Connector 114"/>
          <p:cNvCxnSpPr/>
          <p:nvPr/>
        </p:nvCxnSpPr>
        <p:spPr>
          <a:xfrm>
            <a:off x="6940296" y="2624328"/>
            <a:ext cx="0" cy="347472"/>
          </a:xfrm>
          <a:prstGeom prst="line">
            <a:avLst/>
          </a:prstGeom>
          <a:ln w="50800" cap="rnd">
            <a:solidFill>
              <a:srgbClr val="4A5A70"/>
            </a:solidFill>
          </a:ln>
        </p:spPr>
        <p:style>
          <a:lnRef idx="2">
            <a:schemeClr val="accent1"/>
          </a:lnRef>
          <a:fillRef idx="0">
            <a:schemeClr val="accent1"/>
          </a:fillRef>
          <a:effectRef idx="1">
            <a:schemeClr val="accent1"/>
          </a:effectRef>
          <a:fontRef idx="minor">
            <a:schemeClr val="tx1"/>
          </a:fontRef>
        </p:style>
      </p:cxnSp>
      <p:sp>
        <p:nvSpPr>
          <p:cNvPr id="116" name="TextBox 115"/>
          <p:cNvSpPr txBox="1"/>
          <p:nvPr/>
        </p:nvSpPr>
        <p:spPr>
          <a:xfrm>
            <a:off x="6519672" y="3088640"/>
            <a:ext cx="841248" cy="223520"/>
          </a:xfrm>
          <a:prstGeom prst="rect">
            <a:avLst/>
          </a:prstGeom>
          <a:noFill/>
        </p:spPr>
        <p:txBody>
          <a:bodyPr wrap="square" lIns="0" rIns="0" tIns="0" bIns="0" anchor="ctr">
            <a:spAutoFit/>
          </a:bodyPr>
          <a:lstStyle/>
          <a:p>
            <a:pPr algn="ctr"/>
            <a:r>
              <a:rPr sz="1100" b="1" i="0">
                <a:solidFill>
                  <a:srgbClr val="1F2430"/>
                </a:solidFill>
                <a:latin typeface="PT Sans"/>
              </a:rPr>
              <a:t>Жолго чыгам</a:t>
            </a:r>
          </a:p>
        </p:txBody>
      </p:sp>
      <p:sp>
        <p:nvSpPr>
          <p:cNvPr id="117" name="TextBox 116"/>
          <p:cNvSpPr txBox="1"/>
          <p:nvPr/>
        </p:nvSpPr>
        <p:spPr>
          <a:xfrm>
            <a:off x="6657848" y="3431032"/>
            <a:ext cx="564896" cy="325120"/>
          </a:xfrm>
          <a:prstGeom prst="rect">
            <a:avLst/>
          </a:prstGeom>
          <a:noFill/>
        </p:spPr>
        <p:txBody>
          <a:bodyPr wrap="none" lIns="0" rIns="0" tIns="0" bIns="0" anchor="ctr">
            <a:spAutoFit/>
          </a:bodyPr>
          <a:lstStyle/>
          <a:p>
            <a:pPr algn="ctr"/>
            <a:r>
              <a:rPr sz="1600" b="1" i="0">
                <a:solidFill>
                  <a:srgbClr val="24418C"/>
                </a:solidFill>
                <a:latin typeface="PT Sans"/>
              </a:rPr>
              <a:t>7:45</a:t>
            </a:r>
          </a:p>
        </p:txBody>
      </p:sp>
      <p:sp>
        <p:nvSpPr>
          <p:cNvPr id="118" name="Rounded Rectangle 117"/>
          <p:cNvSpPr/>
          <p:nvPr/>
        </p:nvSpPr>
        <p:spPr>
          <a:xfrm>
            <a:off x="7525512" y="2926080"/>
            <a:ext cx="877824" cy="960120"/>
          </a:xfrm>
          <a:prstGeom prst="roundRect">
            <a:avLst/>
          </a:prstGeom>
          <a:solidFill>
            <a:srgbClr val="FFFFFF"/>
          </a:solidFill>
          <a:ln w="1587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9" name="Connector 118"/>
          <p:cNvCxnSpPr/>
          <p:nvPr/>
        </p:nvCxnSpPr>
        <p:spPr>
          <a:xfrm>
            <a:off x="7964424" y="2624328"/>
            <a:ext cx="0" cy="347472"/>
          </a:xfrm>
          <a:prstGeom prst="line">
            <a:avLst/>
          </a:prstGeom>
          <a:ln w="50800" cap="rnd">
            <a:solidFill>
              <a:srgbClr val="4A5A70"/>
            </a:solidFill>
          </a:ln>
        </p:spPr>
        <p:style>
          <a:lnRef idx="2">
            <a:schemeClr val="accent1"/>
          </a:lnRef>
          <a:fillRef idx="0">
            <a:schemeClr val="accent1"/>
          </a:fillRef>
          <a:effectRef idx="1">
            <a:schemeClr val="accent1"/>
          </a:effectRef>
          <a:fontRef idx="minor">
            <a:schemeClr val="tx1"/>
          </a:fontRef>
        </p:style>
      </p:cxnSp>
      <p:sp>
        <p:nvSpPr>
          <p:cNvPr id="120" name="TextBox 119"/>
          <p:cNvSpPr txBox="1"/>
          <p:nvPr/>
        </p:nvSpPr>
        <p:spPr>
          <a:xfrm>
            <a:off x="7543800" y="3088640"/>
            <a:ext cx="841248" cy="223520"/>
          </a:xfrm>
          <a:prstGeom prst="rect">
            <a:avLst/>
          </a:prstGeom>
          <a:noFill/>
        </p:spPr>
        <p:txBody>
          <a:bodyPr wrap="none" lIns="0" rIns="0" tIns="0" bIns="0" anchor="ctr">
            <a:spAutoFit/>
          </a:bodyPr>
          <a:lstStyle/>
          <a:p>
            <a:pPr algn="ctr"/>
            <a:r>
              <a:rPr sz="1100" b="1" i="0">
                <a:solidFill>
                  <a:srgbClr val="1F2430"/>
                </a:solidFill>
                <a:latin typeface="PT Sans"/>
              </a:rPr>
              <a:t>Мектеп</a:t>
            </a:r>
          </a:p>
        </p:txBody>
      </p:sp>
      <p:sp>
        <p:nvSpPr>
          <p:cNvPr id="121" name="TextBox 120"/>
          <p:cNvSpPr txBox="1"/>
          <p:nvPr/>
        </p:nvSpPr>
        <p:spPr>
          <a:xfrm>
            <a:off x="7681976" y="3431032"/>
            <a:ext cx="564896" cy="325120"/>
          </a:xfrm>
          <a:prstGeom prst="rect">
            <a:avLst/>
          </a:prstGeom>
          <a:noFill/>
        </p:spPr>
        <p:txBody>
          <a:bodyPr wrap="none" lIns="0" rIns="0" tIns="0" bIns="0" anchor="ctr">
            <a:spAutoFit/>
          </a:bodyPr>
          <a:lstStyle/>
          <a:p>
            <a:pPr algn="ctr"/>
            <a:r>
              <a:rPr sz="1600" b="1" i="0">
                <a:solidFill>
                  <a:srgbClr val="24418C"/>
                </a:solidFill>
                <a:latin typeface="PT Sans"/>
              </a:rPr>
              <a:t>8:00</a:t>
            </a:r>
          </a:p>
        </p:txBody>
      </p:sp>
      <p:sp>
        <p:nvSpPr>
          <p:cNvPr id="122" name="Freeform 121"/>
          <p:cNvSpPr/>
          <p:nvPr/>
        </p:nvSpPr>
        <p:spPr>
          <a:xfrm>
            <a:off x="4983480" y="4114800"/>
            <a:ext cx="841248" cy="320040"/>
          </a:xfrm>
          <a:custGeom>
            <a:avLst/>
            <a:gdLst/>
            <a:ahLst/>
            <a:cxnLst/>
            <a:rect l="l" t="t" r="r" b="b"/>
            <a:pathLst>
              <a:path w="841248" h="320040">
                <a:moveTo>
                  <a:pt x="0" y="0"/>
                </a:moveTo>
                <a:lnTo>
                  <a:pt x="2645" y="35833"/>
                </a:lnTo>
                <a:lnTo>
                  <a:pt x="10546" y="71216"/>
                </a:lnTo>
                <a:lnTo>
                  <a:pt x="23604" y="105703"/>
                </a:lnTo>
                <a:lnTo>
                  <a:pt x="41655" y="138860"/>
                </a:lnTo>
                <a:lnTo>
                  <a:pt x="64471" y="170272"/>
                </a:lnTo>
                <a:lnTo>
                  <a:pt x="91767" y="199542"/>
                </a:lnTo>
                <a:lnTo>
                  <a:pt x="123198" y="226302"/>
                </a:lnTo>
                <a:lnTo>
                  <a:pt x="158369" y="250217"/>
                </a:lnTo>
                <a:lnTo>
                  <a:pt x="196839" y="270986"/>
                </a:lnTo>
                <a:lnTo>
                  <a:pt x="238122" y="288346"/>
                </a:lnTo>
                <a:lnTo>
                  <a:pt x="281701" y="302080"/>
                </a:lnTo>
                <a:lnTo>
                  <a:pt x="327026" y="312016"/>
                </a:lnTo>
                <a:lnTo>
                  <a:pt x="373529" y="318028"/>
                </a:lnTo>
                <a:lnTo>
                  <a:pt x="420624" y="320040"/>
                </a:lnTo>
                <a:lnTo>
                  <a:pt x="467719" y="318028"/>
                </a:lnTo>
                <a:lnTo>
                  <a:pt x="514222" y="312016"/>
                </a:lnTo>
                <a:lnTo>
                  <a:pt x="559547" y="302080"/>
                </a:lnTo>
                <a:lnTo>
                  <a:pt x="603126" y="288346"/>
                </a:lnTo>
                <a:lnTo>
                  <a:pt x="644409" y="270986"/>
                </a:lnTo>
                <a:lnTo>
                  <a:pt x="682879" y="250217"/>
                </a:lnTo>
                <a:lnTo>
                  <a:pt x="718050" y="226302"/>
                </a:lnTo>
                <a:lnTo>
                  <a:pt x="749481" y="199542"/>
                </a:lnTo>
                <a:lnTo>
                  <a:pt x="776777" y="170272"/>
                </a:lnTo>
                <a:lnTo>
                  <a:pt x="799593" y="138860"/>
                </a:lnTo>
                <a:lnTo>
                  <a:pt x="817644" y="105703"/>
                </a:lnTo>
                <a:lnTo>
                  <a:pt x="830702" y="71216"/>
                </a:lnTo>
                <a:lnTo>
                  <a:pt x="838603" y="35833"/>
                </a:lnTo>
                <a:lnTo>
                  <a:pt x="841248" y="0"/>
                </a:lnTo>
              </a:path>
            </a:pathLst>
          </a:custGeom>
          <a:noFill/>
          <a:ln w="22225" cap="rnd">
            <a:solidFill>
              <a:srgbClr val="007A5A"/>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5071872" y="4531359"/>
            <a:ext cx="664464" cy="264160"/>
          </a:xfrm>
          <a:prstGeom prst="rect">
            <a:avLst/>
          </a:prstGeom>
          <a:noFill/>
        </p:spPr>
        <p:txBody>
          <a:bodyPr wrap="none" lIns="0" rIns="0" tIns="0" bIns="0" anchor="ctr">
            <a:spAutoFit/>
          </a:bodyPr>
          <a:lstStyle/>
          <a:p>
            <a:pPr algn="ctr"/>
            <a:r>
              <a:rPr sz="1300" b="1" i="0">
                <a:solidFill>
                  <a:srgbClr val="007A5A"/>
                </a:solidFill>
                <a:latin typeface="PT Sans"/>
              </a:rPr>
              <a:t>20 мүн</a:t>
            </a:r>
          </a:p>
        </p:txBody>
      </p:sp>
      <p:sp>
        <p:nvSpPr>
          <p:cNvPr id="124" name="Freeform 123"/>
          <p:cNvSpPr/>
          <p:nvPr/>
        </p:nvSpPr>
        <p:spPr>
          <a:xfrm>
            <a:off x="6007608" y="4114800"/>
            <a:ext cx="841248" cy="320040"/>
          </a:xfrm>
          <a:custGeom>
            <a:avLst/>
            <a:gdLst/>
            <a:ahLst/>
            <a:cxnLst/>
            <a:rect l="l" t="t" r="r" b="b"/>
            <a:pathLst>
              <a:path w="841248" h="320040">
                <a:moveTo>
                  <a:pt x="0" y="0"/>
                </a:moveTo>
                <a:lnTo>
                  <a:pt x="2645" y="35833"/>
                </a:lnTo>
                <a:lnTo>
                  <a:pt x="10546" y="71216"/>
                </a:lnTo>
                <a:lnTo>
                  <a:pt x="23604" y="105703"/>
                </a:lnTo>
                <a:lnTo>
                  <a:pt x="41655" y="138860"/>
                </a:lnTo>
                <a:lnTo>
                  <a:pt x="64471" y="170272"/>
                </a:lnTo>
                <a:lnTo>
                  <a:pt x="91767" y="199542"/>
                </a:lnTo>
                <a:lnTo>
                  <a:pt x="123198" y="226302"/>
                </a:lnTo>
                <a:lnTo>
                  <a:pt x="158369" y="250217"/>
                </a:lnTo>
                <a:lnTo>
                  <a:pt x="196839" y="270986"/>
                </a:lnTo>
                <a:lnTo>
                  <a:pt x="238122" y="288346"/>
                </a:lnTo>
                <a:lnTo>
                  <a:pt x="281701" y="302080"/>
                </a:lnTo>
                <a:lnTo>
                  <a:pt x="327026" y="312016"/>
                </a:lnTo>
                <a:lnTo>
                  <a:pt x="373529" y="318028"/>
                </a:lnTo>
                <a:lnTo>
                  <a:pt x="420624" y="320040"/>
                </a:lnTo>
                <a:lnTo>
                  <a:pt x="467719" y="318028"/>
                </a:lnTo>
                <a:lnTo>
                  <a:pt x="514222" y="312016"/>
                </a:lnTo>
                <a:lnTo>
                  <a:pt x="559547" y="302080"/>
                </a:lnTo>
                <a:lnTo>
                  <a:pt x="603126" y="288346"/>
                </a:lnTo>
                <a:lnTo>
                  <a:pt x="644409" y="270986"/>
                </a:lnTo>
                <a:lnTo>
                  <a:pt x="682879" y="250217"/>
                </a:lnTo>
                <a:lnTo>
                  <a:pt x="718050" y="226302"/>
                </a:lnTo>
                <a:lnTo>
                  <a:pt x="749481" y="199542"/>
                </a:lnTo>
                <a:lnTo>
                  <a:pt x="776777" y="170272"/>
                </a:lnTo>
                <a:lnTo>
                  <a:pt x="799593" y="138860"/>
                </a:lnTo>
                <a:lnTo>
                  <a:pt x="817644" y="105703"/>
                </a:lnTo>
                <a:lnTo>
                  <a:pt x="830702" y="71216"/>
                </a:lnTo>
                <a:lnTo>
                  <a:pt x="838603" y="35833"/>
                </a:lnTo>
                <a:lnTo>
                  <a:pt x="841248" y="0"/>
                </a:lnTo>
              </a:path>
            </a:pathLst>
          </a:custGeom>
          <a:noFill/>
          <a:ln w="22225" cap="rnd">
            <a:solidFill>
              <a:srgbClr val="007A5A"/>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095999" y="4531359"/>
            <a:ext cx="664464" cy="264160"/>
          </a:xfrm>
          <a:prstGeom prst="rect">
            <a:avLst/>
          </a:prstGeom>
          <a:noFill/>
        </p:spPr>
        <p:txBody>
          <a:bodyPr wrap="none" lIns="0" rIns="0" tIns="0" bIns="0" anchor="ctr">
            <a:spAutoFit/>
          </a:bodyPr>
          <a:lstStyle/>
          <a:p>
            <a:pPr algn="ctr"/>
            <a:r>
              <a:rPr sz="1300" b="1" i="0">
                <a:solidFill>
                  <a:srgbClr val="007A5A"/>
                </a:solidFill>
                <a:latin typeface="PT Sans"/>
              </a:rPr>
              <a:t>25 мүн</a:t>
            </a:r>
          </a:p>
        </p:txBody>
      </p:sp>
      <p:sp>
        <p:nvSpPr>
          <p:cNvPr id="126" name="Freeform 125"/>
          <p:cNvSpPr/>
          <p:nvPr/>
        </p:nvSpPr>
        <p:spPr>
          <a:xfrm>
            <a:off x="7031736" y="4114800"/>
            <a:ext cx="841248" cy="320040"/>
          </a:xfrm>
          <a:custGeom>
            <a:avLst/>
            <a:gdLst/>
            <a:ahLst/>
            <a:cxnLst/>
            <a:rect l="l" t="t" r="r" b="b"/>
            <a:pathLst>
              <a:path w="841248" h="320040">
                <a:moveTo>
                  <a:pt x="0" y="0"/>
                </a:moveTo>
                <a:lnTo>
                  <a:pt x="2645" y="35833"/>
                </a:lnTo>
                <a:lnTo>
                  <a:pt x="10546" y="71216"/>
                </a:lnTo>
                <a:lnTo>
                  <a:pt x="23604" y="105703"/>
                </a:lnTo>
                <a:lnTo>
                  <a:pt x="41655" y="138860"/>
                </a:lnTo>
                <a:lnTo>
                  <a:pt x="64471" y="170272"/>
                </a:lnTo>
                <a:lnTo>
                  <a:pt x="91767" y="199542"/>
                </a:lnTo>
                <a:lnTo>
                  <a:pt x="123198" y="226302"/>
                </a:lnTo>
                <a:lnTo>
                  <a:pt x="158369" y="250217"/>
                </a:lnTo>
                <a:lnTo>
                  <a:pt x="196839" y="270986"/>
                </a:lnTo>
                <a:lnTo>
                  <a:pt x="238122" y="288346"/>
                </a:lnTo>
                <a:lnTo>
                  <a:pt x="281701" y="302080"/>
                </a:lnTo>
                <a:lnTo>
                  <a:pt x="327026" y="312016"/>
                </a:lnTo>
                <a:lnTo>
                  <a:pt x="373529" y="318028"/>
                </a:lnTo>
                <a:lnTo>
                  <a:pt x="420624" y="320040"/>
                </a:lnTo>
                <a:lnTo>
                  <a:pt x="467719" y="318028"/>
                </a:lnTo>
                <a:lnTo>
                  <a:pt x="514222" y="312016"/>
                </a:lnTo>
                <a:lnTo>
                  <a:pt x="559547" y="302080"/>
                </a:lnTo>
                <a:lnTo>
                  <a:pt x="603126" y="288346"/>
                </a:lnTo>
                <a:lnTo>
                  <a:pt x="644409" y="270986"/>
                </a:lnTo>
                <a:lnTo>
                  <a:pt x="682879" y="250217"/>
                </a:lnTo>
                <a:lnTo>
                  <a:pt x="718050" y="226302"/>
                </a:lnTo>
                <a:lnTo>
                  <a:pt x="749481" y="199542"/>
                </a:lnTo>
                <a:lnTo>
                  <a:pt x="776777" y="170272"/>
                </a:lnTo>
                <a:lnTo>
                  <a:pt x="799593" y="138860"/>
                </a:lnTo>
                <a:lnTo>
                  <a:pt x="817644" y="105703"/>
                </a:lnTo>
                <a:lnTo>
                  <a:pt x="830702" y="71216"/>
                </a:lnTo>
                <a:lnTo>
                  <a:pt x="838603" y="35833"/>
                </a:lnTo>
                <a:lnTo>
                  <a:pt x="841248" y="0"/>
                </a:lnTo>
              </a:path>
            </a:pathLst>
          </a:custGeom>
          <a:noFill/>
          <a:ln w="22225" cap="rnd">
            <a:solidFill>
              <a:srgbClr val="007A5A"/>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7120128" y="4531359"/>
            <a:ext cx="664464" cy="264160"/>
          </a:xfrm>
          <a:prstGeom prst="rect">
            <a:avLst/>
          </a:prstGeom>
          <a:noFill/>
        </p:spPr>
        <p:txBody>
          <a:bodyPr wrap="none" lIns="0" rIns="0" tIns="0" bIns="0" anchor="ctr">
            <a:spAutoFit/>
          </a:bodyPr>
          <a:lstStyle/>
          <a:p>
            <a:pPr algn="ctr"/>
            <a:r>
              <a:rPr sz="1300" b="1" i="0">
                <a:solidFill>
                  <a:srgbClr val="007A5A"/>
                </a:solidFill>
                <a:latin typeface="PT Sans"/>
              </a:rPr>
              <a:t>15 мүн</a:t>
            </a:r>
          </a:p>
        </p:txBody>
      </p:sp>
      <p:sp>
        <p:nvSpPr>
          <p:cNvPr id="128" name="TextBox 127"/>
          <p:cNvSpPr txBox="1"/>
          <p:nvPr/>
        </p:nvSpPr>
        <p:spPr>
          <a:xfrm>
            <a:off x="4389120" y="4988559"/>
            <a:ext cx="4114800" cy="264160"/>
          </a:xfrm>
          <a:prstGeom prst="rect">
            <a:avLst/>
          </a:prstGeom>
          <a:noFill/>
        </p:spPr>
        <p:txBody>
          <a:bodyPr wrap="none" lIns="0" rIns="0" tIns="0" bIns="0" anchor="ctr">
            <a:spAutoFit/>
          </a:bodyPr>
          <a:lstStyle/>
          <a:p>
            <a:pPr algn="ctr"/>
            <a:r>
              <a:rPr sz="1300" b="0" i="1">
                <a:solidFill>
                  <a:srgbClr val="4A5A70"/>
                </a:solidFill>
                <a:latin typeface="PT Sans"/>
              </a:rPr>
              <a:t>Карталар убакыт тартибинде.</a:t>
            </a:r>
          </a:p>
        </p:txBody>
      </p:sp>
      <p:sp>
        <p:nvSpPr>
          <p:cNvPr id="129" name="TextBox 128"/>
          <p:cNvSpPr txBox="1"/>
          <p:nvPr/>
        </p:nvSpPr>
        <p:spPr>
          <a:xfrm>
            <a:off x="4389120" y="5262880"/>
            <a:ext cx="4114800" cy="264160"/>
          </a:xfrm>
          <a:prstGeom prst="rect">
            <a:avLst/>
          </a:prstGeom>
          <a:noFill/>
        </p:spPr>
        <p:txBody>
          <a:bodyPr wrap="none" lIns="0" rIns="0" tIns="0" bIns="0" anchor="ctr">
            <a:spAutoFit/>
          </a:bodyPr>
          <a:lstStyle/>
          <a:p>
            <a:pPr algn="ctr"/>
            <a:r>
              <a:rPr sz="1300" b="0" i="1">
                <a:solidFill>
                  <a:srgbClr val="4A5A70"/>
                </a:solidFill>
                <a:latin typeface="PT Sans"/>
              </a:rPr>
              <a:t>Аралыгы = канча убакыт өттү.</a:t>
            </a:r>
          </a:p>
        </p:txBody>
      </p:sp>
      <p:sp>
        <p:nvSpPr>
          <p:cNvPr id="130" name="Rounded Rectangle 129"/>
          <p:cNvSpPr/>
          <p:nvPr/>
        </p:nvSpPr>
        <p:spPr>
          <a:xfrm>
            <a:off x="9006840" y="2057400"/>
            <a:ext cx="2743200" cy="3703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9144000" y="2121408"/>
            <a:ext cx="2514600" cy="3566160"/>
          </a:xfrm>
          <a:prstGeom prst="rect">
            <a:avLst/>
          </a:prstGeom>
          <a:noFill/>
        </p:spPr>
        <p:txBody>
          <a:bodyPr wrap="square" anchor="t" lIns="45720" rIns="45720" tIns="27432" bIns="27432">
            <a:spAutoFit/>
          </a:bodyPr>
          <a:lstStyle/>
          <a:p>
            <a:pPr algn="l">
              <a:lnSpc>
                <a:spcPct val="110000"/>
              </a:lnSpc>
            </a:pPr>
            <a:r>
              <a:rPr sz="1800" b="1" i="0">
                <a:solidFill>
                  <a:srgbClr val="1F2430"/>
                </a:solidFill>
                <a:latin typeface="PT Sans"/>
              </a:rPr>
              <a:t>Ар бир жупта:</a:t>
            </a:r>
          </a:p>
          <a:p>
            <a:pPr algn="l">
              <a:lnSpc>
                <a:spcPct val="110000"/>
              </a:lnSpc>
            </a:pPr>
            <a:r>
              <a:rPr sz="1500" b="0" i="0">
                <a:solidFill>
                  <a:srgbClr val="1F2430"/>
                </a:solidFill>
                <a:latin typeface="PT Sans"/>
              </a:rPr>
              <a:t>• кагаз тарелка же картон</a:t>
            </a:r>
          </a:p>
          <a:p>
            <a:pPr algn="l">
              <a:lnSpc>
                <a:spcPct val="110000"/>
              </a:lnSpc>
            </a:pPr>
            <a:r>
              <a:rPr sz="1500" b="0" i="0">
                <a:solidFill>
                  <a:srgbClr val="1F2430"/>
                </a:solidFill>
                <a:latin typeface="PT Sans"/>
              </a:rPr>
              <a:t>• 2 картон жебе (2 түс)</a:t>
            </a:r>
          </a:p>
          <a:p>
            <a:pPr algn="l">
              <a:lnSpc>
                <a:spcPct val="110000"/>
              </a:lnSpc>
            </a:pPr>
            <a:r>
              <a:rPr sz="1500" b="0" i="0">
                <a:solidFill>
                  <a:srgbClr val="1F2430"/>
                </a:solidFill>
                <a:latin typeface="PT Sans"/>
              </a:rPr>
              <a:t>• кадак же сым</a:t>
            </a:r>
          </a:p>
          <a:p>
            <a:pPr algn="l">
              <a:lnSpc>
                <a:spcPct val="110000"/>
              </a:lnSpc>
            </a:pPr>
            <a:r>
              <a:rPr sz="1500" b="0" i="0">
                <a:solidFill>
                  <a:srgbClr val="1F2430"/>
                </a:solidFill>
                <a:latin typeface="PT Sans"/>
              </a:rPr>
              <a:t>• күн тартиби карталары</a:t>
            </a:r>
          </a:p>
          <a:p>
            <a:pPr algn="l">
              <a:lnSpc>
                <a:spcPct val="110000"/>
              </a:lnSpc>
            </a:pPr>
            <a:r>
              <a:rPr sz="1500" b="0" i="0">
                <a:solidFill>
                  <a:srgbClr val="1F2430"/>
                </a:solidFill>
                <a:latin typeface="PT Sans"/>
              </a:rPr>
              <a:t>Класска: жип, кыскычтар</a:t>
            </a:r>
          </a:p>
          <a:p>
            <a:pPr algn="l">
              <a:lnSpc>
                <a:spcPct val="110000"/>
              </a:lnSpc>
            </a:pPr>
            <a:r>
              <a:rPr sz="1700" b="1" i="0">
                <a:solidFill>
                  <a:srgbClr val="24418C"/>
                </a:solidFill>
                <a:latin typeface="PT Sans"/>
              </a:rPr>
              <a:t>60 мүнөт = 1 айланыш</a:t>
            </a:r>
          </a:p>
        </p:txBody>
      </p:sp>
      <p:sp>
        <p:nvSpPr>
          <p:cNvPr id="132" name="Rounded Rectangle 131"/>
          <p:cNvSpPr/>
          <p:nvPr/>
        </p:nvSpPr>
        <p:spPr>
          <a:xfrm>
            <a:off x="8412480"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К</a:t>
            </a:r>
          </a:p>
        </p:txBody>
      </p:sp>
      <p:sp>
        <p:nvSpPr>
          <p:cNvPr id="133" name="Rounded Rectangle 132"/>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134" name="Rounded Rectangle 133"/>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 саат жана убакыт тилкеси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Маршрутка 9:30да жөнөдү, 10:20да жетти. Адегенде так саатка чейин, анан андан ары.</a:t>
            </a:r>
          </a:p>
        </p:txBody>
      </p:sp>
      <p:sp>
        <p:nvSpPr>
          <p:cNvPr id="12" name="Oval 11"/>
          <p:cNvSpPr/>
          <p:nvPr/>
        </p:nvSpPr>
        <p:spPr>
          <a:xfrm>
            <a:off x="822960" y="2103120"/>
            <a:ext cx="1554480" cy="1554480"/>
          </a:xfrm>
          <a:prstGeom prst="ellipse">
            <a:avLst/>
          </a:prstGeom>
          <a:solidFill>
            <a:srgbClr val="FFFFFF"/>
          </a:solidFill>
          <a:ln w="28067">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flipH="1">
            <a:off x="1672506" y="2146026"/>
            <a:ext cx="4875" cy="46379"/>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1744021" y="2158117"/>
            <a:ext cx="9696" cy="4561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1813960" y="2178120"/>
            <a:ext cx="14411" cy="4435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881557" y="2205818"/>
            <a:ext cx="18968" cy="4260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2006796" y="2282999"/>
            <a:ext cx="27411" cy="3772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2063066" y="2331638"/>
            <a:ext cx="31205" cy="3465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2114265" y="2386288"/>
            <a:ext cx="34656" cy="3120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2159832" y="2446352"/>
            <a:ext cx="37728" cy="27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2232139" y="2580034"/>
            <a:ext cx="42602" cy="1896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2258087" y="2652188"/>
            <a:ext cx="44352" cy="14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2276827" y="2726842"/>
            <a:ext cx="45615" cy="969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288154" y="2803178"/>
            <a:ext cx="46379" cy="487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288154" y="2952666"/>
            <a:ext cx="46379" cy="487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276827" y="3024181"/>
            <a:ext cx="45615" cy="969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258087" y="3094120"/>
            <a:ext cx="44352" cy="14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232139" y="3161717"/>
            <a:ext cx="42602" cy="1896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159832" y="3286956"/>
            <a:ext cx="37728" cy="27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114265" y="3343226"/>
            <a:ext cx="34656" cy="3120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063066" y="3394425"/>
            <a:ext cx="31205" cy="3465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006796" y="3439992"/>
            <a:ext cx="27411" cy="3772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1881557" y="3512299"/>
            <a:ext cx="18968" cy="4260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1813960" y="3538247"/>
            <a:ext cx="14411" cy="4435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1744021" y="3556987"/>
            <a:ext cx="9696" cy="4561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1672506" y="3568314"/>
            <a:ext cx="4875" cy="46379"/>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523018" y="3568314"/>
            <a:ext cx="4875" cy="46379"/>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446682" y="3556987"/>
            <a:ext cx="9696" cy="4561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372028" y="3538247"/>
            <a:ext cx="14411" cy="4435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299874" y="3512299"/>
            <a:ext cx="18968" cy="4260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66192" y="3439992"/>
            <a:ext cx="27411" cy="3772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106128" y="3394425"/>
            <a:ext cx="31205" cy="3465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51478" y="3343226"/>
            <a:ext cx="34656" cy="3120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02839" y="3286956"/>
            <a:ext cx="37728" cy="27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925658" y="3161717"/>
            <a:ext cx="42602" cy="1896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897960" y="3094120"/>
            <a:ext cx="44352" cy="14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877957" y="3024181"/>
            <a:ext cx="45615" cy="969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865866" y="2952666"/>
            <a:ext cx="46379" cy="487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65866" y="2803178"/>
            <a:ext cx="46379" cy="487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77957" y="2726842"/>
            <a:ext cx="45615" cy="969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97960" y="2652188"/>
            <a:ext cx="44352" cy="14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925658" y="2580034"/>
            <a:ext cx="42602" cy="1896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002839" y="2446352"/>
            <a:ext cx="37728" cy="27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051478" y="2386288"/>
            <a:ext cx="34656" cy="3120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106128" y="2331638"/>
            <a:ext cx="31205" cy="3465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166192" y="2282999"/>
            <a:ext cx="27411" cy="3772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299874" y="2205818"/>
            <a:ext cx="18968" cy="4260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372028" y="2178120"/>
            <a:ext cx="14411" cy="4435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446682" y="2158117"/>
            <a:ext cx="9696" cy="4561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523018" y="2146026"/>
            <a:ext cx="4875" cy="46379"/>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600200" y="2141982"/>
            <a:ext cx="0" cy="101041"/>
          </a:xfrm>
          <a:prstGeom prst="line">
            <a:avLst/>
          </a:prstGeom>
          <a:ln w="2159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1934413" y="2240905"/>
            <a:ext cx="34976" cy="60580"/>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2179074" y="2511171"/>
            <a:ext cx="60580" cy="34975"/>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2237536" y="2880360"/>
            <a:ext cx="101042" cy="0"/>
          </a:xfrm>
          <a:prstGeom prst="line">
            <a:avLst/>
          </a:prstGeom>
          <a:ln w="2159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179074" y="3214573"/>
            <a:ext cx="60580" cy="34976"/>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1934413" y="3459234"/>
            <a:ext cx="34976" cy="60580"/>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1600200" y="3517696"/>
            <a:ext cx="0" cy="101042"/>
          </a:xfrm>
          <a:prstGeom prst="line">
            <a:avLst/>
          </a:prstGeom>
          <a:ln w="2159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1231011" y="3459234"/>
            <a:ext cx="34975" cy="60580"/>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960745" y="3214573"/>
            <a:ext cx="60580" cy="34976"/>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861822" y="2880360"/>
            <a:ext cx="101041" cy="0"/>
          </a:xfrm>
          <a:prstGeom prst="line">
            <a:avLst/>
          </a:prstGeom>
          <a:ln w="2159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60745" y="2511171"/>
            <a:ext cx="60580" cy="34975"/>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231010" y="2240905"/>
            <a:ext cx="34976" cy="60580"/>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1727301" y="2293105"/>
            <a:ext cx="274320" cy="259080"/>
          </a:xfrm>
          <a:prstGeom prst="rect">
            <a:avLst/>
          </a:prstGeom>
          <a:noFill/>
        </p:spPr>
        <p:txBody>
          <a:bodyPr wrap="none" lIns="0" rIns="0" tIns="0" bIns="0" anchor="ctr">
            <a:spAutoFit/>
          </a:bodyPr>
          <a:lstStyle/>
          <a:p>
            <a:pPr algn="ctr"/>
            <a:r>
              <a:rPr sz="1275" b="1" i="0">
                <a:solidFill>
                  <a:srgbClr val="1F2430"/>
                </a:solidFill>
                <a:latin typeface="PT Sans"/>
              </a:rPr>
              <a:t>1</a:t>
            </a:r>
          </a:p>
        </p:txBody>
      </p:sp>
      <p:sp>
        <p:nvSpPr>
          <p:cNvPr id="74" name="TextBox 73"/>
          <p:cNvSpPr txBox="1"/>
          <p:nvPr/>
        </p:nvSpPr>
        <p:spPr>
          <a:xfrm>
            <a:off x="1920754" y="2486558"/>
            <a:ext cx="274320" cy="259080"/>
          </a:xfrm>
          <a:prstGeom prst="rect">
            <a:avLst/>
          </a:prstGeom>
          <a:noFill/>
        </p:spPr>
        <p:txBody>
          <a:bodyPr wrap="none" lIns="0" rIns="0" tIns="0" bIns="0" anchor="ctr">
            <a:spAutoFit/>
          </a:bodyPr>
          <a:lstStyle/>
          <a:p>
            <a:pPr algn="ctr"/>
            <a:r>
              <a:rPr sz="1275" b="1" i="0">
                <a:solidFill>
                  <a:srgbClr val="1F2430"/>
                </a:solidFill>
                <a:latin typeface="PT Sans"/>
              </a:rPr>
              <a:t>2</a:t>
            </a:r>
          </a:p>
        </p:txBody>
      </p:sp>
      <p:sp>
        <p:nvSpPr>
          <p:cNvPr id="75" name="TextBox 74"/>
          <p:cNvSpPr txBox="1"/>
          <p:nvPr/>
        </p:nvSpPr>
        <p:spPr>
          <a:xfrm>
            <a:off x="1991563" y="2750820"/>
            <a:ext cx="274320" cy="259080"/>
          </a:xfrm>
          <a:prstGeom prst="rect">
            <a:avLst/>
          </a:prstGeom>
          <a:noFill/>
        </p:spPr>
        <p:txBody>
          <a:bodyPr wrap="none" lIns="0" rIns="0" tIns="0" bIns="0" anchor="ctr">
            <a:spAutoFit/>
          </a:bodyPr>
          <a:lstStyle/>
          <a:p>
            <a:pPr algn="ctr"/>
            <a:r>
              <a:rPr sz="1275" b="1" i="0">
                <a:solidFill>
                  <a:srgbClr val="1F2430"/>
                </a:solidFill>
                <a:latin typeface="PT Sans"/>
              </a:rPr>
              <a:t>3</a:t>
            </a:r>
          </a:p>
        </p:txBody>
      </p:sp>
      <p:sp>
        <p:nvSpPr>
          <p:cNvPr id="76" name="TextBox 75"/>
          <p:cNvSpPr txBox="1"/>
          <p:nvPr/>
        </p:nvSpPr>
        <p:spPr>
          <a:xfrm>
            <a:off x="1920754" y="3015081"/>
            <a:ext cx="274320" cy="259080"/>
          </a:xfrm>
          <a:prstGeom prst="rect">
            <a:avLst/>
          </a:prstGeom>
          <a:noFill/>
        </p:spPr>
        <p:txBody>
          <a:bodyPr wrap="none" lIns="0" rIns="0" tIns="0" bIns="0" anchor="ctr">
            <a:spAutoFit/>
          </a:bodyPr>
          <a:lstStyle/>
          <a:p>
            <a:pPr algn="ctr"/>
            <a:r>
              <a:rPr sz="1275" b="1" i="0">
                <a:solidFill>
                  <a:srgbClr val="1F2430"/>
                </a:solidFill>
                <a:latin typeface="PT Sans"/>
              </a:rPr>
              <a:t>4</a:t>
            </a:r>
          </a:p>
        </p:txBody>
      </p:sp>
      <p:sp>
        <p:nvSpPr>
          <p:cNvPr id="77" name="TextBox 76"/>
          <p:cNvSpPr txBox="1"/>
          <p:nvPr/>
        </p:nvSpPr>
        <p:spPr>
          <a:xfrm>
            <a:off x="1727301" y="3208534"/>
            <a:ext cx="274320" cy="259080"/>
          </a:xfrm>
          <a:prstGeom prst="rect">
            <a:avLst/>
          </a:prstGeom>
          <a:noFill/>
        </p:spPr>
        <p:txBody>
          <a:bodyPr wrap="none" lIns="0" rIns="0" tIns="0" bIns="0" anchor="ctr">
            <a:spAutoFit/>
          </a:bodyPr>
          <a:lstStyle/>
          <a:p>
            <a:pPr algn="ctr"/>
            <a:r>
              <a:rPr sz="1275" b="1" i="0">
                <a:solidFill>
                  <a:srgbClr val="1F2430"/>
                </a:solidFill>
                <a:latin typeface="PT Sans"/>
              </a:rPr>
              <a:t>5</a:t>
            </a:r>
          </a:p>
        </p:txBody>
      </p:sp>
      <p:sp>
        <p:nvSpPr>
          <p:cNvPr id="78" name="TextBox 77"/>
          <p:cNvSpPr txBox="1"/>
          <p:nvPr/>
        </p:nvSpPr>
        <p:spPr>
          <a:xfrm>
            <a:off x="1463040" y="3279343"/>
            <a:ext cx="274320" cy="259080"/>
          </a:xfrm>
          <a:prstGeom prst="rect">
            <a:avLst/>
          </a:prstGeom>
          <a:noFill/>
        </p:spPr>
        <p:txBody>
          <a:bodyPr wrap="none" lIns="0" rIns="0" tIns="0" bIns="0" anchor="ctr">
            <a:spAutoFit/>
          </a:bodyPr>
          <a:lstStyle/>
          <a:p>
            <a:pPr algn="ctr"/>
            <a:r>
              <a:rPr sz="1275" b="1" i="0">
                <a:solidFill>
                  <a:srgbClr val="1F2430"/>
                </a:solidFill>
                <a:latin typeface="PT Sans"/>
              </a:rPr>
              <a:t>6</a:t>
            </a:r>
          </a:p>
        </p:txBody>
      </p:sp>
      <p:sp>
        <p:nvSpPr>
          <p:cNvPr id="79" name="TextBox 78"/>
          <p:cNvSpPr txBox="1"/>
          <p:nvPr/>
        </p:nvSpPr>
        <p:spPr>
          <a:xfrm>
            <a:off x="1198778" y="3208534"/>
            <a:ext cx="274320" cy="259080"/>
          </a:xfrm>
          <a:prstGeom prst="rect">
            <a:avLst/>
          </a:prstGeom>
          <a:noFill/>
        </p:spPr>
        <p:txBody>
          <a:bodyPr wrap="none" lIns="0" rIns="0" tIns="0" bIns="0" anchor="ctr">
            <a:spAutoFit/>
          </a:bodyPr>
          <a:lstStyle/>
          <a:p>
            <a:pPr algn="ctr"/>
            <a:r>
              <a:rPr sz="1275" b="1" i="0">
                <a:solidFill>
                  <a:srgbClr val="1F2430"/>
                </a:solidFill>
                <a:latin typeface="PT Sans"/>
              </a:rPr>
              <a:t>7</a:t>
            </a:r>
          </a:p>
        </p:txBody>
      </p:sp>
      <p:sp>
        <p:nvSpPr>
          <p:cNvPr id="80" name="TextBox 79"/>
          <p:cNvSpPr txBox="1"/>
          <p:nvPr/>
        </p:nvSpPr>
        <p:spPr>
          <a:xfrm>
            <a:off x="1005325" y="3015081"/>
            <a:ext cx="274320" cy="259080"/>
          </a:xfrm>
          <a:prstGeom prst="rect">
            <a:avLst/>
          </a:prstGeom>
          <a:noFill/>
        </p:spPr>
        <p:txBody>
          <a:bodyPr wrap="none" lIns="0" rIns="0" tIns="0" bIns="0" anchor="ctr">
            <a:spAutoFit/>
          </a:bodyPr>
          <a:lstStyle/>
          <a:p>
            <a:pPr algn="ctr"/>
            <a:r>
              <a:rPr sz="1275" b="1" i="0">
                <a:solidFill>
                  <a:srgbClr val="1F2430"/>
                </a:solidFill>
                <a:latin typeface="PT Sans"/>
              </a:rPr>
              <a:t>8</a:t>
            </a:r>
          </a:p>
        </p:txBody>
      </p:sp>
      <p:sp>
        <p:nvSpPr>
          <p:cNvPr id="81" name="TextBox 80"/>
          <p:cNvSpPr txBox="1"/>
          <p:nvPr/>
        </p:nvSpPr>
        <p:spPr>
          <a:xfrm>
            <a:off x="934516" y="2750820"/>
            <a:ext cx="274320" cy="259080"/>
          </a:xfrm>
          <a:prstGeom prst="rect">
            <a:avLst/>
          </a:prstGeom>
          <a:noFill/>
        </p:spPr>
        <p:txBody>
          <a:bodyPr wrap="none" lIns="0" rIns="0" tIns="0" bIns="0" anchor="ctr">
            <a:spAutoFit/>
          </a:bodyPr>
          <a:lstStyle/>
          <a:p>
            <a:pPr algn="ctr"/>
            <a:r>
              <a:rPr sz="1275" b="1" i="0">
                <a:solidFill>
                  <a:srgbClr val="1F2430"/>
                </a:solidFill>
                <a:latin typeface="PT Sans"/>
              </a:rPr>
              <a:t>9</a:t>
            </a:r>
          </a:p>
        </p:txBody>
      </p:sp>
      <p:sp>
        <p:nvSpPr>
          <p:cNvPr id="82" name="TextBox 81"/>
          <p:cNvSpPr txBox="1"/>
          <p:nvPr/>
        </p:nvSpPr>
        <p:spPr>
          <a:xfrm>
            <a:off x="996943" y="2486558"/>
            <a:ext cx="291084" cy="259080"/>
          </a:xfrm>
          <a:prstGeom prst="rect">
            <a:avLst/>
          </a:prstGeom>
          <a:noFill/>
        </p:spPr>
        <p:txBody>
          <a:bodyPr wrap="none" lIns="0" rIns="0" tIns="0" bIns="0" anchor="ctr">
            <a:spAutoFit/>
          </a:bodyPr>
          <a:lstStyle/>
          <a:p>
            <a:pPr algn="ctr"/>
            <a:r>
              <a:rPr sz="1275" b="1" i="0">
                <a:solidFill>
                  <a:srgbClr val="1F2430"/>
                </a:solidFill>
                <a:latin typeface="PT Sans"/>
              </a:rPr>
              <a:t>10</a:t>
            </a:r>
          </a:p>
        </p:txBody>
      </p:sp>
      <p:sp>
        <p:nvSpPr>
          <p:cNvPr id="83" name="TextBox 82"/>
          <p:cNvSpPr txBox="1"/>
          <p:nvPr/>
        </p:nvSpPr>
        <p:spPr>
          <a:xfrm>
            <a:off x="1190396" y="2293105"/>
            <a:ext cx="291084" cy="259080"/>
          </a:xfrm>
          <a:prstGeom prst="rect">
            <a:avLst/>
          </a:prstGeom>
          <a:noFill/>
        </p:spPr>
        <p:txBody>
          <a:bodyPr wrap="none" lIns="0" rIns="0" tIns="0" bIns="0" anchor="ctr">
            <a:spAutoFit/>
          </a:bodyPr>
          <a:lstStyle/>
          <a:p>
            <a:pPr algn="ctr"/>
            <a:r>
              <a:rPr sz="1275" b="1" i="0">
                <a:solidFill>
                  <a:srgbClr val="1F2430"/>
                </a:solidFill>
                <a:latin typeface="PT Sans"/>
              </a:rPr>
              <a:t>11</a:t>
            </a:r>
          </a:p>
        </p:txBody>
      </p:sp>
      <p:sp>
        <p:nvSpPr>
          <p:cNvPr id="84" name="TextBox 83"/>
          <p:cNvSpPr txBox="1"/>
          <p:nvPr/>
        </p:nvSpPr>
        <p:spPr>
          <a:xfrm>
            <a:off x="1454657" y="2222296"/>
            <a:ext cx="291084" cy="259080"/>
          </a:xfrm>
          <a:prstGeom prst="rect">
            <a:avLst/>
          </a:prstGeom>
          <a:noFill/>
        </p:spPr>
        <p:txBody>
          <a:bodyPr wrap="none" lIns="0" rIns="0" tIns="0" bIns="0" anchor="ctr">
            <a:spAutoFit/>
          </a:bodyPr>
          <a:lstStyle/>
          <a:p>
            <a:pPr algn="ctr"/>
            <a:r>
              <a:rPr sz="1275" b="1" i="0">
                <a:solidFill>
                  <a:srgbClr val="1F2430"/>
                </a:solidFill>
                <a:latin typeface="PT Sans"/>
              </a:rPr>
              <a:t>12</a:t>
            </a:r>
          </a:p>
        </p:txBody>
      </p:sp>
      <p:cxnSp>
        <p:nvCxnSpPr>
          <p:cNvPr id="85" name="Connector 84"/>
          <p:cNvCxnSpPr/>
          <p:nvPr/>
        </p:nvCxnSpPr>
        <p:spPr>
          <a:xfrm flipH="1" flipV="1">
            <a:off x="1224821" y="2779777"/>
            <a:ext cx="375379" cy="100583"/>
          </a:xfrm>
          <a:prstGeom prst="line">
            <a:avLst/>
          </a:prstGeom>
          <a:ln w="75565"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1600200" y="2880360"/>
            <a:ext cx="0" cy="621792"/>
          </a:xfrm>
          <a:prstGeom prst="line">
            <a:avLst/>
          </a:prstGeom>
          <a:ln w="45339" cap="rnd">
            <a:solidFill>
              <a:srgbClr val="2441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Oval 86"/>
          <p:cNvSpPr/>
          <p:nvPr/>
        </p:nvSpPr>
        <p:spPr>
          <a:xfrm>
            <a:off x="1557451" y="2837611"/>
            <a:ext cx="85496" cy="85496"/>
          </a:xfrm>
          <a:prstGeom prst="ellipse">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514600" y="2158999"/>
            <a:ext cx="2194560" cy="345440"/>
          </a:xfrm>
          <a:prstGeom prst="rect">
            <a:avLst/>
          </a:prstGeom>
          <a:noFill/>
        </p:spPr>
        <p:txBody>
          <a:bodyPr wrap="none" lIns="0" rIns="0" tIns="0" bIns="0" anchor="ctr">
            <a:spAutoFit/>
          </a:bodyPr>
          <a:lstStyle/>
          <a:p>
            <a:pPr algn="l"/>
            <a:r>
              <a:rPr sz="1700" b="1" i="0">
                <a:solidFill>
                  <a:srgbClr val="1D3557"/>
                </a:solidFill>
                <a:latin typeface="PT Sans"/>
              </a:rPr>
              <a:t>Жөнөдү: 9:30</a:t>
            </a:r>
          </a:p>
        </p:txBody>
      </p:sp>
      <p:sp>
        <p:nvSpPr>
          <p:cNvPr id="89" name="Oval 88"/>
          <p:cNvSpPr/>
          <p:nvPr/>
        </p:nvSpPr>
        <p:spPr>
          <a:xfrm>
            <a:off x="9784080" y="2103120"/>
            <a:ext cx="1554480" cy="1554480"/>
          </a:xfrm>
          <a:prstGeom prst="ellipse">
            <a:avLst/>
          </a:prstGeom>
          <a:solidFill>
            <a:srgbClr val="FFFFFF"/>
          </a:solidFill>
          <a:ln w="28067">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0" name="Connector 89"/>
          <p:cNvCxnSpPr/>
          <p:nvPr/>
        </p:nvCxnSpPr>
        <p:spPr>
          <a:xfrm flipH="1">
            <a:off x="10633626" y="2146026"/>
            <a:ext cx="4875" cy="46379"/>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H="1">
            <a:off x="10705141" y="2158117"/>
            <a:ext cx="9696" cy="4561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H="1">
            <a:off x="10775080" y="2178120"/>
            <a:ext cx="14411" cy="4435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H="1">
            <a:off x="10842677" y="2205818"/>
            <a:ext cx="18968" cy="4260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H="1">
            <a:off x="10967916" y="2282999"/>
            <a:ext cx="27411" cy="3772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a:off x="11024186" y="2331638"/>
            <a:ext cx="31205" cy="3465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H="1">
            <a:off x="11075385" y="2386288"/>
            <a:ext cx="34656" cy="3120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H="1">
            <a:off x="11120952" y="2446352"/>
            <a:ext cx="37728" cy="27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H="1">
            <a:off x="11193259" y="2580034"/>
            <a:ext cx="42602" cy="1896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H="1">
            <a:off x="11219207" y="2652188"/>
            <a:ext cx="44352" cy="14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H="1">
            <a:off x="11237947" y="2726842"/>
            <a:ext cx="45615" cy="969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H="1">
            <a:off x="11249274" y="2803178"/>
            <a:ext cx="46379" cy="487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H="1" flipV="1">
            <a:off x="11249274" y="2952666"/>
            <a:ext cx="46379" cy="487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H="1" flipV="1">
            <a:off x="11237947" y="3024181"/>
            <a:ext cx="45615" cy="969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H="1" flipV="1">
            <a:off x="11219207" y="3094120"/>
            <a:ext cx="44352" cy="14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H="1" flipV="1">
            <a:off x="11193259" y="3161717"/>
            <a:ext cx="42602" cy="1896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H="1" flipV="1">
            <a:off x="11120952" y="3286956"/>
            <a:ext cx="37728" cy="27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flipV="1">
            <a:off x="11075385" y="3343226"/>
            <a:ext cx="34656" cy="3120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H="1" flipV="1">
            <a:off x="11024186" y="3394425"/>
            <a:ext cx="31205" cy="3465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H="1" flipV="1">
            <a:off x="10967916" y="3439992"/>
            <a:ext cx="27411" cy="3772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H="1" flipV="1">
            <a:off x="10842677" y="3512299"/>
            <a:ext cx="18968" cy="4260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H="1" flipV="1">
            <a:off x="10775080" y="3538247"/>
            <a:ext cx="14411" cy="4435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H="1" flipV="1">
            <a:off x="10705141" y="3556987"/>
            <a:ext cx="9696" cy="4561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H="1" flipV="1">
            <a:off x="10633626" y="3568314"/>
            <a:ext cx="4875" cy="46379"/>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10484138" y="3568314"/>
            <a:ext cx="4875" cy="46379"/>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10407802" y="3556987"/>
            <a:ext cx="9696" cy="4561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10333148" y="3538247"/>
            <a:ext cx="14411" cy="4435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10260994" y="3512299"/>
            <a:ext cx="18968" cy="4260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10127312" y="3439992"/>
            <a:ext cx="27411" cy="3772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10067248" y="3394425"/>
            <a:ext cx="31205" cy="3465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10012598" y="3343226"/>
            <a:ext cx="34656" cy="3120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9963959" y="3286956"/>
            <a:ext cx="37728" cy="27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9886778" y="3161717"/>
            <a:ext cx="42602" cy="1896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9859080" y="3094120"/>
            <a:ext cx="44352" cy="14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9839077" y="3024181"/>
            <a:ext cx="45615" cy="969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9826986" y="2952666"/>
            <a:ext cx="46379" cy="487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9826986" y="2803178"/>
            <a:ext cx="46379" cy="487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9839077" y="2726842"/>
            <a:ext cx="45615" cy="969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9859080" y="2652188"/>
            <a:ext cx="44352" cy="14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9886778" y="2580034"/>
            <a:ext cx="42602" cy="1896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9963959" y="2446352"/>
            <a:ext cx="37728" cy="27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10012598" y="2386288"/>
            <a:ext cx="34656" cy="3120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10067248" y="2331638"/>
            <a:ext cx="31205" cy="3465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10127312" y="2282999"/>
            <a:ext cx="27411" cy="3772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10260994" y="2205818"/>
            <a:ext cx="18968" cy="4260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10333148" y="2178120"/>
            <a:ext cx="14411" cy="4435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10407802" y="2158117"/>
            <a:ext cx="9696" cy="4561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10484138" y="2146026"/>
            <a:ext cx="4875" cy="46379"/>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10561320" y="2141982"/>
            <a:ext cx="0" cy="101041"/>
          </a:xfrm>
          <a:prstGeom prst="line">
            <a:avLst/>
          </a:prstGeom>
          <a:ln w="2159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H="1">
            <a:off x="10895533" y="2240905"/>
            <a:ext cx="34976" cy="60580"/>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H="1">
            <a:off x="11140194" y="2511171"/>
            <a:ext cx="60580" cy="34975"/>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H="1">
            <a:off x="11198656" y="2880360"/>
            <a:ext cx="101042" cy="0"/>
          </a:xfrm>
          <a:prstGeom prst="line">
            <a:avLst/>
          </a:prstGeom>
          <a:ln w="2159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H="1" flipV="1">
            <a:off x="11140194" y="3214573"/>
            <a:ext cx="60580" cy="34976"/>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H="1" flipV="1">
            <a:off x="10895533" y="3459234"/>
            <a:ext cx="34976" cy="60580"/>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10561320" y="3517696"/>
            <a:ext cx="0" cy="101042"/>
          </a:xfrm>
          <a:prstGeom prst="line">
            <a:avLst/>
          </a:prstGeom>
          <a:ln w="2159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10192131" y="3459234"/>
            <a:ext cx="34975" cy="60580"/>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9921865" y="3214573"/>
            <a:ext cx="60580" cy="34976"/>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9822942" y="2880360"/>
            <a:ext cx="101041" cy="0"/>
          </a:xfrm>
          <a:prstGeom prst="line">
            <a:avLst/>
          </a:prstGeom>
          <a:ln w="2159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9921865" y="2511171"/>
            <a:ext cx="60580" cy="34975"/>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10192131" y="2240905"/>
            <a:ext cx="34975" cy="60580"/>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150" name="TextBox 149"/>
          <p:cNvSpPr txBox="1"/>
          <p:nvPr/>
        </p:nvSpPr>
        <p:spPr>
          <a:xfrm>
            <a:off x="10688421" y="2293105"/>
            <a:ext cx="274320" cy="259080"/>
          </a:xfrm>
          <a:prstGeom prst="rect">
            <a:avLst/>
          </a:prstGeom>
          <a:noFill/>
        </p:spPr>
        <p:txBody>
          <a:bodyPr wrap="none" lIns="0" rIns="0" tIns="0" bIns="0" anchor="ctr">
            <a:spAutoFit/>
          </a:bodyPr>
          <a:lstStyle/>
          <a:p>
            <a:pPr algn="ctr"/>
            <a:r>
              <a:rPr sz="1275" b="1" i="0">
                <a:solidFill>
                  <a:srgbClr val="1F2430"/>
                </a:solidFill>
                <a:latin typeface="PT Sans"/>
              </a:rPr>
              <a:t>1</a:t>
            </a:r>
          </a:p>
        </p:txBody>
      </p:sp>
      <p:sp>
        <p:nvSpPr>
          <p:cNvPr id="151" name="TextBox 150"/>
          <p:cNvSpPr txBox="1"/>
          <p:nvPr/>
        </p:nvSpPr>
        <p:spPr>
          <a:xfrm>
            <a:off x="10881874" y="2486558"/>
            <a:ext cx="274320" cy="259080"/>
          </a:xfrm>
          <a:prstGeom prst="rect">
            <a:avLst/>
          </a:prstGeom>
          <a:noFill/>
        </p:spPr>
        <p:txBody>
          <a:bodyPr wrap="none" lIns="0" rIns="0" tIns="0" bIns="0" anchor="ctr">
            <a:spAutoFit/>
          </a:bodyPr>
          <a:lstStyle/>
          <a:p>
            <a:pPr algn="ctr"/>
            <a:r>
              <a:rPr sz="1275" b="1" i="0">
                <a:solidFill>
                  <a:srgbClr val="1F2430"/>
                </a:solidFill>
                <a:latin typeface="PT Sans"/>
              </a:rPr>
              <a:t>2</a:t>
            </a:r>
          </a:p>
        </p:txBody>
      </p:sp>
      <p:sp>
        <p:nvSpPr>
          <p:cNvPr id="152" name="TextBox 151"/>
          <p:cNvSpPr txBox="1"/>
          <p:nvPr/>
        </p:nvSpPr>
        <p:spPr>
          <a:xfrm>
            <a:off x="10952683" y="2750820"/>
            <a:ext cx="274320" cy="259080"/>
          </a:xfrm>
          <a:prstGeom prst="rect">
            <a:avLst/>
          </a:prstGeom>
          <a:noFill/>
        </p:spPr>
        <p:txBody>
          <a:bodyPr wrap="none" lIns="0" rIns="0" tIns="0" bIns="0" anchor="ctr">
            <a:spAutoFit/>
          </a:bodyPr>
          <a:lstStyle/>
          <a:p>
            <a:pPr algn="ctr"/>
            <a:r>
              <a:rPr sz="1275" b="1" i="0">
                <a:solidFill>
                  <a:srgbClr val="1F2430"/>
                </a:solidFill>
                <a:latin typeface="PT Sans"/>
              </a:rPr>
              <a:t>3</a:t>
            </a:r>
          </a:p>
        </p:txBody>
      </p:sp>
      <p:sp>
        <p:nvSpPr>
          <p:cNvPr id="153" name="TextBox 152"/>
          <p:cNvSpPr txBox="1"/>
          <p:nvPr/>
        </p:nvSpPr>
        <p:spPr>
          <a:xfrm>
            <a:off x="10881874" y="3015081"/>
            <a:ext cx="274320" cy="259080"/>
          </a:xfrm>
          <a:prstGeom prst="rect">
            <a:avLst/>
          </a:prstGeom>
          <a:noFill/>
        </p:spPr>
        <p:txBody>
          <a:bodyPr wrap="none" lIns="0" rIns="0" tIns="0" bIns="0" anchor="ctr">
            <a:spAutoFit/>
          </a:bodyPr>
          <a:lstStyle/>
          <a:p>
            <a:pPr algn="ctr"/>
            <a:r>
              <a:rPr sz="1275" b="1" i="0">
                <a:solidFill>
                  <a:srgbClr val="1F2430"/>
                </a:solidFill>
                <a:latin typeface="PT Sans"/>
              </a:rPr>
              <a:t>4</a:t>
            </a:r>
          </a:p>
        </p:txBody>
      </p:sp>
      <p:sp>
        <p:nvSpPr>
          <p:cNvPr id="154" name="TextBox 153"/>
          <p:cNvSpPr txBox="1"/>
          <p:nvPr/>
        </p:nvSpPr>
        <p:spPr>
          <a:xfrm>
            <a:off x="10688421" y="3208534"/>
            <a:ext cx="274320" cy="259080"/>
          </a:xfrm>
          <a:prstGeom prst="rect">
            <a:avLst/>
          </a:prstGeom>
          <a:noFill/>
        </p:spPr>
        <p:txBody>
          <a:bodyPr wrap="none" lIns="0" rIns="0" tIns="0" bIns="0" anchor="ctr">
            <a:spAutoFit/>
          </a:bodyPr>
          <a:lstStyle/>
          <a:p>
            <a:pPr algn="ctr"/>
            <a:r>
              <a:rPr sz="1275" b="1" i="0">
                <a:solidFill>
                  <a:srgbClr val="1F2430"/>
                </a:solidFill>
                <a:latin typeface="PT Sans"/>
              </a:rPr>
              <a:t>5</a:t>
            </a:r>
          </a:p>
        </p:txBody>
      </p:sp>
      <p:sp>
        <p:nvSpPr>
          <p:cNvPr id="155" name="TextBox 154"/>
          <p:cNvSpPr txBox="1"/>
          <p:nvPr/>
        </p:nvSpPr>
        <p:spPr>
          <a:xfrm>
            <a:off x="10424160" y="3279343"/>
            <a:ext cx="274320" cy="259080"/>
          </a:xfrm>
          <a:prstGeom prst="rect">
            <a:avLst/>
          </a:prstGeom>
          <a:noFill/>
        </p:spPr>
        <p:txBody>
          <a:bodyPr wrap="none" lIns="0" rIns="0" tIns="0" bIns="0" anchor="ctr">
            <a:spAutoFit/>
          </a:bodyPr>
          <a:lstStyle/>
          <a:p>
            <a:pPr algn="ctr"/>
            <a:r>
              <a:rPr sz="1275" b="1" i="0">
                <a:solidFill>
                  <a:srgbClr val="1F2430"/>
                </a:solidFill>
                <a:latin typeface="PT Sans"/>
              </a:rPr>
              <a:t>6</a:t>
            </a:r>
          </a:p>
        </p:txBody>
      </p:sp>
      <p:sp>
        <p:nvSpPr>
          <p:cNvPr id="156" name="TextBox 155"/>
          <p:cNvSpPr txBox="1"/>
          <p:nvPr/>
        </p:nvSpPr>
        <p:spPr>
          <a:xfrm>
            <a:off x="10159898" y="3208534"/>
            <a:ext cx="274320" cy="259080"/>
          </a:xfrm>
          <a:prstGeom prst="rect">
            <a:avLst/>
          </a:prstGeom>
          <a:noFill/>
        </p:spPr>
        <p:txBody>
          <a:bodyPr wrap="none" lIns="0" rIns="0" tIns="0" bIns="0" anchor="ctr">
            <a:spAutoFit/>
          </a:bodyPr>
          <a:lstStyle/>
          <a:p>
            <a:pPr algn="ctr"/>
            <a:r>
              <a:rPr sz="1275" b="1" i="0">
                <a:solidFill>
                  <a:srgbClr val="1F2430"/>
                </a:solidFill>
                <a:latin typeface="PT Sans"/>
              </a:rPr>
              <a:t>7</a:t>
            </a:r>
          </a:p>
        </p:txBody>
      </p:sp>
      <p:sp>
        <p:nvSpPr>
          <p:cNvPr id="157" name="TextBox 156"/>
          <p:cNvSpPr txBox="1"/>
          <p:nvPr/>
        </p:nvSpPr>
        <p:spPr>
          <a:xfrm>
            <a:off x="9966445" y="3015081"/>
            <a:ext cx="274320" cy="259080"/>
          </a:xfrm>
          <a:prstGeom prst="rect">
            <a:avLst/>
          </a:prstGeom>
          <a:noFill/>
        </p:spPr>
        <p:txBody>
          <a:bodyPr wrap="none" lIns="0" rIns="0" tIns="0" bIns="0" anchor="ctr">
            <a:spAutoFit/>
          </a:bodyPr>
          <a:lstStyle/>
          <a:p>
            <a:pPr algn="ctr"/>
            <a:r>
              <a:rPr sz="1275" b="1" i="0">
                <a:solidFill>
                  <a:srgbClr val="1F2430"/>
                </a:solidFill>
                <a:latin typeface="PT Sans"/>
              </a:rPr>
              <a:t>8</a:t>
            </a:r>
          </a:p>
        </p:txBody>
      </p:sp>
      <p:sp>
        <p:nvSpPr>
          <p:cNvPr id="158" name="TextBox 157"/>
          <p:cNvSpPr txBox="1"/>
          <p:nvPr/>
        </p:nvSpPr>
        <p:spPr>
          <a:xfrm>
            <a:off x="9895636" y="2750820"/>
            <a:ext cx="274320" cy="259080"/>
          </a:xfrm>
          <a:prstGeom prst="rect">
            <a:avLst/>
          </a:prstGeom>
          <a:noFill/>
        </p:spPr>
        <p:txBody>
          <a:bodyPr wrap="none" lIns="0" rIns="0" tIns="0" bIns="0" anchor="ctr">
            <a:spAutoFit/>
          </a:bodyPr>
          <a:lstStyle/>
          <a:p>
            <a:pPr algn="ctr"/>
            <a:r>
              <a:rPr sz="1275" b="1" i="0">
                <a:solidFill>
                  <a:srgbClr val="1F2430"/>
                </a:solidFill>
                <a:latin typeface="PT Sans"/>
              </a:rPr>
              <a:t>9</a:t>
            </a:r>
          </a:p>
        </p:txBody>
      </p:sp>
      <p:sp>
        <p:nvSpPr>
          <p:cNvPr id="159" name="TextBox 158"/>
          <p:cNvSpPr txBox="1"/>
          <p:nvPr/>
        </p:nvSpPr>
        <p:spPr>
          <a:xfrm>
            <a:off x="9958063" y="2486558"/>
            <a:ext cx="291084" cy="259080"/>
          </a:xfrm>
          <a:prstGeom prst="rect">
            <a:avLst/>
          </a:prstGeom>
          <a:noFill/>
        </p:spPr>
        <p:txBody>
          <a:bodyPr wrap="none" lIns="0" rIns="0" tIns="0" bIns="0" anchor="ctr">
            <a:spAutoFit/>
          </a:bodyPr>
          <a:lstStyle/>
          <a:p>
            <a:pPr algn="ctr"/>
            <a:r>
              <a:rPr sz="1275" b="1" i="0">
                <a:solidFill>
                  <a:srgbClr val="1F2430"/>
                </a:solidFill>
                <a:latin typeface="PT Sans"/>
              </a:rPr>
              <a:t>10</a:t>
            </a:r>
          </a:p>
        </p:txBody>
      </p:sp>
      <p:sp>
        <p:nvSpPr>
          <p:cNvPr id="160" name="TextBox 159"/>
          <p:cNvSpPr txBox="1"/>
          <p:nvPr/>
        </p:nvSpPr>
        <p:spPr>
          <a:xfrm>
            <a:off x="10151516" y="2293105"/>
            <a:ext cx="291084" cy="259080"/>
          </a:xfrm>
          <a:prstGeom prst="rect">
            <a:avLst/>
          </a:prstGeom>
          <a:noFill/>
        </p:spPr>
        <p:txBody>
          <a:bodyPr wrap="none" lIns="0" rIns="0" tIns="0" bIns="0" anchor="ctr">
            <a:spAutoFit/>
          </a:bodyPr>
          <a:lstStyle/>
          <a:p>
            <a:pPr algn="ctr"/>
            <a:r>
              <a:rPr sz="1275" b="1" i="0">
                <a:solidFill>
                  <a:srgbClr val="1F2430"/>
                </a:solidFill>
                <a:latin typeface="PT Sans"/>
              </a:rPr>
              <a:t>11</a:t>
            </a:r>
          </a:p>
        </p:txBody>
      </p:sp>
      <p:sp>
        <p:nvSpPr>
          <p:cNvPr id="161" name="TextBox 160"/>
          <p:cNvSpPr txBox="1"/>
          <p:nvPr/>
        </p:nvSpPr>
        <p:spPr>
          <a:xfrm>
            <a:off x="10415778" y="2222296"/>
            <a:ext cx="291084" cy="259080"/>
          </a:xfrm>
          <a:prstGeom prst="rect">
            <a:avLst/>
          </a:prstGeom>
          <a:noFill/>
        </p:spPr>
        <p:txBody>
          <a:bodyPr wrap="none" lIns="0" rIns="0" tIns="0" bIns="0" anchor="ctr">
            <a:spAutoFit/>
          </a:bodyPr>
          <a:lstStyle/>
          <a:p>
            <a:pPr algn="ctr"/>
            <a:r>
              <a:rPr sz="1275" b="1" i="0">
                <a:solidFill>
                  <a:srgbClr val="1F2430"/>
                </a:solidFill>
                <a:latin typeface="PT Sans"/>
              </a:rPr>
              <a:t>12</a:t>
            </a:r>
          </a:p>
        </p:txBody>
      </p:sp>
      <p:cxnSp>
        <p:nvCxnSpPr>
          <p:cNvPr id="162" name="Connector 161"/>
          <p:cNvCxnSpPr/>
          <p:nvPr/>
        </p:nvCxnSpPr>
        <p:spPr>
          <a:xfrm flipH="1" flipV="1">
            <a:off x="10263619" y="2630559"/>
            <a:ext cx="297701" cy="249801"/>
          </a:xfrm>
          <a:prstGeom prst="line">
            <a:avLst/>
          </a:prstGeom>
          <a:ln w="75565"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10561320" y="2880360"/>
            <a:ext cx="538487" cy="310896"/>
          </a:xfrm>
          <a:prstGeom prst="line">
            <a:avLst/>
          </a:prstGeom>
          <a:ln w="45339" cap="rnd">
            <a:solidFill>
              <a:srgbClr val="2441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Oval 163"/>
          <p:cNvSpPr/>
          <p:nvPr/>
        </p:nvSpPr>
        <p:spPr>
          <a:xfrm>
            <a:off x="10518571" y="2837611"/>
            <a:ext cx="85496" cy="85496"/>
          </a:xfrm>
          <a:prstGeom prst="ellipse">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7452360" y="2158999"/>
            <a:ext cx="2194560" cy="345440"/>
          </a:xfrm>
          <a:prstGeom prst="rect">
            <a:avLst/>
          </a:prstGeom>
          <a:noFill/>
        </p:spPr>
        <p:txBody>
          <a:bodyPr wrap="none" lIns="0" rIns="0" tIns="0" bIns="0" anchor="ctr">
            <a:spAutoFit/>
          </a:bodyPr>
          <a:lstStyle/>
          <a:p>
            <a:pPr algn="ctr"/>
            <a:r>
              <a:rPr sz="1700" b="1" i="0">
                <a:solidFill>
                  <a:srgbClr val="1D3557"/>
                </a:solidFill>
                <a:latin typeface="PT Sans"/>
              </a:rPr>
              <a:t>Жетти: 10:20</a:t>
            </a:r>
          </a:p>
        </p:txBody>
      </p:sp>
      <p:cxnSp>
        <p:nvCxnSpPr>
          <p:cNvPr id="166" name="Connector 165"/>
          <p:cNvCxnSpPr/>
          <p:nvPr/>
        </p:nvCxnSpPr>
        <p:spPr>
          <a:xfrm>
            <a:off x="731519" y="4709160"/>
            <a:ext cx="10698481" cy="0"/>
          </a:xfrm>
          <a:prstGeom prst="line">
            <a:avLst/>
          </a:prstGeom>
          <a:ln w="254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868680"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168" name="TextBox 167"/>
          <p:cNvSpPr txBox="1"/>
          <p:nvPr/>
        </p:nvSpPr>
        <p:spPr>
          <a:xfrm>
            <a:off x="628903" y="4818888"/>
            <a:ext cx="479552" cy="264160"/>
          </a:xfrm>
          <a:prstGeom prst="rect">
            <a:avLst/>
          </a:prstGeom>
          <a:noFill/>
        </p:spPr>
        <p:txBody>
          <a:bodyPr wrap="none" lIns="0" rIns="0" tIns="0" bIns="0" anchor="ctr">
            <a:spAutoFit/>
          </a:bodyPr>
          <a:lstStyle/>
          <a:p>
            <a:pPr algn="ctr"/>
            <a:r>
              <a:rPr sz="1300" b="0" i="0">
                <a:solidFill>
                  <a:srgbClr val="1F2430"/>
                </a:solidFill>
                <a:latin typeface="PT Sans"/>
              </a:rPr>
              <a:t>9:30</a:t>
            </a:r>
          </a:p>
        </p:txBody>
      </p:sp>
      <p:cxnSp>
        <p:nvCxnSpPr>
          <p:cNvPr id="169" name="Connector 168"/>
          <p:cNvCxnSpPr/>
          <p:nvPr/>
        </p:nvCxnSpPr>
        <p:spPr>
          <a:xfrm>
            <a:off x="1737360"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2606039"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171" name="TextBox 170"/>
          <p:cNvSpPr txBox="1"/>
          <p:nvPr/>
        </p:nvSpPr>
        <p:spPr>
          <a:xfrm>
            <a:off x="2366263" y="4818888"/>
            <a:ext cx="479552" cy="264160"/>
          </a:xfrm>
          <a:prstGeom prst="rect">
            <a:avLst/>
          </a:prstGeom>
          <a:noFill/>
        </p:spPr>
        <p:txBody>
          <a:bodyPr wrap="none" lIns="0" rIns="0" tIns="0" bIns="0" anchor="ctr">
            <a:spAutoFit/>
          </a:bodyPr>
          <a:lstStyle/>
          <a:p>
            <a:pPr algn="ctr"/>
            <a:r>
              <a:rPr sz="1300" b="0" i="0">
                <a:solidFill>
                  <a:srgbClr val="1F2430"/>
                </a:solidFill>
                <a:latin typeface="PT Sans"/>
              </a:rPr>
              <a:t>9:40</a:t>
            </a:r>
          </a:p>
        </p:txBody>
      </p:sp>
      <p:cxnSp>
        <p:nvCxnSpPr>
          <p:cNvPr id="172" name="Connector 171"/>
          <p:cNvCxnSpPr/>
          <p:nvPr/>
        </p:nvCxnSpPr>
        <p:spPr>
          <a:xfrm>
            <a:off x="3474720"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4343400"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174" name="TextBox 173"/>
          <p:cNvSpPr txBox="1"/>
          <p:nvPr/>
        </p:nvSpPr>
        <p:spPr>
          <a:xfrm>
            <a:off x="4103624" y="4818888"/>
            <a:ext cx="479552" cy="264160"/>
          </a:xfrm>
          <a:prstGeom prst="rect">
            <a:avLst/>
          </a:prstGeom>
          <a:noFill/>
        </p:spPr>
        <p:txBody>
          <a:bodyPr wrap="none" lIns="0" rIns="0" tIns="0" bIns="0" anchor="ctr">
            <a:spAutoFit/>
          </a:bodyPr>
          <a:lstStyle/>
          <a:p>
            <a:pPr algn="ctr"/>
            <a:r>
              <a:rPr sz="1300" b="0" i="0">
                <a:solidFill>
                  <a:srgbClr val="1F2430"/>
                </a:solidFill>
                <a:latin typeface="PT Sans"/>
              </a:rPr>
              <a:t>9:50</a:t>
            </a:r>
          </a:p>
        </p:txBody>
      </p:sp>
      <p:cxnSp>
        <p:nvCxnSpPr>
          <p:cNvPr id="175" name="Connector 174"/>
          <p:cNvCxnSpPr/>
          <p:nvPr/>
        </p:nvCxnSpPr>
        <p:spPr>
          <a:xfrm>
            <a:off x="5212080"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a:off x="6080760" y="4590288"/>
            <a:ext cx="0" cy="237744"/>
          </a:xfrm>
          <a:prstGeom prst="line">
            <a:avLst/>
          </a:prstGeom>
          <a:ln w="25400"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177" name="TextBox 176"/>
          <p:cNvSpPr txBox="1"/>
          <p:nvPr/>
        </p:nvSpPr>
        <p:spPr>
          <a:xfrm>
            <a:off x="5794756" y="4818888"/>
            <a:ext cx="572008" cy="264160"/>
          </a:xfrm>
          <a:prstGeom prst="rect">
            <a:avLst/>
          </a:prstGeom>
          <a:noFill/>
        </p:spPr>
        <p:txBody>
          <a:bodyPr wrap="none" lIns="0" rIns="0" tIns="0" bIns="0" anchor="ctr">
            <a:spAutoFit/>
          </a:bodyPr>
          <a:lstStyle/>
          <a:p>
            <a:pPr algn="ctr"/>
            <a:r>
              <a:rPr sz="1300" b="1" i="0">
                <a:solidFill>
                  <a:srgbClr val="A84400"/>
                </a:solidFill>
                <a:latin typeface="PT Sans"/>
              </a:rPr>
              <a:t>10:00</a:t>
            </a:r>
          </a:p>
        </p:txBody>
      </p:sp>
      <p:cxnSp>
        <p:nvCxnSpPr>
          <p:cNvPr id="178" name="Connector 177"/>
          <p:cNvCxnSpPr/>
          <p:nvPr/>
        </p:nvCxnSpPr>
        <p:spPr>
          <a:xfrm>
            <a:off x="6949440"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a:off x="7818119"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180" name="TextBox 179"/>
          <p:cNvSpPr txBox="1"/>
          <p:nvPr/>
        </p:nvSpPr>
        <p:spPr>
          <a:xfrm>
            <a:off x="7532116" y="4818888"/>
            <a:ext cx="572008" cy="264160"/>
          </a:xfrm>
          <a:prstGeom prst="rect">
            <a:avLst/>
          </a:prstGeom>
          <a:noFill/>
        </p:spPr>
        <p:txBody>
          <a:bodyPr wrap="none" lIns="0" rIns="0" tIns="0" bIns="0" anchor="ctr">
            <a:spAutoFit/>
          </a:bodyPr>
          <a:lstStyle/>
          <a:p>
            <a:pPr algn="ctr"/>
            <a:r>
              <a:rPr sz="1300" b="0" i="0">
                <a:solidFill>
                  <a:srgbClr val="1F2430"/>
                </a:solidFill>
                <a:latin typeface="PT Sans"/>
              </a:rPr>
              <a:t>10:10</a:t>
            </a:r>
          </a:p>
        </p:txBody>
      </p:sp>
      <p:cxnSp>
        <p:nvCxnSpPr>
          <p:cNvPr id="181" name="Connector 180"/>
          <p:cNvCxnSpPr/>
          <p:nvPr/>
        </p:nvCxnSpPr>
        <p:spPr>
          <a:xfrm>
            <a:off x="8686800"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a:off x="9555480"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183" name="TextBox 182"/>
          <p:cNvSpPr txBox="1"/>
          <p:nvPr/>
        </p:nvSpPr>
        <p:spPr>
          <a:xfrm>
            <a:off x="9269475" y="4818888"/>
            <a:ext cx="572008" cy="264160"/>
          </a:xfrm>
          <a:prstGeom prst="rect">
            <a:avLst/>
          </a:prstGeom>
          <a:noFill/>
        </p:spPr>
        <p:txBody>
          <a:bodyPr wrap="none" lIns="0" rIns="0" tIns="0" bIns="0" anchor="ctr">
            <a:spAutoFit/>
          </a:bodyPr>
          <a:lstStyle/>
          <a:p>
            <a:pPr algn="ctr"/>
            <a:r>
              <a:rPr sz="1300" b="0" i="0">
                <a:solidFill>
                  <a:srgbClr val="1F2430"/>
                </a:solidFill>
                <a:latin typeface="PT Sans"/>
              </a:rPr>
              <a:t>10:20</a:t>
            </a:r>
          </a:p>
        </p:txBody>
      </p:sp>
      <p:cxnSp>
        <p:nvCxnSpPr>
          <p:cNvPr id="184" name="Connector 183"/>
          <p:cNvCxnSpPr/>
          <p:nvPr/>
        </p:nvCxnSpPr>
        <p:spPr>
          <a:xfrm>
            <a:off x="10424159"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a:off x="11292840"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186" name="TextBox 185"/>
          <p:cNvSpPr txBox="1"/>
          <p:nvPr/>
        </p:nvSpPr>
        <p:spPr>
          <a:xfrm>
            <a:off x="11006836" y="4818888"/>
            <a:ext cx="572008" cy="264160"/>
          </a:xfrm>
          <a:prstGeom prst="rect">
            <a:avLst/>
          </a:prstGeom>
          <a:noFill/>
        </p:spPr>
        <p:txBody>
          <a:bodyPr wrap="none" lIns="0" rIns="0" tIns="0" bIns="0" anchor="ctr">
            <a:spAutoFit/>
          </a:bodyPr>
          <a:lstStyle/>
          <a:p>
            <a:pPr algn="ctr"/>
            <a:r>
              <a:rPr sz="1300" b="0" i="0">
                <a:solidFill>
                  <a:srgbClr val="1F2430"/>
                </a:solidFill>
                <a:latin typeface="PT Sans"/>
              </a:rPr>
              <a:t>10:30</a:t>
            </a:r>
          </a:p>
        </p:txBody>
      </p:sp>
      <p:sp>
        <p:nvSpPr>
          <p:cNvPr id="187" name="Freeform 186"/>
          <p:cNvSpPr/>
          <p:nvPr/>
        </p:nvSpPr>
        <p:spPr>
          <a:xfrm>
            <a:off x="868680" y="3986784"/>
            <a:ext cx="5212080" cy="685800"/>
          </a:xfrm>
          <a:custGeom>
            <a:avLst/>
            <a:gdLst/>
            <a:ahLst/>
            <a:cxnLst/>
            <a:rect l="l" t="t" r="r" b="b"/>
            <a:pathLst>
              <a:path w="5212080" h="685800">
                <a:moveTo>
                  <a:pt x="0" y="685800"/>
                </a:moveTo>
                <a:lnTo>
                  <a:pt x="16386" y="609015"/>
                </a:lnTo>
                <a:lnTo>
                  <a:pt x="65339" y="533195"/>
                </a:lnTo>
                <a:lnTo>
                  <a:pt x="146242" y="459295"/>
                </a:lnTo>
                <a:lnTo>
                  <a:pt x="258079" y="388243"/>
                </a:lnTo>
                <a:lnTo>
                  <a:pt x="399443" y="320932"/>
                </a:lnTo>
                <a:lnTo>
                  <a:pt x="568556" y="258211"/>
                </a:lnTo>
                <a:lnTo>
                  <a:pt x="763291" y="200866"/>
                </a:lnTo>
                <a:lnTo>
                  <a:pt x="981201" y="149620"/>
                </a:lnTo>
                <a:lnTo>
                  <a:pt x="1219543" y="105117"/>
                </a:lnTo>
                <a:lnTo>
                  <a:pt x="1475322" y="67916"/>
                </a:lnTo>
                <a:lnTo>
                  <a:pt x="1745320" y="38485"/>
                </a:lnTo>
                <a:lnTo>
                  <a:pt x="2026142" y="17194"/>
                </a:lnTo>
                <a:lnTo>
                  <a:pt x="2314256" y="4312"/>
                </a:lnTo>
                <a:lnTo>
                  <a:pt x="2606040" y="0"/>
                </a:lnTo>
                <a:lnTo>
                  <a:pt x="2897824" y="4312"/>
                </a:lnTo>
                <a:lnTo>
                  <a:pt x="3185938" y="17194"/>
                </a:lnTo>
                <a:lnTo>
                  <a:pt x="3466760" y="38485"/>
                </a:lnTo>
                <a:lnTo>
                  <a:pt x="3736758" y="67916"/>
                </a:lnTo>
                <a:lnTo>
                  <a:pt x="3992537" y="105117"/>
                </a:lnTo>
                <a:lnTo>
                  <a:pt x="4230879" y="149620"/>
                </a:lnTo>
                <a:lnTo>
                  <a:pt x="4448789" y="200866"/>
                </a:lnTo>
                <a:lnTo>
                  <a:pt x="4643524" y="258211"/>
                </a:lnTo>
                <a:lnTo>
                  <a:pt x="4812637" y="320932"/>
                </a:lnTo>
                <a:lnTo>
                  <a:pt x="4954001" y="388243"/>
                </a:lnTo>
                <a:lnTo>
                  <a:pt x="5065838" y="459295"/>
                </a:lnTo>
                <a:lnTo>
                  <a:pt x="5146741" y="533195"/>
                </a:lnTo>
                <a:lnTo>
                  <a:pt x="5195694" y="609015"/>
                </a:lnTo>
                <a:lnTo>
                  <a:pt x="5212080" y="685800"/>
                </a:lnTo>
              </a:path>
            </a:pathLst>
          </a:custGeom>
          <a:noFill/>
          <a:ln w="28575" cap="rnd">
            <a:solidFill>
              <a:srgbClr val="007A5A"/>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TextBox 187"/>
          <p:cNvSpPr txBox="1"/>
          <p:nvPr/>
        </p:nvSpPr>
        <p:spPr>
          <a:xfrm>
            <a:off x="2993136" y="3689350"/>
            <a:ext cx="963167" cy="304800"/>
          </a:xfrm>
          <a:prstGeom prst="rect">
            <a:avLst/>
          </a:prstGeom>
          <a:noFill/>
        </p:spPr>
        <p:txBody>
          <a:bodyPr wrap="none" lIns="0" rIns="0" tIns="0" bIns="0" anchor="ctr">
            <a:spAutoFit/>
          </a:bodyPr>
          <a:lstStyle/>
          <a:p>
            <a:pPr algn="ctr"/>
            <a:r>
              <a:rPr sz="1500" b="1" i="0">
                <a:solidFill>
                  <a:srgbClr val="007A5A"/>
                </a:solidFill>
                <a:latin typeface="PT Sans"/>
              </a:rPr>
              <a:t>30 мүнөт</a:t>
            </a:r>
          </a:p>
        </p:txBody>
      </p:sp>
      <p:sp>
        <p:nvSpPr>
          <p:cNvPr id="189" name="Freeform 188"/>
          <p:cNvSpPr/>
          <p:nvPr/>
        </p:nvSpPr>
        <p:spPr>
          <a:xfrm>
            <a:off x="6080760" y="4215384"/>
            <a:ext cx="3474720" cy="457200"/>
          </a:xfrm>
          <a:custGeom>
            <a:avLst/>
            <a:gdLst/>
            <a:ahLst/>
            <a:cxnLst/>
            <a:rect l="l" t="t" r="r" b="b"/>
            <a:pathLst>
              <a:path w="3474720" h="457200">
                <a:moveTo>
                  <a:pt x="0" y="457200"/>
                </a:moveTo>
                <a:lnTo>
                  <a:pt x="10924" y="406010"/>
                </a:lnTo>
                <a:lnTo>
                  <a:pt x="43559" y="355463"/>
                </a:lnTo>
                <a:lnTo>
                  <a:pt x="97495" y="306196"/>
                </a:lnTo>
                <a:lnTo>
                  <a:pt x="172053" y="258828"/>
                </a:lnTo>
                <a:lnTo>
                  <a:pt x="266295" y="213955"/>
                </a:lnTo>
                <a:lnTo>
                  <a:pt x="379037" y="172140"/>
                </a:lnTo>
                <a:lnTo>
                  <a:pt x="508861" y="133911"/>
                </a:lnTo>
                <a:lnTo>
                  <a:pt x="654134" y="99747"/>
                </a:lnTo>
                <a:lnTo>
                  <a:pt x="813029" y="70078"/>
                </a:lnTo>
                <a:lnTo>
                  <a:pt x="983548" y="45277"/>
                </a:lnTo>
                <a:lnTo>
                  <a:pt x="1163546" y="25657"/>
                </a:lnTo>
                <a:lnTo>
                  <a:pt x="1350761" y="11463"/>
                </a:lnTo>
                <a:lnTo>
                  <a:pt x="1542837" y="2875"/>
                </a:lnTo>
                <a:lnTo>
                  <a:pt x="1737360" y="0"/>
                </a:lnTo>
                <a:lnTo>
                  <a:pt x="1931883" y="2875"/>
                </a:lnTo>
                <a:lnTo>
                  <a:pt x="2123959" y="11463"/>
                </a:lnTo>
                <a:lnTo>
                  <a:pt x="2311174" y="25657"/>
                </a:lnTo>
                <a:lnTo>
                  <a:pt x="2491172" y="45277"/>
                </a:lnTo>
                <a:lnTo>
                  <a:pt x="2661691" y="70078"/>
                </a:lnTo>
                <a:lnTo>
                  <a:pt x="2820586" y="99747"/>
                </a:lnTo>
                <a:lnTo>
                  <a:pt x="2965859" y="133911"/>
                </a:lnTo>
                <a:lnTo>
                  <a:pt x="3095683" y="172140"/>
                </a:lnTo>
                <a:lnTo>
                  <a:pt x="3208425" y="213955"/>
                </a:lnTo>
                <a:lnTo>
                  <a:pt x="3302667" y="258828"/>
                </a:lnTo>
                <a:lnTo>
                  <a:pt x="3377225" y="306196"/>
                </a:lnTo>
                <a:lnTo>
                  <a:pt x="3431161" y="355463"/>
                </a:lnTo>
                <a:lnTo>
                  <a:pt x="3463796" y="406010"/>
                </a:lnTo>
                <a:lnTo>
                  <a:pt x="3474720" y="457200"/>
                </a:lnTo>
              </a:path>
            </a:pathLst>
          </a:custGeom>
          <a:noFill/>
          <a:ln w="28575" cap="rnd">
            <a:solidFill>
              <a:srgbClr val="24418C"/>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TextBox 189"/>
          <p:cNvSpPr txBox="1"/>
          <p:nvPr/>
        </p:nvSpPr>
        <p:spPr>
          <a:xfrm>
            <a:off x="7336536" y="3917950"/>
            <a:ext cx="963167" cy="304800"/>
          </a:xfrm>
          <a:prstGeom prst="rect">
            <a:avLst/>
          </a:prstGeom>
          <a:noFill/>
        </p:spPr>
        <p:txBody>
          <a:bodyPr wrap="none" lIns="0" rIns="0" tIns="0" bIns="0" anchor="ctr">
            <a:spAutoFit/>
          </a:bodyPr>
          <a:lstStyle/>
          <a:p>
            <a:pPr algn="ctr"/>
            <a:r>
              <a:rPr sz="1500" b="1" i="0">
                <a:solidFill>
                  <a:srgbClr val="24418C"/>
                </a:solidFill>
                <a:latin typeface="PT Sans"/>
              </a:rPr>
              <a:t>20 мүнөт</a:t>
            </a:r>
          </a:p>
        </p:txBody>
      </p:sp>
      <p:sp>
        <p:nvSpPr>
          <p:cNvPr id="191" name="TextBox 190"/>
          <p:cNvSpPr txBox="1"/>
          <p:nvPr/>
        </p:nvSpPr>
        <p:spPr>
          <a:xfrm>
            <a:off x="2880360" y="5179568"/>
            <a:ext cx="6400800" cy="284480"/>
          </a:xfrm>
          <a:prstGeom prst="rect">
            <a:avLst/>
          </a:prstGeom>
          <a:noFill/>
        </p:spPr>
        <p:txBody>
          <a:bodyPr wrap="none" lIns="0" rIns="0" tIns="0" bIns="0" anchor="ctr">
            <a:spAutoFit/>
          </a:bodyPr>
          <a:lstStyle/>
          <a:p>
            <a:pPr algn="ctr"/>
            <a:r>
              <a:rPr sz="1400" b="0" i="1">
                <a:solidFill>
                  <a:srgbClr val="4A5A70"/>
                </a:solidFill>
                <a:latin typeface="PT Sans"/>
              </a:rPr>
              <a:t>Бир кичине сызык = 5 мүнөт. Секириктерди санайбыз.</a:t>
            </a:r>
          </a:p>
        </p:txBody>
      </p:sp>
      <p:sp>
        <p:nvSpPr>
          <p:cNvPr id="192" name="TextBox 191"/>
          <p:cNvSpPr txBox="1"/>
          <p:nvPr/>
        </p:nvSpPr>
        <p:spPr>
          <a:xfrm>
            <a:off x="429768" y="5623560"/>
            <a:ext cx="11329416" cy="457200"/>
          </a:xfrm>
          <a:prstGeom prst="rect">
            <a:avLst/>
          </a:prstGeom>
          <a:noFill/>
        </p:spPr>
        <p:txBody>
          <a:bodyPr wrap="square" anchor="t" lIns="45720" rIns="45720" tIns="27432" bIns="27432">
            <a:spAutoFit/>
          </a:bodyPr>
          <a:lstStyle/>
          <a:p>
            <a:pPr algn="ctr">
              <a:lnSpc>
                <a:spcPct val="105000"/>
              </a:lnSpc>
            </a:pPr>
            <a:r>
              <a:rPr sz="2200" b="1" i="0">
                <a:solidFill>
                  <a:srgbClr val="24418C"/>
                </a:solidFill>
                <a:latin typeface="PT Sans"/>
              </a:rPr>
              <a:t>30 мүнөт + 20 мүнөт = 50 мүнөт</a:t>
            </a:r>
          </a:p>
        </p:txBody>
      </p:sp>
      <p:sp>
        <p:nvSpPr>
          <p:cNvPr id="193" name="Rounded Rectangle 19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194" name="Rounded Rectangle 193"/>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195" name="Rounded Rectangle 194"/>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
        <p:nvSpPr>
          <p:cNvPr id="196" name="Rounded Rectangle 195"/>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А: эреже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13/26</a:t>
            </a:r>
          </a:p>
        </p:txBody>
      </p:sp>
      <p:sp>
        <p:nvSpPr>
          <p:cNvPr id="10" name="Rounded Rectangle 9"/>
          <p:cNvSpPr/>
          <p:nvPr/>
        </p:nvSpPr>
        <p:spPr>
          <a:xfrm>
            <a:off x="429768"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23035"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1</a:t>
            </a:r>
          </a:p>
        </p:txBody>
      </p:sp>
      <p:sp>
        <p:nvSpPr>
          <p:cNvPr id="12" name="TextBox 11"/>
          <p:cNvSpPr txBox="1"/>
          <p:nvPr/>
        </p:nvSpPr>
        <p:spPr>
          <a:xfrm>
            <a:off x="521207"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Кыска</a:t>
            </a:r>
          </a:p>
        </p:txBody>
      </p:sp>
      <p:sp>
        <p:nvSpPr>
          <p:cNvPr id="13" name="TextBox 12"/>
          <p:cNvSpPr txBox="1"/>
          <p:nvPr/>
        </p:nvSpPr>
        <p:spPr>
          <a:xfrm>
            <a:off x="521207"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Кыска жебе = саат</a:t>
            </a:r>
          </a:p>
        </p:txBody>
      </p:sp>
      <p:sp>
        <p:nvSpPr>
          <p:cNvPr id="14" name="TextBox 13"/>
          <p:cNvSpPr txBox="1"/>
          <p:nvPr/>
        </p:nvSpPr>
        <p:spPr>
          <a:xfrm>
            <a:off x="566928"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Ал кайсы сандан өттү?</a:t>
            </a:r>
          </a:p>
        </p:txBody>
      </p:sp>
      <p:cxnSp>
        <p:nvCxnSpPr>
          <p:cNvPr id="15" name="Connector 14"/>
          <p:cNvCxnSpPr/>
          <p:nvPr/>
        </p:nvCxnSpPr>
        <p:spPr>
          <a:xfrm>
            <a:off x="3056382"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330702"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323969"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2</a:t>
            </a:r>
          </a:p>
        </p:txBody>
      </p:sp>
      <p:sp>
        <p:nvSpPr>
          <p:cNvPr id="18" name="TextBox 17"/>
          <p:cNvSpPr txBox="1"/>
          <p:nvPr/>
        </p:nvSpPr>
        <p:spPr>
          <a:xfrm>
            <a:off x="3422142"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Узун</a:t>
            </a:r>
          </a:p>
        </p:txBody>
      </p:sp>
      <p:sp>
        <p:nvSpPr>
          <p:cNvPr id="19" name="TextBox 18"/>
          <p:cNvSpPr txBox="1"/>
          <p:nvPr/>
        </p:nvSpPr>
        <p:spPr>
          <a:xfrm>
            <a:off x="3422142"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Узун жебе = мүнөт</a:t>
            </a:r>
          </a:p>
        </p:txBody>
      </p:sp>
      <p:sp>
        <p:nvSpPr>
          <p:cNvPr id="20" name="TextBox 19"/>
          <p:cNvSpPr txBox="1"/>
          <p:nvPr/>
        </p:nvSpPr>
        <p:spPr>
          <a:xfrm>
            <a:off x="3467862"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5тен сана: 5, 10, 15 …</a:t>
            </a:r>
          </a:p>
        </p:txBody>
      </p:sp>
      <p:cxnSp>
        <p:nvCxnSpPr>
          <p:cNvPr id="21" name="Connector 20"/>
          <p:cNvCxnSpPr/>
          <p:nvPr/>
        </p:nvCxnSpPr>
        <p:spPr>
          <a:xfrm>
            <a:off x="5957316"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31636"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4902"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3</a:t>
            </a:r>
          </a:p>
        </p:txBody>
      </p:sp>
      <p:sp>
        <p:nvSpPr>
          <p:cNvPr id="24" name="TextBox 23"/>
          <p:cNvSpPr txBox="1"/>
          <p:nvPr/>
        </p:nvSpPr>
        <p:spPr>
          <a:xfrm>
            <a:off x="6323075"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7:45</a:t>
            </a:r>
          </a:p>
        </p:txBody>
      </p:sp>
      <p:sp>
        <p:nvSpPr>
          <p:cNvPr id="25" name="TextBox 24"/>
          <p:cNvSpPr txBox="1"/>
          <p:nvPr/>
        </p:nvSpPr>
        <p:spPr>
          <a:xfrm>
            <a:off x="6323075"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Сан менен жаз</a:t>
            </a:r>
          </a:p>
        </p:txBody>
      </p:sp>
      <p:sp>
        <p:nvSpPr>
          <p:cNvPr id="26" name="TextBox 25"/>
          <p:cNvSpPr txBox="1"/>
          <p:nvPr/>
        </p:nvSpPr>
        <p:spPr>
          <a:xfrm>
            <a:off x="6368796"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саат : мүнөт</a:t>
            </a:r>
          </a:p>
        </p:txBody>
      </p:sp>
      <p:cxnSp>
        <p:nvCxnSpPr>
          <p:cNvPr id="27" name="Connector 26"/>
          <p:cNvCxnSpPr/>
          <p:nvPr/>
        </p:nvCxnSpPr>
        <p:spPr>
          <a:xfrm>
            <a:off x="8858250"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32570"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25837"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4</a:t>
            </a:r>
          </a:p>
        </p:txBody>
      </p:sp>
      <p:sp>
        <p:nvSpPr>
          <p:cNvPr id="30" name="TextBox 29"/>
          <p:cNvSpPr txBox="1"/>
          <p:nvPr/>
        </p:nvSpPr>
        <p:spPr>
          <a:xfrm>
            <a:off x="9224010"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60</a:t>
            </a:r>
          </a:p>
        </p:txBody>
      </p:sp>
      <p:sp>
        <p:nvSpPr>
          <p:cNvPr id="31" name="TextBox 30"/>
          <p:cNvSpPr txBox="1"/>
          <p:nvPr/>
        </p:nvSpPr>
        <p:spPr>
          <a:xfrm>
            <a:off x="9224010"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1 саат = 60 мүнөт</a:t>
            </a:r>
          </a:p>
        </p:txBody>
      </p:sp>
      <p:sp>
        <p:nvSpPr>
          <p:cNvPr id="32" name="TextBox 31"/>
          <p:cNvSpPr txBox="1"/>
          <p:nvPr/>
        </p:nvSpPr>
        <p:spPr>
          <a:xfrm>
            <a:off x="9269730"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1 сутка = 24 саат</a:t>
            </a:r>
          </a:p>
        </p:txBody>
      </p:sp>
      <p:sp>
        <p:nvSpPr>
          <p:cNvPr id="33" name="Rounded Rectangle 32"/>
          <p:cNvSpPr/>
          <p:nvPr/>
        </p:nvSpPr>
        <p:spPr>
          <a:xfrm>
            <a:off x="1874519" y="4709160"/>
            <a:ext cx="8449056" cy="758952"/>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600" b="1">
                <a:solidFill>
                  <a:srgbClr val="A84400"/>
                </a:solidFill>
                <a:latin typeface="PT Sans"/>
              </a:rPr>
              <a:t>Кыска жебе 7ден өттү, узун жебе 9да → 7:45</a:t>
            </a:r>
          </a:p>
        </p:txBody>
      </p: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1: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14/26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400" b="0" i="0">
                <a:solidFill>
                  <a:srgbClr val="1F2430"/>
                </a:solidFill>
                <a:latin typeface="PT Sans"/>
              </a:rPr>
              <a:t>Кыска жебе 10 менен 11дин ортосунда. Узун жебе 4тө. Саат канча?</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Кыска жебе 10дон өттү</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саат: 10</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Узун жебе: 5, 10, 15, 20</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мүнөт: 20</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 10:20</a:t>
            </a:r>
          </a:p>
        </p:txBody>
      </p:sp>
      <p:sp>
        <p:nvSpPr>
          <p:cNvPr id="17" name="TextBox 16"/>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Саат = </a:t>
            </a:r>
            <a:r>
              <a:rPr sz="3400" b="1">
                <a:solidFill>
                  <a:srgbClr val="24418C"/>
                </a:solidFill>
                <a:latin typeface="PT Sans"/>
              </a:rPr>
              <a:t>10:20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2: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15/26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400" b="0" i="0">
                <a:solidFill>
                  <a:srgbClr val="1F2430"/>
                </a:solidFill>
                <a:latin typeface="PT Sans"/>
              </a:rPr>
              <a:t>Бурана мунарасына 10:50дө жөнөп, 11:25те жетишти. Канча мүнөт?</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10:50 → 11:00</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10 мүнөт</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11:00 → 11:25</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25 мүнөт</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10 + 25 = 35</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мүнөт</a:t>
            </a:r>
          </a:p>
        </p:txBody>
      </p:sp>
      <p:sp>
        <p:nvSpPr>
          <p:cNvPr id="18" name="TextBox 17"/>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Жол = </a:t>
            </a:r>
            <a:r>
              <a:rPr sz="3400" b="1">
                <a:solidFill>
                  <a:srgbClr val="24418C"/>
                </a:solidFill>
                <a:latin typeface="PT Sans"/>
              </a:rPr>
              <a:t>35 мүнөт</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ыкма: саатка чейин секир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16/26</a:t>
            </a:r>
          </a:p>
        </p:txBody>
      </p:sp>
      <p:sp>
        <p:nvSpPr>
          <p:cNvPr id="10" name="Rounded Rectangle 9"/>
          <p:cNvSpPr/>
          <p:nvPr/>
        </p:nvSpPr>
        <p:spPr>
          <a:xfrm>
            <a:off x="429768"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12647"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07007"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Так саатка чейин</a:t>
            </a:r>
          </a:p>
        </p:txBody>
      </p:sp>
      <p:sp>
        <p:nvSpPr>
          <p:cNvPr id="13" name="TextBox 12"/>
          <p:cNvSpPr txBox="1"/>
          <p:nvPr/>
        </p:nvSpPr>
        <p:spPr>
          <a:xfrm>
            <a:off x="658368"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8:40 → 9:15</a:t>
            </a:r>
          </a:p>
        </p:txBody>
      </p:sp>
      <p:sp>
        <p:nvSpPr>
          <p:cNvPr id="14" name="TextBox 13"/>
          <p:cNvSpPr txBox="1"/>
          <p:nvPr/>
        </p:nvSpPr>
        <p:spPr>
          <a:xfrm>
            <a:off x="658368"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8:40 → 9:00: 20</a:t>
            </a:r>
          </a:p>
        </p:txBody>
      </p:sp>
      <p:sp>
        <p:nvSpPr>
          <p:cNvPr id="15" name="TextBox 14"/>
          <p:cNvSpPr txBox="1"/>
          <p:nvPr/>
        </p:nvSpPr>
        <p:spPr>
          <a:xfrm>
            <a:off x="658368"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9:00 → 9:15: 15</a:t>
            </a:r>
          </a:p>
        </p:txBody>
      </p:sp>
      <p:sp>
        <p:nvSpPr>
          <p:cNvPr id="16" name="TextBox 15"/>
          <p:cNvSpPr txBox="1"/>
          <p:nvPr/>
        </p:nvSpPr>
        <p:spPr>
          <a:xfrm>
            <a:off x="658368"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35 мүнөт</a:t>
            </a:r>
          </a:p>
        </p:txBody>
      </p:sp>
      <p:sp>
        <p:nvSpPr>
          <p:cNvPr id="17" name="TextBox 16"/>
          <p:cNvSpPr txBox="1"/>
          <p:nvPr/>
        </p:nvSpPr>
        <p:spPr>
          <a:xfrm>
            <a:off x="658368"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Адегенде так саатка, анан калганы.</a:t>
            </a:r>
          </a:p>
        </p:txBody>
      </p:sp>
      <p:sp>
        <p:nvSpPr>
          <p:cNvPr id="18" name="Rounded Rectangle 17"/>
          <p:cNvSpPr/>
          <p:nvPr/>
        </p:nvSpPr>
        <p:spPr>
          <a:xfrm>
            <a:off x="4297680"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80560"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20" name="TextBox 19"/>
          <p:cNvSpPr txBox="1"/>
          <p:nvPr/>
        </p:nvSpPr>
        <p:spPr>
          <a:xfrm>
            <a:off x="5074920"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5тен сана</a:t>
            </a:r>
          </a:p>
        </p:txBody>
      </p:sp>
      <p:sp>
        <p:nvSpPr>
          <p:cNvPr id="21" name="TextBox 20"/>
          <p:cNvSpPr txBox="1"/>
          <p:nvPr/>
        </p:nvSpPr>
        <p:spPr>
          <a:xfrm>
            <a:off x="4526280"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Узун жебе 7де</a:t>
            </a:r>
          </a:p>
        </p:txBody>
      </p:sp>
      <p:sp>
        <p:nvSpPr>
          <p:cNvPr id="22" name="TextBox 21"/>
          <p:cNvSpPr txBox="1"/>
          <p:nvPr/>
        </p:nvSpPr>
        <p:spPr>
          <a:xfrm>
            <a:off x="4526280"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5, 10, 15, 20,</a:t>
            </a:r>
          </a:p>
        </p:txBody>
      </p:sp>
      <p:sp>
        <p:nvSpPr>
          <p:cNvPr id="23" name="TextBox 22"/>
          <p:cNvSpPr txBox="1"/>
          <p:nvPr/>
        </p:nvSpPr>
        <p:spPr>
          <a:xfrm>
            <a:off x="4526280"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25, 30, 35</a:t>
            </a:r>
          </a:p>
        </p:txBody>
      </p:sp>
      <p:sp>
        <p:nvSpPr>
          <p:cNvPr id="24" name="TextBox 23"/>
          <p:cNvSpPr txBox="1"/>
          <p:nvPr/>
        </p:nvSpPr>
        <p:spPr>
          <a:xfrm>
            <a:off x="4526280"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35 мүнөт</a:t>
            </a:r>
          </a:p>
        </p:txBody>
      </p:sp>
      <p:sp>
        <p:nvSpPr>
          <p:cNvPr id="25" name="TextBox 24"/>
          <p:cNvSpPr txBox="1"/>
          <p:nvPr/>
        </p:nvSpPr>
        <p:spPr>
          <a:xfrm>
            <a:off x="4526280"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Узун жебенин ар бир саны = 5 мүнөт.</a:t>
            </a:r>
          </a:p>
        </p:txBody>
      </p:sp>
      <p:sp>
        <p:nvSpPr>
          <p:cNvPr id="26" name="Rounded Rectangle 25"/>
          <p:cNvSpPr/>
          <p:nvPr/>
        </p:nvSpPr>
        <p:spPr>
          <a:xfrm>
            <a:off x="8165592"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348472"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8" name="TextBox 27"/>
          <p:cNvSpPr txBox="1"/>
          <p:nvPr/>
        </p:nvSpPr>
        <p:spPr>
          <a:xfrm>
            <a:off x="8942832"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Чейрек жана жарым</a:t>
            </a:r>
          </a:p>
        </p:txBody>
      </p:sp>
      <p:sp>
        <p:nvSpPr>
          <p:cNvPr id="29" name="TextBox 28"/>
          <p:cNvSpPr txBox="1"/>
          <p:nvPr/>
        </p:nvSpPr>
        <p:spPr>
          <a:xfrm>
            <a:off x="8394192"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чейрек = 15</a:t>
            </a:r>
          </a:p>
        </p:txBody>
      </p:sp>
      <p:sp>
        <p:nvSpPr>
          <p:cNvPr id="30" name="TextBox 29"/>
          <p:cNvSpPr txBox="1"/>
          <p:nvPr/>
        </p:nvSpPr>
        <p:spPr>
          <a:xfrm>
            <a:off x="8394192"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жарым = 30</a:t>
            </a:r>
          </a:p>
        </p:txBody>
      </p:sp>
      <p:sp>
        <p:nvSpPr>
          <p:cNvPr id="31" name="TextBox 30"/>
          <p:cNvSpPr txBox="1"/>
          <p:nvPr/>
        </p:nvSpPr>
        <p:spPr>
          <a:xfrm>
            <a:off x="8394192"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3 чейрек = 45</a:t>
            </a:r>
          </a:p>
        </p:txBody>
      </p:sp>
      <p:sp>
        <p:nvSpPr>
          <p:cNvPr id="32" name="TextBox 31"/>
          <p:cNvSpPr txBox="1"/>
          <p:nvPr/>
        </p:nvSpPr>
        <p:spPr>
          <a:xfrm>
            <a:off x="8394192"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толук = 60</a:t>
            </a:r>
          </a:p>
        </p:txBody>
      </p:sp>
      <p:sp>
        <p:nvSpPr>
          <p:cNvPr id="33" name="TextBox 32"/>
          <p:cNvSpPr txBox="1"/>
          <p:nvPr/>
        </p:nvSpPr>
        <p:spPr>
          <a:xfrm>
            <a:off x="8394192"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Саатты 4 бөлүккө бөл: 15, 30, 45, 60.</a:t>
            </a:r>
          </a:p>
        </p:txBody>
      </p:sp>
      <p:sp>
        <p:nvSpPr>
          <p:cNvPr id="34" name="Rounded Rectangle 33"/>
          <p:cNvSpPr/>
          <p:nvPr/>
        </p:nvSpPr>
        <p:spPr>
          <a:xfrm>
            <a:off x="429768" y="5577840"/>
            <a:ext cx="11329416" cy="502920"/>
          </a:xfrm>
          <a:prstGeom prst="roundRect">
            <a:avLst>
              <a:gd name="adj" fmla="val 40000"/>
            </a:avLst>
          </a:prstGeom>
          <a:solidFill>
            <a:srgbClr val="FFFFFF"/>
          </a:solidFill>
          <a:ln w="2222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700" b="1">
                <a:solidFill>
                  <a:srgbClr val="007A5A"/>
                </a:solidFill>
                <a:latin typeface="PT Sans"/>
              </a:rPr>
              <a:t>Ыкмаңды айт: «Адегенде так саатка чейин…, анан…».</a:t>
            </a:r>
          </a:p>
        </p:txBody>
      </p:sp>
      <p:sp>
        <p:nvSpPr>
          <p:cNvPr id="35" name="Rounded Rectangle 34"/>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36" name="Rounded Rectangle 35"/>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7" name="Rounded Rectangle 36"/>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8" name="Rounded Rectangle 37"/>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Чечүүчү суроо</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17/26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200" b="0" i="0">
                <a:solidFill>
                  <a:srgbClr val="1F2430"/>
                </a:solidFill>
                <a:latin typeface="PT Sans"/>
              </a:rPr>
              <a:t>Кагаз саатта кыска жебе 4 менен 5тин ортосунда, 5ке жакын. Узун жебе 9да. Саат канча?</a:t>
            </a:r>
          </a:p>
        </p:txBody>
      </p:sp>
      <p:sp>
        <p:nvSpPr>
          <p:cNvPr id="12" name="Rounded Rectangle 11"/>
          <p:cNvSpPr/>
          <p:nvPr/>
        </p:nvSpPr>
        <p:spPr>
          <a:xfrm>
            <a:off x="429768"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4088"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А</a:t>
            </a:r>
          </a:p>
        </p:txBody>
      </p:sp>
      <p:sp>
        <p:nvSpPr>
          <p:cNvPr id="14" name="TextBox 13"/>
          <p:cNvSpPr txBox="1"/>
          <p:nvPr/>
        </p:nvSpPr>
        <p:spPr>
          <a:xfrm>
            <a:off x="1527048"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5:45</a:t>
            </a:r>
          </a:p>
        </p:txBody>
      </p:sp>
      <p:sp>
        <p:nvSpPr>
          <p:cNvPr id="15" name="Rounded Rectangle 14"/>
          <p:cNvSpPr/>
          <p:nvPr/>
        </p:nvSpPr>
        <p:spPr>
          <a:xfrm>
            <a:off x="6208776"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83096"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Б</a:t>
            </a:r>
          </a:p>
        </p:txBody>
      </p:sp>
      <p:sp>
        <p:nvSpPr>
          <p:cNvPr id="17" name="TextBox 16"/>
          <p:cNvSpPr txBox="1"/>
          <p:nvPr/>
        </p:nvSpPr>
        <p:spPr>
          <a:xfrm>
            <a:off x="7306056"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4:45</a:t>
            </a:r>
          </a:p>
        </p:txBody>
      </p:sp>
      <p:sp>
        <p:nvSpPr>
          <p:cNvPr id="18" name="Rounded Rectangle 17"/>
          <p:cNvSpPr/>
          <p:nvPr/>
        </p:nvSpPr>
        <p:spPr>
          <a:xfrm>
            <a:off x="429768"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4088"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В</a:t>
            </a:r>
          </a:p>
        </p:txBody>
      </p:sp>
      <p:sp>
        <p:nvSpPr>
          <p:cNvPr id="20" name="TextBox 19"/>
          <p:cNvSpPr txBox="1"/>
          <p:nvPr/>
        </p:nvSpPr>
        <p:spPr>
          <a:xfrm>
            <a:off x="1527048"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9:20</a:t>
            </a:r>
          </a:p>
        </p:txBody>
      </p:sp>
      <p:sp>
        <p:nvSpPr>
          <p:cNvPr id="21" name="Rounded Rectangle 20"/>
          <p:cNvSpPr/>
          <p:nvPr/>
        </p:nvSpPr>
        <p:spPr>
          <a:xfrm>
            <a:off x="6208776"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83096"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Г</a:t>
            </a:r>
          </a:p>
        </p:txBody>
      </p:sp>
      <p:sp>
        <p:nvSpPr>
          <p:cNvPr id="23" name="TextBox 22"/>
          <p:cNvSpPr txBox="1"/>
          <p:nvPr/>
        </p:nvSpPr>
        <p:spPr>
          <a:xfrm>
            <a:off x="7306056"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4:09</a:t>
            </a:r>
          </a:p>
        </p:txBody>
      </p:sp>
      <p:sp>
        <p:nvSpPr>
          <p:cNvPr id="24" name="Rounded Rectangle 23"/>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чий, анан эсепте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18/26</a:t>
            </a:r>
          </a:p>
        </p:txBody>
      </p:sp>
      <p:sp>
        <p:nvSpPr>
          <p:cNvPr id="10" name="Rounded Rectangle 9"/>
          <p:cNvSpPr/>
          <p:nvPr/>
        </p:nvSpPr>
        <p:spPr>
          <a:xfrm>
            <a:off x="429768"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Айсулуу 7:50дө турду, 8:15те жолго чыкты. Канча мүнөт өттү?</a:t>
            </a:r>
          </a:p>
        </p:txBody>
      </p:sp>
      <p:sp>
        <p:nvSpPr>
          <p:cNvPr id="13" name="TextBox 12"/>
          <p:cNvSpPr txBox="1"/>
          <p:nvPr/>
        </p:nvSpPr>
        <p:spPr>
          <a:xfrm>
            <a:off x="704088"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14" name="TextBox 13"/>
          <p:cNvSpPr txBox="1"/>
          <p:nvPr/>
        </p:nvSpPr>
        <p:spPr>
          <a:xfrm>
            <a:off x="612647"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15" name="Connector 14"/>
          <p:cNvCxnSpPr/>
          <p:nvPr/>
        </p:nvCxnSpPr>
        <p:spPr>
          <a:xfrm>
            <a:off x="2167128" y="4956048"/>
            <a:ext cx="170383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2647"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17" name="Connector 16"/>
          <p:cNvCxnSpPr/>
          <p:nvPr/>
        </p:nvCxnSpPr>
        <p:spPr>
          <a:xfrm>
            <a:off x="1618488"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282439"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19600"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0" name="TextBox 19"/>
          <p:cNvSpPr txBox="1"/>
          <p:nvPr/>
        </p:nvSpPr>
        <p:spPr>
          <a:xfrm>
            <a:off x="4876800"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Зуура апа боорсокту 11:45тен 12:15ке чейин бышырды. Канча мүнөт?</a:t>
            </a:r>
          </a:p>
        </p:txBody>
      </p:sp>
      <p:sp>
        <p:nvSpPr>
          <p:cNvPr id="21" name="TextBox 20"/>
          <p:cNvSpPr txBox="1"/>
          <p:nvPr/>
        </p:nvSpPr>
        <p:spPr>
          <a:xfrm>
            <a:off x="4556759"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22" name="TextBox 21"/>
          <p:cNvSpPr txBox="1"/>
          <p:nvPr/>
        </p:nvSpPr>
        <p:spPr>
          <a:xfrm>
            <a:off x="4465320"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23" name="Connector 22"/>
          <p:cNvCxnSpPr/>
          <p:nvPr/>
        </p:nvCxnSpPr>
        <p:spPr>
          <a:xfrm>
            <a:off x="6019800" y="4956048"/>
            <a:ext cx="1703831"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65320"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25" name="Connector 24"/>
          <p:cNvCxnSpPr/>
          <p:nvPr/>
        </p:nvCxnSpPr>
        <p:spPr>
          <a:xfrm>
            <a:off x="5471159"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135112"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72272"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8" name="TextBox 27"/>
          <p:cNvSpPr txBox="1"/>
          <p:nvPr/>
        </p:nvSpPr>
        <p:spPr>
          <a:xfrm>
            <a:off x="8729472"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Айсулуу мектепте 8:00дөн 12:00гө чейин. Канча саат? Ар бир бөлүк = 1 саат.</a:t>
            </a:r>
          </a:p>
        </p:txBody>
      </p:sp>
      <p:sp>
        <p:nvSpPr>
          <p:cNvPr id="29" name="TextBox 28"/>
          <p:cNvSpPr txBox="1"/>
          <p:nvPr/>
        </p:nvSpPr>
        <p:spPr>
          <a:xfrm>
            <a:off x="8409432"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30" name="TextBox 29"/>
          <p:cNvSpPr txBox="1"/>
          <p:nvPr/>
        </p:nvSpPr>
        <p:spPr>
          <a:xfrm>
            <a:off x="8317991"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31" name="Connector 30"/>
          <p:cNvCxnSpPr/>
          <p:nvPr/>
        </p:nvCxnSpPr>
        <p:spPr>
          <a:xfrm>
            <a:off x="9872471" y="4956048"/>
            <a:ext cx="170383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317991"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33" name="Connector 32"/>
          <p:cNvCxnSpPr/>
          <p:nvPr/>
        </p:nvCxnSpPr>
        <p:spPr>
          <a:xfrm>
            <a:off x="9323831" y="5641848"/>
            <a:ext cx="225247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19/26</a:t>
            </a:r>
          </a:p>
        </p:txBody>
      </p:sp>
      <p:sp>
        <p:nvSpPr>
          <p:cNvPr id="10" name="Rounded Rectangle 9"/>
          <p:cNvSpPr/>
          <p:nvPr/>
        </p:nvSpPr>
        <p:spPr>
          <a:xfrm>
            <a:off x="429768"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Айсулуу 7:50дө турду, 8:15те жолго чыкты. Канча мүнөт өттү?</a:t>
            </a:r>
          </a:p>
        </p:txBody>
      </p:sp>
      <p:sp>
        <p:nvSpPr>
          <p:cNvPr id="13" name="Rectangle 12"/>
          <p:cNvSpPr/>
          <p:nvPr/>
        </p:nvSpPr>
        <p:spPr>
          <a:xfrm>
            <a:off x="566928" y="3017520"/>
            <a:ext cx="937564"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10</a:t>
            </a:r>
          </a:p>
        </p:txBody>
      </p:sp>
      <p:sp>
        <p:nvSpPr>
          <p:cNvPr id="14" name="Rectangle 13"/>
          <p:cNvSpPr/>
          <p:nvPr/>
        </p:nvSpPr>
        <p:spPr>
          <a:xfrm>
            <a:off x="1504492" y="3017520"/>
            <a:ext cx="1406347"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15</a:t>
            </a:r>
          </a:p>
        </p:txBody>
      </p:sp>
      <p:cxnSp>
        <p:nvCxnSpPr>
          <p:cNvPr id="15" name="Connector 14"/>
          <p:cNvCxnSpPr/>
          <p:nvPr/>
        </p:nvCxnSpPr>
        <p:spPr>
          <a:xfrm>
            <a:off x="3002280"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139440"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02280"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185160"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25</a:t>
            </a:r>
          </a:p>
        </p:txBody>
      </p:sp>
      <p:sp>
        <p:nvSpPr>
          <p:cNvPr id="19" name="TextBox 18"/>
          <p:cNvSpPr txBox="1"/>
          <p:nvPr/>
        </p:nvSpPr>
        <p:spPr>
          <a:xfrm>
            <a:off x="612647"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10 + 15 = 25 мүнөт</a:t>
            </a:r>
          </a:p>
        </p:txBody>
      </p:sp>
      <p:sp>
        <p:nvSpPr>
          <p:cNvPr id="20" name="Rounded Rectangle 19"/>
          <p:cNvSpPr/>
          <p:nvPr/>
        </p:nvSpPr>
        <p:spPr>
          <a:xfrm>
            <a:off x="4282439"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19600"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2" name="TextBox 21"/>
          <p:cNvSpPr txBox="1"/>
          <p:nvPr/>
        </p:nvSpPr>
        <p:spPr>
          <a:xfrm>
            <a:off x="4876800"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Зуура апа боорсокту 11:45тен 12:15ке чейин бышырды. Канча мүнөт?</a:t>
            </a:r>
          </a:p>
        </p:txBody>
      </p:sp>
      <p:sp>
        <p:nvSpPr>
          <p:cNvPr id="23" name="Rectangle 22"/>
          <p:cNvSpPr/>
          <p:nvPr/>
        </p:nvSpPr>
        <p:spPr>
          <a:xfrm>
            <a:off x="4419600" y="3017520"/>
            <a:ext cx="1171956"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15</a:t>
            </a:r>
          </a:p>
        </p:txBody>
      </p:sp>
      <p:sp>
        <p:nvSpPr>
          <p:cNvPr id="24" name="Rectangle 23"/>
          <p:cNvSpPr/>
          <p:nvPr/>
        </p:nvSpPr>
        <p:spPr>
          <a:xfrm>
            <a:off x="5591556" y="3017520"/>
            <a:ext cx="1171956"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15</a:t>
            </a:r>
          </a:p>
        </p:txBody>
      </p:sp>
      <p:cxnSp>
        <p:nvCxnSpPr>
          <p:cNvPr id="25" name="Connector 24"/>
          <p:cNvCxnSpPr/>
          <p:nvPr/>
        </p:nvCxnSpPr>
        <p:spPr>
          <a:xfrm>
            <a:off x="6854951" y="3017520"/>
            <a:ext cx="137161"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992112"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54951" y="3401568"/>
            <a:ext cx="137161"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037832"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30</a:t>
            </a:r>
          </a:p>
        </p:txBody>
      </p:sp>
      <p:sp>
        <p:nvSpPr>
          <p:cNvPr id="29" name="TextBox 28"/>
          <p:cNvSpPr txBox="1"/>
          <p:nvPr/>
        </p:nvSpPr>
        <p:spPr>
          <a:xfrm>
            <a:off x="4465320"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15 + 15 = 30 мүнөт</a:t>
            </a:r>
          </a:p>
        </p:txBody>
      </p:sp>
      <p:sp>
        <p:nvSpPr>
          <p:cNvPr id="30" name="Rounded Rectangle 29"/>
          <p:cNvSpPr/>
          <p:nvPr/>
        </p:nvSpPr>
        <p:spPr>
          <a:xfrm>
            <a:off x="8135112"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272272"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32" name="TextBox 31"/>
          <p:cNvSpPr txBox="1"/>
          <p:nvPr/>
        </p:nvSpPr>
        <p:spPr>
          <a:xfrm>
            <a:off x="8729472"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Айсулуу мектепте 8:00дөн 12:00гө чейин. Канча саат? Ар бир бөлүк = 1 саат.</a:t>
            </a:r>
          </a:p>
        </p:txBody>
      </p:sp>
      <p:sp>
        <p:nvSpPr>
          <p:cNvPr id="33" name="Rectangle 32"/>
          <p:cNvSpPr/>
          <p:nvPr/>
        </p:nvSpPr>
        <p:spPr>
          <a:xfrm>
            <a:off x="8272272" y="3017520"/>
            <a:ext cx="585978"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a:t>
            </a:r>
          </a:p>
        </p:txBody>
      </p:sp>
      <p:sp>
        <p:nvSpPr>
          <p:cNvPr id="34" name="Rectangle 33"/>
          <p:cNvSpPr/>
          <p:nvPr/>
        </p:nvSpPr>
        <p:spPr>
          <a:xfrm>
            <a:off x="8858250" y="3017520"/>
            <a:ext cx="585978"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a:t>
            </a:r>
          </a:p>
        </p:txBody>
      </p:sp>
      <p:sp>
        <p:nvSpPr>
          <p:cNvPr id="35" name="Rectangle 34"/>
          <p:cNvSpPr/>
          <p:nvPr/>
        </p:nvSpPr>
        <p:spPr>
          <a:xfrm>
            <a:off x="9444228" y="3017520"/>
            <a:ext cx="585978"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a:t>
            </a:r>
          </a:p>
        </p:txBody>
      </p:sp>
      <p:sp>
        <p:nvSpPr>
          <p:cNvPr id="36" name="Rectangle 35"/>
          <p:cNvSpPr/>
          <p:nvPr/>
        </p:nvSpPr>
        <p:spPr>
          <a:xfrm>
            <a:off x="10030206" y="3017520"/>
            <a:ext cx="585978"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a:t>
            </a:r>
          </a:p>
        </p:txBody>
      </p:sp>
      <p:cxnSp>
        <p:nvCxnSpPr>
          <p:cNvPr id="37" name="Connector 36"/>
          <p:cNvCxnSpPr/>
          <p:nvPr/>
        </p:nvCxnSpPr>
        <p:spPr>
          <a:xfrm>
            <a:off x="10707624"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844784"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707624"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10890503"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4</a:t>
            </a:r>
          </a:p>
        </p:txBody>
      </p:sp>
      <p:sp>
        <p:nvSpPr>
          <p:cNvPr id="41" name="TextBox 40"/>
          <p:cNvSpPr txBox="1"/>
          <p:nvPr/>
        </p:nvSpPr>
        <p:spPr>
          <a:xfrm>
            <a:off x="8317991"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4 саат (8→9→10→11→12)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20/26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Дептериңе чыгар. Кыйын болсо – жакшы! Мээң өсүп жатат.</a:t>
            </a:r>
          </a:p>
        </p:txBody>
      </p:sp>
      <p:sp>
        <p:nvSpPr>
          <p:cNvPr id="11" name="Rounded Rectangle 10"/>
          <p:cNvSpPr/>
          <p:nvPr/>
        </p:nvSpPr>
        <p:spPr>
          <a:xfrm>
            <a:off x="429768"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Саат канча?</a:t>
            </a:r>
          </a:p>
        </p:txBody>
      </p:sp>
      <p:sp>
        <p:nvSpPr>
          <p:cNvPr id="14" name="Rounded Rectangle 13"/>
          <p:cNvSpPr/>
          <p:nvPr/>
        </p:nvSpPr>
        <p:spPr>
          <a:xfrm>
            <a:off x="6208776"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Саат канча?</a:t>
            </a:r>
          </a:p>
        </p:txBody>
      </p:sp>
      <p:sp>
        <p:nvSpPr>
          <p:cNvPr id="17" name="Rounded Rectangle 16"/>
          <p:cNvSpPr/>
          <p:nvPr/>
        </p:nvSpPr>
        <p:spPr>
          <a:xfrm>
            <a:off x="429768"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Узун жебе 8де. Канча мүнөт?</a:t>
            </a:r>
          </a:p>
        </p:txBody>
      </p:sp>
      <p:sp>
        <p:nvSpPr>
          <p:cNvPr id="20" name="Rounded Rectangle 19"/>
          <p:cNvSpPr/>
          <p:nvPr/>
        </p:nvSpPr>
        <p:spPr>
          <a:xfrm>
            <a:off x="6208776"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 саат = □ мүнөт</a:t>
            </a:r>
          </a:p>
        </p:txBody>
      </p:sp>
      <p:sp>
        <p:nvSpPr>
          <p:cNvPr id="23" name="Rounded Rectangle 22"/>
          <p:cNvSpPr/>
          <p:nvPr/>
        </p:nvSpPr>
        <p:spPr>
          <a:xfrm>
            <a:off x="429768"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5" name="TextBox 24"/>
          <p:cNvSpPr txBox="1"/>
          <p:nvPr/>
        </p:nvSpPr>
        <p:spPr>
          <a:xfrm>
            <a:off x="1207007"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6:45тен 7:10го чейин канча мүнөт?</a:t>
            </a:r>
          </a:p>
        </p:txBody>
      </p:sp>
      <p:sp>
        <p:nvSpPr>
          <p:cNvPr id="26" name="Rounded Rectangle 25"/>
          <p:cNvSpPr/>
          <p:nvPr/>
        </p:nvSpPr>
        <p:spPr>
          <a:xfrm>
            <a:off x="6208776"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391656"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6</a:t>
            </a:r>
          </a:p>
        </p:txBody>
      </p:sp>
      <p:sp>
        <p:nvSpPr>
          <p:cNvPr id="28" name="TextBox 27"/>
          <p:cNvSpPr txBox="1"/>
          <p:nvPr/>
        </p:nvSpPr>
        <p:spPr>
          <a:xfrm>
            <a:off x="6986016"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Бүгүн жума күнү. 3 күндөн кийин кайсы күн?</a:t>
            </a:r>
          </a:p>
        </p:txBody>
      </p:sp>
      <p:sp>
        <p:nvSpPr>
          <p:cNvPr id="29" name="Rounded Rectangle 28"/>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0" name="Rounded Rectangle 29"/>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1" name="Rounded Rectangle 30"/>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
        <p:nvSpPr>
          <p:cNvPr id="32" name="g2clk"/>
          <p:cNvSpPr/>
          <p:nvPr/>
        </p:nvSpPr>
        <p:spPr>
          <a:xfrm>
            <a:off x="4462272" y="1766316"/>
            <a:ext cx="1207008" cy="1207008"/>
          </a:xfrm>
          <a:prstGeom prst="ellipse">
            <a:avLst/>
          </a:prstGeom>
          <a:solidFill>
            <a:srgbClr val="FFFFFF"/>
          </a:solidFill>
          <a:ln w="21793">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g2clk"/>
          <p:cNvCxnSpPr/>
          <p:nvPr/>
        </p:nvCxnSpPr>
        <p:spPr>
          <a:xfrm flipH="1">
            <a:off x="5121920" y="1799631"/>
            <a:ext cx="3785" cy="3601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4" name="g2clk"/>
          <p:cNvCxnSpPr/>
          <p:nvPr/>
        </p:nvCxnSpPr>
        <p:spPr>
          <a:xfrm flipH="1">
            <a:off x="5177449" y="1809019"/>
            <a:ext cx="7528" cy="3541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5" name="g2clk"/>
          <p:cNvCxnSpPr/>
          <p:nvPr/>
        </p:nvCxnSpPr>
        <p:spPr>
          <a:xfrm flipH="1">
            <a:off x="5231754" y="1824551"/>
            <a:ext cx="11190" cy="3443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6" name="g2clk"/>
          <p:cNvCxnSpPr/>
          <p:nvPr/>
        </p:nvCxnSpPr>
        <p:spPr>
          <a:xfrm flipH="1">
            <a:off x="5284241" y="1846058"/>
            <a:ext cx="14728" cy="3307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7" name="g2clk"/>
          <p:cNvCxnSpPr/>
          <p:nvPr/>
        </p:nvCxnSpPr>
        <p:spPr>
          <a:xfrm flipH="1">
            <a:off x="5381486" y="1905987"/>
            <a:ext cx="21284" cy="2929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8" name="g2clk"/>
          <p:cNvCxnSpPr/>
          <p:nvPr/>
        </p:nvCxnSpPr>
        <p:spPr>
          <a:xfrm flipH="1">
            <a:off x="5425178" y="1943753"/>
            <a:ext cx="24229" cy="2691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9" name="g2clk"/>
          <p:cNvCxnSpPr/>
          <p:nvPr/>
        </p:nvCxnSpPr>
        <p:spPr>
          <a:xfrm flipH="1">
            <a:off x="5464932" y="1986188"/>
            <a:ext cx="26910" cy="2422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0" name="g2clk"/>
          <p:cNvCxnSpPr/>
          <p:nvPr/>
        </p:nvCxnSpPr>
        <p:spPr>
          <a:xfrm flipH="1">
            <a:off x="5500314" y="2032825"/>
            <a:ext cx="29294" cy="2128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1" name="g2clk"/>
          <p:cNvCxnSpPr/>
          <p:nvPr/>
        </p:nvCxnSpPr>
        <p:spPr>
          <a:xfrm flipH="1">
            <a:off x="5556458" y="2136626"/>
            <a:ext cx="33079" cy="147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2" name="g2clk"/>
          <p:cNvCxnSpPr/>
          <p:nvPr/>
        </p:nvCxnSpPr>
        <p:spPr>
          <a:xfrm flipH="1">
            <a:off x="5576606" y="2192651"/>
            <a:ext cx="34438" cy="1119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3" name="g2clk"/>
          <p:cNvCxnSpPr/>
          <p:nvPr/>
        </p:nvCxnSpPr>
        <p:spPr>
          <a:xfrm flipH="1">
            <a:off x="5591157" y="2250618"/>
            <a:ext cx="35419" cy="75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4" name="g2clk"/>
          <p:cNvCxnSpPr/>
          <p:nvPr/>
        </p:nvCxnSpPr>
        <p:spPr>
          <a:xfrm flipH="1">
            <a:off x="5599952" y="2309890"/>
            <a:ext cx="36012" cy="378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5" name="g2clk"/>
          <p:cNvCxnSpPr/>
          <p:nvPr/>
        </p:nvCxnSpPr>
        <p:spPr>
          <a:xfrm flipH="1" flipV="1">
            <a:off x="5599952" y="2425964"/>
            <a:ext cx="36012" cy="378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6" name="g2clk"/>
          <p:cNvCxnSpPr/>
          <p:nvPr/>
        </p:nvCxnSpPr>
        <p:spPr>
          <a:xfrm flipH="1" flipV="1">
            <a:off x="5591157" y="2481493"/>
            <a:ext cx="35419" cy="75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7" name="g2clk"/>
          <p:cNvCxnSpPr/>
          <p:nvPr/>
        </p:nvCxnSpPr>
        <p:spPr>
          <a:xfrm flipH="1" flipV="1">
            <a:off x="5576606" y="2535798"/>
            <a:ext cx="34438" cy="1119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8" name="g2clk"/>
          <p:cNvCxnSpPr/>
          <p:nvPr/>
        </p:nvCxnSpPr>
        <p:spPr>
          <a:xfrm flipH="1" flipV="1">
            <a:off x="5556458" y="2588285"/>
            <a:ext cx="33079" cy="147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9" name="g2clk"/>
          <p:cNvCxnSpPr/>
          <p:nvPr/>
        </p:nvCxnSpPr>
        <p:spPr>
          <a:xfrm flipH="1" flipV="1">
            <a:off x="5500314" y="2685530"/>
            <a:ext cx="29294" cy="2128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0" name="g2clk"/>
          <p:cNvCxnSpPr/>
          <p:nvPr/>
        </p:nvCxnSpPr>
        <p:spPr>
          <a:xfrm flipH="1" flipV="1">
            <a:off x="5464932" y="2729222"/>
            <a:ext cx="26910" cy="2422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1" name="g2clk"/>
          <p:cNvCxnSpPr/>
          <p:nvPr/>
        </p:nvCxnSpPr>
        <p:spPr>
          <a:xfrm flipH="1" flipV="1">
            <a:off x="5425178" y="2768976"/>
            <a:ext cx="24229" cy="2691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2" name="g2clk"/>
          <p:cNvCxnSpPr/>
          <p:nvPr/>
        </p:nvCxnSpPr>
        <p:spPr>
          <a:xfrm flipH="1" flipV="1">
            <a:off x="5381486" y="2804358"/>
            <a:ext cx="21284" cy="2929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3" name="g2clk"/>
          <p:cNvCxnSpPr/>
          <p:nvPr/>
        </p:nvCxnSpPr>
        <p:spPr>
          <a:xfrm flipH="1" flipV="1">
            <a:off x="5284241" y="2860502"/>
            <a:ext cx="14728" cy="3307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4" name="g2clk"/>
          <p:cNvCxnSpPr/>
          <p:nvPr/>
        </p:nvCxnSpPr>
        <p:spPr>
          <a:xfrm flipH="1" flipV="1">
            <a:off x="5231754" y="2880650"/>
            <a:ext cx="11190" cy="3443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5" name="g2clk"/>
          <p:cNvCxnSpPr/>
          <p:nvPr/>
        </p:nvCxnSpPr>
        <p:spPr>
          <a:xfrm flipH="1" flipV="1">
            <a:off x="5177449" y="2895201"/>
            <a:ext cx="7528" cy="3541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6" name="g2clk"/>
          <p:cNvCxnSpPr/>
          <p:nvPr/>
        </p:nvCxnSpPr>
        <p:spPr>
          <a:xfrm flipH="1" flipV="1">
            <a:off x="5121920" y="2903996"/>
            <a:ext cx="3785" cy="3601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7" name="g2clk"/>
          <p:cNvCxnSpPr/>
          <p:nvPr/>
        </p:nvCxnSpPr>
        <p:spPr>
          <a:xfrm flipV="1">
            <a:off x="5005846" y="2903996"/>
            <a:ext cx="3785" cy="3601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8" name="g2clk"/>
          <p:cNvCxnSpPr/>
          <p:nvPr/>
        </p:nvCxnSpPr>
        <p:spPr>
          <a:xfrm flipV="1">
            <a:off x="4946574" y="2895201"/>
            <a:ext cx="7528" cy="3541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9" name="g2clk"/>
          <p:cNvCxnSpPr/>
          <p:nvPr/>
        </p:nvCxnSpPr>
        <p:spPr>
          <a:xfrm flipV="1">
            <a:off x="4888607" y="2880650"/>
            <a:ext cx="11190" cy="3443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0" name="g2clk"/>
          <p:cNvCxnSpPr/>
          <p:nvPr/>
        </p:nvCxnSpPr>
        <p:spPr>
          <a:xfrm flipV="1">
            <a:off x="4832582" y="2860502"/>
            <a:ext cx="14728" cy="3307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1" name="g2clk"/>
          <p:cNvCxnSpPr/>
          <p:nvPr/>
        </p:nvCxnSpPr>
        <p:spPr>
          <a:xfrm flipV="1">
            <a:off x="4728781" y="2804358"/>
            <a:ext cx="21284" cy="2929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2" name="g2clk"/>
          <p:cNvCxnSpPr/>
          <p:nvPr/>
        </p:nvCxnSpPr>
        <p:spPr>
          <a:xfrm flipV="1">
            <a:off x="4682144" y="2768976"/>
            <a:ext cx="24229" cy="2691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3" name="g2clk"/>
          <p:cNvCxnSpPr/>
          <p:nvPr/>
        </p:nvCxnSpPr>
        <p:spPr>
          <a:xfrm flipV="1">
            <a:off x="4639709" y="2729222"/>
            <a:ext cx="26910" cy="2422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4" name="g2clk"/>
          <p:cNvCxnSpPr/>
          <p:nvPr/>
        </p:nvCxnSpPr>
        <p:spPr>
          <a:xfrm flipV="1">
            <a:off x="4601943" y="2685530"/>
            <a:ext cx="29294" cy="2128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5" name="g2clk"/>
          <p:cNvCxnSpPr/>
          <p:nvPr/>
        </p:nvCxnSpPr>
        <p:spPr>
          <a:xfrm flipV="1">
            <a:off x="4542014" y="2588285"/>
            <a:ext cx="33079" cy="147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6" name="g2clk"/>
          <p:cNvCxnSpPr/>
          <p:nvPr/>
        </p:nvCxnSpPr>
        <p:spPr>
          <a:xfrm flipV="1">
            <a:off x="4520507" y="2535798"/>
            <a:ext cx="34438" cy="1119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7" name="g2clk"/>
          <p:cNvCxnSpPr/>
          <p:nvPr/>
        </p:nvCxnSpPr>
        <p:spPr>
          <a:xfrm flipV="1">
            <a:off x="4504975" y="2481493"/>
            <a:ext cx="35419" cy="75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8" name="g2clk"/>
          <p:cNvCxnSpPr/>
          <p:nvPr/>
        </p:nvCxnSpPr>
        <p:spPr>
          <a:xfrm flipV="1">
            <a:off x="4495587" y="2425964"/>
            <a:ext cx="36012" cy="378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9" name="g2clk"/>
          <p:cNvCxnSpPr/>
          <p:nvPr/>
        </p:nvCxnSpPr>
        <p:spPr>
          <a:xfrm>
            <a:off x="4495587" y="2309890"/>
            <a:ext cx="36012" cy="378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0" name="g2clk"/>
          <p:cNvCxnSpPr/>
          <p:nvPr/>
        </p:nvCxnSpPr>
        <p:spPr>
          <a:xfrm>
            <a:off x="4504975" y="2250618"/>
            <a:ext cx="35419" cy="75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1" name="g2clk"/>
          <p:cNvCxnSpPr/>
          <p:nvPr/>
        </p:nvCxnSpPr>
        <p:spPr>
          <a:xfrm>
            <a:off x="4520507" y="2192651"/>
            <a:ext cx="34438" cy="1119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2" name="g2clk"/>
          <p:cNvCxnSpPr/>
          <p:nvPr/>
        </p:nvCxnSpPr>
        <p:spPr>
          <a:xfrm>
            <a:off x="4542014" y="2136626"/>
            <a:ext cx="33079" cy="147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3" name="g2clk"/>
          <p:cNvCxnSpPr/>
          <p:nvPr/>
        </p:nvCxnSpPr>
        <p:spPr>
          <a:xfrm>
            <a:off x="4601943" y="2032825"/>
            <a:ext cx="29294" cy="2128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4" name="g2clk"/>
          <p:cNvCxnSpPr/>
          <p:nvPr/>
        </p:nvCxnSpPr>
        <p:spPr>
          <a:xfrm>
            <a:off x="4639709" y="1986188"/>
            <a:ext cx="26910" cy="2422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5" name="g2clk"/>
          <p:cNvCxnSpPr/>
          <p:nvPr/>
        </p:nvCxnSpPr>
        <p:spPr>
          <a:xfrm>
            <a:off x="4682144" y="1943753"/>
            <a:ext cx="24229" cy="2691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6" name="g2clk"/>
          <p:cNvCxnSpPr/>
          <p:nvPr/>
        </p:nvCxnSpPr>
        <p:spPr>
          <a:xfrm>
            <a:off x="4728781" y="1905987"/>
            <a:ext cx="21284" cy="2929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7" name="g2clk"/>
          <p:cNvCxnSpPr/>
          <p:nvPr/>
        </p:nvCxnSpPr>
        <p:spPr>
          <a:xfrm>
            <a:off x="4832582" y="1846058"/>
            <a:ext cx="14728" cy="3307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8" name="g2clk"/>
          <p:cNvCxnSpPr/>
          <p:nvPr/>
        </p:nvCxnSpPr>
        <p:spPr>
          <a:xfrm>
            <a:off x="4888607" y="1824551"/>
            <a:ext cx="11190" cy="3443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9" name="g2clk"/>
          <p:cNvCxnSpPr/>
          <p:nvPr/>
        </p:nvCxnSpPr>
        <p:spPr>
          <a:xfrm>
            <a:off x="4946574" y="1809019"/>
            <a:ext cx="7528" cy="3541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80" name="g2clk"/>
          <p:cNvCxnSpPr/>
          <p:nvPr/>
        </p:nvCxnSpPr>
        <p:spPr>
          <a:xfrm>
            <a:off x="5005846" y="1799631"/>
            <a:ext cx="3785" cy="3601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81" name="g2clk"/>
          <p:cNvCxnSpPr/>
          <p:nvPr/>
        </p:nvCxnSpPr>
        <p:spPr>
          <a:xfrm>
            <a:off x="5065776" y="1796491"/>
            <a:ext cx="0" cy="78455"/>
          </a:xfrm>
          <a:prstGeom prst="line">
            <a:avLst/>
          </a:prstGeom>
          <a:ln w="1676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2" name="g2clk"/>
          <p:cNvCxnSpPr/>
          <p:nvPr/>
        </p:nvCxnSpPr>
        <p:spPr>
          <a:xfrm flipH="1">
            <a:off x="5325282" y="1873302"/>
            <a:ext cx="27158" cy="47039"/>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3" name="g2clk"/>
          <p:cNvCxnSpPr/>
          <p:nvPr/>
        </p:nvCxnSpPr>
        <p:spPr>
          <a:xfrm flipH="1">
            <a:off x="5515254" y="2083155"/>
            <a:ext cx="47039" cy="27158"/>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4" name="g2clk"/>
          <p:cNvCxnSpPr/>
          <p:nvPr/>
        </p:nvCxnSpPr>
        <p:spPr>
          <a:xfrm flipH="1">
            <a:off x="5560649" y="2369820"/>
            <a:ext cx="78455" cy="0"/>
          </a:xfrm>
          <a:prstGeom prst="line">
            <a:avLst/>
          </a:prstGeom>
          <a:ln w="1676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5" name="g2clk"/>
          <p:cNvCxnSpPr/>
          <p:nvPr/>
        </p:nvCxnSpPr>
        <p:spPr>
          <a:xfrm flipH="1" flipV="1">
            <a:off x="5515254" y="2629326"/>
            <a:ext cx="47039" cy="27158"/>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6" name="g2clk"/>
          <p:cNvCxnSpPr/>
          <p:nvPr/>
        </p:nvCxnSpPr>
        <p:spPr>
          <a:xfrm flipH="1" flipV="1">
            <a:off x="5325282" y="2819298"/>
            <a:ext cx="27158" cy="47039"/>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7" name="g2clk"/>
          <p:cNvCxnSpPr/>
          <p:nvPr/>
        </p:nvCxnSpPr>
        <p:spPr>
          <a:xfrm flipV="1">
            <a:off x="5065776" y="2864693"/>
            <a:ext cx="0" cy="78455"/>
          </a:xfrm>
          <a:prstGeom prst="line">
            <a:avLst/>
          </a:prstGeom>
          <a:ln w="1676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8" name="g2clk"/>
          <p:cNvCxnSpPr/>
          <p:nvPr/>
        </p:nvCxnSpPr>
        <p:spPr>
          <a:xfrm flipV="1">
            <a:off x="4779111" y="2819298"/>
            <a:ext cx="27158" cy="47039"/>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9" name="g2clk"/>
          <p:cNvCxnSpPr/>
          <p:nvPr/>
        </p:nvCxnSpPr>
        <p:spPr>
          <a:xfrm flipV="1">
            <a:off x="4569258" y="2629326"/>
            <a:ext cx="47039" cy="27158"/>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0" name="g2clk"/>
          <p:cNvCxnSpPr/>
          <p:nvPr/>
        </p:nvCxnSpPr>
        <p:spPr>
          <a:xfrm>
            <a:off x="4492447" y="2369820"/>
            <a:ext cx="78455" cy="0"/>
          </a:xfrm>
          <a:prstGeom prst="line">
            <a:avLst/>
          </a:prstGeom>
          <a:ln w="1676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1" name="g2clk"/>
          <p:cNvCxnSpPr/>
          <p:nvPr/>
        </p:nvCxnSpPr>
        <p:spPr>
          <a:xfrm>
            <a:off x="4569258" y="2083155"/>
            <a:ext cx="47039" cy="27158"/>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2" name="g2clk"/>
          <p:cNvCxnSpPr/>
          <p:nvPr/>
        </p:nvCxnSpPr>
        <p:spPr>
          <a:xfrm>
            <a:off x="4779111" y="1873302"/>
            <a:ext cx="27158" cy="47039"/>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93" name="g2clk"/>
          <p:cNvSpPr txBox="1"/>
          <p:nvPr/>
        </p:nvSpPr>
        <p:spPr>
          <a:xfrm>
            <a:off x="5133807" y="1913834"/>
            <a:ext cx="274320" cy="201168"/>
          </a:xfrm>
          <a:prstGeom prst="rect">
            <a:avLst/>
          </a:prstGeom>
          <a:noFill/>
        </p:spPr>
        <p:txBody>
          <a:bodyPr wrap="none" lIns="0" rIns="0" tIns="0" bIns="0" anchor="ctr">
            <a:spAutoFit/>
          </a:bodyPr>
          <a:lstStyle/>
          <a:p>
            <a:pPr algn="ctr"/>
            <a:r>
              <a:rPr sz="990" b="1" i="0">
                <a:solidFill>
                  <a:srgbClr val="1F2430"/>
                </a:solidFill>
                <a:latin typeface="PT Sans"/>
              </a:rPr>
              <a:t>1</a:t>
            </a:r>
          </a:p>
        </p:txBody>
      </p:sp>
      <p:sp>
        <p:nvSpPr>
          <p:cNvPr id="94" name="g2clk"/>
          <p:cNvSpPr txBox="1"/>
          <p:nvPr/>
        </p:nvSpPr>
        <p:spPr>
          <a:xfrm>
            <a:off x="5284017" y="2064044"/>
            <a:ext cx="274320" cy="201168"/>
          </a:xfrm>
          <a:prstGeom prst="rect">
            <a:avLst/>
          </a:prstGeom>
          <a:noFill/>
        </p:spPr>
        <p:txBody>
          <a:bodyPr wrap="none" lIns="0" rIns="0" tIns="0" bIns="0" anchor="ctr">
            <a:spAutoFit/>
          </a:bodyPr>
          <a:lstStyle/>
          <a:p>
            <a:pPr algn="ctr"/>
            <a:r>
              <a:rPr sz="990" b="1" i="0">
                <a:solidFill>
                  <a:srgbClr val="1F2430"/>
                </a:solidFill>
                <a:latin typeface="PT Sans"/>
              </a:rPr>
              <a:t>2</a:t>
            </a:r>
          </a:p>
        </p:txBody>
      </p:sp>
      <p:sp>
        <p:nvSpPr>
          <p:cNvPr id="95" name="g2clk"/>
          <p:cNvSpPr txBox="1"/>
          <p:nvPr/>
        </p:nvSpPr>
        <p:spPr>
          <a:xfrm>
            <a:off x="5338998" y="2269236"/>
            <a:ext cx="274320" cy="201168"/>
          </a:xfrm>
          <a:prstGeom prst="rect">
            <a:avLst/>
          </a:prstGeom>
          <a:noFill/>
        </p:spPr>
        <p:txBody>
          <a:bodyPr wrap="none" lIns="0" rIns="0" tIns="0" bIns="0" anchor="ctr">
            <a:spAutoFit/>
          </a:bodyPr>
          <a:lstStyle/>
          <a:p>
            <a:pPr algn="ctr"/>
            <a:r>
              <a:rPr sz="990" b="1" i="0">
                <a:solidFill>
                  <a:srgbClr val="1F2430"/>
                </a:solidFill>
                <a:latin typeface="PT Sans"/>
              </a:rPr>
              <a:t>3</a:t>
            </a:r>
          </a:p>
        </p:txBody>
      </p:sp>
      <p:sp>
        <p:nvSpPr>
          <p:cNvPr id="96" name="g2clk"/>
          <p:cNvSpPr txBox="1"/>
          <p:nvPr/>
        </p:nvSpPr>
        <p:spPr>
          <a:xfrm>
            <a:off x="5284017" y="2474427"/>
            <a:ext cx="274320" cy="201168"/>
          </a:xfrm>
          <a:prstGeom prst="rect">
            <a:avLst/>
          </a:prstGeom>
          <a:noFill/>
        </p:spPr>
        <p:txBody>
          <a:bodyPr wrap="none" lIns="0" rIns="0" tIns="0" bIns="0" anchor="ctr">
            <a:spAutoFit/>
          </a:bodyPr>
          <a:lstStyle/>
          <a:p>
            <a:pPr algn="ctr"/>
            <a:r>
              <a:rPr sz="990" b="1" i="0">
                <a:solidFill>
                  <a:srgbClr val="1F2430"/>
                </a:solidFill>
                <a:latin typeface="PT Sans"/>
              </a:rPr>
              <a:t>4</a:t>
            </a:r>
          </a:p>
        </p:txBody>
      </p:sp>
      <p:sp>
        <p:nvSpPr>
          <p:cNvPr id="97" name="g2clk"/>
          <p:cNvSpPr txBox="1"/>
          <p:nvPr/>
        </p:nvSpPr>
        <p:spPr>
          <a:xfrm>
            <a:off x="5133807" y="2624637"/>
            <a:ext cx="274320" cy="201168"/>
          </a:xfrm>
          <a:prstGeom prst="rect">
            <a:avLst/>
          </a:prstGeom>
          <a:noFill/>
        </p:spPr>
        <p:txBody>
          <a:bodyPr wrap="none" lIns="0" rIns="0" tIns="0" bIns="0" anchor="ctr">
            <a:spAutoFit/>
          </a:bodyPr>
          <a:lstStyle/>
          <a:p>
            <a:pPr algn="ctr"/>
            <a:r>
              <a:rPr sz="990" b="1" i="0">
                <a:solidFill>
                  <a:srgbClr val="1F2430"/>
                </a:solidFill>
                <a:latin typeface="PT Sans"/>
              </a:rPr>
              <a:t>5</a:t>
            </a:r>
          </a:p>
        </p:txBody>
      </p:sp>
      <p:sp>
        <p:nvSpPr>
          <p:cNvPr id="98" name="g2clk"/>
          <p:cNvSpPr txBox="1"/>
          <p:nvPr/>
        </p:nvSpPr>
        <p:spPr>
          <a:xfrm>
            <a:off x="4928616" y="2679618"/>
            <a:ext cx="274320" cy="201168"/>
          </a:xfrm>
          <a:prstGeom prst="rect">
            <a:avLst/>
          </a:prstGeom>
          <a:noFill/>
        </p:spPr>
        <p:txBody>
          <a:bodyPr wrap="none" lIns="0" rIns="0" tIns="0" bIns="0" anchor="ctr">
            <a:spAutoFit/>
          </a:bodyPr>
          <a:lstStyle/>
          <a:p>
            <a:pPr algn="ctr"/>
            <a:r>
              <a:rPr sz="990" b="1" i="0">
                <a:solidFill>
                  <a:srgbClr val="1F2430"/>
                </a:solidFill>
                <a:latin typeface="PT Sans"/>
              </a:rPr>
              <a:t>6</a:t>
            </a:r>
          </a:p>
        </p:txBody>
      </p:sp>
      <p:sp>
        <p:nvSpPr>
          <p:cNvPr id="99" name="g2clk"/>
          <p:cNvSpPr txBox="1"/>
          <p:nvPr/>
        </p:nvSpPr>
        <p:spPr>
          <a:xfrm>
            <a:off x="4723424" y="2624637"/>
            <a:ext cx="274320" cy="201168"/>
          </a:xfrm>
          <a:prstGeom prst="rect">
            <a:avLst/>
          </a:prstGeom>
          <a:noFill/>
        </p:spPr>
        <p:txBody>
          <a:bodyPr wrap="none" lIns="0" rIns="0" tIns="0" bIns="0" anchor="ctr">
            <a:spAutoFit/>
          </a:bodyPr>
          <a:lstStyle/>
          <a:p>
            <a:pPr algn="ctr"/>
            <a:r>
              <a:rPr sz="990" b="1" i="0">
                <a:solidFill>
                  <a:srgbClr val="1F2430"/>
                </a:solidFill>
                <a:latin typeface="PT Sans"/>
              </a:rPr>
              <a:t>7</a:t>
            </a:r>
          </a:p>
        </p:txBody>
      </p:sp>
      <p:sp>
        <p:nvSpPr>
          <p:cNvPr id="100" name="g2clk"/>
          <p:cNvSpPr txBox="1"/>
          <p:nvPr/>
        </p:nvSpPr>
        <p:spPr>
          <a:xfrm>
            <a:off x="4573214" y="2474427"/>
            <a:ext cx="274320" cy="201168"/>
          </a:xfrm>
          <a:prstGeom prst="rect">
            <a:avLst/>
          </a:prstGeom>
          <a:noFill/>
        </p:spPr>
        <p:txBody>
          <a:bodyPr wrap="none" lIns="0" rIns="0" tIns="0" bIns="0" anchor="ctr">
            <a:spAutoFit/>
          </a:bodyPr>
          <a:lstStyle/>
          <a:p>
            <a:pPr algn="ctr"/>
            <a:r>
              <a:rPr sz="990" b="1" i="0">
                <a:solidFill>
                  <a:srgbClr val="1F2430"/>
                </a:solidFill>
                <a:latin typeface="PT Sans"/>
              </a:rPr>
              <a:t>8</a:t>
            </a:r>
          </a:p>
        </p:txBody>
      </p:sp>
      <p:sp>
        <p:nvSpPr>
          <p:cNvPr id="101" name="g2clk"/>
          <p:cNvSpPr txBox="1"/>
          <p:nvPr/>
        </p:nvSpPr>
        <p:spPr>
          <a:xfrm>
            <a:off x="4518233" y="2269236"/>
            <a:ext cx="274320" cy="201168"/>
          </a:xfrm>
          <a:prstGeom prst="rect">
            <a:avLst/>
          </a:prstGeom>
          <a:noFill/>
        </p:spPr>
        <p:txBody>
          <a:bodyPr wrap="none" lIns="0" rIns="0" tIns="0" bIns="0" anchor="ctr">
            <a:spAutoFit/>
          </a:bodyPr>
          <a:lstStyle/>
          <a:p>
            <a:pPr algn="ctr"/>
            <a:r>
              <a:rPr sz="990" b="1" i="0">
                <a:solidFill>
                  <a:srgbClr val="1F2430"/>
                </a:solidFill>
                <a:latin typeface="PT Sans"/>
              </a:rPr>
              <a:t>9</a:t>
            </a:r>
          </a:p>
        </p:txBody>
      </p:sp>
      <p:sp>
        <p:nvSpPr>
          <p:cNvPr id="102" name="g2clk"/>
          <p:cNvSpPr txBox="1"/>
          <p:nvPr/>
        </p:nvSpPr>
        <p:spPr>
          <a:xfrm>
            <a:off x="4573214" y="2064044"/>
            <a:ext cx="274320" cy="201168"/>
          </a:xfrm>
          <a:prstGeom prst="rect">
            <a:avLst/>
          </a:prstGeom>
          <a:noFill/>
        </p:spPr>
        <p:txBody>
          <a:bodyPr wrap="none" lIns="0" rIns="0" tIns="0" bIns="0" anchor="ctr">
            <a:spAutoFit/>
          </a:bodyPr>
          <a:lstStyle/>
          <a:p>
            <a:pPr algn="ctr"/>
            <a:r>
              <a:rPr sz="990" b="1" i="0">
                <a:solidFill>
                  <a:srgbClr val="1F2430"/>
                </a:solidFill>
                <a:latin typeface="PT Sans"/>
              </a:rPr>
              <a:t>10</a:t>
            </a:r>
          </a:p>
        </p:txBody>
      </p:sp>
      <p:sp>
        <p:nvSpPr>
          <p:cNvPr id="103" name="g2clk"/>
          <p:cNvSpPr txBox="1"/>
          <p:nvPr/>
        </p:nvSpPr>
        <p:spPr>
          <a:xfrm>
            <a:off x="4723424" y="1913834"/>
            <a:ext cx="274320" cy="201168"/>
          </a:xfrm>
          <a:prstGeom prst="rect">
            <a:avLst/>
          </a:prstGeom>
          <a:noFill/>
        </p:spPr>
        <p:txBody>
          <a:bodyPr wrap="none" lIns="0" rIns="0" tIns="0" bIns="0" anchor="ctr">
            <a:spAutoFit/>
          </a:bodyPr>
          <a:lstStyle/>
          <a:p>
            <a:pPr algn="ctr"/>
            <a:r>
              <a:rPr sz="990" b="1" i="0">
                <a:solidFill>
                  <a:srgbClr val="1F2430"/>
                </a:solidFill>
                <a:latin typeface="PT Sans"/>
              </a:rPr>
              <a:t>11</a:t>
            </a:r>
          </a:p>
        </p:txBody>
      </p:sp>
      <p:sp>
        <p:nvSpPr>
          <p:cNvPr id="104" name="g2clk"/>
          <p:cNvSpPr txBox="1"/>
          <p:nvPr/>
        </p:nvSpPr>
        <p:spPr>
          <a:xfrm>
            <a:off x="4928616" y="1858853"/>
            <a:ext cx="274320" cy="201168"/>
          </a:xfrm>
          <a:prstGeom prst="rect">
            <a:avLst/>
          </a:prstGeom>
          <a:noFill/>
        </p:spPr>
        <p:txBody>
          <a:bodyPr wrap="none" lIns="0" rIns="0" tIns="0" bIns="0" anchor="ctr">
            <a:spAutoFit/>
          </a:bodyPr>
          <a:lstStyle/>
          <a:p>
            <a:pPr algn="ctr"/>
            <a:r>
              <a:rPr sz="990" b="1" i="0">
                <a:solidFill>
                  <a:srgbClr val="1F2430"/>
                </a:solidFill>
                <a:latin typeface="PT Sans"/>
              </a:rPr>
              <a:t>12</a:t>
            </a:r>
          </a:p>
        </p:txBody>
      </p:sp>
      <p:cxnSp>
        <p:nvCxnSpPr>
          <p:cNvPr id="105" name="g2clk"/>
          <p:cNvCxnSpPr/>
          <p:nvPr/>
        </p:nvCxnSpPr>
        <p:spPr>
          <a:xfrm flipV="1">
            <a:off x="5065776" y="2218944"/>
            <a:ext cx="261324" cy="150876"/>
          </a:xfrm>
          <a:prstGeom prst="line">
            <a:avLst/>
          </a:prstGeom>
          <a:ln w="58674"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g2clk"/>
          <p:cNvCxnSpPr/>
          <p:nvPr/>
        </p:nvCxnSpPr>
        <p:spPr>
          <a:xfrm flipV="1">
            <a:off x="5065776" y="1887016"/>
            <a:ext cx="0" cy="482804"/>
          </a:xfrm>
          <a:prstGeom prst="line">
            <a:avLst/>
          </a:prstGeom>
          <a:ln w="35204" cap="rnd">
            <a:solidFill>
              <a:srgbClr val="2441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g2clk"/>
          <p:cNvSpPr/>
          <p:nvPr/>
        </p:nvSpPr>
        <p:spPr>
          <a:xfrm>
            <a:off x="5032583" y="2336627"/>
            <a:ext cx="66385" cy="66385"/>
          </a:xfrm>
          <a:prstGeom prst="ellipse">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g2clk"/>
          <p:cNvSpPr/>
          <p:nvPr/>
        </p:nvSpPr>
        <p:spPr>
          <a:xfrm>
            <a:off x="10241280" y="1766316"/>
            <a:ext cx="1207008" cy="1207008"/>
          </a:xfrm>
          <a:prstGeom prst="ellipse">
            <a:avLst/>
          </a:prstGeom>
          <a:solidFill>
            <a:srgbClr val="FFFFFF"/>
          </a:solidFill>
          <a:ln w="21793">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9" name="g2clk"/>
          <p:cNvCxnSpPr/>
          <p:nvPr/>
        </p:nvCxnSpPr>
        <p:spPr>
          <a:xfrm flipH="1">
            <a:off x="10900928" y="1799631"/>
            <a:ext cx="3785" cy="3601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0" name="g2clk"/>
          <p:cNvCxnSpPr/>
          <p:nvPr/>
        </p:nvCxnSpPr>
        <p:spPr>
          <a:xfrm flipH="1">
            <a:off x="10956457" y="1809019"/>
            <a:ext cx="7528" cy="3541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1" name="g2clk"/>
          <p:cNvCxnSpPr/>
          <p:nvPr/>
        </p:nvCxnSpPr>
        <p:spPr>
          <a:xfrm flipH="1">
            <a:off x="11010762" y="1824551"/>
            <a:ext cx="11190" cy="3443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2" name="g2clk"/>
          <p:cNvCxnSpPr/>
          <p:nvPr/>
        </p:nvCxnSpPr>
        <p:spPr>
          <a:xfrm flipH="1">
            <a:off x="11063249" y="1846058"/>
            <a:ext cx="14728" cy="3307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3" name="g2clk"/>
          <p:cNvCxnSpPr/>
          <p:nvPr/>
        </p:nvCxnSpPr>
        <p:spPr>
          <a:xfrm flipH="1">
            <a:off x="11160494" y="1905987"/>
            <a:ext cx="21284" cy="2929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4" name="g2clk"/>
          <p:cNvCxnSpPr/>
          <p:nvPr/>
        </p:nvCxnSpPr>
        <p:spPr>
          <a:xfrm flipH="1">
            <a:off x="11204186" y="1943753"/>
            <a:ext cx="24229" cy="2691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5" name="g2clk"/>
          <p:cNvCxnSpPr/>
          <p:nvPr/>
        </p:nvCxnSpPr>
        <p:spPr>
          <a:xfrm flipH="1">
            <a:off x="11243940" y="1986188"/>
            <a:ext cx="26910" cy="2422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6" name="g2clk"/>
          <p:cNvCxnSpPr/>
          <p:nvPr/>
        </p:nvCxnSpPr>
        <p:spPr>
          <a:xfrm flipH="1">
            <a:off x="11279322" y="2032825"/>
            <a:ext cx="29294" cy="2128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7" name="g2clk"/>
          <p:cNvCxnSpPr/>
          <p:nvPr/>
        </p:nvCxnSpPr>
        <p:spPr>
          <a:xfrm flipH="1">
            <a:off x="11335466" y="2136626"/>
            <a:ext cx="33079" cy="147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8" name="g2clk"/>
          <p:cNvCxnSpPr/>
          <p:nvPr/>
        </p:nvCxnSpPr>
        <p:spPr>
          <a:xfrm flipH="1">
            <a:off x="11355614" y="2192651"/>
            <a:ext cx="34438" cy="1119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9" name="g2clk"/>
          <p:cNvCxnSpPr/>
          <p:nvPr/>
        </p:nvCxnSpPr>
        <p:spPr>
          <a:xfrm flipH="1">
            <a:off x="11370165" y="2250618"/>
            <a:ext cx="35419" cy="75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0" name="g2clk"/>
          <p:cNvCxnSpPr/>
          <p:nvPr/>
        </p:nvCxnSpPr>
        <p:spPr>
          <a:xfrm flipH="1">
            <a:off x="11378960" y="2309890"/>
            <a:ext cx="36012" cy="378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1" name="g2clk"/>
          <p:cNvCxnSpPr/>
          <p:nvPr/>
        </p:nvCxnSpPr>
        <p:spPr>
          <a:xfrm flipH="1" flipV="1">
            <a:off x="11378960" y="2425964"/>
            <a:ext cx="36012" cy="378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2" name="g2clk"/>
          <p:cNvCxnSpPr/>
          <p:nvPr/>
        </p:nvCxnSpPr>
        <p:spPr>
          <a:xfrm flipH="1" flipV="1">
            <a:off x="11370165" y="2481493"/>
            <a:ext cx="35419" cy="75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3" name="g2clk"/>
          <p:cNvCxnSpPr/>
          <p:nvPr/>
        </p:nvCxnSpPr>
        <p:spPr>
          <a:xfrm flipH="1" flipV="1">
            <a:off x="11355614" y="2535798"/>
            <a:ext cx="34438" cy="1119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4" name="g2clk"/>
          <p:cNvCxnSpPr/>
          <p:nvPr/>
        </p:nvCxnSpPr>
        <p:spPr>
          <a:xfrm flipH="1" flipV="1">
            <a:off x="11335466" y="2588285"/>
            <a:ext cx="33079" cy="147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5" name="g2clk"/>
          <p:cNvCxnSpPr/>
          <p:nvPr/>
        </p:nvCxnSpPr>
        <p:spPr>
          <a:xfrm flipH="1" flipV="1">
            <a:off x="11279322" y="2685530"/>
            <a:ext cx="29294" cy="2128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6" name="g2clk"/>
          <p:cNvCxnSpPr/>
          <p:nvPr/>
        </p:nvCxnSpPr>
        <p:spPr>
          <a:xfrm flipH="1" flipV="1">
            <a:off x="11243940" y="2729222"/>
            <a:ext cx="26910" cy="2422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7" name="g2clk"/>
          <p:cNvCxnSpPr/>
          <p:nvPr/>
        </p:nvCxnSpPr>
        <p:spPr>
          <a:xfrm flipH="1" flipV="1">
            <a:off x="11204186" y="2768976"/>
            <a:ext cx="24229" cy="2691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8" name="g2clk"/>
          <p:cNvCxnSpPr/>
          <p:nvPr/>
        </p:nvCxnSpPr>
        <p:spPr>
          <a:xfrm flipH="1" flipV="1">
            <a:off x="11160494" y="2804358"/>
            <a:ext cx="21284" cy="2929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9" name="g2clk"/>
          <p:cNvCxnSpPr/>
          <p:nvPr/>
        </p:nvCxnSpPr>
        <p:spPr>
          <a:xfrm flipH="1" flipV="1">
            <a:off x="11063249" y="2860502"/>
            <a:ext cx="14728" cy="3307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0" name="g2clk"/>
          <p:cNvCxnSpPr/>
          <p:nvPr/>
        </p:nvCxnSpPr>
        <p:spPr>
          <a:xfrm flipH="1" flipV="1">
            <a:off x="11010762" y="2880650"/>
            <a:ext cx="11190" cy="3443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1" name="g2clk"/>
          <p:cNvCxnSpPr/>
          <p:nvPr/>
        </p:nvCxnSpPr>
        <p:spPr>
          <a:xfrm flipH="1" flipV="1">
            <a:off x="10956457" y="2895201"/>
            <a:ext cx="7528" cy="3541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2" name="g2clk"/>
          <p:cNvCxnSpPr/>
          <p:nvPr/>
        </p:nvCxnSpPr>
        <p:spPr>
          <a:xfrm flipH="1" flipV="1">
            <a:off x="10900928" y="2903996"/>
            <a:ext cx="3785" cy="3601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3" name="g2clk"/>
          <p:cNvCxnSpPr/>
          <p:nvPr/>
        </p:nvCxnSpPr>
        <p:spPr>
          <a:xfrm flipV="1">
            <a:off x="10784854" y="2903996"/>
            <a:ext cx="3785" cy="3601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4" name="g2clk"/>
          <p:cNvCxnSpPr/>
          <p:nvPr/>
        </p:nvCxnSpPr>
        <p:spPr>
          <a:xfrm flipV="1">
            <a:off x="10725582" y="2895201"/>
            <a:ext cx="7528" cy="3541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5" name="g2clk"/>
          <p:cNvCxnSpPr/>
          <p:nvPr/>
        </p:nvCxnSpPr>
        <p:spPr>
          <a:xfrm flipV="1">
            <a:off x="10667615" y="2880650"/>
            <a:ext cx="11190" cy="3443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6" name="g2clk"/>
          <p:cNvCxnSpPr/>
          <p:nvPr/>
        </p:nvCxnSpPr>
        <p:spPr>
          <a:xfrm flipV="1">
            <a:off x="10611590" y="2860502"/>
            <a:ext cx="14728" cy="3307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7" name="g2clk"/>
          <p:cNvCxnSpPr/>
          <p:nvPr/>
        </p:nvCxnSpPr>
        <p:spPr>
          <a:xfrm flipV="1">
            <a:off x="10507789" y="2804358"/>
            <a:ext cx="21284" cy="2929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8" name="g2clk"/>
          <p:cNvCxnSpPr/>
          <p:nvPr/>
        </p:nvCxnSpPr>
        <p:spPr>
          <a:xfrm flipV="1">
            <a:off x="10461152" y="2768976"/>
            <a:ext cx="24229" cy="2691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9" name="g2clk"/>
          <p:cNvCxnSpPr/>
          <p:nvPr/>
        </p:nvCxnSpPr>
        <p:spPr>
          <a:xfrm flipV="1">
            <a:off x="10418717" y="2729222"/>
            <a:ext cx="26910" cy="2422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0" name="g2clk"/>
          <p:cNvCxnSpPr/>
          <p:nvPr/>
        </p:nvCxnSpPr>
        <p:spPr>
          <a:xfrm flipV="1">
            <a:off x="10380951" y="2685530"/>
            <a:ext cx="29294" cy="2128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1" name="g2clk"/>
          <p:cNvCxnSpPr/>
          <p:nvPr/>
        </p:nvCxnSpPr>
        <p:spPr>
          <a:xfrm flipV="1">
            <a:off x="10321022" y="2588285"/>
            <a:ext cx="33079" cy="147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2" name="g2clk"/>
          <p:cNvCxnSpPr/>
          <p:nvPr/>
        </p:nvCxnSpPr>
        <p:spPr>
          <a:xfrm flipV="1">
            <a:off x="10299515" y="2535798"/>
            <a:ext cx="34438" cy="1119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3" name="g2clk"/>
          <p:cNvCxnSpPr/>
          <p:nvPr/>
        </p:nvCxnSpPr>
        <p:spPr>
          <a:xfrm flipV="1">
            <a:off x="10283983" y="2481493"/>
            <a:ext cx="35419" cy="75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4" name="g2clk"/>
          <p:cNvCxnSpPr/>
          <p:nvPr/>
        </p:nvCxnSpPr>
        <p:spPr>
          <a:xfrm flipV="1">
            <a:off x="10274595" y="2425964"/>
            <a:ext cx="36012" cy="378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5" name="g2clk"/>
          <p:cNvCxnSpPr/>
          <p:nvPr/>
        </p:nvCxnSpPr>
        <p:spPr>
          <a:xfrm>
            <a:off x="10274595" y="2309890"/>
            <a:ext cx="36012" cy="378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6" name="g2clk"/>
          <p:cNvCxnSpPr/>
          <p:nvPr/>
        </p:nvCxnSpPr>
        <p:spPr>
          <a:xfrm>
            <a:off x="10283983" y="2250618"/>
            <a:ext cx="35419" cy="75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7" name="g2clk"/>
          <p:cNvCxnSpPr/>
          <p:nvPr/>
        </p:nvCxnSpPr>
        <p:spPr>
          <a:xfrm>
            <a:off x="10299515" y="2192651"/>
            <a:ext cx="34438" cy="1119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8" name="g2clk"/>
          <p:cNvCxnSpPr/>
          <p:nvPr/>
        </p:nvCxnSpPr>
        <p:spPr>
          <a:xfrm>
            <a:off x="10321022" y="2136626"/>
            <a:ext cx="33079" cy="147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9" name="g2clk"/>
          <p:cNvCxnSpPr/>
          <p:nvPr/>
        </p:nvCxnSpPr>
        <p:spPr>
          <a:xfrm>
            <a:off x="10380951" y="2032825"/>
            <a:ext cx="29294" cy="2128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50" name="g2clk"/>
          <p:cNvCxnSpPr/>
          <p:nvPr/>
        </p:nvCxnSpPr>
        <p:spPr>
          <a:xfrm>
            <a:off x="10418717" y="1986188"/>
            <a:ext cx="26910" cy="2422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51" name="g2clk"/>
          <p:cNvCxnSpPr/>
          <p:nvPr/>
        </p:nvCxnSpPr>
        <p:spPr>
          <a:xfrm>
            <a:off x="10461152" y="1943753"/>
            <a:ext cx="24229" cy="2691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52" name="g2clk"/>
          <p:cNvCxnSpPr/>
          <p:nvPr/>
        </p:nvCxnSpPr>
        <p:spPr>
          <a:xfrm>
            <a:off x="10507789" y="1905987"/>
            <a:ext cx="21284" cy="2929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53" name="g2clk"/>
          <p:cNvCxnSpPr/>
          <p:nvPr/>
        </p:nvCxnSpPr>
        <p:spPr>
          <a:xfrm>
            <a:off x="10611590" y="1846058"/>
            <a:ext cx="14728" cy="3307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54" name="g2clk"/>
          <p:cNvCxnSpPr/>
          <p:nvPr/>
        </p:nvCxnSpPr>
        <p:spPr>
          <a:xfrm>
            <a:off x="10667615" y="1824551"/>
            <a:ext cx="11190" cy="3443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55" name="g2clk"/>
          <p:cNvCxnSpPr/>
          <p:nvPr/>
        </p:nvCxnSpPr>
        <p:spPr>
          <a:xfrm>
            <a:off x="10725582" y="1809019"/>
            <a:ext cx="7528" cy="3541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56" name="g2clk"/>
          <p:cNvCxnSpPr/>
          <p:nvPr/>
        </p:nvCxnSpPr>
        <p:spPr>
          <a:xfrm>
            <a:off x="10784854" y="1799631"/>
            <a:ext cx="3785" cy="3601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57" name="g2clk"/>
          <p:cNvCxnSpPr/>
          <p:nvPr/>
        </p:nvCxnSpPr>
        <p:spPr>
          <a:xfrm>
            <a:off x="10844784" y="1796491"/>
            <a:ext cx="0" cy="78455"/>
          </a:xfrm>
          <a:prstGeom prst="line">
            <a:avLst/>
          </a:prstGeom>
          <a:ln w="1676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58" name="g2clk"/>
          <p:cNvCxnSpPr/>
          <p:nvPr/>
        </p:nvCxnSpPr>
        <p:spPr>
          <a:xfrm flipH="1">
            <a:off x="11104290" y="1873302"/>
            <a:ext cx="27158" cy="47039"/>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59" name="g2clk"/>
          <p:cNvCxnSpPr/>
          <p:nvPr/>
        </p:nvCxnSpPr>
        <p:spPr>
          <a:xfrm flipH="1">
            <a:off x="11294262" y="2083155"/>
            <a:ext cx="47039" cy="27158"/>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60" name="g2clk"/>
          <p:cNvCxnSpPr/>
          <p:nvPr/>
        </p:nvCxnSpPr>
        <p:spPr>
          <a:xfrm flipH="1">
            <a:off x="11339657" y="2369820"/>
            <a:ext cx="78455" cy="0"/>
          </a:xfrm>
          <a:prstGeom prst="line">
            <a:avLst/>
          </a:prstGeom>
          <a:ln w="1676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61" name="g2clk"/>
          <p:cNvCxnSpPr/>
          <p:nvPr/>
        </p:nvCxnSpPr>
        <p:spPr>
          <a:xfrm flipH="1" flipV="1">
            <a:off x="11294262" y="2629326"/>
            <a:ext cx="47039" cy="27158"/>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62" name="g2clk"/>
          <p:cNvCxnSpPr/>
          <p:nvPr/>
        </p:nvCxnSpPr>
        <p:spPr>
          <a:xfrm flipH="1" flipV="1">
            <a:off x="11104290" y="2819298"/>
            <a:ext cx="27158" cy="47039"/>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63" name="g2clk"/>
          <p:cNvCxnSpPr/>
          <p:nvPr/>
        </p:nvCxnSpPr>
        <p:spPr>
          <a:xfrm flipV="1">
            <a:off x="10844784" y="2864693"/>
            <a:ext cx="0" cy="78455"/>
          </a:xfrm>
          <a:prstGeom prst="line">
            <a:avLst/>
          </a:prstGeom>
          <a:ln w="1676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64" name="g2clk"/>
          <p:cNvCxnSpPr/>
          <p:nvPr/>
        </p:nvCxnSpPr>
        <p:spPr>
          <a:xfrm flipV="1">
            <a:off x="10558119" y="2819298"/>
            <a:ext cx="27158" cy="47039"/>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65" name="g2clk"/>
          <p:cNvCxnSpPr/>
          <p:nvPr/>
        </p:nvCxnSpPr>
        <p:spPr>
          <a:xfrm flipV="1">
            <a:off x="10348266" y="2629326"/>
            <a:ext cx="47039" cy="27158"/>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66" name="g2clk"/>
          <p:cNvCxnSpPr/>
          <p:nvPr/>
        </p:nvCxnSpPr>
        <p:spPr>
          <a:xfrm>
            <a:off x="10271455" y="2369820"/>
            <a:ext cx="78455" cy="0"/>
          </a:xfrm>
          <a:prstGeom prst="line">
            <a:avLst/>
          </a:prstGeom>
          <a:ln w="1676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67" name="g2clk"/>
          <p:cNvCxnSpPr/>
          <p:nvPr/>
        </p:nvCxnSpPr>
        <p:spPr>
          <a:xfrm>
            <a:off x="10348266" y="2083155"/>
            <a:ext cx="47039" cy="27158"/>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68" name="g2clk"/>
          <p:cNvCxnSpPr/>
          <p:nvPr/>
        </p:nvCxnSpPr>
        <p:spPr>
          <a:xfrm>
            <a:off x="10558119" y="1873302"/>
            <a:ext cx="27158" cy="47039"/>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169" name="g2clk"/>
          <p:cNvSpPr txBox="1"/>
          <p:nvPr/>
        </p:nvSpPr>
        <p:spPr>
          <a:xfrm>
            <a:off x="10912815" y="1913834"/>
            <a:ext cx="274320" cy="201168"/>
          </a:xfrm>
          <a:prstGeom prst="rect">
            <a:avLst/>
          </a:prstGeom>
          <a:noFill/>
        </p:spPr>
        <p:txBody>
          <a:bodyPr wrap="none" lIns="0" rIns="0" tIns="0" bIns="0" anchor="ctr">
            <a:spAutoFit/>
          </a:bodyPr>
          <a:lstStyle/>
          <a:p>
            <a:pPr algn="ctr"/>
            <a:r>
              <a:rPr sz="990" b="1" i="0">
                <a:solidFill>
                  <a:srgbClr val="1F2430"/>
                </a:solidFill>
                <a:latin typeface="PT Sans"/>
              </a:rPr>
              <a:t>1</a:t>
            </a:r>
          </a:p>
        </p:txBody>
      </p:sp>
      <p:sp>
        <p:nvSpPr>
          <p:cNvPr id="170" name="g2clk"/>
          <p:cNvSpPr txBox="1"/>
          <p:nvPr/>
        </p:nvSpPr>
        <p:spPr>
          <a:xfrm>
            <a:off x="11063025" y="2064044"/>
            <a:ext cx="274320" cy="201168"/>
          </a:xfrm>
          <a:prstGeom prst="rect">
            <a:avLst/>
          </a:prstGeom>
          <a:noFill/>
        </p:spPr>
        <p:txBody>
          <a:bodyPr wrap="none" lIns="0" rIns="0" tIns="0" bIns="0" anchor="ctr">
            <a:spAutoFit/>
          </a:bodyPr>
          <a:lstStyle/>
          <a:p>
            <a:pPr algn="ctr"/>
            <a:r>
              <a:rPr sz="990" b="1" i="0">
                <a:solidFill>
                  <a:srgbClr val="1F2430"/>
                </a:solidFill>
                <a:latin typeface="PT Sans"/>
              </a:rPr>
              <a:t>2</a:t>
            </a:r>
          </a:p>
        </p:txBody>
      </p:sp>
      <p:sp>
        <p:nvSpPr>
          <p:cNvPr id="171" name="g2clk"/>
          <p:cNvSpPr txBox="1"/>
          <p:nvPr/>
        </p:nvSpPr>
        <p:spPr>
          <a:xfrm>
            <a:off x="11118006" y="2269236"/>
            <a:ext cx="274320" cy="201168"/>
          </a:xfrm>
          <a:prstGeom prst="rect">
            <a:avLst/>
          </a:prstGeom>
          <a:noFill/>
        </p:spPr>
        <p:txBody>
          <a:bodyPr wrap="none" lIns="0" rIns="0" tIns="0" bIns="0" anchor="ctr">
            <a:spAutoFit/>
          </a:bodyPr>
          <a:lstStyle/>
          <a:p>
            <a:pPr algn="ctr"/>
            <a:r>
              <a:rPr sz="990" b="1" i="0">
                <a:solidFill>
                  <a:srgbClr val="1F2430"/>
                </a:solidFill>
                <a:latin typeface="PT Sans"/>
              </a:rPr>
              <a:t>3</a:t>
            </a:r>
          </a:p>
        </p:txBody>
      </p:sp>
      <p:sp>
        <p:nvSpPr>
          <p:cNvPr id="172" name="g2clk"/>
          <p:cNvSpPr txBox="1"/>
          <p:nvPr/>
        </p:nvSpPr>
        <p:spPr>
          <a:xfrm>
            <a:off x="11063025" y="2474427"/>
            <a:ext cx="274320" cy="201168"/>
          </a:xfrm>
          <a:prstGeom prst="rect">
            <a:avLst/>
          </a:prstGeom>
          <a:noFill/>
        </p:spPr>
        <p:txBody>
          <a:bodyPr wrap="none" lIns="0" rIns="0" tIns="0" bIns="0" anchor="ctr">
            <a:spAutoFit/>
          </a:bodyPr>
          <a:lstStyle/>
          <a:p>
            <a:pPr algn="ctr"/>
            <a:r>
              <a:rPr sz="990" b="1" i="0">
                <a:solidFill>
                  <a:srgbClr val="1F2430"/>
                </a:solidFill>
                <a:latin typeface="PT Sans"/>
              </a:rPr>
              <a:t>4</a:t>
            </a:r>
          </a:p>
        </p:txBody>
      </p:sp>
      <p:sp>
        <p:nvSpPr>
          <p:cNvPr id="173" name="g2clk"/>
          <p:cNvSpPr txBox="1"/>
          <p:nvPr/>
        </p:nvSpPr>
        <p:spPr>
          <a:xfrm>
            <a:off x="10912815" y="2624637"/>
            <a:ext cx="274320" cy="201168"/>
          </a:xfrm>
          <a:prstGeom prst="rect">
            <a:avLst/>
          </a:prstGeom>
          <a:noFill/>
        </p:spPr>
        <p:txBody>
          <a:bodyPr wrap="none" lIns="0" rIns="0" tIns="0" bIns="0" anchor="ctr">
            <a:spAutoFit/>
          </a:bodyPr>
          <a:lstStyle/>
          <a:p>
            <a:pPr algn="ctr"/>
            <a:r>
              <a:rPr sz="990" b="1" i="0">
                <a:solidFill>
                  <a:srgbClr val="1F2430"/>
                </a:solidFill>
                <a:latin typeface="PT Sans"/>
              </a:rPr>
              <a:t>5</a:t>
            </a:r>
          </a:p>
        </p:txBody>
      </p:sp>
      <p:sp>
        <p:nvSpPr>
          <p:cNvPr id="174" name="g2clk"/>
          <p:cNvSpPr txBox="1"/>
          <p:nvPr/>
        </p:nvSpPr>
        <p:spPr>
          <a:xfrm>
            <a:off x="10707624" y="2679618"/>
            <a:ext cx="274320" cy="201168"/>
          </a:xfrm>
          <a:prstGeom prst="rect">
            <a:avLst/>
          </a:prstGeom>
          <a:noFill/>
        </p:spPr>
        <p:txBody>
          <a:bodyPr wrap="none" lIns="0" rIns="0" tIns="0" bIns="0" anchor="ctr">
            <a:spAutoFit/>
          </a:bodyPr>
          <a:lstStyle/>
          <a:p>
            <a:pPr algn="ctr"/>
            <a:r>
              <a:rPr sz="990" b="1" i="0">
                <a:solidFill>
                  <a:srgbClr val="1F2430"/>
                </a:solidFill>
                <a:latin typeface="PT Sans"/>
              </a:rPr>
              <a:t>6</a:t>
            </a:r>
          </a:p>
        </p:txBody>
      </p:sp>
      <p:sp>
        <p:nvSpPr>
          <p:cNvPr id="175" name="g2clk"/>
          <p:cNvSpPr txBox="1"/>
          <p:nvPr/>
        </p:nvSpPr>
        <p:spPr>
          <a:xfrm>
            <a:off x="10502432" y="2624637"/>
            <a:ext cx="274320" cy="201168"/>
          </a:xfrm>
          <a:prstGeom prst="rect">
            <a:avLst/>
          </a:prstGeom>
          <a:noFill/>
        </p:spPr>
        <p:txBody>
          <a:bodyPr wrap="none" lIns="0" rIns="0" tIns="0" bIns="0" anchor="ctr">
            <a:spAutoFit/>
          </a:bodyPr>
          <a:lstStyle/>
          <a:p>
            <a:pPr algn="ctr"/>
            <a:r>
              <a:rPr sz="990" b="1" i="0">
                <a:solidFill>
                  <a:srgbClr val="1F2430"/>
                </a:solidFill>
                <a:latin typeface="PT Sans"/>
              </a:rPr>
              <a:t>7</a:t>
            </a:r>
          </a:p>
        </p:txBody>
      </p:sp>
      <p:sp>
        <p:nvSpPr>
          <p:cNvPr id="176" name="g2clk"/>
          <p:cNvSpPr txBox="1"/>
          <p:nvPr/>
        </p:nvSpPr>
        <p:spPr>
          <a:xfrm>
            <a:off x="10352222" y="2474427"/>
            <a:ext cx="274320" cy="201168"/>
          </a:xfrm>
          <a:prstGeom prst="rect">
            <a:avLst/>
          </a:prstGeom>
          <a:noFill/>
        </p:spPr>
        <p:txBody>
          <a:bodyPr wrap="none" lIns="0" rIns="0" tIns="0" bIns="0" anchor="ctr">
            <a:spAutoFit/>
          </a:bodyPr>
          <a:lstStyle/>
          <a:p>
            <a:pPr algn="ctr"/>
            <a:r>
              <a:rPr sz="990" b="1" i="0">
                <a:solidFill>
                  <a:srgbClr val="1F2430"/>
                </a:solidFill>
                <a:latin typeface="PT Sans"/>
              </a:rPr>
              <a:t>8</a:t>
            </a:r>
          </a:p>
        </p:txBody>
      </p:sp>
      <p:sp>
        <p:nvSpPr>
          <p:cNvPr id="177" name="g2clk"/>
          <p:cNvSpPr txBox="1"/>
          <p:nvPr/>
        </p:nvSpPr>
        <p:spPr>
          <a:xfrm>
            <a:off x="10297241" y="2269236"/>
            <a:ext cx="274320" cy="201168"/>
          </a:xfrm>
          <a:prstGeom prst="rect">
            <a:avLst/>
          </a:prstGeom>
          <a:noFill/>
        </p:spPr>
        <p:txBody>
          <a:bodyPr wrap="none" lIns="0" rIns="0" tIns="0" bIns="0" anchor="ctr">
            <a:spAutoFit/>
          </a:bodyPr>
          <a:lstStyle/>
          <a:p>
            <a:pPr algn="ctr"/>
            <a:r>
              <a:rPr sz="990" b="1" i="0">
                <a:solidFill>
                  <a:srgbClr val="1F2430"/>
                </a:solidFill>
                <a:latin typeface="PT Sans"/>
              </a:rPr>
              <a:t>9</a:t>
            </a:r>
          </a:p>
        </p:txBody>
      </p:sp>
      <p:sp>
        <p:nvSpPr>
          <p:cNvPr id="178" name="g2clk"/>
          <p:cNvSpPr txBox="1"/>
          <p:nvPr/>
        </p:nvSpPr>
        <p:spPr>
          <a:xfrm>
            <a:off x="10352222" y="2064044"/>
            <a:ext cx="274320" cy="201168"/>
          </a:xfrm>
          <a:prstGeom prst="rect">
            <a:avLst/>
          </a:prstGeom>
          <a:noFill/>
        </p:spPr>
        <p:txBody>
          <a:bodyPr wrap="none" lIns="0" rIns="0" tIns="0" bIns="0" anchor="ctr">
            <a:spAutoFit/>
          </a:bodyPr>
          <a:lstStyle/>
          <a:p>
            <a:pPr algn="ctr"/>
            <a:r>
              <a:rPr sz="990" b="1" i="0">
                <a:solidFill>
                  <a:srgbClr val="1F2430"/>
                </a:solidFill>
                <a:latin typeface="PT Sans"/>
              </a:rPr>
              <a:t>10</a:t>
            </a:r>
          </a:p>
        </p:txBody>
      </p:sp>
      <p:sp>
        <p:nvSpPr>
          <p:cNvPr id="179" name="g2clk"/>
          <p:cNvSpPr txBox="1"/>
          <p:nvPr/>
        </p:nvSpPr>
        <p:spPr>
          <a:xfrm>
            <a:off x="10502432" y="1913834"/>
            <a:ext cx="274320" cy="201168"/>
          </a:xfrm>
          <a:prstGeom prst="rect">
            <a:avLst/>
          </a:prstGeom>
          <a:noFill/>
        </p:spPr>
        <p:txBody>
          <a:bodyPr wrap="none" lIns="0" rIns="0" tIns="0" bIns="0" anchor="ctr">
            <a:spAutoFit/>
          </a:bodyPr>
          <a:lstStyle/>
          <a:p>
            <a:pPr algn="ctr"/>
            <a:r>
              <a:rPr sz="990" b="1" i="0">
                <a:solidFill>
                  <a:srgbClr val="1F2430"/>
                </a:solidFill>
                <a:latin typeface="PT Sans"/>
              </a:rPr>
              <a:t>11</a:t>
            </a:r>
          </a:p>
        </p:txBody>
      </p:sp>
      <p:sp>
        <p:nvSpPr>
          <p:cNvPr id="180" name="g2clk"/>
          <p:cNvSpPr txBox="1"/>
          <p:nvPr/>
        </p:nvSpPr>
        <p:spPr>
          <a:xfrm>
            <a:off x="10707624" y="1858853"/>
            <a:ext cx="274320" cy="201168"/>
          </a:xfrm>
          <a:prstGeom prst="rect">
            <a:avLst/>
          </a:prstGeom>
          <a:noFill/>
        </p:spPr>
        <p:txBody>
          <a:bodyPr wrap="none" lIns="0" rIns="0" tIns="0" bIns="0" anchor="ctr">
            <a:spAutoFit/>
          </a:bodyPr>
          <a:lstStyle/>
          <a:p>
            <a:pPr algn="ctr"/>
            <a:r>
              <a:rPr sz="990" b="1" i="0">
                <a:solidFill>
                  <a:srgbClr val="1F2430"/>
                </a:solidFill>
                <a:latin typeface="PT Sans"/>
              </a:rPr>
              <a:t>12</a:t>
            </a:r>
          </a:p>
        </p:txBody>
      </p:sp>
      <p:cxnSp>
        <p:nvCxnSpPr>
          <p:cNvPr id="181" name="g2clk"/>
          <p:cNvCxnSpPr/>
          <p:nvPr/>
        </p:nvCxnSpPr>
        <p:spPr>
          <a:xfrm>
            <a:off x="10844784" y="2369820"/>
            <a:ext cx="78099" cy="291470"/>
          </a:xfrm>
          <a:prstGeom prst="line">
            <a:avLst/>
          </a:prstGeom>
          <a:ln w="58674"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g2clk"/>
          <p:cNvCxnSpPr/>
          <p:nvPr/>
        </p:nvCxnSpPr>
        <p:spPr>
          <a:xfrm>
            <a:off x="10844784" y="2369820"/>
            <a:ext cx="0" cy="482803"/>
          </a:xfrm>
          <a:prstGeom prst="line">
            <a:avLst/>
          </a:prstGeom>
          <a:ln w="35204" cap="rnd">
            <a:solidFill>
              <a:srgbClr val="2441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g2clk"/>
          <p:cNvSpPr/>
          <p:nvPr/>
        </p:nvSpPr>
        <p:spPr>
          <a:xfrm>
            <a:off x="10811591" y="2336627"/>
            <a:ext cx="66385" cy="66385"/>
          </a:xfrm>
          <a:prstGeom prst="ellipse">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21/26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Саат канча?</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2:00</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Саат канча?</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5:30</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Узун жебе 8де. Канча мүнөт?</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40 мүнөт</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2 саат = □ мүнөт</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120</a:t>
            </a:r>
          </a:p>
        </p:txBody>
      </p:sp>
      <p:sp>
        <p:nvSpPr>
          <p:cNvPr id="26" name="Rounded Rectangle 25"/>
          <p:cNvSpPr/>
          <p:nvPr/>
        </p:nvSpPr>
        <p:spPr>
          <a:xfrm>
            <a:off x="429768"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66928"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5</a:t>
            </a:r>
          </a:p>
        </p:txBody>
      </p:sp>
      <p:sp>
        <p:nvSpPr>
          <p:cNvPr id="28" name="TextBox 27"/>
          <p:cNvSpPr txBox="1"/>
          <p:nvPr/>
        </p:nvSpPr>
        <p:spPr>
          <a:xfrm>
            <a:off x="1115568"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6:45тен 7:10го чейин канча мүнөт?</a:t>
            </a:r>
          </a:p>
        </p:txBody>
      </p:sp>
      <p:sp>
        <p:nvSpPr>
          <p:cNvPr id="29" name="TextBox 28"/>
          <p:cNvSpPr txBox="1"/>
          <p:nvPr/>
        </p:nvSpPr>
        <p:spPr>
          <a:xfrm>
            <a:off x="4334804"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15 + 10 = 25 мүнөт</a:t>
            </a:r>
          </a:p>
        </p:txBody>
      </p:sp>
      <p:sp>
        <p:nvSpPr>
          <p:cNvPr id="30" name="Rounded Rectangle 29"/>
          <p:cNvSpPr/>
          <p:nvPr/>
        </p:nvSpPr>
        <p:spPr>
          <a:xfrm>
            <a:off x="6208776"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5936"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6</a:t>
            </a:r>
          </a:p>
        </p:txBody>
      </p:sp>
      <p:sp>
        <p:nvSpPr>
          <p:cNvPr id="32" name="TextBox 31"/>
          <p:cNvSpPr txBox="1"/>
          <p:nvPr/>
        </p:nvSpPr>
        <p:spPr>
          <a:xfrm>
            <a:off x="6894576"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Бүгүн жума күнү. 3 күндөн кийин кайсы күн?</a:t>
            </a:r>
          </a:p>
        </p:txBody>
      </p:sp>
      <p:sp>
        <p:nvSpPr>
          <p:cNvPr id="33" name="TextBox 32"/>
          <p:cNvSpPr txBox="1"/>
          <p:nvPr/>
        </p:nvSpPr>
        <p:spPr>
          <a:xfrm>
            <a:off x="10113812"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Дүйшөмбү</a:t>
            </a:r>
          </a:p>
        </p:txBody>
      </p:sp>
      <p:sp>
        <p:nvSpPr>
          <p:cNvPr id="34" name="g2clk"/>
          <p:cNvSpPr/>
          <p:nvPr/>
        </p:nvSpPr>
        <p:spPr>
          <a:xfrm>
            <a:off x="3291839" y="1399032"/>
            <a:ext cx="768096" cy="768096"/>
          </a:xfrm>
          <a:prstGeom prst="ellipse">
            <a:avLst/>
          </a:prstGeom>
          <a:solidFill>
            <a:srgbClr val="FFFFFF"/>
          </a:solidFill>
          <a:ln w="13868">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g2clk"/>
          <p:cNvCxnSpPr/>
          <p:nvPr/>
        </p:nvCxnSpPr>
        <p:spPr>
          <a:xfrm>
            <a:off x="3675887" y="1418234"/>
            <a:ext cx="0" cy="49926"/>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6" name="g2clk"/>
          <p:cNvCxnSpPr/>
          <p:nvPr/>
        </p:nvCxnSpPr>
        <p:spPr>
          <a:xfrm flipH="1">
            <a:off x="3841028" y="1467114"/>
            <a:ext cx="17282" cy="29934"/>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7" name="g2clk"/>
          <p:cNvCxnSpPr/>
          <p:nvPr/>
        </p:nvCxnSpPr>
        <p:spPr>
          <a:xfrm flipH="1">
            <a:off x="3961919" y="1600657"/>
            <a:ext cx="29934" cy="17282"/>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8" name="g2clk"/>
          <p:cNvCxnSpPr/>
          <p:nvPr/>
        </p:nvCxnSpPr>
        <p:spPr>
          <a:xfrm flipH="1">
            <a:off x="3990807" y="1783080"/>
            <a:ext cx="49926" cy="0"/>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9" name="g2clk"/>
          <p:cNvCxnSpPr/>
          <p:nvPr/>
        </p:nvCxnSpPr>
        <p:spPr>
          <a:xfrm flipH="1" flipV="1">
            <a:off x="3961919" y="1948220"/>
            <a:ext cx="29934" cy="17282"/>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0" name="g2clk"/>
          <p:cNvCxnSpPr/>
          <p:nvPr/>
        </p:nvCxnSpPr>
        <p:spPr>
          <a:xfrm flipH="1" flipV="1">
            <a:off x="3841028" y="2069111"/>
            <a:ext cx="17282" cy="29934"/>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1" name="g2clk"/>
          <p:cNvCxnSpPr/>
          <p:nvPr/>
        </p:nvCxnSpPr>
        <p:spPr>
          <a:xfrm flipV="1">
            <a:off x="3675887" y="2097999"/>
            <a:ext cx="0" cy="49926"/>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2" name="g2clk"/>
          <p:cNvCxnSpPr/>
          <p:nvPr/>
        </p:nvCxnSpPr>
        <p:spPr>
          <a:xfrm flipV="1">
            <a:off x="3493465" y="2069111"/>
            <a:ext cx="17282" cy="29934"/>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3" name="g2clk"/>
          <p:cNvCxnSpPr/>
          <p:nvPr/>
        </p:nvCxnSpPr>
        <p:spPr>
          <a:xfrm flipV="1">
            <a:off x="3359922" y="1948220"/>
            <a:ext cx="29934" cy="17282"/>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4" name="g2clk"/>
          <p:cNvCxnSpPr/>
          <p:nvPr/>
        </p:nvCxnSpPr>
        <p:spPr>
          <a:xfrm>
            <a:off x="3311042" y="1783080"/>
            <a:ext cx="49926" cy="0"/>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5" name="g2clk"/>
          <p:cNvCxnSpPr/>
          <p:nvPr/>
        </p:nvCxnSpPr>
        <p:spPr>
          <a:xfrm>
            <a:off x="3359922" y="1600657"/>
            <a:ext cx="29934" cy="17282"/>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6" name="g2clk"/>
          <p:cNvCxnSpPr/>
          <p:nvPr/>
        </p:nvCxnSpPr>
        <p:spPr>
          <a:xfrm>
            <a:off x="3493465" y="1467114"/>
            <a:ext cx="17282" cy="29934"/>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47" name="g2clk"/>
          <p:cNvSpPr txBox="1"/>
          <p:nvPr/>
        </p:nvSpPr>
        <p:spPr>
          <a:xfrm>
            <a:off x="3661623" y="1506210"/>
            <a:ext cx="274320" cy="128016"/>
          </a:xfrm>
          <a:prstGeom prst="rect">
            <a:avLst/>
          </a:prstGeom>
          <a:noFill/>
        </p:spPr>
        <p:txBody>
          <a:bodyPr wrap="none" lIns="0" rIns="0" tIns="0" bIns="0" anchor="ctr">
            <a:spAutoFit/>
          </a:bodyPr>
          <a:lstStyle/>
          <a:p>
            <a:pPr algn="ctr"/>
            <a:r>
              <a:rPr sz="630" b="1" i="0">
                <a:solidFill>
                  <a:srgbClr val="1F2430"/>
                </a:solidFill>
                <a:latin typeface="PT Sans"/>
              </a:rPr>
              <a:t>1</a:t>
            </a:r>
          </a:p>
        </p:txBody>
      </p:sp>
      <p:sp>
        <p:nvSpPr>
          <p:cNvPr id="48" name="g2clk"/>
          <p:cNvSpPr txBox="1"/>
          <p:nvPr/>
        </p:nvSpPr>
        <p:spPr>
          <a:xfrm>
            <a:off x="3751589" y="1596176"/>
            <a:ext cx="274320" cy="128016"/>
          </a:xfrm>
          <a:prstGeom prst="rect">
            <a:avLst/>
          </a:prstGeom>
          <a:noFill/>
        </p:spPr>
        <p:txBody>
          <a:bodyPr wrap="none" lIns="0" rIns="0" tIns="0" bIns="0" anchor="ctr">
            <a:spAutoFit/>
          </a:bodyPr>
          <a:lstStyle/>
          <a:p>
            <a:pPr algn="ctr"/>
            <a:r>
              <a:rPr sz="630" b="1" i="0">
                <a:solidFill>
                  <a:srgbClr val="1F2430"/>
                </a:solidFill>
                <a:latin typeface="PT Sans"/>
              </a:rPr>
              <a:t>2</a:t>
            </a:r>
          </a:p>
        </p:txBody>
      </p:sp>
      <p:sp>
        <p:nvSpPr>
          <p:cNvPr id="49" name="g2clk"/>
          <p:cNvSpPr txBox="1"/>
          <p:nvPr/>
        </p:nvSpPr>
        <p:spPr>
          <a:xfrm>
            <a:off x="3784518" y="1719072"/>
            <a:ext cx="274320" cy="128016"/>
          </a:xfrm>
          <a:prstGeom prst="rect">
            <a:avLst/>
          </a:prstGeom>
          <a:noFill/>
        </p:spPr>
        <p:txBody>
          <a:bodyPr wrap="none" lIns="0" rIns="0" tIns="0" bIns="0" anchor="ctr">
            <a:spAutoFit/>
          </a:bodyPr>
          <a:lstStyle/>
          <a:p>
            <a:pPr algn="ctr"/>
            <a:r>
              <a:rPr sz="630" b="1" i="0">
                <a:solidFill>
                  <a:srgbClr val="1F2430"/>
                </a:solidFill>
                <a:latin typeface="PT Sans"/>
              </a:rPr>
              <a:t>3</a:t>
            </a:r>
          </a:p>
        </p:txBody>
      </p:sp>
      <p:sp>
        <p:nvSpPr>
          <p:cNvPr id="50" name="g2clk"/>
          <p:cNvSpPr txBox="1"/>
          <p:nvPr/>
        </p:nvSpPr>
        <p:spPr>
          <a:xfrm>
            <a:off x="3751589" y="1841967"/>
            <a:ext cx="274320" cy="128016"/>
          </a:xfrm>
          <a:prstGeom prst="rect">
            <a:avLst/>
          </a:prstGeom>
          <a:noFill/>
        </p:spPr>
        <p:txBody>
          <a:bodyPr wrap="none" lIns="0" rIns="0" tIns="0" bIns="0" anchor="ctr">
            <a:spAutoFit/>
          </a:bodyPr>
          <a:lstStyle/>
          <a:p>
            <a:pPr algn="ctr"/>
            <a:r>
              <a:rPr sz="630" b="1" i="0">
                <a:solidFill>
                  <a:srgbClr val="1F2430"/>
                </a:solidFill>
                <a:latin typeface="PT Sans"/>
              </a:rPr>
              <a:t>4</a:t>
            </a:r>
          </a:p>
        </p:txBody>
      </p:sp>
      <p:sp>
        <p:nvSpPr>
          <p:cNvPr id="51" name="g2clk"/>
          <p:cNvSpPr txBox="1"/>
          <p:nvPr/>
        </p:nvSpPr>
        <p:spPr>
          <a:xfrm>
            <a:off x="3661623" y="1931933"/>
            <a:ext cx="274320" cy="128016"/>
          </a:xfrm>
          <a:prstGeom prst="rect">
            <a:avLst/>
          </a:prstGeom>
          <a:noFill/>
        </p:spPr>
        <p:txBody>
          <a:bodyPr wrap="none" lIns="0" rIns="0" tIns="0" bIns="0" anchor="ctr">
            <a:spAutoFit/>
          </a:bodyPr>
          <a:lstStyle/>
          <a:p>
            <a:pPr algn="ctr"/>
            <a:r>
              <a:rPr sz="630" b="1" i="0">
                <a:solidFill>
                  <a:srgbClr val="1F2430"/>
                </a:solidFill>
                <a:latin typeface="PT Sans"/>
              </a:rPr>
              <a:t>5</a:t>
            </a:r>
          </a:p>
        </p:txBody>
      </p:sp>
      <p:sp>
        <p:nvSpPr>
          <p:cNvPr id="52" name="g2clk"/>
          <p:cNvSpPr txBox="1"/>
          <p:nvPr/>
        </p:nvSpPr>
        <p:spPr>
          <a:xfrm>
            <a:off x="3538727" y="1964862"/>
            <a:ext cx="274320" cy="128016"/>
          </a:xfrm>
          <a:prstGeom prst="rect">
            <a:avLst/>
          </a:prstGeom>
          <a:noFill/>
        </p:spPr>
        <p:txBody>
          <a:bodyPr wrap="none" lIns="0" rIns="0" tIns="0" bIns="0" anchor="ctr">
            <a:spAutoFit/>
          </a:bodyPr>
          <a:lstStyle/>
          <a:p>
            <a:pPr algn="ctr"/>
            <a:r>
              <a:rPr sz="630" b="1" i="0">
                <a:solidFill>
                  <a:srgbClr val="1F2430"/>
                </a:solidFill>
                <a:latin typeface="PT Sans"/>
              </a:rPr>
              <a:t>6</a:t>
            </a:r>
          </a:p>
        </p:txBody>
      </p:sp>
      <p:sp>
        <p:nvSpPr>
          <p:cNvPr id="53" name="g2clk"/>
          <p:cNvSpPr txBox="1"/>
          <p:nvPr/>
        </p:nvSpPr>
        <p:spPr>
          <a:xfrm>
            <a:off x="3415832" y="1931933"/>
            <a:ext cx="274320" cy="128016"/>
          </a:xfrm>
          <a:prstGeom prst="rect">
            <a:avLst/>
          </a:prstGeom>
          <a:noFill/>
        </p:spPr>
        <p:txBody>
          <a:bodyPr wrap="none" lIns="0" rIns="0" tIns="0" bIns="0" anchor="ctr">
            <a:spAutoFit/>
          </a:bodyPr>
          <a:lstStyle/>
          <a:p>
            <a:pPr algn="ctr"/>
            <a:r>
              <a:rPr sz="630" b="1" i="0">
                <a:solidFill>
                  <a:srgbClr val="1F2430"/>
                </a:solidFill>
                <a:latin typeface="PT Sans"/>
              </a:rPr>
              <a:t>7</a:t>
            </a:r>
          </a:p>
        </p:txBody>
      </p:sp>
      <p:sp>
        <p:nvSpPr>
          <p:cNvPr id="54" name="g2clk"/>
          <p:cNvSpPr txBox="1"/>
          <p:nvPr/>
        </p:nvSpPr>
        <p:spPr>
          <a:xfrm>
            <a:off x="3325866" y="1841967"/>
            <a:ext cx="274320" cy="128016"/>
          </a:xfrm>
          <a:prstGeom prst="rect">
            <a:avLst/>
          </a:prstGeom>
          <a:noFill/>
        </p:spPr>
        <p:txBody>
          <a:bodyPr wrap="none" lIns="0" rIns="0" tIns="0" bIns="0" anchor="ctr">
            <a:spAutoFit/>
          </a:bodyPr>
          <a:lstStyle/>
          <a:p>
            <a:pPr algn="ctr"/>
            <a:r>
              <a:rPr sz="630" b="1" i="0">
                <a:solidFill>
                  <a:srgbClr val="1F2430"/>
                </a:solidFill>
                <a:latin typeface="PT Sans"/>
              </a:rPr>
              <a:t>8</a:t>
            </a:r>
          </a:p>
        </p:txBody>
      </p:sp>
      <p:sp>
        <p:nvSpPr>
          <p:cNvPr id="55" name="g2clk"/>
          <p:cNvSpPr txBox="1"/>
          <p:nvPr/>
        </p:nvSpPr>
        <p:spPr>
          <a:xfrm>
            <a:off x="3292937" y="1719072"/>
            <a:ext cx="274320" cy="128016"/>
          </a:xfrm>
          <a:prstGeom prst="rect">
            <a:avLst/>
          </a:prstGeom>
          <a:noFill/>
        </p:spPr>
        <p:txBody>
          <a:bodyPr wrap="none" lIns="0" rIns="0" tIns="0" bIns="0" anchor="ctr">
            <a:spAutoFit/>
          </a:bodyPr>
          <a:lstStyle/>
          <a:p>
            <a:pPr algn="ctr"/>
            <a:r>
              <a:rPr sz="630" b="1" i="0">
                <a:solidFill>
                  <a:srgbClr val="1F2430"/>
                </a:solidFill>
                <a:latin typeface="PT Sans"/>
              </a:rPr>
              <a:t>9</a:t>
            </a:r>
          </a:p>
        </p:txBody>
      </p:sp>
      <p:sp>
        <p:nvSpPr>
          <p:cNvPr id="56" name="g2clk"/>
          <p:cNvSpPr txBox="1"/>
          <p:nvPr/>
        </p:nvSpPr>
        <p:spPr>
          <a:xfrm>
            <a:off x="3325866" y="1596176"/>
            <a:ext cx="274320" cy="128016"/>
          </a:xfrm>
          <a:prstGeom prst="rect">
            <a:avLst/>
          </a:prstGeom>
          <a:noFill/>
        </p:spPr>
        <p:txBody>
          <a:bodyPr wrap="none" lIns="0" rIns="0" tIns="0" bIns="0" anchor="ctr">
            <a:spAutoFit/>
          </a:bodyPr>
          <a:lstStyle/>
          <a:p>
            <a:pPr algn="ctr"/>
            <a:r>
              <a:rPr sz="630" b="1" i="0">
                <a:solidFill>
                  <a:srgbClr val="1F2430"/>
                </a:solidFill>
                <a:latin typeface="PT Sans"/>
              </a:rPr>
              <a:t>10</a:t>
            </a:r>
          </a:p>
        </p:txBody>
      </p:sp>
      <p:sp>
        <p:nvSpPr>
          <p:cNvPr id="57" name="g2clk"/>
          <p:cNvSpPr txBox="1"/>
          <p:nvPr/>
        </p:nvSpPr>
        <p:spPr>
          <a:xfrm>
            <a:off x="3415832" y="1506210"/>
            <a:ext cx="274320" cy="128016"/>
          </a:xfrm>
          <a:prstGeom prst="rect">
            <a:avLst/>
          </a:prstGeom>
          <a:noFill/>
        </p:spPr>
        <p:txBody>
          <a:bodyPr wrap="none" lIns="0" rIns="0" tIns="0" bIns="0" anchor="ctr">
            <a:spAutoFit/>
          </a:bodyPr>
          <a:lstStyle/>
          <a:p>
            <a:pPr algn="ctr"/>
            <a:r>
              <a:rPr sz="630" b="1" i="0">
                <a:solidFill>
                  <a:srgbClr val="1F2430"/>
                </a:solidFill>
                <a:latin typeface="PT Sans"/>
              </a:rPr>
              <a:t>11</a:t>
            </a:r>
          </a:p>
        </p:txBody>
      </p:sp>
      <p:sp>
        <p:nvSpPr>
          <p:cNvPr id="58" name="g2clk"/>
          <p:cNvSpPr txBox="1"/>
          <p:nvPr/>
        </p:nvSpPr>
        <p:spPr>
          <a:xfrm>
            <a:off x="3538727" y="1473281"/>
            <a:ext cx="274320" cy="128016"/>
          </a:xfrm>
          <a:prstGeom prst="rect">
            <a:avLst/>
          </a:prstGeom>
          <a:noFill/>
        </p:spPr>
        <p:txBody>
          <a:bodyPr wrap="none" lIns="0" rIns="0" tIns="0" bIns="0" anchor="ctr">
            <a:spAutoFit/>
          </a:bodyPr>
          <a:lstStyle/>
          <a:p>
            <a:pPr algn="ctr"/>
            <a:r>
              <a:rPr sz="630" b="1" i="0">
                <a:solidFill>
                  <a:srgbClr val="1F2430"/>
                </a:solidFill>
                <a:latin typeface="PT Sans"/>
              </a:rPr>
              <a:t>12</a:t>
            </a:r>
          </a:p>
        </p:txBody>
      </p:sp>
      <p:cxnSp>
        <p:nvCxnSpPr>
          <p:cNvPr id="59" name="g2clk"/>
          <p:cNvCxnSpPr/>
          <p:nvPr/>
        </p:nvCxnSpPr>
        <p:spPr>
          <a:xfrm flipV="1">
            <a:off x="3675887" y="1687068"/>
            <a:ext cx="166298" cy="96012"/>
          </a:xfrm>
          <a:prstGeom prst="line">
            <a:avLst/>
          </a:prstGeom>
          <a:ln w="37338"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g2clk"/>
          <p:cNvCxnSpPr/>
          <p:nvPr/>
        </p:nvCxnSpPr>
        <p:spPr>
          <a:xfrm flipV="1">
            <a:off x="3675887" y="1475841"/>
            <a:ext cx="0" cy="307239"/>
          </a:xfrm>
          <a:prstGeom prst="line">
            <a:avLst/>
          </a:prstGeom>
          <a:ln w="22402" cap="rnd">
            <a:solidFill>
              <a:srgbClr val="2441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g2clk"/>
          <p:cNvSpPr/>
          <p:nvPr/>
        </p:nvSpPr>
        <p:spPr>
          <a:xfrm>
            <a:off x="3653027" y="1760220"/>
            <a:ext cx="45720" cy="45720"/>
          </a:xfrm>
          <a:prstGeom prst="ellipse">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g2clk"/>
          <p:cNvSpPr/>
          <p:nvPr/>
        </p:nvSpPr>
        <p:spPr>
          <a:xfrm>
            <a:off x="9070848" y="1399032"/>
            <a:ext cx="768096" cy="768096"/>
          </a:xfrm>
          <a:prstGeom prst="ellipse">
            <a:avLst/>
          </a:prstGeom>
          <a:solidFill>
            <a:srgbClr val="FFFFFF"/>
          </a:solidFill>
          <a:ln w="13868">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3" name="g2clk"/>
          <p:cNvCxnSpPr/>
          <p:nvPr/>
        </p:nvCxnSpPr>
        <p:spPr>
          <a:xfrm>
            <a:off x="9454896" y="1418234"/>
            <a:ext cx="0" cy="49926"/>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4" name="g2clk"/>
          <p:cNvCxnSpPr/>
          <p:nvPr/>
        </p:nvCxnSpPr>
        <p:spPr>
          <a:xfrm flipH="1">
            <a:off x="9620036" y="1467114"/>
            <a:ext cx="17282" cy="29934"/>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5" name="g2clk"/>
          <p:cNvCxnSpPr/>
          <p:nvPr/>
        </p:nvCxnSpPr>
        <p:spPr>
          <a:xfrm flipH="1">
            <a:off x="9740927" y="1600657"/>
            <a:ext cx="29934" cy="17282"/>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6" name="g2clk"/>
          <p:cNvCxnSpPr/>
          <p:nvPr/>
        </p:nvCxnSpPr>
        <p:spPr>
          <a:xfrm flipH="1">
            <a:off x="9769815" y="1783080"/>
            <a:ext cx="49926" cy="0"/>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7" name="g2clk"/>
          <p:cNvCxnSpPr/>
          <p:nvPr/>
        </p:nvCxnSpPr>
        <p:spPr>
          <a:xfrm flipH="1" flipV="1">
            <a:off x="9740927" y="1948220"/>
            <a:ext cx="29934" cy="17282"/>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8" name="g2clk"/>
          <p:cNvCxnSpPr/>
          <p:nvPr/>
        </p:nvCxnSpPr>
        <p:spPr>
          <a:xfrm flipH="1" flipV="1">
            <a:off x="9620036" y="2069111"/>
            <a:ext cx="17282" cy="29934"/>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9" name="g2clk"/>
          <p:cNvCxnSpPr/>
          <p:nvPr/>
        </p:nvCxnSpPr>
        <p:spPr>
          <a:xfrm flipV="1">
            <a:off x="9454896" y="2097999"/>
            <a:ext cx="0" cy="49926"/>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0" name="g2clk"/>
          <p:cNvCxnSpPr/>
          <p:nvPr/>
        </p:nvCxnSpPr>
        <p:spPr>
          <a:xfrm flipV="1">
            <a:off x="9272473" y="2069111"/>
            <a:ext cx="17282" cy="29934"/>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1" name="g2clk"/>
          <p:cNvCxnSpPr/>
          <p:nvPr/>
        </p:nvCxnSpPr>
        <p:spPr>
          <a:xfrm flipV="1">
            <a:off x="9138930" y="1948220"/>
            <a:ext cx="29934" cy="17282"/>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2" name="g2clk"/>
          <p:cNvCxnSpPr/>
          <p:nvPr/>
        </p:nvCxnSpPr>
        <p:spPr>
          <a:xfrm>
            <a:off x="9090050" y="1783080"/>
            <a:ext cx="49926" cy="0"/>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3" name="g2clk"/>
          <p:cNvCxnSpPr/>
          <p:nvPr/>
        </p:nvCxnSpPr>
        <p:spPr>
          <a:xfrm>
            <a:off x="9138930" y="1600657"/>
            <a:ext cx="29934" cy="17282"/>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4" name="g2clk"/>
          <p:cNvCxnSpPr/>
          <p:nvPr/>
        </p:nvCxnSpPr>
        <p:spPr>
          <a:xfrm>
            <a:off x="9272473" y="1467114"/>
            <a:ext cx="17282" cy="29934"/>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75" name="g2clk"/>
          <p:cNvSpPr txBox="1"/>
          <p:nvPr/>
        </p:nvSpPr>
        <p:spPr>
          <a:xfrm>
            <a:off x="9440631" y="1506210"/>
            <a:ext cx="274320" cy="128016"/>
          </a:xfrm>
          <a:prstGeom prst="rect">
            <a:avLst/>
          </a:prstGeom>
          <a:noFill/>
        </p:spPr>
        <p:txBody>
          <a:bodyPr wrap="none" lIns="0" rIns="0" tIns="0" bIns="0" anchor="ctr">
            <a:spAutoFit/>
          </a:bodyPr>
          <a:lstStyle/>
          <a:p>
            <a:pPr algn="ctr"/>
            <a:r>
              <a:rPr sz="630" b="1" i="0">
                <a:solidFill>
                  <a:srgbClr val="1F2430"/>
                </a:solidFill>
                <a:latin typeface="PT Sans"/>
              </a:rPr>
              <a:t>1</a:t>
            </a:r>
          </a:p>
        </p:txBody>
      </p:sp>
      <p:sp>
        <p:nvSpPr>
          <p:cNvPr id="76" name="g2clk"/>
          <p:cNvSpPr txBox="1"/>
          <p:nvPr/>
        </p:nvSpPr>
        <p:spPr>
          <a:xfrm>
            <a:off x="9530597" y="1596176"/>
            <a:ext cx="274320" cy="128016"/>
          </a:xfrm>
          <a:prstGeom prst="rect">
            <a:avLst/>
          </a:prstGeom>
          <a:noFill/>
        </p:spPr>
        <p:txBody>
          <a:bodyPr wrap="none" lIns="0" rIns="0" tIns="0" bIns="0" anchor="ctr">
            <a:spAutoFit/>
          </a:bodyPr>
          <a:lstStyle/>
          <a:p>
            <a:pPr algn="ctr"/>
            <a:r>
              <a:rPr sz="630" b="1" i="0">
                <a:solidFill>
                  <a:srgbClr val="1F2430"/>
                </a:solidFill>
                <a:latin typeface="PT Sans"/>
              </a:rPr>
              <a:t>2</a:t>
            </a:r>
          </a:p>
        </p:txBody>
      </p:sp>
      <p:sp>
        <p:nvSpPr>
          <p:cNvPr id="77" name="g2clk"/>
          <p:cNvSpPr txBox="1"/>
          <p:nvPr/>
        </p:nvSpPr>
        <p:spPr>
          <a:xfrm>
            <a:off x="9563526" y="1719072"/>
            <a:ext cx="274320" cy="128016"/>
          </a:xfrm>
          <a:prstGeom prst="rect">
            <a:avLst/>
          </a:prstGeom>
          <a:noFill/>
        </p:spPr>
        <p:txBody>
          <a:bodyPr wrap="none" lIns="0" rIns="0" tIns="0" bIns="0" anchor="ctr">
            <a:spAutoFit/>
          </a:bodyPr>
          <a:lstStyle/>
          <a:p>
            <a:pPr algn="ctr"/>
            <a:r>
              <a:rPr sz="630" b="1" i="0">
                <a:solidFill>
                  <a:srgbClr val="1F2430"/>
                </a:solidFill>
                <a:latin typeface="PT Sans"/>
              </a:rPr>
              <a:t>3</a:t>
            </a:r>
          </a:p>
        </p:txBody>
      </p:sp>
      <p:sp>
        <p:nvSpPr>
          <p:cNvPr id="78" name="g2clk"/>
          <p:cNvSpPr txBox="1"/>
          <p:nvPr/>
        </p:nvSpPr>
        <p:spPr>
          <a:xfrm>
            <a:off x="9530597" y="1841967"/>
            <a:ext cx="274320" cy="128016"/>
          </a:xfrm>
          <a:prstGeom prst="rect">
            <a:avLst/>
          </a:prstGeom>
          <a:noFill/>
        </p:spPr>
        <p:txBody>
          <a:bodyPr wrap="none" lIns="0" rIns="0" tIns="0" bIns="0" anchor="ctr">
            <a:spAutoFit/>
          </a:bodyPr>
          <a:lstStyle/>
          <a:p>
            <a:pPr algn="ctr"/>
            <a:r>
              <a:rPr sz="630" b="1" i="0">
                <a:solidFill>
                  <a:srgbClr val="1F2430"/>
                </a:solidFill>
                <a:latin typeface="PT Sans"/>
              </a:rPr>
              <a:t>4</a:t>
            </a:r>
          </a:p>
        </p:txBody>
      </p:sp>
      <p:sp>
        <p:nvSpPr>
          <p:cNvPr id="79" name="g2clk"/>
          <p:cNvSpPr txBox="1"/>
          <p:nvPr/>
        </p:nvSpPr>
        <p:spPr>
          <a:xfrm>
            <a:off x="9440631" y="1931933"/>
            <a:ext cx="274320" cy="128016"/>
          </a:xfrm>
          <a:prstGeom prst="rect">
            <a:avLst/>
          </a:prstGeom>
          <a:noFill/>
        </p:spPr>
        <p:txBody>
          <a:bodyPr wrap="none" lIns="0" rIns="0" tIns="0" bIns="0" anchor="ctr">
            <a:spAutoFit/>
          </a:bodyPr>
          <a:lstStyle/>
          <a:p>
            <a:pPr algn="ctr"/>
            <a:r>
              <a:rPr sz="630" b="1" i="0">
                <a:solidFill>
                  <a:srgbClr val="1F2430"/>
                </a:solidFill>
                <a:latin typeface="PT Sans"/>
              </a:rPr>
              <a:t>5</a:t>
            </a:r>
          </a:p>
        </p:txBody>
      </p:sp>
      <p:sp>
        <p:nvSpPr>
          <p:cNvPr id="80" name="g2clk"/>
          <p:cNvSpPr txBox="1"/>
          <p:nvPr/>
        </p:nvSpPr>
        <p:spPr>
          <a:xfrm>
            <a:off x="9317736" y="1964862"/>
            <a:ext cx="274320" cy="128016"/>
          </a:xfrm>
          <a:prstGeom prst="rect">
            <a:avLst/>
          </a:prstGeom>
          <a:noFill/>
        </p:spPr>
        <p:txBody>
          <a:bodyPr wrap="none" lIns="0" rIns="0" tIns="0" bIns="0" anchor="ctr">
            <a:spAutoFit/>
          </a:bodyPr>
          <a:lstStyle/>
          <a:p>
            <a:pPr algn="ctr"/>
            <a:r>
              <a:rPr sz="630" b="1" i="0">
                <a:solidFill>
                  <a:srgbClr val="1F2430"/>
                </a:solidFill>
                <a:latin typeface="PT Sans"/>
              </a:rPr>
              <a:t>6</a:t>
            </a:r>
          </a:p>
        </p:txBody>
      </p:sp>
      <p:sp>
        <p:nvSpPr>
          <p:cNvPr id="81" name="g2clk"/>
          <p:cNvSpPr txBox="1"/>
          <p:nvPr/>
        </p:nvSpPr>
        <p:spPr>
          <a:xfrm>
            <a:off x="9194840" y="1931933"/>
            <a:ext cx="274320" cy="128016"/>
          </a:xfrm>
          <a:prstGeom prst="rect">
            <a:avLst/>
          </a:prstGeom>
          <a:noFill/>
        </p:spPr>
        <p:txBody>
          <a:bodyPr wrap="none" lIns="0" rIns="0" tIns="0" bIns="0" anchor="ctr">
            <a:spAutoFit/>
          </a:bodyPr>
          <a:lstStyle/>
          <a:p>
            <a:pPr algn="ctr"/>
            <a:r>
              <a:rPr sz="630" b="1" i="0">
                <a:solidFill>
                  <a:srgbClr val="1F2430"/>
                </a:solidFill>
                <a:latin typeface="PT Sans"/>
              </a:rPr>
              <a:t>7</a:t>
            </a:r>
          </a:p>
        </p:txBody>
      </p:sp>
      <p:sp>
        <p:nvSpPr>
          <p:cNvPr id="82" name="g2clk"/>
          <p:cNvSpPr txBox="1"/>
          <p:nvPr/>
        </p:nvSpPr>
        <p:spPr>
          <a:xfrm>
            <a:off x="9104874" y="1841967"/>
            <a:ext cx="274320" cy="128016"/>
          </a:xfrm>
          <a:prstGeom prst="rect">
            <a:avLst/>
          </a:prstGeom>
          <a:noFill/>
        </p:spPr>
        <p:txBody>
          <a:bodyPr wrap="none" lIns="0" rIns="0" tIns="0" bIns="0" anchor="ctr">
            <a:spAutoFit/>
          </a:bodyPr>
          <a:lstStyle/>
          <a:p>
            <a:pPr algn="ctr"/>
            <a:r>
              <a:rPr sz="630" b="1" i="0">
                <a:solidFill>
                  <a:srgbClr val="1F2430"/>
                </a:solidFill>
                <a:latin typeface="PT Sans"/>
              </a:rPr>
              <a:t>8</a:t>
            </a:r>
          </a:p>
        </p:txBody>
      </p:sp>
      <p:sp>
        <p:nvSpPr>
          <p:cNvPr id="83" name="g2clk"/>
          <p:cNvSpPr txBox="1"/>
          <p:nvPr/>
        </p:nvSpPr>
        <p:spPr>
          <a:xfrm>
            <a:off x="9071945" y="1719072"/>
            <a:ext cx="274320" cy="128016"/>
          </a:xfrm>
          <a:prstGeom prst="rect">
            <a:avLst/>
          </a:prstGeom>
          <a:noFill/>
        </p:spPr>
        <p:txBody>
          <a:bodyPr wrap="none" lIns="0" rIns="0" tIns="0" bIns="0" anchor="ctr">
            <a:spAutoFit/>
          </a:bodyPr>
          <a:lstStyle/>
          <a:p>
            <a:pPr algn="ctr"/>
            <a:r>
              <a:rPr sz="630" b="1" i="0">
                <a:solidFill>
                  <a:srgbClr val="1F2430"/>
                </a:solidFill>
                <a:latin typeface="PT Sans"/>
              </a:rPr>
              <a:t>9</a:t>
            </a:r>
          </a:p>
        </p:txBody>
      </p:sp>
      <p:sp>
        <p:nvSpPr>
          <p:cNvPr id="84" name="g2clk"/>
          <p:cNvSpPr txBox="1"/>
          <p:nvPr/>
        </p:nvSpPr>
        <p:spPr>
          <a:xfrm>
            <a:off x="9104874" y="1596176"/>
            <a:ext cx="274320" cy="128016"/>
          </a:xfrm>
          <a:prstGeom prst="rect">
            <a:avLst/>
          </a:prstGeom>
          <a:noFill/>
        </p:spPr>
        <p:txBody>
          <a:bodyPr wrap="none" lIns="0" rIns="0" tIns="0" bIns="0" anchor="ctr">
            <a:spAutoFit/>
          </a:bodyPr>
          <a:lstStyle/>
          <a:p>
            <a:pPr algn="ctr"/>
            <a:r>
              <a:rPr sz="630" b="1" i="0">
                <a:solidFill>
                  <a:srgbClr val="1F2430"/>
                </a:solidFill>
                <a:latin typeface="PT Sans"/>
              </a:rPr>
              <a:t>10</a:t>
            </a:r>
          </a:p>
        </p:txBody>
      </p:sp>
      <p:sp>
        <p:nvSpPr>
          <p:cNvPr id="85" name="g2clk"/>
          <p:cNvSpPr txBox="1"/>
          <p:nvPr/>
        </p:nvSpPr>
        <p:spPr>
          <a:xfrm>
            <a:off x="9194840" y="1506210"/>
            <a:ext cx="274320" cy="128016"/>
          </a:xfrm>
          <a:prstGeom prst="rect">
            <a:avLst/>
          </a:prstGeom>
          <a:noFill/>
        </p:spPr>
        <p:txBody>
          <a:bodyPr wrap="none" lIns="0" rIns="0" tIns="0" bIns="0" anchor="ctr">
            <a:spAutoFit/>
          </a:bodyPr>
          <a:lstStyle/>
          <a:p>
            <a:pPr algn="ctr"/>
            <a:r>
              <a:rPr sz="630" b="1" i="0">
                <a:solidFill>
                  <a:srgbClr val="1F2430"/>
                </a:solidFill>
                <a:latin typeface="PT Sans"/>
              </a:rPr>
              <a:t>11</a:t>
            </a:r>
          </a:p>
        </p:txBody>
      </p:sp>
      <p:sp>
        <p:nvSpPr>
          <p:cNvPr id="86" name="g2clk"/>
          <p:cNvSpPr txBox="1"/>
          <p:nvPr/>
        </p:nvSpPr>
        <p:spPr>
          <a:xfrm>
            <a:off x="9317736" y="1473281"/>
            <a:ext cx="274320" cy="128016"/>
          </a:xfrm>
          <a:prstGeom prst="rect">
            <a:avLst/>
          </a:prstGeom>
          <a:noFill/>
        </p:spPr>
        <p:txBody>
          <a:bodyPr wrap="none" lIns="0" rIns="0" tIns="0" bIns="0" anchor="ctr">
            <a:spAutoFit/>
          </a:bodyPr>
          <a:lstStyle/>
          <a:p>
            <a:pPr algn="ctr"/>
            <a:r>
              <a:rPr sz="630" b="1" i="0">
                <a:solidFill>
                  <a:srgbClr val="1F2430"/>
                </a:solidFill>
                <a:latin typeface="PT Sans"/>
              </a:rPr>
              <a:t>12</a:t>
            </a:r>
          </a:p>
        </p:txBody>
      </p:sp>
      <p:cxnSp>
        <p:nvCxnSpPr>
          <p:cNvPr id="87" name="g2clk"/>
          <p:cNvCxnSpPr/>
          <p:nvPr/>
        </p:nvCxnSpPr>
        <p:spPr>
          <a:xfrm>
            <a:off x="9454896" y="1783080"/>
            <a:ext cx="49699" cy="185480"/>
          </a:xfrm>
          <a:prstGeom prst="line">
            <a:avLst/>
          </a:prstGeom>
          <a:ln w="37338"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8" name="g2clk"/>
          <p:cNvCxnSpPr/>
          <p:nvPr/>
        </p:nvCxnSpPr>
        <p:spPr>
          <a:xfrm>
            <a:off x="9454896" y="1783080"/>
            <a:ext cx="0" cy="307238"/>
          </a:xfrm>
          <a:prstGeom prst="line">
            <a:avLst/>
          </a:prstGeom>
          <a:ln w="22402" cap="rnd">
            <a:solidFill>
              <a:srgbClr val="2441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9" name="g2clk"/>
          <p:cNvSpPr/>
          <p:nvPr/>
        </p:nvSpPr>
        <p:spPr>
          <a:xfrm>
            <a:off x="9432036" y="1760220"/>
            <a:ext cx="45720" cy="45720"/>
          </a:xfrm>
          <a:prstGeom prst="ellipse">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Окуяга кайтабыз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Маршрутка 9:30да жөнөп, 10:20да Токмокко жетти. Жол канча убакыт алды?</a:t>
            </a:r>
          </a:p>
        </p:txBody>
      </p:sp>
      <p:sp>
        <p:nvSpPr>
          <p:cNvPr id="12" name="TextBox 11"/>
          <p:cNvSpPr txBox="1"/>
          <p:nvPr/>
        </p:nvSpPr>
        <p:spPr>
          <a:xfrm>
            <a:off x="914400" y="2240280"/>
            <a:ext cx="1371600" cy="548640"/>
          </a:xfrm>
          <a:prstGeom prst="rect">
            <a:avLst/>
          </a:prstGeom>
          <a:noFill/>
        </p:spPr>
        <p:txBody>
          <a:bodyPr wrap="square" anchor="ctr" lIns="45720" rIns="45720" tIns="27432" bIns="27432">
            <a:spAutoFit/>
          </a:bodyPr>
          <a:lstStyle/>
          <a:p>
            <a:pPr algn="r">
              <a:lnSpc>
                <a:spcPct val="105000"/>
              </a:lnSpc>
            </a:pPr>
            <a:r>
              <a:rPr sz="1800" b="1" i="0">
                <a:solidFill>
                  <a:srgbClr val="1F2430"/>
                </a:solidFill>
                <a:latin typeface="PT Sans"/>
              </a:rPr>
              <a:t>Жол</a:t>
            </a:r>
          </a:p>
        </p:txBody>
      </p:sp>
      <p:sp>
        <p:nvSpPr>
          <p:cNvPr id="13" name="Rectangle 12"/>
          <p:cNvSpPr/>
          <p:nvPr/>
        </p:nvSpPr>
        <p:spPr>
          <a:xfrm>
            <a:off x="2377440" y="2240280"/>
            <a:ext cx="4553712"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10:00гө чейин 30</a:t>
            </a:r>
          </a:p>
        </p:txBody>
      </p:sp>
      <p:sp>
        <p:nvSpPr>
          <p:cNvPr id="14" name="Rectangle 13"/>
          <p:cNvSpPr/>
          <p:nvPr/>
        </p:nvSpPr>
        <p:spPr>
          <a:xfrm>
            <a:off x="6931152" y="2240280"/>
            <a:ext cx="3035807" cy="548640"/>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20</a:t>
            </a:r>
          </a:p>
        </p:txBody>
      </p:sp>
      <p:cxnSp>
        <p:nvCxnSpPr>
          <p:cNvPr id="15" name="Connector 14"/>
          <p:cNvCxnSpPr/>
          <p:nvPr/>
        </p:nvCxnSpPr>
        <p:spPr>
          <a:xfrm>
            <a:off x="10058399" y="224028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195559" y="2240280"/>
            <a:ext cx="0" cy="54864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058399" y="27889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0241279" y="2240280"/>
            <a:ext cx="1005840" cy="548640"/>
          </a:xfrm>
          <a:prstGeom prst="rect">
            <a:avLst/>
          </a:prstGeom>
          <a:noFill/>
        </p:spPr>
        <p:txBody>
          <a:bodyPr wrap="square" anchor="ctr" lIns="45720" rIns="45720" tIns="27432" bIns="27432">
            <a:spAutoFit/>
          </a:bodyPr>
          <a:lstStyle/>
          <a:p>
            <a:pPr algn="l">
              <a:lnSpc>
                <a:spcPct val="105000"/>
              </a:lnSpc>
            </a:pPr>
            <a:r>
              <a:rPr sz="2200" b="1" i="0">
                <a:solidFill>
                  <a:srgbClr val="A84400"/>
                </a:solidFill>
                <a:latin typeface="PT Sans"/>
              </a:rPr>
              <a:t>50</a:t>
            </a:r>
          </a:p>
        </p:txBody>
      </p:sp>
      <p:sp>
        <p:nvSpPr>
          <p:cNvPr id="19" name="TextBox 18"/>
          <p:cNvSpPr txBox="1"/>
          <p:nvPr/>
        </p:nvSpPr>
        <p:spPr>
          <a:xfrm>
            <a:off x="731520" y="3127248"/>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9:30 → 10:00</a:t>
            </a:r>
          </a:p>
        </p:txBody>
      </p:sp>
      <p:sp>
        <p:nvSpPr>
          <p:cNvPr id="20" name="TextBox 19"/>
          <p:cNvSpPr txBox="1"/>
          <p:nvPr/>
        </p:nvSpPr>
        <p:spPr>
          <a:xfrm>
            <a:off x="8366760" y="3127248"/>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30 мүнөт</a:t>
            </a:r>
          </a:p>
        </p:txBody>
      </p:sp>
      <p:sp>
        <p:nvSpPr>
          <p:cNvPr id="21" name="TextBox 20"/>
          <p:cNvSpPr txBox="1"/>
          <p:nvPr/>
        </p:nvSpPr>
        <p:spPr>
          <a:xfrm>
            <a:off x="731520" y="3694176"/>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10:00 → 10:20</a:t>
            </a:r>
          </a:p>
        </p:txBody>
      </p:sp>
      <p:sp>
        <p:nvSpPr>
          <p:cNvPr id="22" name="TextBox 21"/>
          <p:cNvSpPr txBox="1"/>
          <p:nvPr/>
        </p:nvSpPr>
        <p:spPr>
          <a:xfrm>
            <a:off x="8366760" y="3694176"/>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20 мүнөт</a:t>
            </a:r>
          </a:p>
        </p:txBody>
      </p:sp>
      <p:sp>
        <p:nvSpPr>
          <p:cNvPr id="23" name="TextBox 22"/>
          <p:cNvSpPr txBox="1"/>
          <p:nvPr/>
        </p:nvSpPr>
        <p:spPr>
          <a:xfrm>
            <a:off x="731520" y="4261104"/>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24418C"/>
                </a:solidFill>
                <a:latin typeface="PT Sans"/>
              </a:rPr>
              <a:t>30 + 20 = 50</a:t>
            </a:r>
          </a:p>
        </p:txBody>
      </p:sp>
      <p:sp>
        <p:nvSpPr>
          <p:cNvPr id="24" name="TextBox 23"/>
          <p:cNvSpPr txBox="1"/>
          <p:nvPr/>
        </p:nvSpPr>
        <p:spPr>
          <a:xfrm>
            <a:off x="8366760" y="4261104"/>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мүнөт</a:t>
            </a:r>
          </a:p>
        </p:txBody>
      </p:sp>
      <p:sp>
        <p:nvSpPr>
          <p:cNvPr id="25" name="Rounded Rectangle 24"/>
          <p:cNvSpPr/>
          <p:nvPr/>
        </p:nvSpPr>
        <p:spPr>
          <a:xfrm>
            <a:off x="1874519" y="5486400"/>
            <a:ext cx="8449056" cy="640080"/>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Жол 50 мүнөт алды: 1 сааттан 10 мүнөт аз.</a:t>
            </a:r>
          </a:p>
        </p:txBody>
      </p:sp>
      <p:sp>
        <p:nvSpPr>
          <p:cNvPr id="26" name="Rounded Rectangle 25"/>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Түз: өзүң маселе түз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23/26</a:t>
            </a:r>
          </a:p>
        </p:txBody>
      </p:sp>
      <p:sp>
        <p:nvSpPr>
          <p:cNvPr id="10" name="Rounded Rectangle 9"/>
          <p:cNvSpPr/>
          <p:nvPr/>
        </p:nvSpPr>
        <p:spPr>
          <a:xfrm>
            <a:off x="429768" y="1225296"/>
            <a:ext cx="11329416" cy="48920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71600"/>
            <a:ext cx="10780776" cy="914400"/>
          </a:xfrm>
          <a:prstGeom prst="rect">
            <a:avLst/>
          </a:prstGeom>
          <a:noFill/>
        </p:spPr>
        <p:txBody>
          <a:bodyPr wrap="square" anchor="t" lIns="45720" rIns="45720" tIns="27432" bIns="27432">
            <a:spAutoFit/>
          </a:bodyPr>
          <a:lstStyle/>
          <a:p>
            <a:pPr algn="l">
              <a:lnSpc>
                <a:spcPct val="105000"/>
              </a:lnSpc>
            </a:pPr>
            <a:r>
              <a:rPr sz="2400" b="1" i="0">
                <a:solidFill>
                  <a:srgbClr val="1F2430"/>
                </a:solidFill>
                <a:latin typeface="PT Sans"/>
              </a:rPr>
              <a:t>Токмокко сапар жөнүндө маселе түз: качан башталды, качан бүттү, канча убакыт өттү?</a:t>
            </a:r>
          </a:p>
        </p:txBody>
      </p:sp>
      <p:sp>
        <p:nvSpPr>
          <p:cNvPr id="12" name="Oval 11"/>
          <p:cNvSpPr/>
          <p:nvPr/>
        </p:nvSpPr>
        <p:spPr>
          <a:xfrm>
            <a:off x="704088" y="256032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254203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Окуядагы каармандарды колдон: Айсулуу, Бекзат, Зуура апа.</a:t>
            </a:r>
          </a:p>
        </p:txBody>
      </p:sp>
      <p:sp>
        <p:nvSpPr>
          <p:cNvPr id="14" name="Oval 13"/>
          <p:cNvSpPr/>
          <p:nvPr/>
        </p:nvSpPr>
        <p:spPr>
          <a:xfrm>
            <a:off x="704088" y="338327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3364991"/>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Тилкесин чий жана туюнтмасын жаз.</a:t>
            </a:r>
          </a:p>
        </p:txBody>
      </p:sp>
      <p:sp>
        <p:nvSpPr>
          <p:cNvPr id="16" name="Oval 15"/>
          <p:cNvSpPr/>
          <p:nvPr/>
        </p:nvSpPr>
        <p:spPr>
          <a:xfrm>
            <a:off x="704088" y="4206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418795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Жупуңа бер: ал чыгарсын, сен текшер.</a:t>
            </a:r>
          </a:p>
        </p:txBody>
      </p:sp>
      <p:sp>
        <p:nvSpPr>
          <p:cNvPr id="18" name="Rounded Rectangle 17"/>
          <p:cNvSpPr/>
          <p:nvPr/>
        </p:nvSpPr>
        <p:spPr>
          <a:xfrm>
            <a:off x="4449927" y="6327648"/>
            <a:ext cx="3291840" cy="411480"/>
          </a:xfrm>
          <a:prstGeom prst="roundRect">
            <a:avLst>
              <a:gd name="adj" fmla="val 50000"/>
            </a:avLst>
          </a:prstGeom>
          <a:no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A84400"/>
                </a:solidFill>
                <a:latin typeface="PT Sans"/>
              </a:rPr>
              <a:t>3C · Кызматташуу</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Чыгуу билети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24/26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Өз алдынча, 3 мүнөт. Кагазыңа жазып бер.</a:t>
            </a:r>
          </a:p>
        </p:txBody>
      </p:sp>
      <p:sp>
        <p:nvSpPr>
          <p:cNvPr id="11" name="Rounded Rectangle 10"/>
          <p:cNvSpPr/>
          <p:nvPr/>
        </p:nvSpPr>
        <p:spPr>
          <a:xfrm>
            <a:off x="429768" y="169164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Кыска жебе 8 менен 9дун ортосунда. Узун жебе 6да. Саат канча?</a:t>
            </a:r>
          </a:p>
        </p:txBody>
      </p:sp>
      <p:sp>
        <p:nvSpPr>
          <p:cNvPr id="14" name="Rounded Rectangle 13"/>
          <p:cNvSpPr/>
          <p:nvPr/>
        </p:nvSpPr>
        <p:spPr>
          <a:xfrm>
            <a:off x="429768" y="323088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07007" y="323088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1 саат = ? мүнөт.  1 сутка = ? саат.</a:t>
            </a:r>
          </a:p>
        </p:txBody>
      </p:sp>
      <p:sp>
        <p:nvSpPr>
          <p:cNvPr id="17" name="Rounded Rectangle 16"/>
          <p:cNvSpPr/>
          <p:nvPr/>
        </p:nvSpPr>
        <p:spPr>
          <a:xfrm>
            <a:off x="429768" y="477012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77012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Кино 10:40та башталып, 11:15те бүттү. Канча мүнөт?</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талкуу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25/26</a:t>
            </a:r>
          </a:p>
        </p:txBody>
      </p:sp>
      <p:sp>
        <p:nvSpPr>
          <p:cNvPr id="10" name="Rounded Rectangle 9"/>
          <p:cNvSpPr/>
          <p:nvPr/>
        </p:nvSpPr>
        <p:spPr>
          <a:xfrm>
            <a:off x="429768" y="1225296"/>
            <a:ext cx="11329416" cy="32461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80160"/>
            <a:ext cx="10780776" cy="548640"/>
          </a:xfrm>
          <a:prstGeom prst="rect">
            <a:avLst/>
          </a:prstGeom>
          <a:noFill/>
        </p:spPr>
        <p:txBody>
          <a:bodyPr wrap="square" anchor="t" lIns="45720" rIns="45720" tIns="27432" bIns="27432">
            <a:spAutoFit/>
          </a:bodyPr>
          <a:lstStyle/>
          <a:p>
            <a:pPr algn="l">
              <a:lnSpc>
                <a:spcPct val="105000"/>
              </a:lnSpc>
            </a:pPr>
            <a:r>
              <a:rPr sz="2400" b="1" i="0">
                <a:solidFill>
                  <a:srgbClr val="1D3557"/>
                </a:solidFill>
                <a:latin typeface="PT Sans"/>
              </a:rPr>
              <a:t>Оозеки талкуу</a:t>
            </a:r>
          </a:p>
        </p:txBody>
      </p:sp>
      <p:sp>
        <p:nvSpPr>
          <p:cNvPr id="12" name="Oval 11"/>
          <p:cNvSpPr/>
          <p:nvPr/>
        </p:nvSpPr>
        <p:spPr>
          <a:xfrm>
            <a:off x="704088" y="1920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1901952"/>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Кыска жебе менен узун жебенин айырмасы эмнеде?</a:t>
            </a:r>
          </a:p>
        </p:txBody>
      </p:sp>
      <p:sp>
        <p:nvSpPr>
          <p:cNvPr id="14" name="Oval 13"/>
          <p:cNvSpPr/>
          <p:nvPr/>
        </p:nvSpPr>
        <p:spPr>
          <a:xfrm>
            <a:off x="704088" y="2542032"/>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2523744"/>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Эмне үчүн 9:50дөн 10:10го чейин 60 эмес, 20 мүнөт?</a:t>
            </a:r>
          </a:p>
        </p:txBody>
      </p:sp>
      <p:sp>
        <p:nvSpPr>
          <p:cNvPr id="16" name="Oval 15"/>
          <p:cNvSpPr/>
          <p:nvPr/>
        </p:nvSpPr>
        <p:spPr>
          <a:xfrm>
            <a:off x="704088" y="316382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3145536"/>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Сенин күнүңдө эмне 30 мүнөткө созулат?</a:t>
            </a:r>
          </a:p>
        </p:txBody>
      </p:sp>
      <p:sp>
        <p:nvSpPr>
          <p:cNvPr id="18" name="TextBox 17"/>
          <p:cNvSpPr txBox="1"/>
          <p:nvPr/>
        </p:nvSpPr>
        <p:spPr>
          <a:xfrm>
            <a:off x="429768" y="4617720"/>
            <a:ext cx="11329416" cy="457200"/>
          </a:xfrm>
          <a:prstGeom prst="rect">
            <a:avLst/>
          </a:prstGeom>
          <a:noFill/>
        </p:spPr>
        <p:txBody>
          <a:bodyPr wrap="square" anchor="t" lIns="45720" rIns="45720" tIns="27432" bIns="27432">
            <a:spAutoFit/>
          </a:bodyPr>
          <a:lstStyle/>
          <a:p>
            <a:pPr algn="ctr">
              <a:lnSpc>
                <a:spcPct val="105000"/>
              </a:lnSpc>
            </a:pPr>
            <a:r>
              <a:rPr sz="2000" b="0" i="1">
                <a:solidFill>
                  <a:srgbClr val="6B7280"/>
                </a:solidFill>
                <a:latin typeface="PT Sans"/>
              </a:rPr>
              <a:t>Өзүңдү баала: колуңду көтөр.</a:t>
            </a:r>
          </a:p>
        </p:txBody>
      </p:sp>
      <p:sp>
        <p:nvSpPr>
          <p:cNvPr id="19" name="Rounded Rectangle 18"/>
          <p:cNvSpPr/>
          <p:nvPr/>
        </p:nvSpPr>
        <p:spPr>
          <a:xfrm>
            <a:off x="978407" y="5120640"/>
            <a:ext cx="3291840" cy="73152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007A5A"/>
                </a:solidFill>
                <a:latin typeface="PT Sans"/>
              </a:rPr>
              <a:t>Түшүндүм</a:t>
            </a:r>
          </a:p>
        </p:txBody>
      </p:sp>
      <p:sp>
        <p:nvSpPr>
          <p:cNvPr id="20" name="Rounded Rectangle 19"/>
          <p:cNvSpPr/>
          <p:nvPr/>
        </p:nvSpPr>
        <p:spPr>
          <a:xfrm>
            <a:off x="4636008" y="5120640"/>
            <a:ext cx="3291840" cy="73152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Дагы машыгам</a:t>
            </a:r>
          </a:p>
        </p:txBody>
      </p:sp>
      <p:sp>
        <p:nvSpPr>
          <p:cNvPr id="21" name="Rounded Rectangle 20"/>
          <p:cNvSpPr/>
          <p:nvPr/>
        </p:nvSpPr>
        <p:spPr>
          <a:xfrm>
            <a:off x="8293608" y="5120640"/>
            <a:ext cx="3291840" cy="73152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24418C"/>
                </a:solidFill>
                <a:latin typeface="PT Sans"/>
              </a:rPr>
              <a:t>Жардам керек</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Мугалим үчүн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26/26</a:t>
            </a:r>
          </a:p>
        </p:txBody>
      </p:sp>
      <p:sp>
        <p:nvSpPr>
          <p:cNvPr id="10" name="Rounded Rectangle 9"/>
          <p:cNvSpPr/>
          <p:nvPr/>
        </p:nvSpPr>
        <p:spPr>
          <a:xfrm>
            <a:off x="429768" y="1225296"/>
            <a:ext cx="5120640"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466344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Тилке моделин кантип үйрөтөбүз</a:t>
            </a:r>
          </a:p>
        </p:txBody>
      </p:sp>
      <p:sp>
        <p:nvSpPr>
          <p:cNvPr id="12" name="Oval 11"/>
          <p:cNvSpPr/>
          <p:nvPr/>
        </p:nvSpPr>
        <p:spPr>
          <a:xfrm>
            <a:off x="658368" y="187451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188719" y="1856231"/>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Ар бир окуучуда кагаз саат: жебени өзү айлантат, анан гана сүрөт (К → С).</a:t>
            </a:r>
          </a:p>
        </p:txBody>
      </p:sp>
      <p:sp>
        <p:nvSpPr>
          <p:cNvPr id="14" name="Oval 13"/>
          <p:cNvSpPr/>
          <p:nvPr/>
        </p:nvSpPr>
        <p:spPr>
          <a:xfrm>
            <a:off x="658368" y="2898648"/>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188719" y="2880360"/>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«Кыска – саат, узун – мүнөт» деп үн чыгарып айттырам (М1, М5).</a:t>
            </a:r>
          </a:p>
        </p:txBody>
      </p:sp>
      <p:sp>
        <p:nvSpPr>
          <p:cNvPr id="16" name="Oval 15"/>
          <p:cNvSpPr/>
          <p:nvPr/>
        </p:nvSpPr>
        <p:spPr>
          <a:xfrm>
            <a:off x="658368" y="3922776"/>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188719" y="3904488"/>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«Кыска жебе кайсы сандан өттү?» деп сурайм, «кайсыга жакын» эмес (М2).</a:t>
            </a:r>
          </a:p>
        </p:txBody>
      </p:sp>
      <p:sp>
        <p:nvSpPr>
          <p:cNvPr id="18" name="Oval 17"/>
          <p:cNvSpPr/>
          <p:nvPr/>
        </p:nvSpPr>
        <p:spPr>
          <a:xfrm>
            <a:off x="658368" y="494690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19" name="TextBox 18"/>
          <p:cNvSpPr txBox="1"/>
          <p:nvPr/>
        </p:nvSpPr>
        <p:spPr>
          <a:xfrm>
            <a:off x="1188719" y="4928616"/>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Узактык – жиптеги тилкеде: так саатка чейин, анан андан ары (М3, М4).</a:t>
            </a:r>
          </a:p>
        </p:txBody>
      </p:sp>
      <p:sp>
        <p:nvSpPr>
          <p:cNvPr id="20" name="Rounded Rectangle 19"/>
          <p:cNvSpPr/>
          <p:nvPr/>
        </p:nvSpPr>
        <p:spPr>
          <a:xfrm>
            <a:off x="5779007" y="1225296"/>
            <a:ext cx="5980176"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7607" y="1280160"/>
            <a:ext cx="548640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Ой жүгүртүү: эмне деп айтабыз?</a:t>
            </a:r>
          </a:p>
        </p:txBody>
      </p:sp>
      <p:sp>
        <p:nvSpPr>
          <p:cNvPr id="22" name="TextBox 21"/>
          <p:cNvSpPr txBox="1"/>
          <p:nvPr/>
        </p:nvSpPr>
        <p:spPr>
          <a:xfrm>
            <a:off x="6007607" y="1783080"/>
            <a:ext cx="2651760" cy="365760"/>
          </a:xfrm>
          <a:prstGeom prst="rect">
            <a:avLst/>
          </a:prstGeom>
          <a:noFill/>
        </p:spPr>
        <p:txBody>
          <a:bodyPr wrap="square" anchor="t" lIns="45720" rIns="45720" tIns="27432" bIns="27432">
            <a:spAutoFit/>
          </a:bodyPr>
          <a:lstStyle/>
          <a:p>
            <a:pPr algn="l">
              <a:lnSpc>
                <a:spcPct val="105000"/>
              </a:lnSpc>
            </a:pPr>
            <a:r>
              <a:rPr sz="1500" b="1" i="0">
                <a:solidFill>
                  <a:srgbClr val="6B7280"/>
                </a:solidFill>
                <a:latin typeface="PT Sans"/>
              </a:rPr>
              <a:t>Айтпайбыз</a:t>
            </a:r>
          </a:p>
        </p:txBody>
      </p:sp>
      <p:sp>
        <p:nvSpPr>
          <p:cNvPr id="23" name="TextBox 22"/>
          <p:cNvSpPr txBox="1"/>
          <p:nvPr/>
        </p:nvSpPr>
        <p:spPr>
          <a:xfrm>
            <a:off x="8796528" y="1783080"/>
            <a:ext cx="2926080" cy="365760"/>
          </a:xfrm>
          <a:prstGeom prst="rect">
            <a:avLst/>
          </a:prstGeom>
          <a:noFill/>
        </p:spPr>
        <p:txBody>
          <a:bodyPr wrap="square" anchor="t" lIns="45720" rIns="45720" tIns="27432" bIns="27432">
            <a:spAutoFit/>
          </a:bodyPr>
          <a:lstStyle/>
          <a:p>
            <a:pPr algn="l">
              <a:lnSpc>
                <a:spcPct val="105000"/>
              </a:lnSpc>
            </a:pPr>
            <a:r>
              <a:rPr sz="1500" b="1" i="0">
                <a:solidFill>
                  <a:srgbClr val="007A5A"/>
                </a:solidFill>
                <a:latin typeface="PT Sans"/>
              </a:rPr>
              <a:t>Айтабыз</a:t>
            </a:r>
          </a:p>
        </p:txBody>
      </p:sp>
      <p:sp>
        <p:nvSpPr>
          <p:cNvPr id="24" name="TextBox 23"/>
          <p:cNvSpPr txBox="1"/>
          <p:nvPr/>
        </p:nvSpPr>
        <p:spPr>
          <a:xfrm>
            <a:off x="6007607" y="219456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«Бул оңой эмеспи?»</a:t>
            </a:r>
          </a:p>
        </p:txBody>
      </p:sp>
      <p:cxnSp>
        <p:nvCxnSpPr>
          <p:cNvPr id="25" name="Connector 24"/>
          <p:cNvCxnSpPr/>
          <p:nvPr/>
        </p:nvCxnSpPr>
        <p:spPr>
          <a:xfrm>
            <a:off x="8567928" y="2468879"/>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796528" y="219456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«Кадамдарды бирге карайлы.»</a:t>
            </a:r>
          </a:p>
        </p:txBody>
      </p:sp>
      <p:sp>
        <p:nvSpPr>
          <p:cNvPr id="27" name="TextBox 26"/>
          <p:cNvSpPr txBox="1"/>
          <p:nvPr/>
        </p:nvSpPr>
        <p:spPr>
          <a:xfrm>
            <a:off x="6007607" y="315468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«Туура эмес!»</a:t>
            </a:r>
          </a:p>
        </p:txBody>
      </p:sp>
      <p:cxnSp>
        <p:nvCxnSpPr>
          <p:cNvPr id="28" name="Connector 27"/>
          <p:cNvCxnSpPr/>
          <p:nvPr/>
        </p:nvCxnSpPr>
        <p:spPr>
          <a:xfrm>
            <a:off x="8567928" y="342900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796528" y="315468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«Кантип таптың? Текшерип көрөлүчү.»</a:t>
            </a:r>
          </a:p>
        </p:txBody>
      </p:sp>
      <p:sp>
        <p:nvSpPr>
          <p:cNvPr id="30" name="TextBox 29"/>
          <p:cNvSpPr txBox="1"/>
          <p:nvPr/>
        </p:nvSpPr>
        <p:spPr>
          <a:xfrm>
            <a:off x="6007607" y="411480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«Сен математикага жөндөмсүзсүң»</a:t>
            </a:r>
          </a:p>
        </p:txBody>
      </p:sp>
      <p:cxnSp>
        <p:nvCxnSpPr>
          <p:cNvPr id="31" name="Connector 30"/>
          <p:cNvCxnSpPr/>
          <p:nvPr/>
        </p:nvCxnSpPr>
        <p:spPr>
          <a:xfrm>
            <a:off x="8567928" y="438912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796528" y="411480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«Азырынча. Машыксаң, үйрөнөсүң.»</a:t>
            </a:r>
          </a:p>
        </p:txBody>
      </p:sp>
      <p:sp>
        <p:nvSpPr>
          <p:cNvPr id="33" name="TextBox 32"/>
          <p:cNvSpPr txBox="1"/>
          <p:nvPr/>
        </p:nvSpPr>
        <p:spPr>
          <a:xfrm>
            <a:off x="6007607" y="507492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«Тез чыгар»</a:t>
            </a:r>
          </a:p>
        </p:txBody>
      </p:sp>
      <p:cxnSp>
        <p:nvCxnSpPr>
          <p:cNvPr id="34" name="Connector 33"/>
          <p:cNvCxnSpPr/>
          <p:nvPr/>
        </p:nvCxnSpPr>
        <p:spPr>
          <a:xfrm>
            <a:off x="8567928" y="534924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796528" y="507492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«Шашпа, адегенде тилке чий.»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