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Ала-Арчага жөө жүрүш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−8 + 3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(−7)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(−36) ÷ (−4)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−6 − 9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−8 + 3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(−7) ×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(−36) ÷ (−4)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−6 − 9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(−5)²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−5²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(−1)³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−2² + (−2)²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(−5)²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−5²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(−1)³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−2² + (−2)²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4 − 2 × (−3)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(−4 − 2)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÷ (−5) − 1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−3 × (2 − 6)²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4 − 2 × (−3)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(−4 − 2) ×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÷ (−5) − 1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−3 × (2 − 6)²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Кепеде +5 °C. Аба 3 жолу 4 °Cдан муздады. Канча градус?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Кашаа кой: −2 × 3 + 5 = −16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−(−9) =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(−3)²тен 15ти кемит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Кепеде +5 °C. Аба 3 жолу 4 °Cдан муздады. Канча градус?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−7 °C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Кашаа кой: −2 × 3 + 5 = −16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−2 × (3 + 5) = −16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−(−9) =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(−3)²тен 15ти кемит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