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Жалал-Абаддагы дүкөн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сом = ? тыйын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сом 50 тыйын = ? тыйын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80 тыйын + 60 тыйын 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90 сомду эң аз кагаз акча менен төлө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сом = ? тыйын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100 тыйын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сом 50 тыйын = ? тыйын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350 тыйын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80 тыйын + 60 тыйын =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сом 40 тыйын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90 сомду эң аз кагаз акча менен төлө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50 + 20 + 20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× 30 сом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× 45 сом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× 99 сом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× 85 сом + 3 × 40 сом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× 30 сом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120 сом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× 45 сом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270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× 99 сом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297 сом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× 85 сом + 3 × 40 сом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290 сом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100 − 65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500 − 270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1000 − 485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500 сом берди, 3 × 120 сом алды. Кайтарым?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100 − 65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35 сом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500 − 270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230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1000 − 485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515 сом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500 сом берди, 3 × 120 сом алды. Кайтарым?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140 сом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дептер 110 сом. 1 дептер?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калем 100 сом же 6 калем 132 сом: кайсы пайдалуу?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Айран: 2 л 110 сом же 5 л 260 сом?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Бюджет 700 сом: 250 сом + 3 × 95 сом. Канча калат?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дептер 110 сом. 1 дептер?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22 сом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калем 100 сом же 6 калем 132 сом: кайсы пайдалуу?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 калем (22 &lt; 25)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Айран: 2 л 110 сом же 5 л 260 сом?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 л (52 &lt; 55)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Бюджет 700 сом: 250 сом + 3 × 95 сом. Канча калат?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165 сом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