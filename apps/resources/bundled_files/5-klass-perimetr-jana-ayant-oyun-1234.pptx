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Кочкордогу шырдак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см × 3 см: 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 9 м: 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P = 2 × (12 + 15)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Квадраттын P = 48 см. Жагы?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см × 3 см: 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22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 9 м: 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P = 2 × (12 + 15)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Квадраттын P = 48 см. Жагы?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 см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м × 5 м: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 8 см: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см × 11 см: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S = 72 м², a = 9 м. b?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м × 5 м: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 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 8 см: 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64 см²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см × 11 см: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132 см²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S = 72 м², a = 9 м. b?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 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P = 14 см, a = 4 см. b?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S = 45 м², a = 5 м. b?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P = 50 м, a = 16 м. b?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Квадраттын S = 49 см². 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P = 14 см, a = 4 см. b?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S = 45 м², a = 5 м. b?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P = 50 м, a = 16 м. b?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Квадраттын S = 49 см². P?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28 см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L: 5 м × 4 м, бурчунан 2 м × 1 м кесилген.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Шырдак 4 м × 2 м. Кайманын 1 метри 20 сом. Канча сом?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Бөлмө 5 м × 4 м, ар бир плитка 1 м². Канча плитка?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L: 10 м × 8 м, бурчунан 4 м × 3 м кесилген. P?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L: 5 м × 4 м, бурчунан 2 м × 1 м кесилген. 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 м²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Шырдак 4 м × 2 м. Кайманын 1 метри 20 сом. Канча сом?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Бөлмө 5 м × 4 м, ар бир плитка 1 м². Канча плитка?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 плитка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L: 10 м × 8 м, бурчунан 4 м × 3 м кесилген. P?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 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