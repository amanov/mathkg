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плиткаларды колу менен жайгаштырса жакшы. Кызгылт сары сызык — жетпеген плиткалар.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x-плитканы эки тарапка 3төн бөлүңүз. Бурчта 3×3 = 9 бирдик жетпейт. Жооп: x² + 6x + 9 = (x + 3)²   →   x² + 6x = (x + 3)² − 9.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x-плитканы эки тарапка 3төн бөлүңүз. Бурчта 3×3 = 9 бирдик жетпейт.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x-плитканы эки тарапка 2төн бөлүңүз. Бурчта 2×2 = 4 бирдик жетпейт. Жооп: x² + 4x + 4 = (x + 2)²   →   x² + 4x = (x + 2)² − 4.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x-плитканы эки тарапка 2төн бөлүңүз. Бурчта 2×2 = 4 бирдик жетпейт.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x-плитканы эки тарапка 4төн бөлүңүз. Бурчта 4×4 = 16 бирдик жетпейт. Жооп: x² + 8x + 16 = (x + 4)²   →   x² + 8x = (x + 4)² − 16.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x-плитканы эки тарапка 4төн бөлүңүз. Бурчта 4×4 = 16 бирдик жетпейт.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x-плитканы эки тарапка 1төн бөлүңүз. Бурчта 1×1 = 1 бирдик жетпейт. Жооп: x² + 2x + 1 = (x + 1)²   →   x² + 2x = (x + 1)² − 1.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x-плитканы эки тарапка 1төн бөлүңүз. Бурчта 1×1 = 1 бирдик жетпейт.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688691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Квадратты толукта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38499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Квадратты толуктоо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— чоң квадрат, x — тилке, 1 — кичине квадрат.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x-тилкелерди экиге бөлүп, эки тарапка кой.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Бурчта эмне жетпейт?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Ошону кошуп, кайра кемитебиз.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+ 6x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127" y="2971800"/>
            <a:ext cx="1751442" cy="430682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884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3421" y="3474263"/>
            <a:ext cx="961857" cy="175144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884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0127" y="3474263"/>
            <a:ext cx="890077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0127" y="3474263"/>
            <a:ext cx="890077" cy="8900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95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0204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7325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4447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0127" y="4364340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0204" y="4364340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7325" y="4364340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84447" y="4364340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127" y="4651461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10204" y="4651461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7325" y="4651461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84447" y="4651461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20127" y="4938583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10204" y="4938583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7325" y="4938583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84447" y="4938583"/>
            <a:ext cx="287122" cy="28712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Бурчка канча бирдик плитка жетпейт?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+ 6x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127" y="2971800"/>
            <a:ext cx="1751442" cy="430682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884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3421" y="3474263"/>
            <a:ext cx="961857" cy="175144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884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0127" y="3474263"/>
            <a:ext cx="890077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0127" y="3474263"/>
            <a:ext cx="890077" cy="89007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95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0204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7325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84447" y="3474263"/>
            <a:ext cx="287122" cy="890077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0127" y="4364340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0204" y="4364340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7325" y="4364340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84447" y="4364340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20127" y="4651461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10204" y="4651461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97325" y="4651461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84447" y="4651461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20127" y="4938583"/>
            <a:ext cx="890077" cy="28712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10204" y="4938583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7325" y="4938583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84447" y="4938583"/>
            <a:ext cx="287122" cy="28712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 + 6x + 9 = (x + 3)²   →   x² + 6x = (x + 3)² − 9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+ 4x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063" y="2971800"/>
            <a:ext cx="1585570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7203" y="3515868"/>
            <a:ext cx="1041502" cy="158557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063" y="3515868"/>
            <a:ext cx="963778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063" y="3515868"/>
            <a:ext cx="963778" cy="96377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36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6840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7736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063" y="4479646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6840" y="4479646"/>
            <a:ext cx="310896" cy="310896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77736" y="4479646"/>
            <a:ext cx="310896" cy="310896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063" y="4790542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6840" y="4790542"/>
            <a:ext cx="310896" cy="310896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7736" y="4790542"/>
            <a:ext cx="310896" cy="310896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Бурчка канча бирдик плитка жетпейт?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+ 4x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063" y="2971800"/>
            <a:ext cx="1585570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7203" y="3515868"/>
            <a:ext cx="1041502" cy="158557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063" y="3515868"/>
            <a:ext cx="963778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063" y="3515868"/>
            <a:ext cx="963778" cy="96377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36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6840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7736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063" y="4479646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6840" y="4479646"/>
            <a:ext cx="310896" cy="310896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77736" y="4479646"/>
            <a:ext cx="310896" cy="310896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063" y="4790542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6840" y="4790542"/>
            <a:ext cx="310896" cy="310896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7736" y="4790542"/>
            <a:ext cx="310896" cy="310896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 + 4x + 4 = (x + 2)²   →   x² + 4x = (x + 2)² − 4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+ 8x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6934" y="2971800"/>
            <a:ext cx="1817827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6814" y="3419856"/>
            <a:ext cx="857707" cy="181782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6934" y="3419856"/>
            <a:ext cx="793699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86934" y="3419856"/>
            <a:ext cx="793699" cy="793699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12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633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665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697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48729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6934" y="4213555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0633" y="4213555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665" y="4213555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697" y="4213555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8729" y="4213555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86934" y="4469587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0633" y="4469587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665" y="4469587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697" y="4469587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8729" y="4469587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86934" y="4725619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0633" y="4725619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665" y="4725619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697" y="4725619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48729" y="4725619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86934" y="4981651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0633" y="4981651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665" y="4981651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697" y="4981651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48729" y="4981651"/>
            <a:ext cx="256032" cy="256032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Бурчка канча бирдик плитка жетпейт?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+ 8x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6934" y="2971800"/>
            <a:ext cx="1817827" cy="384048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6814" y="3419856"/>
            <a:ext cx="857707" cy="181782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6934" y="3419856"/>
            <a:ext cx="793699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86934" y="3419856"/>
            <a:ext cx="793699" cy="793699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512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0633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665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697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48729" y="3419856"/>
            <a:ext cx="256032" cy="793699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6934" y="4213555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0633" y="4213555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665" y="4213555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697" y="4213555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8729" y="4213555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86934" y="4469587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0633" y="4469587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665" y="4469587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697" y="4469587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8729" y="4469587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86934" y="4725619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0633" y="4725619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665" y="4725619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697" y="4725619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48729" y="4725619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86934" y="4981651"/>
            <a:ext cx="793699" cy="256032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80633" y="4981651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665" y="4981651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697" y="4981651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48729" y="4981651"/>
            <a:ext cx="256032" cy="256032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 + 8x + 16 = (x + 4)²   →   x² + 8x = (x + 4)² − 16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+ 2x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8511" y="2971800"/>
            <a:ext cx="1274674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2651" y="3515868"/>
            <a:ext cx="1041502" cy="12746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8511" y="3515868"/>
            <a:ext cx="963778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58511" y="3515868"/>
            <a:ext cx="963778" cy="96377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36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2288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8511" y="4479646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2288" y="4479646"/>
            <a:ext cx="310896" cy="310896"/>
          </a:xfrm>
          <a:prstGeom prst="rect">
            <a:avLst/>
          </a:prstGeom>
          <a:noFill/>
          <a:ln w="11430">
            <a:solidFill>
              <a:srgbClr val="C0552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Бурчка канча бирдик плитка жетпейт?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x-плиткаларды экиге бөл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+ 2x плиткаларын квадратка жайгаштыр.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58511" y="2971800"/>
            <a:ext cx="1274674" cy="46634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2651" y="3515868"/>
            <a:ext cx="1041502" cy="127467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203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 + 1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58511" y="3515868"/>
            <a:ext cx="963778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58511" y="3515868"/>
            <a:ext cx="963778" cy="963778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36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22288" y="3515868"/>
            <a:ext cx="310896" cy="963778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8511" y="4479646"/>
            <a:ext cx="963778" cy="310896"/>
          </a:xfrm>
          <a:prstGeom prst="rect">
            <a:avLst/>
          </a:prstGeom>
          <a:solidFill>
            <a:srgbClr val="E5F2FF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2288" y="4479646"/>
            <a:ext cx="310896" cy="310896"/>
          </a:xfrm>
          <a:prstGeom prst="rect">
            <a:avLst/>
          </a:prstGeom>
          <a:solidFill>
            <a:srgbClr val="1F7A55"/>
          </a:solidFill>
          <a:ln w="1143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x² + 2x + 1 = (x + 1)²   →   x² + 2x = (x + 1)² − 1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Алгебралык плиткалар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Квадраттын бурчу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bx: тилкелерди экиге бөл → b/2.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Бурчта (b/2)² плитка жетпейт.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x² + bx = (x + b/2)² − (b/2)².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Квадратты толукта</dc:title>
  <dc:subject>Алгебралык плиткалар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