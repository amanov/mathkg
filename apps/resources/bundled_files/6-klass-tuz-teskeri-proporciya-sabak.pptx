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Ашар – кошуналардын бири-бирине акысыз жардамы; окуучулардан «Силердин үйдө ашар болгонбу?» деп сурайм. Адегенде болжолдошсун: 8 киши 6 күндөн көп иштейби, азбы?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Сезим: жол бирдей, ылдамдык × убакыт = 90. Ылдамдык азайса, убакыт көбөйөт: 2 саат. Эрмек тескери пропорцияны түз деп алды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 24 бөтөлкө капкагы (же таш, буурчак). 1) Капкактарды 4 катар кылып тизишет: бир катар = бир киши, бир мамыча = бир күн. 4 киши × 6 күн. 2) Ошол эле капкактарды 8 катар кылып кайра тизишет: 3 мамыча, демек 3 күн. Капкак кошулбайт да, алынбайт да: иш ошол эле. 3) «3 катар болсочу? 6 катар болсочу?» – 8 жана 4 күн. Доскага таблица: киши 3, 4, 6, 8; күн 8, 6, 4, 3. Түз пропорция үчүн: жумуртка кутусунун ар бир уячасына 2 капкак, 1 уяча = 1 кап = 500 сом. Проектор жок болсо, доскага тегерекчелер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таблицаны доскага чийем. Адегенде жогорку жебелер: x кантип өзгөрдү? Анан төмөнкү: y кантип өзгөрдү? Түздө жебелер бирдей (×2 жана ×2), тескериде карама-каршы (×2 жана ÷2). Акыркы сап – далил: түздө y ÷ x бирдей (12), тескериде x × y бирдей (24). Окуучулар таблицаны чакмак дептерге көчүрүп, дагы бир мамыча кошушат (мис.: 300 кирпич, 3 киши).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Түз пропорция: x бир нече эсе чоңойсо, y да ошончо эсе чоңоёт, y ÷ x туруктуу. Тескери пропорция: x бир нече эсе чоңойсо, y ошончо эсе кичирейет, x × y туруктуу. Экөө тең болбосо – эч кайсысы (такси, суу бочкасы). Ката коддору: М1 (тескерини түз деп алуу), М2 (кошуу), М4/М5 (ажыратуу).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«адегенде түзбү, тескериби деп ойлойм». «Оозеки беш мүнөт» (класста колдонуу картасы)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М3; В = ✓;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бир бирдик → бир бирдиктен көпкө → ылдамдык жана убакыт (тескери). Жооптор: 120 ÷ 4 × 6 = 180 сом; 15 ÷ 5 × 8 = 24 нан; 90 ÷ 45 = 2 саат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Бүт иш = 4 × 6 = 24 «киши-күн» (бир кишинин бир күндүк иши = 1 капкак). 8 киши: 24 ÷ 8 = 3 күн. «Эки эсе көп киши – эки эсе көп күн: 12 күн» десе, бул М1: киши көбөйсө, иш тезирээк бүтөт. «6 − 4 = 2 күн» десе, бул 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1 500 сом; 3 саат; Эч кайсысы: 9 ÷ 2 ≠ 7 ÷ 4, 2 · 9 ≠ 4 ·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Тоңдогу ашар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Бөкөнбаев айылында Эрмек менен Сезимдин үй-бүлөсү үй салат: кошуналар ашарга келишет.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стандарты, 6-класс: катыш жана пропорция (улуттук B), пропорционалдуулук. Мазмуну оригиналдуу; «Катыш» жана «Пропорция жана процент» пакеттеринин уландысы.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Тоңдогу ашар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Тоң районундагы Бөкөнбаев айылында Эрмек менен Сезимдин үй-бүлөсү жаңы үй салып жатат.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Салт боюнча кошуналар ашарга келишет: бирөө кирпич тизет, бирөө шыбак шыбайт, апалар тамак бышырат.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Атасы Бакыт ава эсептейт: канча кап цемент, канча кирпич, канча киши, канча күн?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Эрмек менен Сезим – жардамчы эсепчилер. Ар бир суроодо адегенде: «Түзбү, тескериби?»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Дубалдын кирпичин 4 киши 6 күндө тизип бүтөт. Ашарга 8 киши келди (баары бирдей иштейт). Дубал канча күндө бүтөт?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Таблицадан түз жана тескери пропорцияны таанып, y ÷ x же x × y менен далилдейм.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Түз пропорция маселесин бир бирдик ыкмасы жана катыш таблицасы менен чыгарам.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Тескери пропорция маселесин (киши жана күн, ылдамдык жана убакыт) тилке менен чыгарам.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Түз: бир бирдик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Тескери: x × 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Ажыратуу, көп кадам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Жай жүрсө, убакыт?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капкак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Тоңдогу ашар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Киши, күн, сом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Бир бирдикти табуу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Ылдамдык, убакыт, жол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Катыш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Пропорция, процент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Түз жана тескери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Катыш таблицасы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Функция y = kx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Анын графиги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кап 500 сом. 3 кап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24 ÷ 8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Кыскарт: 12 : 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60 км/саат, 2 саат. Жол =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кап 500 сом. 3 кап =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1 500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24 ÷ 8 =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Кыскарт: 12 :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 :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60 км/саат, 2 саат. Жол =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120 км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Балыкчыга 90 км. 60 км/саат менен 1,5 саат кетет. 45 км/саат менен канча саат кетет?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Эрмек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Ылдамдык азайды,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убакыт да азаят: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1,5 × 45 ÷ 60 = 1,125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Сезим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Жол бирдей: 90 км.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90 ÷ 45 = 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2 саат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Жай жүрсө, убакыт азаябы?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24 капкак = бүт иш (1 капкак = 1 кишинин 1 күндүк иши). 4 катар тизгиле, анан 8 катар. Ар бир катарда канча капкак?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4 киши × 6 күн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274320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0050" y="2830250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27048" y="274320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14098" y="2830250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11095" y="274320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98146" y="2830250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95144" y="274320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82194" y="2830250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9192" y="274320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66242" y="2830250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63240" y="274320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50290" y="2830250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3000" y="312724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30050" y="321429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27048" y="312724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14098" y="321429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11095" y="312724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98146" y="321429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95144" y="312724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382194" y="321429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79192" y="312724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6242" y="321429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63240" y="312724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50290" y="321429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43000" y="3511296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30050" y="3598346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527048" y="3511296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14098" y="3598346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911095" y="3511296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98146" y="3598346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95144" y="3511296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82194" y="3598346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679192" y="3511296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66242" y="3598346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63240" y="3511296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50290" y="3598346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43000" y="389534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30050" y="398239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527048" y="389534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4098" y="398239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911095" y="389534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998146" y="398239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295144" y="389534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82194" y="398239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679192" y="389534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766242" y="398239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063240" y="389534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50290" y="398239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" y="2395728"/>
            <a:ext cx="223113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4A5A70"/>
                </a:solidFill>
                <a:latin typeface="PT Sans"/>
              </a:rPr>
              <a:t>6 мамыча = 6 күн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2743200"/>
            <a:ext cx="6858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4A5A70"/>
                </a:solidFill>
                <a:latin typeface="PT Sans"/>
              </a:rPr>
              <a:t>4
катар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429767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4 × 6 = 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0440" y="3291840"/>
            <a:ext cx="960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A84400"/>
                </a:solidFill>
                <a:latin typeface="PT Sans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9000" y="3794760"/>
            <a:ext cx="1143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A84400"/>
                </a:solidFill>
                <a:latin typeface="PT Sans"/>
              </a:rPr>
              <a:t>кайра
тиз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26280" y="20574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8 киши × ? күн</a:t>
            </a:r>
          </a:p>
        </p:txBody>
      </p:sp>
      <p:sp>
        <p:nvSpPr>
          <p:cNvPr id="67" name="Oval 66"/>
          <p:cNvSpPr/>
          <p:nvPr/>
        </p:nvSpPr>
        <p:spPr>
          <a:xfrm>
            <a:off x="4846320" y="2514600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915448" y="2583728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157216" y="2514600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226344" y="2583728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468112" y="2514600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537240" y="2583728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846320" y="2825496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15448" y="2894624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57216" y="2825496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226344" y="2894624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468112" y="2825496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537240" y="2894624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846320" y="3136392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915448" y="3205520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157216" y="3136392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226344" y="3205520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468112" y="3136392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537240" y="3205520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846320" y="3447288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915448" y="3516416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157216" y="3447288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226344" y="3516416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68112" y="3447288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537240" y="3516416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846320" y="3758184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915448" y="3827312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157216" y="3758184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226344" y="3827312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468112" y="3758184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537240" y="3827312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846320" y="4069080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915448" y="4138208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157216" y="4069080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226344" y="4138208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468112" y="4069080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537240" y="4138208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4379976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915448" y="4449104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157216" y="4379976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26344" y="4449104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468112" y="4379976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537240" y="4449104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690872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915448" y="4760000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157216" y="4690872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226344" y="4760000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468112" y="4690872"/>
            <a:ext cx="246888" cy="24688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537240" y="4760000"/>
            <a:ext cx="108630" cy="10863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97880" y="3268980"/>
            <a:ext cx="12801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3 мамыча
= 3 күн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" y="5212080"/>
            <a:ext cx="6583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Капкак ошол эле 24:  4 × 6 = 8 × 3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543800" y="2194560"/>
            <a:ext cx="420624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726679" y="2286000"/>
            <a:ext cx="38862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24 бөтөлкө капкагы же таш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 капкак = 1 кишинин 1 күндүк иши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катар = киши, мамыча = күн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Киши 2 эсе көп → күн 2 эсе аз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киши × күн = 24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катыш таблицасы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Түз: кирпич жана баасы. Тескери: киши жана күн. Жебелерге кара: ×2, ×3, ÷2.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507492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Түз: кирпич жана баасы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51460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×2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×2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51460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×3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1600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Кирпич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2880360"/>
            <a:ext cx="86868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880360"/>
            <a:ext cx="86868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880360"/>
            <a:ext cx="86868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79" y="2880360"/>
            <a:ext cx="86868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29000"/>
            <a:ext cx="1600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Баасы, сом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3429000"/>
            <a:ext cx="86868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429000"/>
            <a:ext cx="86868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1 200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3429000"/>
            <a:ext cx="86868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2 400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79" y="3429000"/>
            <a:ext cx="86868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7 200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39" y="3995927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×2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995927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×2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3995927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×3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07407"/>
            <a:ext cx="15087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y ÷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4407407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407407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4407407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4407407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103120"/>
            <a:ext cx="507492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Тескери: киши жана күн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51460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×2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51460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×2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51460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×2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880360"/>
            <a:ext cx="1600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Киши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2880360"/>
            <a:ext cx="86868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2880360"/>
            <a:ext cx="86868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8360" y="2880360"/>
            <a:ext cx="86868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2880360"/>
            <a:ext cx="86868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429000"/>
            <a:ext cx="1600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Күн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3429000"/>
            <a:ext cx="86868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3429000"/>
            <a:ext cx="86868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38360" y="3429000"/>
            <a:ext cx="86868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07040" y="3429000"/>
            <a:ext cx="86868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995927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÷2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995927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÷2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3995927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÷2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407407"/>
            <a:ext cx="15087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x × 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4407407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407407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4407407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4407407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Түз: y ÷ x = 12 (бирдей).     Тескери: x × y = 24 (бирдей).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Ойлон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x чоңойсо, y эмне болот?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y ÷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Түзбү?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Катыш ар бир жупта бирдей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x × 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Тескериби?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Көбөйтүндү ар бир жупта бирдей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Бир бирдик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 бирдикти тап, анан эсепте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Түз: y ÷ x бирдей  ·  Тескери: x × y бирдей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Адегенде ойлон: түзбү, тескериби?  6 кап цемент 2 700 сом. 10 кап канча сом?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 кап → 2 700 сом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түз: кап көп → сом көп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кап → 2 700 ÷ 6 = 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бир бирдик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кап → 450 × 10 = 4 500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көбөйт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4 500 ÷ 10 = 450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текшер: катыш бирдей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4 500 сом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Адегенде ойлон: түзбү, тескериби?  6 киши кирпичти 10 күндө тизет. 4 киши канча күндө тизет?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 киши → 10 күн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тескери: киши аз → күн көп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иш = 6 × 10 =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киши-күн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киши → 60 ÷ 4 =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бөл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4 × 15 = 60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текшер: көбөйтүндү бирдей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15 күн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таблица менен ойлон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Жарымы жана кошуу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кап → 2 000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кап → 1 000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кап → 2 000 + 1 000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3 000 сом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4 + 2 = 6: жарымын тап, анан кош.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Бир бирдик аркылуу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нан → 90 сом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нан → 30 сом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нан → 30 ×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210 сом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1ге чейин бөл, анан көбөйт.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Тескери: көбөйтүндү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киши × 6 күн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киши → 24 ÷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8 күн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Иш бирдей: киши азайса, күн көбөйөт.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Ойлон: түзбү, тескериби? → таблица же 1 бирдик → текшер: катыш же көбөйтүндү бирдейби?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 киши шыбакты 8 күндө бүтөт. 6 киши (бирдей иштешет) канча күндө бүтөт?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16 күн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 күн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 күн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11 күн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Дүкөндө 4 нан 120 сом турат. Ашарчыларга 6 нан канча сом? Тилкеге 1 нанды белгиле.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Түшкү тамакка 5 кишиге 15 нан керек. 8 кишиге канча нан керек?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Бөкөнбаевдон Балыкчыга 90 км. 60 км/саат менен 1,5 саат кетет. 45 км/саат менен канча саат кетет?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Дүкөндө 4 нан 120 сом турат. Ашарчыларга 6 нан канча сом? Тилкеге 1 нанды белгиле.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580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48232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8884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574389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7580" y="3574389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8232" y="3574389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8884" y="3574389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29536" y="3574389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0188" y="3574389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20976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58136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20976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03856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120 ÷ 4 × 6 = 180 сом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Түшкү тамакка 5 кишиге 15 нан керек. 8 кишиге канча нан керек?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9600" y="3017520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12589" y="3017520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5578" y="3017520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98566" y="3017520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1555" y="3017520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19600" y="3574389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12589" y="3574389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5578" y="3574389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98566" y="3574389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91555" y="3574389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84544" y="3574389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7533" y="3574389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70522" y="3574389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75985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113145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75985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158865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15 ÷ 5 × 8 = 24 нан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Бөкөнбаевдон Балыкчыга 90 км. 60 км/саат менен 1,5 саат кетет. 45 км/саат менен канча саат кетет?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2272" y="3017520"/>
            <a:ext cx="156260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34880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2272" y="3574389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228" y="3574389"/>
            <a:ext cx="1171956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45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844784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707624" y="3958437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890503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90 ÷ 45 = 2 саат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кг алма 640 сом. 5 кг канча сом?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киши 12 саат. 6 киши канча саат?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x: 3, 6, 9;  y: 6, 12, 18. Кайсы?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x: 2, 3, 6;  y: 15, 10, 5. Кайсы?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80 км/саат менен 3 саат. 60 км/саат менен канча?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Түз: кап 2, 5;  сом 1 000, 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 кг алма 640 сом. 5 кг канча сом?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400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 киши 12 саат. 6 киши канча саат?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 саат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x: 3, 6, 9;  y: 6, 12, 18. Кайсы?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Түз (2)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x: 2, 3, 6;  y: 15, 10, 5. Кайсы?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Тескери (30)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80 км/саат менен 3 саат. 60 км/саат менен канча?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 саат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Түз: кап 2, 5;  сом 1 000, 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2 500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Дубалдын кирпичин 4 киши 6 күндө тизип бүтөт. Ашарга 8 киши келди (баары бирдей иштейт). Дубал канча күндө бүтөт?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4 киши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2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9579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8 киши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6130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4820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350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19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2088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957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8269" y="3035808"/>
            <a:ext cx="94868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95559" y="2240280"/>
            <a:ext cx="0" cy="134416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58399" y="358444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41279" y="263804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227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 × 6 = 24;   24 ÷ 8 =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9227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бүт иш 24, 8 кишиге бөл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897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8 × 3 = 24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4897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текшер: иш ошол эле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3 күн: киши 2 эсе көп, күн 2 эсе аз!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Ашар жөнүндө эки маселе түз: бири түз, бири тескери пропорция болсун. Таблицасын же тилкесин чий.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Эрмек, Сезим, Бакыт ава.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5 кап цемент 2 500 сом. 3 кап канча сом?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 киши арыкты 4 саатта казат. 8 киши канча саатта казат?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x: 2, 4, 6;  y: 9, 7, 5. Түзбү, тескериби, эч кайсысыбы?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Түз жана тескери пропорцияны кантип ажыратасың?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такси баасы түз пропорция эмес?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 бирдик ыкмасы кайсы маселеде жардам берди?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маселеде адегенде: «x чоңойсо, y эмне болот?», анан гана эсеп.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Тескериде бүт ишти тилке же капкак менен: киши × күн = бүт иш (М1, М3).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Катыш таблицасына жебе жаздырам: ×2, ÷2; эч качан «+» эмес (М2).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Маселеде Полиянын 4 кадамы: Түшүн → Планда → Аткар → Текшер.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