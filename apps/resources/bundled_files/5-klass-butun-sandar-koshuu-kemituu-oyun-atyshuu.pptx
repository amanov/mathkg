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Сан огу же сөз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«кайда баштадың, кайсы жакка бастың?»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Нарындагы кыш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−4 + 6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−4 + 6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−7 − 3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−7 − 3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+ (−8)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+ (−8)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2 − (−9)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2 − (−9)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−10 + 4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−10 + 4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Салыштыр: −1 □ −6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Салыштыр: −1 □ −6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 &gt; −6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−5 + (−7)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−5 + (−7)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−3 − (−8)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−3 − (−8)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15ке карама-каршы сан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15ке карама-каршы сан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−8°, анан 11° жылыды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−8°, анан 11° жылыды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0 − 7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0 − 7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