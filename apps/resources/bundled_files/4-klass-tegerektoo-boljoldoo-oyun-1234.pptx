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Жети-Өгүздөгү алма бакчасы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43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86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65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1 297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43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65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Ондукка: 1 297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381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2 649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7 150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5 961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381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2 649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2 600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7 150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7 200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Жүздүккө: 5 961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6 000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4 210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8 500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6 499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 тегеректегенде 3 000: эң кичине сан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4 210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4 000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8 500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Миңдикке: 6 499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Миңдикке тегеректегенде 3 000: эң кичине сан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2 500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410 + 290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 (жүздүккө): 3 080 − 1 920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52 × 49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Жетеби? 5 000 кг: 2 460 + 2 380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410 + 290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700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 (жүздүккө): 3 080 − 1 920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1 200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52 × 49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2 500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Жетеби? 5 000 кг: 2 460 + 2 380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4 900: жетет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