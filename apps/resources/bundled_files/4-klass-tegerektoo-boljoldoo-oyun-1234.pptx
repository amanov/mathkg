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1234 оюну: ар бир окуучу өз деңгээлинен баштайт. Жооп слайдында ар бир суроонун жообу жана кыскача түшүндүрмөсү бар.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1234: төрт 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Тегеректөө жана болжолдоо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11332159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153619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49047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 бир раундда 4 суроо: ① жеңил … ④ эң кыйын.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40487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35915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 бир окуучу өзүнө ылайыктуусунан баштайт, андан кийин кийинкисине өтөт.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27355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22783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Жоопторду мини-тактага жазгыла. Жооп слайдында текшергиле.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142231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096511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Кыйын болсо – жакшы! Мээң өсүп жатат.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07047" y="5669280"/>
            <a:ext cx="475488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Блум: Колдонуу · Талдоо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" y="5669280"/>
            <a:ext cx="585216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Бүгүнкү окуя: Жети-Өгүздөгү алма бакчасы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Тегеректөө жана болжолдоо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Ондукка: 43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Ондукка: 86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Ондукка: 65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Ондукка: 1 297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Тегеректөө жана болжолдоо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Ондукка: 43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40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Ондукка: 86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90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Ондукка: 65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70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Ондукка: 1 297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1 300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Тегеректөө жана болжолдоо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Жүздүккө: 381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Жүздүккө: 2 649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Жүздүккө: 7 150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Жүздүккө: 5 961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Тегеректөө жана болжолдоо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5/9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Жүздүккө: 381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400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Жүздүккө: 2 649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2 600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Жүздүккө: 7 150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7 200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Жүздүккө: 5 961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6 000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Тегеректөө жана болжолдоо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6/9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Миңдикке: 4 210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Миңдикке: 8 500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Миңдикке: 6 499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Миңдикке тегеректегенде 3 000: эң кичине сан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Тегеректөө жана болжолдоо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7/9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Миңдикке: 4 210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4 000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Миңдикке: 8 500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9 000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Миңдикке: 6 499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6 000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Миңдикке тегеректегенде 3 000: эң кичине сан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2 500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Тегеректөө жана болжолдоо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8/9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Болжолдо: 410 + 290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Болжолдо (жүздүккө): 3 080 − 1 920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Болжолдо: 52 × 49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Жетеби? 5 000 кг: 2 460 + 2 380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Тегеректөө жана болжолдоо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9/9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Болжолдо: 410 + 290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≈ 700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Болжолдо (жүздүккө): 3 080 − 1 920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≈ 1 200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Болжолдо: 52 × 49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≈ 2 500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Жетеби? 5 000 кг: 2 460 + 2 380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≈ 4 900: жетет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