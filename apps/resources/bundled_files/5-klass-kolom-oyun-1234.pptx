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Өзгөндөгү күрүч кутулары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× 2 × 2 (см): 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Куб 6 см: 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см × 5 см × 10 см: 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V = 90 см³, түбү 6 × 5 (см). Бийиктиги?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× 2 × 2 (см): 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 см³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Куб 6 см: 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216 см³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см × 5 см × 10 см: 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600 см³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V = 90 см³, түбү 6 × 5 (см). Бийиктиги?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см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Куб 3 см: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2 × 1 (см):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× 4 × 2 (см):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Кубдун S = 96 см². Кыры?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Куб 3 см: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54 см²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2 × 1 (см):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28 см²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× 4 × 2 (см):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88 см²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Кубдун S = 96 см². Кыры?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см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5 000 см³ = ? 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м³ = ? 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см × 10 см × 10 см = ? 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Бак 2 м × 2 м × 1 м. 3 000 л куюлду. Дагы канча литр батат?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5 000 см³ = ? 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м³ = ? 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4 000 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см × 10 см × 10 см = ? 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Бак 2 м × 2 м × 1 м. 3 000 л куюлду. Дагы канча литр батат?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1 000 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Түбүндө 4 × 3 кубик, 5 катмар. Канча кубик?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Куту 10 × 10 × 10 (см). Канча литр?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Кампа 5 м × 4 м × 3 м. Кыры 1 м куб кутудан канча батат?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м² кагаз 50 сом. Кыры 1 м кубду ороого канча сом?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Түбүндө 4 × 3 кубик, 5 катмар. Канча кубик?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 кубик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Куту 10 × 10 × 10 (см). Канча литр?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Кампа 5 м × 4 м × 3 м. Кыры 1 м куб кутудан канча батат?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 куту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м² кагаз 50 сом. Кыры 1 м кубду ороого канча сом?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300 сом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