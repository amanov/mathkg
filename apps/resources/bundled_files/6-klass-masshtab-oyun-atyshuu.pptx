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(«беш нөлдү сыздым…»)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Сары-Челекке саякат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100 000, 4 см →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100 000, 4 см →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 км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100, 3 см → ?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100, 3 см → ?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 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200 000 см =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200 000 см =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 км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50 000, 2 см →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50 000, 2 см →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 км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см = 4 км → 1 : 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см = 4 км → 1 : 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 : 400 000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1 000, 20 м → ?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1 000, 20 м → ?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 см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50 000, 5 км → ?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50 000, 5 км → ?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 см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200, 7 см → ?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200, 7 см → ?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 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км = ?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км = ?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100 000 см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25 000, 8 см →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25 000, 8 см →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 км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10 000, 1 см → ?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10 000, 1 см → ?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 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300 000, 2 см →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: 300 000, 2 см →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 км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