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Караколдогу оюу дубал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симметрия огу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бурчтуктун огу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Тең жактуу үч бурчтуктун огу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Н, Т, Ш, Б: огу жок тамга кайсы?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симметрия огу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бурчтуктун огу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Тең жактуу үч бурчтуктун огу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Н, Т, Ш, Б: огу жок тамга кайсы?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Б4 →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А1 →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Е7 →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Б2, В2, В3 →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Б4 →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А1 →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И1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Е7 →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В7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ок Г|Д: Б2, В2, В3 →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Ж2, Е2, Е3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В3 → 2 оңго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Д2 → 3 өйдө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Ж6 → 4 солго, 2 ылдый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В2 → Е7: кантип жылды?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В3 → 2 оңго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Д3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Д2 → 3 өйдө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Д5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Ж6 → 4 солго, 2 ылдый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В4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В2 → Е7: кантип жылды?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оңго, 5 өйдө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Оюунун жарымы 8 чакмак. Бүтүн оюу?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оюу, ар биринде 16 чакмак. Баары?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Жатык ок 4|5: Г1 →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Б3: тик ок Г|Д боюнча чагылдыр, анан 2 өйдө жылдыр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Симметрия жана жылдыруу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Оюунун жарымы 8 чакмак. Бүтүн оюу?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 чакмак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оюу, ар биринде 16 чакмак. Баары?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 чакмак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Жатык ок 4|5: Г1 →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Г8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Б3: тик ок Г|Д боюнча чагылдыр, анан 2 өйдө жылдыр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