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1234 оюну: ар бир окуучу өз деңгээлинен баштайт. Жооп слайдында ар бир суроонун жообу жана кыскача түшүндүрмөсү бар.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1234: төрт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раундда 4 суроо: ① жеңил … ④ эң кыйын.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окуучу өзүнө ылайыктуусунан баштайт, андан кийин кийинкисине өтөт.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Жоопторду мини-тактага жазгыла. Жооп слайдында текшергиле.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Кыйын болсо – жакшы! Мээң өсүп жатат.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Колдонуу · Талдоо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Караколдогу оюу дубал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Квадраттын симметрия огу канча?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Тик бурчтуктун огу канча?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Тең жактуу үч бурчтуктун огу канча?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Н, Т, Ш, Б: огу жок тамга кайсы?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Квадраттын симметрия огу канча?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Тик бурчтуктун огу канча?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Тең жактуу үч бурчтуктун огу канча?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Н, Т, Ш, Б: огу жок тамга кайсы?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Б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Тик ок Г|Д: Б4 →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Тик ок Г|Д: А1 →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Тик ок Г|Д: Е7 → 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Тик ок Г|Д: Б2, В2, В3 → 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Тик ок Г|Д: Б4 →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Тик ок Г|Д: А1 →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И1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Тик ок Г|Д: Е7 → 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В7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Тик ок Г|Д: Б2, В2, В3 → 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Ж2, Е2, Е3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В3 → 2 оңго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Д2 → 3 өйдө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Ж6 → 4 солго, 2 ылдый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В2 → Е7: кантип жылды?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В3 → 2 оңго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Д3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Д2 → 3 өйдө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Д5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Ж6 → 4 солго, 2 ылдый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В4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В2 → Е7: кантип жылды?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 оңго, 5 өйдө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Оюунун жарымы 8 чакмак. Бүтүн оюу?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5 оюу, ар биринде 16 чакмак. Баары?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Жатык ок 4|5: Г1 → 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Б3: тик ок Г|Д боюнча чагылдыр, анан 2 өйдө жылдыр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Симметрия жана жылдыруу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Оюунун жарымы 8 чакмак. Бүтүн оюу?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16 чакмак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5 оюу, ар биринде 16 чакмак. Баары?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80 чакмак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Жатык ок 4|5: Г1 → 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Г8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Б3: тик ок Г|Д боюнча чагылдыр, анан 2 өйдө жылдыр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