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Чолпон-Атадагы таш сүрөттөр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(−5; 2) кайсы чейректе?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(3; −4) кайсы чейректе?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O дон 6 солго, 1 ылдый: координаттары?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0 болгон чекит кайсы окто жатат?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(−5; 2) кайсы чейректе?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(3; −4) кайсы чейректе?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IV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O дон 6 солго, 1 ылдый: координаттары?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(−6; −1)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0 болгон чекит кайсы окто жатат?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y огунда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(−3; 1) жана (5; 1): аралыгы?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(2; −6) жана (2; −1): аралыгы?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(−4; −2) жана (−4; 7): аралыгы?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O(0; 0)дон (−4; −6)га чакмак сызыгы менен эң кыска жол?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(−3; 1) жана (5; 1): аралыгы?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(2; −6) жана (2; −1): аралыгы?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(−4; −2) жана (−4; 7): аралыгы?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O(0; 0)дон (−4; −6)га чакмак сызыгы менен эң кыска жол?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(−2; 3), (4; 3), (4; −1). 4-чокусу?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(1; 1), (1; −4), (−3; −4). 4-чокусу?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Квадрат: (−1; −1), (2; −1), (2; 2). 4-чокусу?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Карама-каршы чокулар (−3; 4) жана (2; −1). Калган экөө?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(−2; 3), (4; 3), (4; −1). 4-чокусу?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(−2; −1)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(1; 1), (1; −4), (−3; −4). 4-чокусу?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(−3;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Квадрат: (−1; −1), (2; −1), (2; 2). 4-чокусу?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(−1;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Карама-каршы чокулар (−3; 4) жана (2; −1). Калган экөө?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(2; 4) жана (−3; −1)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Чатыр (−3; 2), (4; 2), (4; −1), (−3; −1). Периметри?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Ошол чатырдын аянты?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Жыпар O дон 4 оңго, 6 ылдый, 9 солго басты. Кайда?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Тоо теке (−4; 1), бугу (2; 1). Так ортосундагы чекит?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Чатыр (−3; 2), (4; 2), (4; −1), (−3; −1). Периметри?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Ошол чатырдын аянты?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21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Жыпар O дон 4 оңго, 6 ылдый, 9 солго басты. Кайда?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(−5; −6)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Тоо теке (−4; 1), бугу (2; 1). Так ортосундагы чекит?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(−1;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