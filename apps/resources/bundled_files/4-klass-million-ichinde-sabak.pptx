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236 миңге жакынбы же 2 миллионгобу? Жоопту азыр айтпайбыз.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Айзада: бир разрядда 9дан ашык бирдик болбойт, 10 ондук = 1 жүздүк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10дон резинка менен байланган санак таякчалар (10 топтом = 1 чоң топтом = 100), кагаздан кесилген «1000 сом» жана «100 сом» (8 жана 15тен), 10 жана 1 сомдук тыйындар же капкактар (20дан). Адегенде 2 345 түзүшөт, анан 15 «10 сомдукту» 1 «100 сомдукка» алмаштырышат.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Таблицаны доскага чийем, окуучулар чакмак дептерге чийишет. 15 ондукту жазганда «ондуктар» чакмагына 2 цифра батпайт: 10 ондук = 1 жүздүк, ошондуктан жүздүктөр 4 →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Окуу: «236 миң 557». Бош разряд → 0 (205 030). Тегеректөөдө оң жактагы бир гана цифрага карайбыз.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ыкманы окуучулар үн чыгарып айтышат: «15 ондук – бул 1 жүздүк жана 5 ондук». Оозеки беш мүнөттө ушул ыкмалар кайталанат.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М1;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салыштыруу → көп кадам. Жооптор: 210 000 сом; 59 000 сом; 3 820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236 миң + 4 жүз + 15 ондук + 7. 15 ондук = 1 жүздүк 5 ондук, ошондуктан 236 557 (М2ни көзөмөлдөңүз). Он миңдикке тегеректесек 240 000, миңдикке 237 000.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300 800; 73 000; 2 150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Миллион ичиндеги сандар: класстар жана разряддар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Ош базары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4-класс Ош базарында: Жамиля эже күндүн түшүмүн 1000, 100, 10 жана 1 сомдуктар менен санайт.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4-класс: 4.2.1, 4.2.3.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Ош базары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4-класс Бишкектеги Ош базарына экскурсияга барды.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Кездеме сатуучу Жамиля эже кечинде күндүн түшүмүн санайт.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Айзада менен Бекзат жардам беришет: купюраларды бирдей топторго бөлүшөт.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Чоң сандарды кантип жазабыз, окуйбуз жана болжолдойбуз?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Кутуда 1000 сомдуктан 236, 100 сомдуктан 4, 10 сомдуктан 15 жана 1 сомдуктан 7 бар. Бардыгы канча сом? «Болжол менен 240 миң» деген туурабы?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Алты орундуу санды класстарга бөлүп окуйм жана жазам.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Разряддарды атайм; 10 бирдик = кийинки разряддын 1 бирдиги экенин колдоном.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 ондукка, жүздүккө, миңдикке тегеректеп, суммасын болжолдойм.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Окуу, жазуу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Тегеректөө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Болжолдоо,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Сан огунда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акча санаш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Ош базарынын түшүмү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Чоң сандар турмушта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 ичиндеги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Ондук, бирдик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1000 ичиндеги сандар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Миллион ичинде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Класстар, тегеректөө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Натуралдык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бөлчөктөр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3 000 + 400 + 20 + 5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ондук = ? жүздүк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жүздүк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4 680ди жүзгө тегеректе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3 000 + 400 + 20 + 5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3 425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ондук = ? жүздүк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жүздүк =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4 680ди жүзгө тегеректе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4 700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Жамиля эже 4 жүздүк жана 15 ондук сом санады. Канча сом?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Бекзат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жүздүк, 15 ондук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| 15 | 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4 150 сом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Айзада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15 ондук = 1 жүздүк 5 ондук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 жүздүк 5 ондук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550 сом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Таякча топтомдору менен көрсөт.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2 345 сомду «акча» жана таякча топтомдору менен түзгүлө, анан 15 ондукту алмаштыргыла.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1737360" cy="868680"/>
          </a:xfrm>
          <a:prstGeom prst="roundRect">
            <a:avLst>
              <a:gd name="adj" fmla="val 8000"/>
            </a:avLst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1000 сом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96312"/>
            <a:ext cx="1737360" cy="868680"/>
          </a:xfrm>
          <a:prstGeom prst="roundRect">
            <a:avLst>
              <a:gd name="adj" fmla="val 8000"/>
            </a:avLst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1000 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2 миңдик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33172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100 сом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1528" y="2478024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100 сом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2624327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100 сом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74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3 жүздүк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233172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233172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28986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28986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7472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4 ондук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233172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6876288" y="233172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7260336" y="233172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27157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6876288" y="27157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7472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5 бирдик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8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9536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3544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7552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1560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15568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79576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3584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307592" y="3977639"/>
            <a:ext cx="0" cy="914401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8368" y="4361688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 w="63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00200" y="4160520"/>
            <a:ext cx="5760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10 таякча = 1 топтом (ондук)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10 топтом = 1 чоң топтом (жүздүк)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15 «10 сомдук» = 1 «100 сомдук» + 5 «10 сомдук»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2240280"/>
            <a:ext cx="3886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331720"/>
            <a:ext cx="356616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таякчалар, 10дон резинка менен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кагаз «1000 сом», «100 сом»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жана 1 сомдук тыйындар же капкактар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2 000 + 300 + 40 + 5</a:t>
            </a:r>
          </a:p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= 2 345 сом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разряд таблицасы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Жамиля эженин акчасын разряд таблицасына жазабыз. Чакмак дептерге: 1 чакмак = 1 цифра.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34290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Миңдер классы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жүз миң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он миң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миң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4290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Бирдиктер классы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жүздүк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ондук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6888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0">
                <a:solidFill>
                  <a:srgbClr val="1F2430"/>
                </a:solidFill>
                <a:latin typeface="PT Sans"/>
              </a:rPr>
              <a:t>бирдик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92608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1000 × 236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92608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92608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4290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100 ×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4290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34290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0" y="34290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42900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34290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34290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9319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10 ×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9319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74519" y="39319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17520" y="39319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93192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393192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319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4348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1 × 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4348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74519" y="44348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0" y="44348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7680" y="44348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40680" y="44348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0" y="4434840"/>
            <a:ext cx="1097280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1520" y="4983480"/>
            <a:ext cx="699516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31520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5029200"/>
            <a:ext cx="109728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214884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2240280"/>
            <a:ext cx="2194560" cy="3154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15 ондук: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10 ондук = 1 жүздүк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жүздүктөр: 4 + 1 = 5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ондуктар: 5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Окуйбуз: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«236 миң 557»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236 000 + 400 + 150 + 7 = 236 557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 |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Класстар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Оңдон 3 цифрадан бөлөбүз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10 →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Разряд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Ар бир разрядда 0–9; 10 = кийинкинин 1и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Тегеректөө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 жактагы цифра 0–4 → ылдый, 5–9 → өйдө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236 557 ≈ 237 000 (миңге) ≈ 240 000 (он миңге)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Жамиля эже: 1000 сомдуктан 52, 100 сомдуктан 13, 1 сомдуктан 8. Канча сом?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52 · 1000 + 13 · 100 + 8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52 000 + 1 300 + 8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13 жүздүк = 1 миң 3 жүз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53 308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Бардыгы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53 308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Базардын бир айлык түшүмү 486 350 сом. Миңдикке жана он миңдикке тегеректе.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486 350: миңдиктер –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оң жагы 3 &lt;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≈ 486 000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миңге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он миңдиктер –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оң жагы 6 ≥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≈ 490 000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он миңге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Болжол менен = </a:t>
            </a:r>
            <a:r>
              <a:rPr sz="3400" b="1">
                <a:solidFill>
                  <a:srgbClr val="24418C"/>
                </a:solidFill>
                <a:latin typeface="PT Sans"/>
              </a:rPr>
              <a:t>486 000;  490 000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разряд менен ойлойм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 менен ирилетүү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ондук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10 ондук + 5 ондук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 жүздүк 5 ондук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Таякчалар: 10 топтомду 1 чоң топтомго байлайбыз.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«Миң» деп эсепте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236 миң + 4 миң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240 миң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240 000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Чоң санды «миң» деп окуп, кичине сандай кошобуз.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Тегеректеп болжолдо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38 465 + 27 980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≈ 38 000 + 28 000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66 000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болжолдо, анан так эсепте жана салыштыр.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Жамиля эже: 1000 сомдуктан 5, 100 сомдуктан 12, 1 сомдуктан 4. Бардыгы канча сом?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51 204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6 204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Ош базарындагы дүкөнгө эртең менен 125 400 сом, түштөн кийин 84 600 сом түштү. Бардыгы канча сом?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Кечээ дүкөнгө 46 миң сом түштү, бүгүн андан 13 миң сомго көп. Бүгүн канча сом түштү?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Бекзаттын атасы 1000 сомдуктан 3, 100 сомдуктан 7 жана 10 сомдуктан 12 берди. Бардыгы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Ош базарындагы дүкөнгө эртең менен 125 400 сом, түштөн кийин 84 600 сом түштү. Бардыгы канча сом?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40634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125 400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3275" y="3017520"/>
            <a:ext cx="93756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84 600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210 000 сом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Кечээ дүкөнгө 46 миң сом түштү, бүгүн андан 13 миң сомго көп. Бүгүн канча сом түштү?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Кечээ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2640" y="3017520"/>
            <a:ext cx="5505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46 миң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Бүгүн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2640" y="3574389"/>
            <a:ext cx="5505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46 миң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33185" y="3574389"/>
            <a:ext cx="33032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13 миң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59 000 сом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Бекзаттын атасы 1000 сомдуктан 3, 100 сомдуктан 7 жана 10 сомдуктан 12 берди. Бардыгы канча?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3 000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4422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0206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3 820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Цифра менен жаз: эки жүз миң жыйырма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530 708: 3 кайсы разрядда?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57 349 ≈ ? (миңге)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1000 сомдуктан 9, 10 сомдуктан 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Эң кичинеси: 300 100; 30 100; 301 000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Болжолдо: 61 900 + 18 300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Цифра менен жаз: эки жүз миң жыйырма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200 020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530 708: 3 кайсы разрядда?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он миңдиктер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57 349 ≈ ? (миңге)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57 000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1000 сомдуктан 9, 10 сомдуктан 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9 230 сом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Эң кичинеси: 300 100; 30 100; 301 000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30 100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Болжолдо: 61 900 + 18 300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80 000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Кутуда 1000 сомдуктан 236, 100 сомдуктан 4, 10 сомдуктан 15 жана 1 сомдуктан 7 бар. Бардыгы канча сом? «Болжол менен 240 миң» деген туурабы?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65836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236 000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40280"/>
            <a:ext cx="8229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240280"/>
            <a:ext cx="8229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240280"/>
            <a:ext cx="8229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236 000 + 400 + 150 + 7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15 ондук = 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236 557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≈ 240 000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он миңге тегеректедик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236 557 сом. Он миңге тегеректесек, «240 миң» туура.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Ош базары жөнүндө чоң сандуу маселе түз: купюралар менен төлөө же түшүмдү болжолдоо.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Айзада, Бекзат, Жамиля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Цифра менен жаз: үч жүз миң сегиз жүз.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73 486ны миңдикке тегеректе.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1000 сомдуктан 2, 10 сомдуктан 15. Канча сом?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бир разрядда 9дан ашык бирдик болбойт?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 тегеректегенде кайсы цифрага карайсың?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Болжолдоо турмушта качан пайдалуу? Ош базарынан мисал айт.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жуптун колунда таякча топтомдору жана кагаз «акча» болсун; 10 ондукту өздөрү алмаштырышат.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Разряд таблицасын чакмак дептерде чийдириңиз: класс = 3 чакмак, бош разрядга 0 (М1).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Тегеректөөнү сан огу менен көрсөтүңүз: 64 718 64 000 менен 65 000дин кайсынысына жакын?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Болжолдоону ар дайым так жооп менен салыштыртыңыз.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