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бир баштык 10 кгдан оорбу же жеңилби?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Бермет: 3a жана 2b окшош эмес. a = 1, b = 2: 3a + 2b = 7, бирок 5ab = 10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2 кагаз чөйчөк, 30 бөтөлкө капкагы (же таш, буурчак), A4 кагазга чийилген тараза (эки табак). Мен ар бир чөйчөккө жашыруун 6дан капкак салып, оозун кагаз менен жаап берем. 1) Сол табакка 2 чөйчөк жана 5 капкак, оң табакка 17 капкак: тараза тең. 2) «Тең салмак бузулбасын: эки табактан бирдей алабыз»: 5тен капкак алышат. 3) 2 чөйчөк = 12 капкак: 12 капкакты 2 топко бөлүшөт, 1 чөйчөк = 6. 4) Чөйчөктү ачып текшеришет. Проектор жок болсо, доскага тараза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чийишет: үзүк сызыктуу эки бирдей тилке x, жалбыз түстүү 5. 1-сап: баары 17. 2-сап: 5ти алып салдык, эки x = 12. 3-сап: бир x = 12 ÷ 2 = 6. Тилке тараза менен бирдей ойду көрсөтөт: эки жагынан бирдей алабыз.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Теңдеме = тең турган тараза. Белгисизди «чечүү» тескери тартипте: x адегенде 2ге көбөйтүлүп, анан 5 кошулган; ошондуктан адегенде 5ти алабыз, анан 2ге бөлөбүз («акыркы кийгенди биринчи чечебиз»). Ката коддору: М3 (тартип), М4 (ошол эле амал). Окшош кошулуучулар теңдемеден мурун бириктирилет (М1, М7).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«x + 7 = 15: кайсы санга 7ни кошсо 15 болот?».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М4; Б = М3; В = ✓;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 кадам → салыштыруу → окшош кошулуучулар. Жооптор: x + 7 = 15; x = 8 кг; 4x + 3 = 27; x = 6 кг; 4x + 200 = 1 000; x = 200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жагынан 5 кгны алып салабыз: 2x = 12, анан эки жагын 2ге бөлөбүз: x = 6. Адегенде 2ге бөлсөк (М3), 17 ÷ 2 − 5 = 3,5 кг чыгат; текшерсек 2 · 3,5 + 5 = 12, 17 эмес. Ошондуктан текшерүү керек.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6x + 3; x = 6;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Таластагы буурчак түшүмү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Бермет менен Нурис Мырзабек атага буурчак жыйнап, базардагы таразада баштыктарды тартышат.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6-класс: «Туюнтмаларды өзгөртүү» жана «Сызыктуу теңдемелер» бөлүмдөрү.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Таластагы буурчак түшүмү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Күз. Таласта буурчак жыйноо убагы. Бермет менен Нурис чоң аталары Мырзабек атага жардам беришет.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Буурчакты бирдей баштыктарга салып, Талас базарына алып барышат.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Базарда эки табактуу тараза бар. Тараза тең турса, эки табактагы салмак бирдей.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Бир баштыктын салмагын билбейбиз. Аны x деп белгилейбиз.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Тараза тең турат: бир табакта 2 бирдей баштык буурчак жана 5 кг таш, экинчисинде 17 кг таш. Бир баштык канча кг?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Сөздөн тамгалуу туюнтма жазам жана тамганын ордуна сан коюп маанисин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Окшош кошулуучуларды бириктирем: 3a + 2a = 5a, 4x + 3 + 2x = 6x + 3.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Теңдемени тараза жана тилке менен чыгарам: x + 7 = 15, 2x + 5 = 17, жана текшерем.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Туюнтма жана маани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кадамдуу теңдеме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Эки кадамдуу теңдеме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3a + 2b = 5ab?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тараза: чөйчөк жана капкак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Талас базары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Баштыктын салмагы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Жөнөкөй теңдеме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□ + 7 =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Тамгалуу туюнтма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Амалдардын тартиби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Окшош кошулуучулар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2x + 5 = 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Сызыктуу теңдеме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Кашааны ачуу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15 − 7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21 ÷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· 6 + 5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□ + 7 = 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15 − 7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21 ÷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· 6 + 5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□ + 7 =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□ =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Мырзабек ата: «3 баштык буурчак (ар бири a кг) жана 2 баштык жүгөрү (ар бири b кг). Баары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Нурис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3a + 2b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5ab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Бермет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3a + 2b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Мындан кыскарбайт: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a жана b – ар башка.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a = 1, b = 2 коюп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чөйчөк = x (ичинде бирдей сандагы капкак), капкак = 1. Тараза: 2 чөйчөк жана 5 капкак = 17 капкак.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2x + 5 = 17: тараза тең турат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3931920"/>
            <a:ext cx="3657600" cy="0"/>
          </a:xfrm>
          <a:prstGeom prst="line">
            <a:avLst/>
          </a:prstGeom>
          <a:ln w="381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>
            <a:off x="3502152" y="3931920"/>
            <a:ext cx="585216" cy="777240"/>
          </a:xfrm>
          <a:prstGeom prst="triangl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971800" y="4709159"/>
            <a:ext cx="1645920" cy="0"/>
          </a:xfrm>
          <a:prstGeom prst="line">
            <a:avLst/>
          </a:prstGeom>
          <a:ln w="381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57400" y="3657600"/>
            <a:ext cx="0" cy="2743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3584448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D3557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anual Operation 17"/>
          <p:cNvSpPr/>
          <p:nvPr/>
        </p:nvSpPr>
        <p:spPr>
          <a:xfrm>
            <a:off x="502920" y="2880360"/>
            <a:ext cx="548640" cy="685800"/>
          </a:xfrm>
          <a:prstGeom prst="flowChartManualOperation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5486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20" name="Manual Operation 19"/>
          <p:cNvSpPr/>
          <p:nvPr/>
        </p:nvSpPr>
        <p:spPr>
          <a:xfrm>
            <a:off x="1143000" y="2880360"/>
            <a:ext cx="548640" cy="685800"/>
          </a:xfrm>
          <a:prstGeom prst="flowChartManualOperation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880360"/>
            <a:ext cx="54864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22" name="Oval 21"/>
          <p:cNvSpPr/>
          <p:nvPr/>
        </p:nvSpPr>
        <p:spPr>
          <a:xfrm>
            <a:off x="1828800" y="3236976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85416" y="3236976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42032" y="3236976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98648" y="3236976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55264" y="3236976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532120" y="3657600"/>
            <a:ext cx="0" cy="27432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886200" y="3584448"/>
            <a:ext cx="3291840" cy="91440"/>
          </a:xfrm>
          <a:prstGeom prst="roundRect">
            <a:avLst>
              <a:gd name="adj" fmla="val 50000"/>
            </a:avLst>
          </a:prstGeom>
          <a:solidFill>
            <a:srgbClr val="1D3557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77640" y="3236976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34256" y="3236976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90872" y="3236976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47488" y="3236976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04104" y="3236976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60720" y="3236976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977640" y="2880360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34256" y="2880360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90872" y="2880360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47488" y="2880360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04104" y="2880360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760720" y="2880360"/>
            <a:ext cx="310896" cy="310896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77640" y="2523744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34256" y="2523744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90872" y="2523744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47488" y="2523744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04104" y="2523744"/>
            <a:ext cx="310896" cy="310896"/>
          </a:xfrm>
          <a:prstGeom prst="ellipse">
            <a:avLst/>
          </a:prstGeom>
          <a:noFill/>
          <a:ln w="15875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06908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Сол табак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06908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Оң табак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800600"/>
            <a:ext cx="6400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Үзүк капкак = эки табактан тең 5тен алдык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193792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 чөйчөк = 12 капкак  →  1 чөйчөк = 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2011680"/>
            <a:ext cx="44348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2103120"/>
            <a:ext cx="41148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 кагаз чөйчөк = x (жабык)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30 капкак = 1ден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A4 кагазга чийилген тараза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Эки табактан бирдей ал → тең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2x + 5 = 17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2x = 12,  x = 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2 баштык (x жана x) жана 5 кг таш = 17 кг. Тилке чийип, белгисизди тап.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40280"/>
            <a:ext cx="10058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6B7280"/>
                </a:solidFill>
                <a:latin typeface="PT San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240280"/>
            <a:ext cx="2304288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7328" y="2240280"/>
            <a:ext cx="2304288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2240280"/>
            <a:ext cx="1920240" cy="56692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63040" y="2130552"/>
            <a:ext cx="6528816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29016" y="2240280"/>
            <a:ext cx="822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10058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6B7280"/>
                </a:solidFill>
                <a:latin typeface="PT Sans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337560"/>
            <a:ext cx="2304288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7328" y="3337560"/>
            <a:ext cx="2304288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3337560"/>
            <a:ext cx="1920240" cy="56692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3337560"/>
            <a:ext cx="1920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−5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3337560"/>
            <a:ext cx="822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10058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 i="0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434840"/>
            <a:ext cx="2304288" cy="56692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x =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0208" y="4434840"/>
            <a:ext cx="411480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4A5A70"/>
                </a:solidFill>
                <a:latin typeface="PT Sans"/>
              </a:rPr>
              <a:t>12 ÷ 2 =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240280"/>
            <a:ext cx="2606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2x + 5 = 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337560"/>
            <a:ext cx="2606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2x =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434840"/>
            <a:ext cx="2606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x = 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0" y="2148840"/>
            <a:ext cx="0" cy="292608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074920"/>
            <a:ext cx="8229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Үзүк сызык = белгисиз x,  жалбыз түс = белгилүү сан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2x + 5 = 17  →  2x = 12  →  x = 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Белгиле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Белгисизди x деп ал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Кошулганды 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Эки жагынан бирдей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Көбөйткөндү бөл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Эки жагын бирдей бөл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Текшер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x ордуна коюп эсепте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Эки жагына бирдей амал → тараза тең турат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 болжолдо: x 10дон чоңбу, кичинеби?  Баштык + 7 кг = 15 кг:  x + 7 =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+ 7 =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+ 7 − 7 = 15 − 7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эки жагынан −7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=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8 + 7 =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x = </a:t>
            </a:r>
            <a:r>
              <a:rPr sz="3400" b="1">
                <a:solidFill>
                  <a:srgbClr val="24418C"/>
                </a:solidFill>
                <a:latin typeface="PT Sans"/>
              </a:rPr>
              <a:t>8 кг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 болжолдо: x 10дон чоңбу, кичинеби?  3 баштык + 4 кг = 25 кг:  3x + 4 =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3x + 4 =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3x =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эки жагынан −4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=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эки жагын ÷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 · 7 + 4 = 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x = </a:t>
            </a:r>
            <a:r>
              <a:rPr sz="3400" b="1">
                <a:solidFill>
                  <a:srgbClr val="24418C"/>
                </a:solidFill>
                <a:latin typeface="PT Sans"/>
              </a:rPr>
              <a:t>7 кг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Тескери амал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+ 7 =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+7 → −7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15 − 7 =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x 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Кошуу → кемитүү, көбөйтүү → бөлүү.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«Жаап кой»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2x + 5 =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2xти жап: □ + 5 =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□ = 12, 2x =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x =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Белгисиз бөлүктү колуң менен жаап, «эмне + 5 = 17?» деп сура.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Окшошторду топто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4x + 3 + 2x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x: 4 + 2 =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сан: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6x + 3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x бар мүчөлөр бир топ, сандар башка топ.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→ тескери тартипте чеч → x ордуна коюп текшер.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Теңдемени чыгар: 3x + 6 = 21. x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x =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Баштыкта бир аз буурчак бар эле. Бермет дагы 7 кг кошту, баштык 15 кг болду. Адегенде канча кг болгон?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Тараза тең: бир табакта 4 бирдей баштык жана 3 кг таш, экинчисинде 27 кг таш. Бир баштык канча кг?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кг буурчак x сом. Бермет 4 кг алып, 1 000 сом берди, 200 сом кайтарып алды. 1 кг канча сом?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Баштыкта бир аз буурчак бар эле. Бермет дагы 7 кг кошту, баштык 15 кг болду. Адегенде канча кг болгон?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250086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17014" y="3017520"/>
            <a:ext cx="109382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x + 7 = 15; x = 8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Тараза тең: бир табакта 4 бирдей баштык жана 3 кг таш, экинчисинде 27 кг таш. Бир баштык канча кг?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52086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40469" y="3017520"/>
            <a:ext cx="52086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1338" y="3017520"/>
            <a:ext cx="52086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2207" y="3017520"/>
            <a:ext cx="52086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3077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4x + 3 = 27; x = 6 кг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 кг буурчак x сом. Бермет 4 кг алып, 1 000 сом берди, 200 сом кайтарып алды. 1 кг канча сом?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2272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41054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9836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78619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7401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1 000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4x + 200 = 1 000; x = 200 сом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+ 9 = 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5x = 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4x + 7 = 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Жөнөкөйлөт: 7a − 2a + 3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= 4 болгондо 3a + 2a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Теңдеме түз: тамыры x = 5, эки кадамдуу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 + 9 =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5x = 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4x + 7 = 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7a − 2a + 3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5a + 3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4 болгондо 3a + 2a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Теңдеме түз: тамыры x = 5, эки кадамдуу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Мис.: 3x + 2 = 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Тараза тең турат: бир табакта 2 бирдей баштык буурчак жана 5 кг таш, экинчисинде 17 кг таш. Бир баштык канча кг?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3195021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9421" y="2240280"/>
            <a:ext cx="3195021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4442" y="2240280"/>
            <a:ext cx="26625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2x + 5 =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теңдеме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2x =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эки жагынан −5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x =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эки жагын ÷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2 · 6 + 5 = 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Бир баштык 6 кг. Текшердик: 2 · 6 + 5 = 17.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Талас базары жөнүндө маселе түз: бирдей баштыктар (x) жана таштар, тараза тең турсун. Тамыры бүтүн сан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Бермет, Нурис, Мырзабек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Жөнөкөйлөт: 4x + 3 + 2x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Теңдемени чыгар жана текшер: 2x + 5 = 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a = 5 болгондо 3a − 4 туюнтмасынын маанисин тап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3a + 2b = 5ab туура эмес?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2x + 5 = 17де адегенде 5ти алып салабыз?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Жообуңду кантип текшердиң?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Тамгалуу туюнтмалар жана теңдемелер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2 кагаз чөйчөк жана 30 капкак; тараза A4 кагазга чийилет.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теңдемеден мурун: «Адегенде болжолдо: x канчага жакын?»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кадам жаңы сапта, «=» белгилери бирдей тизилет; акырында текшерүү.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3a + 2b жана 2x ар сабакта: «окшошпу?», «2x = 2 · x» (М1, М2).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