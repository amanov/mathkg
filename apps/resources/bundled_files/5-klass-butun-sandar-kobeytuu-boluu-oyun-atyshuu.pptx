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(адегенде белги, анан сан)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«белгини кантип чечтиң?»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Суу сактагычтын күндөлүгү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(−9)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(−9)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(−8) × (−3)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(−8) × (−3)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(−40) :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(−40) :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(−6) ×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(−6) ×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(−50) : (−10)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(−50) : (−10)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 × (−13)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 × (−13)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(−9) × (−9)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(−9) × (−9)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72 : (−8)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72 : (−8)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(−1) ×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(−1) ×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(−3) × (−2) ×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(−3) × (−2) ×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(−100) : (−4)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(−100) : (−4)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(−4) × 2 × (−5) × (−1)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(−4) × 2 × (−5) × (−1)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