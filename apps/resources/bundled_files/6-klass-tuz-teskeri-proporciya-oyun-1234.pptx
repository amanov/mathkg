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Тоңдогу ашар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нан 30 сом. 7 нан канча сом?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кг мейиз 1 000 сом. 1 кг канча?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кап 3 000 сом. 9 кап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2,5 кг мейиз 625 сом. 4 кг канча?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нан 30 сом. 7 нан канча сом?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210 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кг мейиз 1 000 сом. 1 кг канча?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250 сом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кап 3 000 сом. 9 кап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4 500 сом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2,5 кг мейиз 625 сом. 4 кг канча?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1 000 сом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киши 8 саат. 4 киши канча саат?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киши 10 күн. 5 киши канча күн?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км/саат менен 3 саат. 90 км/саат менен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Суу 6 кишиге 10 күнгө жетет. 2 киши кетти. Канча күнгө жетет?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киши 8 саат. 4 киши канча саат?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 саат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 киши 10 күн. 5 киши канча күн?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күн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60 км/саат менен 3 саат. 90 км/саат менен канча?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саат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Суу 6 кишиге 10 күнгө жетет. 2 киши кетти. Канча күнгө жетет?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 күн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x: 1, 2, 3;  y: 7, 14, 21. Түзбү?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x: 2, 4, 8;  y: 20, 10, 5. Кайсы?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x: 1, 2, 3;  y: 5, 8, 11. Кайсы?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Тескери: x 3, 6, □;  y 12, □, 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x: 1, 2, 3;  y: 7, 14, 21. Түзбү?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Ооба, түз: y ÷ x =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x: 2, 4, 8;  y: 20, 10, 5. Кайсы?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Тескери: x × y = 40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x: 1, 2, 3;  y: 5, 8, 11. Кайсы?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Эч кайсысы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Тескери: x 3, 6, □;  y 12, □, 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жана 9 (x × y = 36)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 5 күндө 1 000 кирпич тизет. 1 киши 1 күндө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киши 9 күн. 3 күндө бүтүрүш үчүн канча киши?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 км 1 саат 30 мүнөттө. 150 км канча убакытта?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киши 8 саат. 2 саатта бүтүш үчүн канча киши кошулат?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 киши 5 күндө 1 000 кирпич тизет. 1 киши 1 күндө канча?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 кирпич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 киши 9 күн. 3 күндө бүтүрүш үчүн канча киши?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18 киши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 км 1 саат 30 мүнөттө. 150 км канча убакытта?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 саат 30 мүнөт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киши 8 саат. 2 саатта бүтүш үчүн канча киши кошулат?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 киши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