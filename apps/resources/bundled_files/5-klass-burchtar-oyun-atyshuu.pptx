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Сүрөт же сөз менен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«кайсы фактыны колдондуң: 90°, 180° же 360°?»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Жайлоодо боз үй тигүү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Жайылган бурч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Жайылган бурч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180°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70° – кандай бурч?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70° – кандай бурч?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тар бурч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180° − 45°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180° − 45°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135°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Толук бурч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Толук бурч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360°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Түз сызыкта: 110° жана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Түз сызыкта: 110° жана 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x = 70°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90° − 35°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90° − 35°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55°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Вертикалдык бурчу 83°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Вертикалдык бурчу 83°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83°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Айланада: 200°, 90° жана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Айланада: 200°, 90° жана 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x = 70°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100° – кандай бурч?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100° – кандай бурч?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кең бурч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Сааттын жебелери 9:00дө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Сааттын жебелери 9:00дө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90°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Тик бурчтун үчтөн бири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Тик бурчтун үчтөн бири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30°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Ички шкала: 0 жана 125. Бурч?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Ички шкала: 0 жана 125. Бурч?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125°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