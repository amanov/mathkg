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кепеде нөлдөн жылуубу же суукпу?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Айзада: даража 3кө гана тиет, −3² = −(3 × 3) = −9. Нурсултан −3²ни (−3)² деп окуду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көк жана 12 кызыл бөтөлкө капкагы (же эки түстүү таш), 4 кагаз чөйчөк. 1) 4 × (−2) = 4 топ, ар биринде −2: 4 чөйчөккө 2ден кызыл. Баары −8. 2) 8 көк капкак = +8. 3) Бир көк + бир кызыл = нөл жуп, алып салабыз: 0 калды. 4) Түнкү −3: дагы 3 кызыл → −3. Чөйчөк = кашаа: «ичиндегин адегенде санайбыз». Проектор жок болсо, доскага тегерекчелер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Класстын полуна жип тартып, −6дан +10го чейин кийим кыскыч менен белгилейм (же доскага бор менен). Окуучу +8де турат, ар бир −2 үчүн солго 2 кадам басат. 0гө келгенде: «+8 жана −8 – нөл жуп». Калган −3: солго 3 кадам. Окуучулар ушул сан огун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КаДа – БөКө – КоКе терс сандар менен да өзгөрбөйт. Жаңысы: белги эрежеси жана даража. Терс санды амал белгисинен кийин дайыма кашаага алабыз: 4 × (−3). Сингапурча окуу: 4 × (−3) = 4 топ, ар биринде −3. Ката коддору: М1 (солдон оңго), М2 (−3² = 9), М3 (белги).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белгини чечем, анан санды».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М1; В = ✓;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көбөйтүү = топтор → терстен оңго → орточо маани. Жооптор: 5 × (−2) = −10 °C; −4 + 3 × 3 = 5 °C; (−5 + 2 + (−3)) ÷ 3 = −2 °C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1 200 ÷ 300 = 4 жолу муздайт: 4 × (−2) = −8. +8 жана −8 – нөл жуп, калды −3. Солдон оңго эсептесек (8 + 4) × (−2) − 3 = −27 чыгат: бул М1, тоодо мындай суук болбойт.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10; 0; −5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Терс сандар менен амалдардын тартиби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Ала-Арчага жөө жүрүш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Бектур агай 6-класс менен Ала-Арчага чыгат: бийиктик өзгөрсө, аба ырайы да өзгөрөт.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6-класстын «Оң жана терс сандар» бөлүмү (төрт амал) жана 4–5-класстын «Амалдардын тартиби» пакети (order-of-operations-g5, v6) –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Ала-Арчага жөө жүрүш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Бишкектин жанындагы Ала-Арча капчыгайына 6-класс жөө жүрүшкө чыкты.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Жол башчы – Бектур агай. Айзада менен Нурсултан термометр жана бийиктик өлчөгүч алып жүрөт.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Альплагерь 2 100 м бийиктикте. Андан Ратцек кепесине чейин 1 200 м өйдө.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Тоодо ар бир 300 м өйдө аба болжол менен 2 °Cга муздайт. Жылуу кийим керекпи?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Альплагерде +8 °C. Ар бир 300 м өйдө аба 2 °Cга муздайт. Кепе 1 200 м жогору, түнкүсүн дагы 3 °C муздайт. Түнкүсүн кепеде канча градус?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Терс сандар менен төрт амалды аткарам жана белги эрежесин капкак же сан огу менен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«КаДа – БөКө – КоКе» боюнча терс сандар бар туюнтманы бир сапта бир амал менен эсептейм.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(−3)² жана −3² айырмасын түшүндүрөм; кашаа коюп керектүү жоопту алам.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Төрт амал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КаДа – БөКө – КоКе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Даража, кашаа,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−3² же (−3)²?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капкак,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Ала-Арча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Бийиктик жана °C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Амалдардын тартиби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Кашаа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КаДа – БөКө – КоКе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Квадрат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Тартип + терс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Алгебралык туюнтма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Кашааны ачуу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−5 + 8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(−4)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12 − 3 ×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−5 + 8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(−4)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12 − 3 ×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Бектур агай: «Эсептегиле: −3² + 4 × (−2)».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Нурсултан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−3² = 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+ (−8)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−3² = −9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−9 + (−8)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−17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Кашаа барбы? Капкак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көк капкак = +1, кызыл = −1. 4 чөйчөккө 2ден кызыл салгыла: 4 × (−2). Анан 8 көк кошуп, нөл жуптарды алгыла.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4 × (−2): 4 чөйчөк, ар биринде −2</a:t>
            </a:r>
          </a:p>
        </p:txBody>
      </p:sp>
      <p:sp>
        <p:nvSpPr>
          <p:cNvPr id="13" name="Manual Operation 12"/>
          <p:cNvSpPr/>
          <p:nvPr/>
        </p:nvSpPr>
        <p:spPr>
          <a:xfrm>
            <a:off x="777240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5" name="Oval 14"/>
          <p:cNvSpPr/>
          <p:nvPr/>
        </p:nvSpPr>
        <p:spPr>
          <a:xfrm>
            <a:off x="1444752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6" name="Manual Operation 15"/>
          <p:cNvSpPr/>
          <p:nvPr/>
        </p:nvSpPr>
        <p:spPr>
          <a:xfrm>
            <a:off x="2286000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4600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8" name="Oval 17"/>
          <p:cNvSpPr/>
          <p:nvPr/>
        </p:nvSpPr>
        <p:spPr>
          <a:xfrm>
            <a:off x="2953512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9" name="Manual Operation 18"/>
          <p:cNvSpPr/>
          <p:nvPr/>
        </p:nvSpPr>
        <p:spPr>
          <a:xfrm>
            <a:off x="3794759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023359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1" name="Oval 20"/>
          <p:cNvSpPr/>
          <p:nvPr/>
        </p:nvSpPr>
        <p:spPr>
          <a:xfrm>
            <a:off x="4462271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2" name="Manual Operation 21"/>
          <p:cNvSpPr/>
          <p:nvPr/>
        </p:nvSpPr>
        <p:spPr>
          <a:xfrm>
            <a:off x="5303519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32119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4" name="Oval 23"/>
          <p:cNvSpPr/>
          <p:nvPr/>
        </p:nvSpPr>
        <p:spPr>
          <a:xfrm>
            <a:off x="5971031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611880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+8: 8 көк капкак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71600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0" name="Oval 29"/>
          <p:cNvSpPr/>
          <p:nvPr/>
        </p:nvSpPr>
        <p:spPr>
          <a:xfrm>
            <a:off x="1371600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10512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3" name="Oval 32"/>
          <p:cNvSpPr/>
          <p:nvPr/>
        </p:nvSpPr>
        <p:spPr>
          <a:xfrm>
            <a:off x="1810512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19072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49424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6" name="Oval 35"/>
          <p:cNvSpPr/>
          <p:nvPr/>
        </p:nvSpPr>
        <p:spPr>
          <a:xfrm>
            <a:off x="2249424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57984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88336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9" name="Oval 38"/>
          <p:cNvSpPr/>
          <p:nvPr/>
        </p:nvSpPr>
        <p:spPr>
          <a:xfrm>
            <a:off x="2688336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96896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27248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42" name="Oval 41"/>
          <p:cNvSpPr/>
          <p:nvPr/>
        </p:nvSpPr>
        <p:spPr>
          <a:xfrm>
            <a:off x="3127248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35808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66160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45" name="Oval 44"/>
          <p:cNvSpPr/>
          <p:nvPr/>
        </p:nvSpPr>
        <p:spPr>
          <a:xfrm>
            <a:off x="3566160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005072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48" name="Oval 47"/>
          <p:cNvSpPr/>
          <p:nvPr/>
        </p:nvSpPr>
        <p:spPr>
          <a:xfrm>
            <a:off x="4005072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13632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956048"/>
            <a:ext cx="6217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8 нөл жуп = 0.  Түнкү −3: дагы 3 кызыл → −3</a:t>
            </a:r>
          </a:p>
        </p:txBody>
      </p:sp>
      <p:sp>
        <p:nvSpPr>
          <p:cNvPr id="51" name="Oval 50"/>
          <p:cNvSpPr/>
          <p:nvPr/>
        </p:nvSpPr>
        <p:spPr>
          <a:xfrm>
            <a:off x="4617720" y="4224528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52" name="Oval 51"/>
          <p:cNvSpPr/>
          <p:nvPr/>
        </p:nvSpPr>
        <p:spPr>
          <a:xfrm>
            <a:off x="5029200" y="4224528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53" name="Oval 52"/>
          <p:cNvSpPr/>
          <p:nvPr/>
        </p:nvSpPr>
        <p:spPr>
          <a:xfrm>
            <a:off x="5440680" y="4224528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көк (+1), 12 кызыл (−1) капкак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кагаз чөйчөк = кашаа, топ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(+1) + (−1) = 0: нөл жуп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 × (−2) = −8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8 + (−8) − 3 = −3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 (жип менен)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+8 °Cдан баштап сан огунда 4 жолу −2, анан −3 секирип көр.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4160520"/>
            <a:ext cx="10021824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4300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46504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2646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50008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29968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53512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33472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−3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57016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36976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6052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4048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64024" y="4069080"/>
            <a:ext cx="0" cy="182879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4398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67528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47488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71032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50992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74536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54496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7804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81544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6150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85048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65008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+6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88552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668512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592056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272016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+8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9556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87552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+9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99064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47902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64024" y="4617720"/>
            <a:ext cx="4828032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+8 °C (альплагерь)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85048" y="3429000"/>
            <a:ext cx="120700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8040" y="3429000"/>
            <a:ext cx="1207007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71032" y="3429000"/>
            <a:ext cx="120700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64024" y="3429000"/>
            <a:ext cx="120700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53512" y="2926080"/>
            <a:ext cx="1810512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55464" y="292608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← 4 × (−2) = −8: кайра 0гө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21488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Түнкү −3: нөлдөн солго</a:t>
            </a:r>
          </a:p>
        </p:txBody>
      </p:sp>
      <p:sp>
        <p:nvSpPr>
          <p:cNvPr id="55" name="Oval 54"/>
          <p:cNvSpPr/>
          <p:nvPr/>
        </p:nvSpPr>
        <p:spPr>
          <a:xfrm>
            <a:off x="2752344" y="3959352"/>
            <a:ext cx="402336" cy="402336"/>
          </a:xfrm>
          <a:prstGeom prst="ellipse">
            <a:avLst/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43000" y="5029200"/>
            <a:ext cx="5943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Оңго = жылуу (+), солго = суук (−)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 + 4 × (−2) − 3 = 8 + (−8) − 3 = −3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(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Кашаа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Ичин адегенде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Даража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(−3)² = 9, −3² = −9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Бөлүү · Көбөйтүү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Кошуу · Кемитүү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Белги: (−) × (−) = +,   (+) × (−) = −,   (−) ÷ (−) = +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жооп оңбу, терсби?  −2 × (5 − 8)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−2 × (5 − 8) + 4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−2 × (−3) + 4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Ка: 5 − 8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6 + 4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Кө: (−)(−) =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жооп оңбу, терсби?  3 − (−2)² ×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3 − (−2)²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3 − 4 ×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Да: (−2)²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3 − 8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−5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белги, нөл жуп, кашаа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белги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(−6) × (−5)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белги: (−)(−) =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5 =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Терс сандардын саны жуп болсо – оң, так болсо – терс.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жуп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−7 + 10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−7 + 7 + 3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 + 3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−7 жана +7 – нөл жуп: алып салабыз.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Кашаа барбы?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(−3)² = (−3) × (−3)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−3² = −(3 × 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−9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Кашаа болсо, даража терс санга тиет; жок болсо – 3кө гана.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(белги!) → бир сапта бир амал → болжол менен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−3² + 4 × (−2)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 бир 300 м өйдө чыкканда аба 2 °Cга муздайт. Топ 1 500 м көтөрүлдү. Температура канчага өзгөрдү?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Таңда кепеде −4 °C. Күн чыккандан кийин 3 саат бою ар саатта 3 °Cга жылыды. Канча градус болду?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күндүн таңкы температурасы: −5 °C, +2 °C, −3 °C. Орточо температура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 бир 300 м өйдө чыкканда аба 2 °Cга муздайт. Топ 1 500 м көтөрүлдү. Температура канчага өзгөрдү?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× (−2) = −10 °C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Таңда кепеде −4 °C. Күн чыккандан кийин 3 саат бою ар саатта 3 °Cга жылыды. Канча градус болду?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Суук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017520"/>
            <a:ext cx="39149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Жылуу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2640" y="3574389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6264" y="3574389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9887" y="3574389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−4 + 3 × 3 = 5 °C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Үч күндүн таңкы температурасы: −5 °C, +2 °C, −3 °C. Орточо температура канча?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1-күн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5312" y="3017520"/>
            <a:ext cx="88087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2-күн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574389"/>
            <a:ext cx="35234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413125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3-күн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4131259"/>
            <a:ext cx="5285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(−5 + 2 + (−3)) ÷ 3 = −2 °C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−6 + 2 × (−3)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(−4)² − 10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−4² − 10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(−30) ÷ (5 − 8)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(−3) − (−8) ÷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 кой → −14:  2 − 4 × 3 + 1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−6 + 2 × (−3)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(−4)² − 10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−4² − 10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(−30) ÷ (5 − 8)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(−3) − (−8) ÷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Кашаа кой → −14:  2 − 4 × 3 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2 − 4 × (3 + 1)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Альплагерде +8 °C. Ар бир 300 м өйдө аба 2 °Cга муздайт. Кепе 1 200 м жогору, түнкүсүн дагы 3 °C муздайт. Түнкүсүн кепеде канча градус?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Муздоо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57352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7265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17178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7090" y="2240280"/>
            <a:ext cx="206986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−11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8 + 4 × (−2) − 3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1 200 ÷ 300 =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8 + (−8) − 3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0 − 3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Ко: нөл жуп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−3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°C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Түнкүсүн кепеде −3 °C: жылуу кийим керек!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Ала-Арча жөнүндө маселе түз: температура же бийиктик өзгөрөт, туюнтмада терс сан жана кашаа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Нурсултан, Бектур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−2 × (5 − 8) + 4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(−12) ÷ (−3) − 2²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3 − (−2)² ×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(−3)² жана −3² ар башка?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4 × (−3) деп кашаа менен жазабыз?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Жооптун белгисин алдын ала кантип болжолдодуң?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эки түстүү капкак (+1/−1) жана 4 кагаз чөйчөк: 4 × (−2) = 4 топ.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туюнтмадан мурун: «Адегенде болжолдо: жооп оңбу, терсби?»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Доскада бир сапта бир амал, ар бир сап «=» менен (степпер).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−3² жана (−3)² ар сабакта: «кашаа барбы?» (М2).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