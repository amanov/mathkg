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Ош базары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Оку: 305 040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Цифра менен: жыйырма миң алты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48 300дө бардыгы канча жүздүк?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ондук + 10 жүздүк =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Оку: 305 040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үч жүз беш миң кырк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Цифра менен: жыйырма миң алты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20 006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48 300дө бардыгы канча жүздүк?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483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ондук + 10 жүздүк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3 760 ≈ ? (жүзгө)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64 499 ≈ ? (миңге)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95 000 ≈ ? (он миңге)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Миңге тегеректегенде 8 000 болгон эң кичине сан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3 760 ≈ ? (жүзгө)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3 800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64 499 ≈ ? (миңге)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64 000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95 000 ≈ ? (он миңге)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100 000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Миңге тегеректегенде 8 000 болгон эң кичине сан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7 500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1000 сомдуктан 7 жана 1 сомдуктан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сомдуктан 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сомдуктан 46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12 000 сом – канча 1000 сомдук?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1000 сомдуктан 7 жана 1 сомдуктан 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7 009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сомдуктан 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2 500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 сомдуктан 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460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12 000 сом – канча 1000 сомдук?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чоңу: 99 899; 100 010; 98 999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200 000 − 1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Кошуналары: ___, 500 000, 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Болжолдо: 49 800 + 30 300 ≈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Миллион ичиндеги сандар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чоңу: 99 899; 100 010; 98 999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100 010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200 000 − 1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199 999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Кошуналары: ___, 500 000, 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499 999 жана 500 001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Болжолдо: 49 800 + 30 300 ≈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80 000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