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83664" y="1408176"/>
            <a:ext cx="648829" cy="1298448"/>
          </a:xfrm>
          <a:custGeom>
            <a:avLst/>
            <a:gdLst/>
            <a:ahLst/>
            <a:cxnLst/>
            <a:rect l="l" t="t" r="r" b="b"/>
            <a:pathLst>
              <a:path w="648829" h="1298448">
                <a:moveTo>
                  <a:pt x="0" y="649224"/>
                </a:moveTo>
                <a:lnTo>
                  <a:pt x="0" y="0"/>
                </a:lnTo>
                <a:lnTo>
                  <a:pt x="45288" y="1581"/>
                </a:lnTo>
                <a:lnTo>
                  <a:pt x="90355" y="6318"/>
                </a:lnTo>
                <a:lnTo>
                  <a:pt x="134981" y="14187"/>
                </a:lnTo>
                <a:lnTo>
                  <a:pt x="178950" y="25150"/>
                </a:lnTo>
                <a:lnTo>
                  <a:pt x="222048" y="39153"/>
                </a:lnTo>
                <a:lnTo>
                  <a:pt x="264063" y="56128"/>
                </a:lnTo>
                <a:lnTo>
                  <a:pt x="304792" y="75993"/>
                </a:lnTo>
                <a:lnTo>
                  <a:pt x="344036" y="98651"/>
                </a:lnTo>
                <a:lnTo>
                  <a:pt x="381604" y="123991"/>
                </a:lnTo>
                <a:lnTo>
                  <a:pt x="417313" y="151890"/>
                </a:lnTo>
                <a:lnTo>
                  <a:pt x="450989" y="182211"/>
                </a:lnTo>
                <a:lnTo>
                  <a:pt x="482467" y="214808"/>
                </a:lnTo>
                <a:lnTo>
                  <a:pt x="511595" y="249522"/>
                </a:lnTo>
                <a:lnTo>
                  <a:pt x="538231" y="286183"/>
                </a:lnTo>
                <a:lnTo>
                  <a:pt x="562244" y="324612"/>
                </a:lnTo>
                <a:lnTo>
                  <a:pt x="583519" y="364623"/>
                </a:lnTo>
                <a:lnTo>
                  <a:pt x="601950" y="406020"/>
                </a:lnTo>
                <a:lnTo>
                  <a:pt x="617449" y="448603"/>
                </a:lnTo>
                <a:lnTo>
                  <a:pt x="629939" y="492162"/>
                </a:lnTo>
                <a:lnTo>
                  <a:pt x="639361" y="536487"/>
                </a:lnTo>
                <a:lnTo>
                  <a:pt x="645667" y="581362"/>
                </a:lnTo>
                <a:lnTo>
                  <a:pt x="648829" y="626566"/>
                </a:lnTo>
                <a:lnTo>
                  <a:pt x="648829" y="671882"/>
                </a:lnTo>
                <a:lnTo>
                  <a:pt x="645667" y="717086"/>
                </a:lnTo>
                <a:lnTo>
                  <a:pt x="639361" y="761961"/>
                </a:lnTo>
                <a:lnTo>
                  <a:pt x="629939" y="806286"/>
                </a:lnTo>
                <a:lnTo>
                  <a:pt x="617449" y="849845"/>
                </a:lnTo>
                <a:lnTo>
                  <a:pt x="601950" y="892428"/>
                </a:lnTo>
                <a:lnTo>
                  <a:pt x="583519" y="933825"/>
                </a:lnTo>
                <a:lnTo>
                  <a:pt x="562244" y="973836"/>
                </a:lnTo>
                <a:lnTo>
                  <a:pt x="538231" y="1012265"/>
                </a:lnTo>
                <a:lnTo>
                  <a:pt x="511595" y="1048926"/>
                </a:lnTo>
                <a:lnTo>
                  <a:pt x="482467" y="1083640"/>
                </a:lnTo>
                <a:lnTo>
                  <a:pt x="450989" y="1116237"/>
                </a:lnTo>
                <a:lnTo>
                  <a:pt x="417313" y="1146558"/>
                </a:lnTo>
                <a:lnTo>
                  <a:pt x="381604" y="1174457"/>
                </a:lnTo>
                <a:lnTo>
                  <a:pt x="344036" y="1199797"/>
                </a:lnTo>
                <a:lnTo>
                  <a:pt x="304792" y="1222455"/>
                </a:lnTo>
                <a:lnTo>
                  <a:pt x="264063" y="1242320"/>
                </a:lnTo>
                <a:lnTo>
                  <a:pt x="222048" y="1259295"/>
                </a:lnTo>
                <a:lnTo>
                  <a:pt x="178950" y="1273298"/>
                </a:lnTo>
                <a:lnTo>
                  <a:pt x="134981" y="1284261"/>
                </a:lnTo>
                <a:lnTo>
                  <a:pt x="90355" y="1292130"/>
                </a:lnTo>
                <a:lnTo>
                  <a:pt x="45288" y="1296867"/>
                </a:lnTo>
                <a:lnTo>
                  <a:pt x="0" y="1298448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34835" y="1408176"/>
            <a:ext cx="648829" cy="1298448"/>
          </a:xfrm>
          <a:custGeom>
            <a:avLst/>
            <a:gdLst/>
            <a:ahLst/>
            <a:cxnLst/>
            <a:rect l="l" t="t" r="r" b="b"/>
            <a:pathLst>
              <a:path w="648829" h="1298448">
                <a:moveTo>
                  <a:pt x="648829" y="649224"/>
                </a:moveTo>
                <a:lnTo>
                  <a:pt x="648829" y="1298448"/>
                </a:lnTo>
                <a:lnTo>
                  <a:pt x="603541" y="1296867"/>
                </a:lnTo>
                <a:lnTo>
                  <a:pt x="558474" y="1292130"/>
                </a:lnTo>
                <a:lnTo>
                  <a:pt x="513848" y="1284261"/>
                </a:lnTo>
                <a:lnTo>
                  <a:pt x="469879" y="1273298"/>
                </a:lnTo>
                <a:lnTo>
                  <a:pt x="426781" y="1259295"/>
                </a:lnTo>
                <a:lnTo>
                  <a:pt x="384766" y="1242320"/>
                </a:lnTo>
                <a:lnTo>
                  <a:pt x="344037" y="1222455"/>
                </a:lnTo>
                <a:lnTo>
                  <a:pt x="304793" y="1199797"/>
                </a:lnTo>
                <a:lnTo>
                  <a:pt x="267225" y="1174457"/>
                </a:lnTo>
                <a:lnTo>
                  <a:pt x="231516" y="1146558"/>
                </a:lnTo>
                <a:lnTo>
                  <a:pt x="197840" y="1116237"/>
                </a:lnTo>
                <a:lnTo>
                  <a:pt x="166362" y="1083640"/>
                </a:lnTo>
                <a:lnTo>
                  <a:pt x="137234" y="1048926"/>
                </a:lnTo>
                <a:lnTo>
                  <a:pt x="110598" y="1012265"/>
                </a:lnTo>
                <a:lnTo>
                  <a:pt x="86585" y="973836"/>
                </a:lnTo>
                <a:lnTo>
                  <a:pt x="65310" y="933825"/>
                </a:lnTo>
                <a:lnTo>
                  <a:pt x="46879" y="892428"/>
                </a:lnTo>
                <a:lnTo>
                  <a:pt x="31380" y="849845"/>
                </a:lnTo>
                <a:lnTo>
                  <a:pt x="18890" y="806286"/>
                </a:lnTo>
                <a:lnTo>
                  <a:pt x="9468" y="761961"/>
                </a:lnTo>
                <a:lnTo>
                  <a:pt x="3162" y="717086"/>
                </a:lnTo>
                <a:lnTo>
                  <a:pt x="0" y="671882"/>
                </a:lnTo>
                <a:lnTo>
                  <a:pt x="0" y="626566"/>
                </a:lnTo>
                <a:lnTo>
                  <a:pt x="3162" y="581362"/>
                </a:lnTo>
                <a:lnTo>
                  <a:pt x="9468" y="536487"/>
                </a:lnTo>
                <a:lnTo>
                  <a:pt x="18890" y="492162"/>
                </a:lnTo>
                <a:lnTo>
                  <a:pt x="31380" y="448603"/>
                </a:lnTo>
                <a:lnTo>
                  <a:pt x="46879" y="406020"/>
                </a:lnTo>
                <a:lnTo>
                  <a:pt x="65310" y="364623"/>
                </a:lnTo>
                <a:lnTo>
                  <a:pt x="86585" y="324612"/>
                </a:lnTo>
                <a:lnTo>
                  <a:pt x="110598" y="286183"/>
                </a:lnTo>
                <a:lnTo>
                  <a:pt x="137234" y="249522"/>
                </a:lnTo>
                <a:lnTo>
                  <a:pt x="166362" y="214808"/>
                </a:lnTo>
                <a:lnTo>
                  <a:pt x="197840" y="182211"/>
                </a:lnTo>
                <a:lnTo>
                  <a:pt x="231516" y="151890"/>
                </a:lnTo>
                <a:lnTo>
                  <a:pt x="267225" y="123991"/>
                </a:lnTo>
                <a:lnTo>
                  <a:pt x="304793" y="98651"/>
                </a:lnTo>
                <a:lnTo>
                  <a:pt x="344037" y="75993"/>
                </a:lnTo>
                <a:lnTo>
                  <a:pt x="384766" y="56128"/>
                </a:lnTo>
                <a:lnTo>
                  <a:pt x="426781" y="39153"/>
                </a:lnTo>
                <a:lnTo>
                  <a:pt x="469879" y="25150"/>
                </a:lnTo>
                <a:lnTo>
                  <a:pt x="513848" y="14187"/>
                </a:lnTo>
                <a:lnTo>
                  <a:pt x="558474" y="6318"/>
                </a:lnTo>
                <a:lnTo>
                  <a:pt x="603541" y="1581"/>
                </a:lnTo>
                <a:lnTo>
                  <a:pt x="648829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1371600"/>
            <a:ext cx="3255263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065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358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16517" y="1684324"/>
            <a:ext cx="582930" cy="746150"/>
          </a:xfrm>
          <a:prstGeom prst="rect">
            <a:avLst/>
          </a:prstGeom>
          <a:solidFill>
            <a:srgbClr val="FFFFFF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3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39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83663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2887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4439" y="4572000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83663" y="4572000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32887" y="4572000"/>
            <a:ext cx="649224" cy="649224"/>
          </a:xfrm>
          <a:prstGeom prst="rect">
            <a:avLst/>
          </a:prstGeom>
          <a:solidFill>
            <a:srgbClr val="FFFFFF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4408" y="3886200"/>
            <a:ext cx="2606039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33" name="Freeform 32"/>
          <p:cNvSpPr/>
          <p:nvPr/>
        </p:nvSpPr>
        <p:spPr>
          <a:xfrm>
            <a:off x="7616952" y="3922776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0" y="649224"/>
                </a:moveTo>
                <a:lnTo>
                  <a:pt x="0" y="0"/>
                </a:lnTo>
                <a:lnTo>
                  <a:pt x="46315" y="1654"/>
                </a:lnTo>
                <a:lnTo>
                  <a:pt x="92394" y="6608"/>
                </a:lnTo>
                <a:lnTo>
                  <a:pt x="138002" y="14837"/>
                </a:lnTo>
                <a:lnTo>
                  <a:pt x="182908" y="26298"/>
                </a:lnTo>
                <a:lnTo>
                  <a:pt x="226881" y="40934"/>
                </a:lnTo>
                <a:lnTo>
                  <a:pt x="269697" y="58669"/>
                </a:lnTo>
                <a:lnTo>
                  <a:pt x="311140" y="79414"/>
                </a:lnTo>
                <a:lnTo>
                  <a:pt x="350997" y="103062"/>
                </a:lnTo>
                <a:lnTo>
                  <a:pt x="389065" y="129493"/>
                </a:lnTo>
                <a:lnTo>
                  <a:pt x="425151" y="158573"/>
                </a:lnTo>
                <a:lnTo>
                  <a:pt x="459071" y="190153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616952" y="4112929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0" y="459071"/>
                </a:moveTo>
                <a:lnTo>
                  <a:pt x="459071" y="0"/>
                </a:lnTo>
                <a:lnTo>
                  <a:pt x="490651" y="33920"/>
                </a:lnTo>
                <a:lnTo>
                  <a:pt x="519731" y="70006"/>
                </a:lnTo>
                <a:lnTo>
                  <a:pt x="546162" y="108074"/>
                </a:lnTo>
                <a:lnTo>
                  <a:pt x="569810" y="147931"/>
                </a:lnTo>
                <a:lnTo>
                  <a:pt x="590555" y="189374"/>
                </a:lnTo>
                <a:lnTo>
                  <a:pt x="608290" y="232190"/>
                </a:lnTo>
                <a:lnTo>
                  <a:pt x="622926" y="276163"/>
                </a:lnTo>
                <a:lnTo>
                  <a:pt x="634387" y="321069"/>
                </a:lnTo>
                <a:lnTo>
                  <a:pt x="642616" y="366677"/>
                </a:lnTo>
                <a:lnTo>
                  <a:pt x="647570" y="412756"/>
                </a:lnTo>
                <a:lnTo>
                  <a:pt x="649224" y="459071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616952" y="4572000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0" y="0"/>
                </a:moveTo>
                <a:lnTo>
                  <a:pt x="649224" y="0"/>
                </a:lnTo>
                <a:lnTo>
                  <a:pt x="647570" y="46315"/>
                </a:lnTo>
                <a:lnTo>
                  <a:pt x="642616" y="92394"/>
                </a:lnTo>
                <a:lnTo>
                  <a:pt x="634387" y="138002"/>
                </a:lnTo>
                <a:lnTo>
                  <a:pt x="622926" y="182908"/>
                </a:lnTo>
                <a:lnTo>
                  <a:pt x="608290" y="226881"/>
                </a:lnTo>
                <a:lnTo>
                  <a:pt x="590555" y="269697"/>
                </a:lnTo>
                <a:lnTo>
                  <a:pt x="569810" y="311140"/>
                </a:lnTo>
                <a:lnTo>
                  <a:pt x="546162" y="350997"/>
                </a:lnTo>
                <a:lnTo>
                  <a:pt x="519731" y="389065"/>
                </a:lnTo>
                <a:lnTo>
                  <a:pt x="490651" y="425151"/>
                </a:lnTo>
                <a:lnTo>
                  <a:pt x="459071" y="459071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616952" y="4572000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0" y="0"/>
                </a:moveTo>
                <a:lnTo>
                  <a:pt x="459071" y="459071"/>
                </a:lnTo>
                <a:lnTo>
                  <a:pt x="425151" y="490651"/>
                </a:lnTo>
                <a:lnTo>
                  <a:pt x="389065" y="519731"/>
                </a:lnTo>
                <a:lnTo>
                  <a:pt x="350997" y="546162"/>
                </a:lnTo>
                <a:lnTo>
                  <a:pt x="311140" y="569810"/>
                </a:lnTo>
                <a:lnTo>
                  <a:pt x="269697" y="590555"/>
                </a:lnTo>
                <a:lnTo>
                  <a:pt x="226881" y="608290"/>
                </a:lnTo>
                <a:lnTo>
                  <a:pt x="182908" y="622926"/>
                </a:lnTo>
                <a:lnTo>
                  <a:pt x="138002" y="634387"/>
                </a:lnTo>
                <a:lnTo>
                  <a:pt x="92394" y="642616"/>
                </a:lnTo>
                <a:lnTo>
                  <a:pt x="46315" y="647570"/>
                </a:lnTo>
                <a:lnTo>
                  <a:pt x="0" y="649224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157881" y="4572000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459071" y="0"/>
                </a:moveTo>
                <a:lnTo>
                  <a:pt x="459071" y="649224"/>
                </a:lnTo>
                <a:lnTo>
                  <a:pt x="412756" y="647570"/>
                </a:lnTo>
                <a:lnTo>
                  <a:pt x="366677" y="642616"/>
                </a:lnTo>
                <a:lnTo>
                  <a:pt x="321069" y="634387"/>
                </a:lnTo>
                <a:lnTo>
                  <a:pt x="276163" y="622926"/>
                </a:lnTo>
                <a:lnTo>
                  <a:pt x="232190" y="608290"/>
                </a:lnTo>
                <a:lnTo>
                  <a:pt x="189374" y="590555"/>
                </a:lnTo>
                <a:lnTo>
                  <a:pt x="147931" y="569810"/>
                </a:lnTo>
                <a:lnTo>
                  <a:pt x="108074" y="546162"/>
                </a:lnTo>
                <a:lnTo>
                  <a:pt x="70006" y="519731"/>
                </a:lnTo>
                <a:lnTo>
                  <a:pt x="33920" y="490651"/>
                </a:lnTo>
                <a:lnTo>
                  <a:pt x="0" y="459071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967728" y="4572000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649224" y="0"/>
                </a:moveTo>
                <a:lnTo>
                  <a:pt x="190153" y="459071"/>
                </a:lnTo>
                <a:lnTo>
                  <a:pt x="158573" y="425151"/>
                </a:lnTo>
                <a:lnTo>
                  <a:pt x="129493" y="389065"/>
                </a:lnTo>
                <a:lnTo>
                  <a:pt x="103062" y="350997"/>
                </a:lnTo>
                <a:lnTo>
                  <a:pt x="79414" y="311140"/>
                </a:lnTo>
                <a:lnTo>
                  <a:pt x="58669" y="269697"/>
                </a:lnTo>
                <a:lnTo>
                  <a:pt x="40934" y="226881"/>
                </a:lnTo>
                <a:lnTo>
                  <a:pt x="26298" y="182908"/>
                </a:lnTo>
                <a:lnTo>
                  <a:pt x="14837" y="138002"/>
                </a:lnTo>
                <a:lnTo>
                  <a:pt x="6608" y="92394"/>
                </a:lnTo>
                <a:lnTo>
                  <a:pt x="1654" y="46315"/>
                </a:lnTo>
                <a:lnTo>
                  <a:pt x="0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967728" y="4112929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649224" y="459071"/>
                </a:moveTo>
                <a:lnTo>
                  <a:pt x="0" y="459071"/>
                </a:lnTo>
                <a:lnTo>
                  <a:pt x="1654" y="412756"/>
                </a:lnTo>
                <a:lnTo>
                  <a:pt x="6608" y="366677"/>
                </a:lnTo>
                <a:lnTo>
                  <a:pt x="14837" y="321069"/>
                </a:lnTo>
                <a:lnTo>
                  <a:pt x="26298" y="276163"/>
                </a:lnTo>
                <a:lnTo>
                  <a:pt x="40934" y="232190"/>
                </a:lnTo>
                <a:lnTo>
                  <a:pt x="58669" y="189374"/>
                </a:lnTo>
                <a:lnTo>
                  <a:pt x="79414" y="147931"/>
                </a:lnTo>
                <a:lnTo>
                  <a:pt x="103062" y="108074"/>
                </a:lnTo>
                <a:lnTo>
                  <a:pt x="129493" y="70006"/>
                </a:lnTo>
                <a:lnTo>
                  <a:pt x="158573" y="33920"/>
                </a:lnTo>
                <a:lnTo>
                  <a:pt x="190153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157881" y="3922776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459071" y="649224"/>
                </a:moveTo>
                <a:lnTo>
                  <a:pt x="0" y="190153"/>
                </a:lnTo>
                <a:lnTo>
                  <a:pt x="33920" y="158573"/>
                </a:lnTo>
                <a:lnTo>
                  <a:pt x="70006" y="129493"/>
                </a:lnTo>
                <a:lnTo>
                  <a:pt x="108074" y="103062"/>
                </a:lnTo>
                <a:lnTo>
                  <a:pt x="147931" y="79414"/>
                </a:lnTo>
                <a:lnTo>
                  <a:pt x="189374" y="58669"/>
                </a:lnTo>
                <a:lnTo>
                  <a:pt x="232190" y="40934"/>
                </a:lnTo>
                <a:lnTo>
                  <a:pt x="276163" y="26298"/>
                </a:lnTo>
                <a:lnTo>
                  <a:pt x="321069" y="14837"/>
                </a:lnTo>
                <a:lnTo>
                  <a:pt x="366677" y="6608"/>
                </a:lnTo>
                <a:lnTo>
                  <a:pt x="412756" y="1654"/>
                </a:lnTo>
                <a:lnTo>
                  <a:pt x="459071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48471" y="3886200"/>
            <a:ext cx="3255263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Freeform 11"/>
          <p:cNvSpPr/>
          <p:nvPr/>
        </p:nvSpPr>
        <p:spPr>
          <a:xfrm>
            <a:off x="1883664" y="1408176"/>
            <a:ext cx="648829" cy="1298448"/>
          </a:xfrm>
          <a:custGeom>
            <a:avLst/>
            <a:gdLst/>
            <a:ahLst/>
            <a:cxnLst/>
            <a:rect l="l" t="t" r="r" b="b"/>
            <a:pathLst>
              <a:path w="648829" h="1298448">
                <a:moveTo>
                  <a:pt x="0" y="649224"/>
                </a:moveTo>
                <a:lnTo>
                  <a:pt x="0" y="0"/>
                </a:lnTo>
                <a:lnTo>
                  <a:pt x="45288" y="1581"/>
                </a:lnTo>
                <a:lnTo>
                  <a:pt x="90355" y="6318"/>
                </a:lnTo>
                <a:lnTo>
                  <a:pt x="134981" y="14187"/>
                </a:lnTo>
                <a:lnTo>
                  <a:pt x="178950" y="25150"/>
                </a:lnTo>
                <a:lnTo>
                  <a:pt x="222048" y="39153"/>
                </a:lnTo>
                <a:lnTo>
                  <a:pt x="264063" y="56128"/>
                </a:lnTo>
                <a:lnTo>
                  <a:pt x="304792" y="75993"/>
                </a:lnTo>
                <a:lnTo>
                  <a:pt x="344036" y="98651"/>
                </a:lnTo>
                <a:lnTo>
                  <a:pt x="381604" y="123991"/>
                </a:lnTo>
                <a:lnTo>
                  <a:pt x="417313" y="151890"/>
                </a:lnTo>
                <a:lnTo>
                  <a:pt x="450989" y="182211"/>
                </a:lnTo>
                <a:lnTo>
                  <a:pt x="482467" y="214808"/>
                </a:lnTo>
                <a:lnTo>
                  <a:pt x="511595" y="249522"/>
                </a:lnTo>
                <a:lnTo>
                  <a:pt x="538231" y="286183"/>
                </a:lnTo>
                <a:lnTo>
                  <a:pt x="562244" y="324612"/>
                </a:lnTo>
                <a:lnTo>
                  <a:pt x="583519" y="364623"/>
                </a:lnTo>
                <a:lnTo>
                  <a:pt x="601950" y="406020"/>
                </a:lnTo>
                <a:lnTo>
                  <a:pt x="617449" y="448603"/>
                </a:lnTo>
                <a:lnTo>
                  <a:pt x="629939" y="492162"/>
                </a:lnTo>
                <a:lnTo>
                  <a:pt x="639361" y="536487"/>
                </a:lnTo>
                <a:lnTo>
                  <a:pt x="645667" y="581362"/>
                </a:lnTo>
                <a:lnTo>
                  <a:pt x="648829" y="626566"/>
                </a:lnTo>
                <a:lnTo>
                  <a:pt x="648829" y="671882"/>
                </a:lnTo>
                <a:lnTo>
                  <a:pt x="645667" y="717086"/>
                </a:lnTo>
                <a:lnTo>
                  <a:pt x="639361" y="761961"/>
                </a:lnTo>
                <a:lnTo>
                  <a:pt x="629939" y="806286"/>
                </a:lnTo>
                <a:lnTo>
                  <a:pt x="617449" y="849845"/>
                </a:lnTo>
                <a:lnTo>
                  <a:pt x="601950" y="892428"/>
                </a:lnTo>
                <a:lnTo>
                  <a:pt x="583519" y="933825"/>
                </a:lnTo>
                <a:lnTo>
                  <a:pt x="562244" y="973836"/>
                </a:lnTo>
                <a:lnTo>
                  <a:pt x="538231" y="1012265"/>
                </a:lnTo>
                <a:lnTo>
                  <a:pt x="511595" y="1048926"/>
                </a:lnTo>
                <a:lnTo>
                  <a:pt x="482467" y="1083640"/>
                </a:lnTo>
                <a:lnTo>
                  <a:pt x="450989" y="1116237"/>
                </a:lnTo>
                <a:lnTo>
                  <a:pt x="417313" y="1146558"/>
                </a:lnTo>
                <a:lnTo>
                  <a:pt x="381604" y="1174457"/>
                </a:lnTo>
                <a:lnTo>
                  <a:pt x="344036" y="1199797"/>
                </a:lnTo>
                <a:lnTo>
                  <a:pt x="304792" y="1222455"/>
                </a:lnTo>
                <a:lnTo>
                  <a:pt x="264063" y="1242320"/>
                </a:lnTo>
                <a:lnTo>
                  <a:pt x="222048" y="1259295"/>
                </a:lnTo>
                <a:lnTo>
                  <a:pt x="178950" y="1273298"/>
                </a:lnTo>
                <a:lnTo>
                  <a:pt x="134981" y="1284261"/>
                </a:lnTo>
                <a:lnTo>
                  <a:pt x="90355" y="1292130"/>
                </a:lnTo>
                <a:lnTo>
                  <a:pt x="45288" y="1296867"/>
                </a:lnTo>
                <a:lnTo>
                  <a:pt x="0" y="1298448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34835" y="1408176"/>
            <a:ext cx="648829" cy="1298448"/>
          </a:xfrm>
          <a:custGeom>
            <a:avLst/>
            <a:gdLst/>
            <a:ahLst/>
            <a:cxnLst/>
            <a:rect l="l" t="t" r="r" b="b"/>
            <a:pathLst>
              <a:path w="648829" h="1298448">
                <a:moveTo>
                  <a:pt x="648829" y="649224"/>
                </a:moveTo>
                <a:lnTo>
                  <a:pt x="648829" y="1298448"/>
                </a:lnTo>
                <a:lnTo>
                  <a:pt x="603541" y="1296867"/>
                </a:lnTo>
                <a:lnTo>
                  <a:pt x="558474" y="1292130"/>
                </a:lnTo>
                <a:lnTo>
                  <a:pt x="513848" y="1284261"/>
                </a:lnTo>
                <a:lnTo>
                  <a:pt x="469879" y="1273298"/>
                </a:lnTo>
                <a:lnTo>
                  <a:pt x="426781" y="1259295"/>
                </a:lnTo>
                <a:lnTo>
                  <a:pt x="384766" y="1242320"/>
                </a:lnTo>
                <a:lnTo>
                  <a:pt x="344037" y="1222455"/>
                </a:lnTo>
                <a:lnTo>
                  <a:pt x="304793" y="1199797"/>
                </a:lnTo>
                <a:lnTo>
                  <a:pt x="267225" y="1174457"/>
                </a:lnTo>
                <a:lnTo>
                  <a:pt x="231516" y="1146558"/>
                </a:lnTo>
                <a:lnTo>
                  <a:pt x="197840" y="1116237"/>
                </a:lnTo>
                <a:lnTo>
                  <a:pt x="166362" y="1083640"/>
                </a:lnTo>
                <a:lnTo>
                  <a:pt x="137234" y="1048926"/>
                </a:lnTo>
                <a:lnTo>
                  <a:pt x="110598" y="1012265"/>
                </a:lnTo>
                <a:lnTo>
                  <a:pt x="86585" y="973836"/>
                </a:lnTo>
                <a:lnTo>
                  <a:pt x="65310" y="933825"/>
                </a:lnTo>
                <a:lnTo>
                  <a:pt x="46879" y="892428"/>
                </a:lnTo>
                <a:lnTo>
                  <a:pt x="31380" y="849845"/>
                </a:lnTo>
                <a:lnTo>
                  <a:pt x="18890" y="806286"/>
                </a:lnTo>
                <a:lnTo>
                  <a:pt x="9468" y="761961"/>
                </a:lnTo>
                <a:lnTo>
                  <a:pt x="3162" y="717086"/>
                </a:lnTo>
                <a:lnTo>
                  <a:pt x="0" y="671882"/>
                </a:lnTo>
                <a:lnTo>
                  <a:pt x="0" y="626566"/>
                </a:lnTo>
                <a:lnTo>
                  <a:pt x="3162" y="581362"/>
                </a:lnTo>
                <a:lnTo>
                  <a:pt x="9468" y="536487"/>
                </a:lnTo>
                <a:lnTo>
                  <a:pt x="18890" y="492162"/>
                </a:lnTo>
                <a:lnTo>
                  <a:pt x="31380" y="448603"/>
                </a:lnTo>
                <a:lnTo>
                  <a:pt x="46879" y="406020"/>
                </a:lnTo>
                <a:lnTo>
                  <a:pt x="65310" y="364623"/>
                </a:lnTo>
                <a:lnTo>
                  <a:pt x="86585" y="324612"/>
                </a:lnTo>
                <a:lnTo>
                  <a:pt x="110598" y="286183"/>
                </a:lnTo>
                <a:lnTo>
                  <a:pt x="137234" y="249522"/>
                </a:lnTo>
                <a:lnTo>
                  <a:pt x="166362" y="214808"/>
                </a:lnTo>
                <a:lnTo>
                  <a:pt x="197840" y="182211"/>
                </a:lnTo>
                <a:lnTo>
                  <a:pt x="231516" y="151890"/>
                </a:lnTo>
                <a:lnTo>
                  <a:pt x="267225" y="123991"/>
                </a:lnTo>
                <a:lnTo>
                  <a:pt x="304793" y="98651"/>
                </a:lnTo>
                <a:lnTo>
                  <a:pt x="344037" y="75993"/>
                </a:lnTo>
                <a:lnTo>
                  <a:pt x="384766" y="56128"/>
                </a:lnTo>
                <a:lnTo>
                  <a:pt x="426781" y="39153"/>
                </a:lnTo>
                <a:lnTo>
                  <a:pt x="469879" y="25150"/>
                </a:lnTo>
                <a:lnTo>
                  <a:pt x="513848" y="14187"/>
                </a:lnTo>
                <a:lnTo>
                  <a:pt x="558474" y="6318"/>
                </a:lnTo>
                <a:lnTo>
                  <a:pt x="603541" y="1581"/>
                </a:lnTo>
                <a:lnTo>
                  <a:pt x="648829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1371600"/>
            <a:ext cx="3255263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5065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3587" y="1684324"/>
            <a:ext cx="582930" cy="746150"/>
          </a:xfrm>
          <a:prstGeom prst="rect">
            <a:avLst/>
          </a:prstGeom>
          <a:solidFill>
            <a:srgbClr val="F09A3E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16517" y="1684324"/>
            <a:ext cx="582930" cy="746150"/>
          </a:xfrm>
          <a:prstGeom prst="rect">
            <a:avLst/>
          </a:prstGeom>
          <a:solidFill>
            <a:srgbClr val="FFFFFF"/>
          </a:solidFill>
          <a:ln w="15544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3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39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83663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32887" y="3922776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34439" y="4572000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83663" y="4572000"/>
            <a:ext cx="649224" cy="649224"/>
          </a:xfrm>
          <a:prstGeom prst="rect">
            <a:avLst/>
          </a:prstGeom>
          <a:solidFill>
            <a:srgbClr val="F09A3E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32887" y="4572000"/>
            <a:ext cx="649224" cy="649224"/>
          </a:xfrm>
          <a:prstGeom prst="rect">
            <a:avLst/>
          </a:prstGeom>
          <a:solidFill>
            <a:srgbClr val="FFFFFF"/>
          </a:solidFill>
          <a:ln w="27051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8" y="3886200"/>
            <a:ext cx="2606039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5/6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36" name="Freeform 35"/>
          <p:cNvSpPr/>
          <p:nvPr/>
        </p:nvSpPr>
        <p:spPr>
          <a:xfrm>
            <a:off x="7616952" y="3922776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0" y="649224"/>
                </a:moveTo>
                <a:lnTo>
                  <a:pt x="0" y="0"/>
                </a:lnTo>
                <a:lnTo>
                  <a:pt x="46315" y="1654"/>
                </a:lnTo>
                <a:lnTo>
                  <a:pt x="92394" y="6608"/>
                </a:lnTo>
                <a:lnTo>
                  <a:pt x="138002" y="14837"/>
                </a:lnTo>
                <a:lnTo>
                  <a:pt x="182908" y="26298"/>
                </a:lnTo>
                <a:lnTo>
                  <a:pt x="226881" y="40934"/>
                </a:lnTo>
                <a:lnTo>
                  <a:pt x="269697" y="58669"/>
                </a:lnTo>
                <a:lnTo>
                  <a:pt x="311140" y="79414"/>
                </a:lnTo>
                <a:lnTo>
                  <a:pt x="350997" y="103062"/>
                </a:lnTo>
                <a:lnTo>
                  <a:pt x="389065" y="129493"/>
                </a:lnTo>
                <a:lnTo>
                  <a:pt x="425151" y="158573"/>
                </a:lnTo>
                <a:lnTo>
                  <a:pt x="459071" y="190153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616952" y="4112929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0" y="459071"/>
                </a:moveTo>
                <a:lnTo>
                  <a:pt x="459071" y="0"/>
                </a:lnTo>
                <a:lnTo>
                  <a:pt x="490651" y="33920"/>
                </a:lnTo>
                <a:lnTo>
                  <a:pt x="519731" y="70006"/>
                </a:lnTo>
                <a:lnTo>
                  <a:pt x="546162" y="108074"/>
                </a:lnTo>
                <a:lnTo>
                  <a:pt x="569810" y="147931"/>
                </a:lnTo>
                <a:lnTo>
                  <a:pt x="590555" y="189374"/>
                </a:lnTo>
                <a:lnTo>
                  <a:pt x="608290" y="232190"/>
                </a:lnTo>
                <a:lnTo>
                  <a:pt x="622926" y="276163"/>
                </a:lnTo>
                <a:lnTo>
                  <a:pt x="634387" y="321069"/>
                </a:lnTo>
                <a:lnTo>
                  <a:pt x="642616" y="366677"/>
                </a:lnTo>
                <a:lnTo>
                  <a:pt x="647570" y="412756"/>
                </a:lnTo>
                <a:lnTo>
                  <a:pt x="649224" y="459071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7616952" y="4572000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0" y="0"/>
                </a:moveTo>
                <a:lnTo>
                  <a:pt x="649224" y="0"/>
                </a:lnTo>
                <a:lnTo>
                  <a:pt x="647570" y="46315"/>
                </a:lnTo>
                <a:lnTo>
                  <a:pt x="642616" y="92394"/>
                </a:lnTo>
                <a:lnTo>
                  <a:pt x="634387" y="138002"/>
                </a:lnTo>
                <a:lnTo>
                  <a:pt x="622926" y="182908"/>
                </a:lnTo>
                <a:lnTo>
                  <a:pt x="608290" y="226881"/>
                </a:lnTo>
                <a:lnTo>
                  <a:pt x="590555" y="269697"/>
                </a:lnTo>
                <a:lnTo>
                  <a:pt x="569810" y="311140"/>
                </a:lnTo>
                <a:lnTo>
                  <a:pt x="546162" y="350997"/>
                </a:lnTo>
                <a:lnTo>
                  <a:pt x="519731" y="389065"/>
                </a:lnTo>
                <a:lnTo>
                  <a:pt x="490651" y="425151"/>
                </a:lnTo>
                <a:lnTo>
                  <a:pt x="459071" y="459071"/>
                </a:lnTo>
                <a:close/>
              </a:path>
            </a:pathLst>
          </a:custGeom>
          <a:solidFill>
            <a:srgbClr val="F09A3E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616952" y="4572000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0" y="0"/>
                </a:moveTo>
                <a:lnTo>
                  <a:pt x="459071" y="459071"/>
                </a:lnTo>
                <a:lnTo>
                  <a:pt x="425151" y="490651"/>
                </a:lnTo>
                <a:lnTo>
                  <a:pt x="389065" y="519731"/>
                </a:lnTo>
                <a:lnTo>
                  <a:pt x="350997" y="546162"/>
                </a:lnTo>
                <a:lnTo>
                  <a:pt x="311140" y="569810"/>
                </a:lnTo>
                <a:lnTo>
                  <a:pt x="269697" y="590555"/>
                </a:lnTo>
                <a:lnTo>
                  <a:pt x="226881" y="608290"/>
                </a:lnTo>
                <a:lnTo>
                  <a:pt x="182908" y="622926"/>
                </a:lnTo>
                <a:lnTo>
                  <a:pt x="138002" y="634387"/>
                </a:lnTo>
                <a:lnTo>
                  <a:pt x="92394" y="642616"/>
                </a:lnTo>
                <a:lnTo>
                  <a:pt x="46315" y="647570"/>
                </a:lnTo>
                <a:lnTo>
                  <a:pt x="0" y="649224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157881" y="4572000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459071" y="0"/>
                </a:moveTo>
                <a:lnTo>
                  <a:pt x="459071" y="649224"/>
                </a:lnTo>
                <a:lnTo>
                  <a:pt x="412756" y="647570"/>
                </a:lnTo>
                <a:lnTo>
                  <a:pt x="366677" y="642616"/>
                </a:lnTo>
                <a:lnTo>
                  <a:pt x="321069" y="634387"/>
                </a:lnTo>
                <a:lnTo>
                  <a:pt x="276163" y="622926"/>
                </a:lnTo>
                <a:lnTo>
                  <a:pt x="232190" y="608290"/>
                </a:lnTo>
                <a:lnTo>
                  <a:pt x="189374" y="590555"/>
                </a:lnTo>
                <a:lnTo>
                  <a:pt x="147931" y="569810"/>
                </a:lnTo>
                <a:lnTo>
                  <a:pt x="108074" y="546162"/>
                </a:lnTo>
                <a:lnTo>
                  <a:pt x="70006" y="519731"/>
                </a:lnTo>
                <a:lnTo>
                  <a:pt x="33920" y="490651"/>
                </a:lnTo>
                <a:lnTo>
                  <a:pt x="0" y="459071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967728" y="4572000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649224" y="0"/>
                </a:moveTo>
                <a:lnTo>
                  <a:pt x="190153" y="459071"/>
                </a:lnTo>
                <a:lnTo>
                  <a:pt x="158573" y="425151"/>
                </a:lnTo>
                <a:lnTo>
                  <a:pt x="129493" y="389065"/>
                </a:lnTo>
                <a:lnTo>
                  <a:pt x="103062" y="350997"/>
                </a:lnTo>
                <a:lnTo>
                  <a:pt x="79414" y="311140"/>
                </a:lnTo>
                <a:lnTo>
                  <a:pt x="58669" y="269697"/>
                </a:lnTo>
                <a:lnTo>
                  <a:pt x="40934" y="226881"/>
                </a:lnTo>
                <a:lnTo>
                  <a:pt x="26298" y="182908"/>
                </a:lnTo>
                <a:lnTo>
                  <a:pt x="14837" y="138002"/>
                </a:lnTo>
                <a:lnTo>
                  <a:pt x="6608" y="92394"/>
                </a:lnTo>
                <a:lnTo>
                  <a:pt x="1654" y="46315"/>
                </a:lnTo>
                <a:lnTo>
                  <a:pt x="0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967728" y="4112929"/>
            <a:ext cx="649224" cy="459071"/>
          </a:xfrm>
          <a:custGeom>
            <a:avLst/>
            <a:gdLst/>
            <a:ahLst/>
            <a:cxnLst/>
            <a:rect l="l" t="t" r="r" b="b"/>
            <a:pathLst>
              <a:path w="649224" h="459071">
                <a:moveTo>
                  <a:pt x="649224" y="459071"/>
                </a:moveTo>
                <a:lnTo>
                  <a:pt x="0" y="459071"/>
                </a:lnTo>
                <a:lnTo>
                  <a:pt x="1654" y="412756"/>
                </a:lnTo>
                <a:lnTo>
                  <a:pt x="6608" y="366677"/>
                </a:lnTo>
                <a:lnTo>
                  <a:pt x="14837" y="321069"/>
                </a:lnTo>
                <a:lnTo>
                  <a:pt x="26298" y="276163"/>
                </a:lnTo>
                <a:lnTo>
                  <a:pt x="40934" y="232190"/>
                </a:lnTo>
                <a:lnTo>
                  <a:pt x="58669" y="189374"/>
                </a:lnTo>
                <a:lnTo>
                  <a:pt x="79414" y="147931"/>
                </a:lnTo>
                <a:lnTo>
                  <a:pt x="103062" y="108074"/>
                </a:lnTo>
                <a:lnTo>
                  <a:pt x="129493" y="70006"/>
                </a:lnTo>
                <a:lnTo>
                  <a:pt x="158573" y="33920"/>
                </a:lnTo>
                <a:lnTo>
                  <a:pt x="190153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157881" y="3922776"/>
            <a:ext cx="459071" cy="649224"/>
          </a:xfrm>
          <a:custGeom>
            <a:avLst/>
            <a:gdLst/>
            <a:ahLst/>
            <a:cxnLst/>
            <a:rect l="l" t="t" r="r" b="b"/>
            <a:pathLst>
              <a:path w="459071" h="649224">
                <a:moveTo>
                  <a:pt x="459071" y="649224"/>
                </a:moveTo>
                <a:lnTo>
                  <a:pt x="0" y="190153"/>
                </a:lnTo>
                <a:lnTo>
                  <a:pt x="33920" y="158573"/>
                </a:lnTo>
                <a:lnTo>
                  <a:pt x="70006" y="129493"/>
                </a:lnTo>
                <a:lnTo>
                  <a:pt x="108074" y="103062"/>
                </a:lnTo>
                <a:lnTo>
                  <a:pt x="147931" y="79414"/>
                </a:lnTo>
                <a:lnTo>
                  <a:pt x="189374" y="58669"/>
                </a:lnTo>
                <a:lnTo>
                  <a:pt x="232190" y="40934"/>
                </a:lnTo>
                <a:lnTo>
                  <a:pt x="276163" y="26298"/>
                </a:lnTo>
                <a:lnTo>
                  <a:pt x="321069" y="14837"/>
                </a:lnTo>
                <a:lnTo>
                  <a:pt x="366677" y="6608"/>
                </a:lnTo>
                <a:lnTo>
                  <a:pt x="412756" y="1654"/>
                </a:lnTo>
                <a:lnTo>
                  <a:pt x="459071" y="0"/>
                </a:lnTo>
                <a:close/>
              </a:path>
            </a:pathLst>
          </a:custGeom>
          <a:solidFill>
            <a:srgbClr val="F6E3BF"/>
          </a:solidFill>
          <a:ln w="27051" cap="rnd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1" y="3886200"/>
            <a:ext cx="3255263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Боелгону?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«Үчтөн бир» сан менен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сөз менен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«Жетиден алты» сан менен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9/10 сөз менен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«Үчтөн бир» сан менен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2/5 сөз менен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бештен эки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«Жетиден алты» сан менен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6/7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9/10 сөз менен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ондон тогуз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 1/2 □ 1/3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 1/9 □ 1/4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Чоңдон кичинеге:  1/5,  1/2,  1/10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1/□ &gt; 1/6. □ – эң чоң цифра?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 1/2 □ 1/3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1/2 &gt; 1/3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Белги кой:  1/9 □ 1/4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1/9 &lt; 1/4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Чоңдон кичинеге:  1/5,  1/2,  1/10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1/2,  1/5,  1/10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1/□ &gt; 1/6. □ – эң чоң цифра?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7695" y="1953524"/>
            <a:ext cx="2045208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2559" y="1752356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85239" y="2138182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7719" y="1812706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2879" y="1812706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68039" y="1752356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20719" y="2138182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2597149" y="1827794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Чекит кайсы бөлчөк?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23" name="Oval 22"/>
          <p:cNvSpPr/>
          <p:nvPr/>
        </p:nvSpPr>
        <p:spPr>
          <a:xfrm>
            <a:off x="703185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7259192" y="146584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1478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7842123" y="146584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9771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8425053" y="146584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780640" y="153859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9007982" y="146584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03185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7259192" y="204877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61478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7842123" y="204877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19771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8425053" y="204877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878064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9007982" y="204877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381743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Кургатылганы?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Нан 4 бирдей бөлүк, 3ү жейилди. Калганы?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= 10 тыйындык 10 монета. 7 монета – сомдун кайсы бөлүгү?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 түшүнүгү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7695" y="1953524"/>
            <a:ext cx="2045208" cy="0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32559" y="1752356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85239" y="2138182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7719" y="1812706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22879" y="1812706"/>
            <a:ext cx="0" cy="281635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68039" y="1752356"/>
            <a:ext cx="0" cy="402336"/>
          </a:xfrm>
          <a:prstGeom prst="line">
            <a:avLst/>
          </a:prstGeom>
          <a:ln w="317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20719" y="2138182"/>
            <a:ext cx="294640" cy="528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2597149" y="1827794"/>
            <a:ext cx="251460" cy="251460"/>
          </a:xfrm>
          <a:prstGeom prst="ellipse">
            <a:avLst/>
          </a:prstGeom>
          <a:solidFill>
            <a:srgbClr val="A84400"/>
          </a:solidFill>
          <a:ln w="127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Чекит кайсы бөлчөк?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2/3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24" name="Oval 23"/>
          <p:cNvSpPr/>
          <p:nvPr/>
        </p:nvSpPr>
        <p:spPr>
          <a:xfrm>
            <a:off x="703185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7259192" y="146584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61478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7842123" y="146584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197710" y="1538592"/>
            <a:ext cx="454685" cy="454685"/>
          </a:xfrm>
          <a:prstGeom prst="ellipse">
            <a:avLst/>
          </a:prstGeom>
          <a:solidFill>
            <a:srgbClr val="F09A3E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8425053" y="146584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780640" y="153859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9007982" y="146584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03185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259192" y="204877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61478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842123" y="204877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9771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8425053" y="2048772"/>
            <a:ext cx="72749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780640" y="2121522"/>
            <a:ext cx="454685" cy="454685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6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9007982" y="2048772"/>
            <a:ext cx="72750" cy="72750"/>
          </a:xfrm>
          <a:prstGeom prst="line">
            <a:avLst/>
          </a:prstGeom>
          <a:ln w="13893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81743" y="1371600"/>
            <a:ext cx="2221991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Кургатылганы?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3/8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Нан 4 бирдей бөлүк, 3ү жейилди. Калганы?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сом = 10 тыйындык 10 монета. 7 монета – сомдун кайсы бөлүгү?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