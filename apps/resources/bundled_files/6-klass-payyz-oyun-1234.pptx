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Ноокаттагы китеп жарманкеси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70тин 10%ы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520нын 10%ы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800дүн 1%ы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350нүн 1%ы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70тин 10%ы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520нын 10%ы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800дүн 1%ы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350нүн 1%ы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3,5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400дүн 15%ы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60тын 35%ы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300дүн 21%ы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250нүн 18%ы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400дүн 15%ы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60тын 35%ы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300дүн 21%ы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250нүн 18%ы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– 30дун канча пайызы?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 – 150нүн канча пайызы?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 – 24түн канча пайызы?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66 – 200дүн канча пайызы?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– 30дун канча пайызы?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 – 150нүн канча пайызы?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 – 24түн канча пайызы?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66 – 200дүн канча пайызы?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 сом, 10% арзан. Жаңы баа?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120 сом, 15% кымбат. Жаңы баа?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 60 → 75. Канча пайызга өзгөрдү?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200 сом: +10%, анан −10%. Азыр?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 сом, 10% арзан. Жаңы баа?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81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120 сом, 15% кымбат. Жаңы баа?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138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 60 → 75. Канча пайызга өзгөрдү?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+25%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200 сом: +10%, анан −10%. Азыр?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198 сом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