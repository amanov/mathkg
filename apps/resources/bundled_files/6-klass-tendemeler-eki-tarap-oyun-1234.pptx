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Тамгадагы чычырканак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→ × 2 → + 7 → 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 → + 4 → × 5 →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→ − 4 → × 3 → 21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→ × 5 → − 8 → ÷ 2 →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→ × 2 → + 7 → 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 → + 4 → × 5 →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→ − 4 → × 3 → 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→ × 5 → − 8 → ÷ 2 → 21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Кашааны ач: 5(x + 3)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3(x − 4) = 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2(x + 3) + 4(x + 1) = 34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6(x − 2) = 4(x + 1)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Кашааны ач: 5(x + 3)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5x + 15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3(x − 4) = 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2(x + 3) + 4(x + 1) = 34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6(x − 2) = 4(x + 1)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4x + 1 = 2x + 9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9x − 3 = 5x + 17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3(x + 5) = x + 27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10 − x = x + 4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4x + 1 = 2x + 9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9x − 3 = 5x + 17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3(x + 5) = x + 27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10 − x = x + 4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6, 11, 16, 21, … Кайсы мүчө 101?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Санга 5ти кошуп, 4кө көбөйттүм: 48. Сан?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Айпериде 3 чака + 7 кг, Темирланда 5 чака + 1 кг, бирдей. 1 чака?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Санды 3кө көбөйтсөм, ага 12 кошкондой болот. Сан?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6, 11, 16, 21, … Кайсы мүчө 101?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5n + 1 = 101; n = 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Санга 5ти кошуп, 4кө көбөйттүм: 48. Сан?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4(x + 5) = 48; x =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Айпериде 3 чака + 7 кг, Темирланда 5 чака + 1 кг, бирдей. 1 чака?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3x + 7 = 5x + 1; 3 кг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Санды 3кө көбөйтсөм, ага 12 кошкондой болот. Сан?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3x = x + 12; x =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