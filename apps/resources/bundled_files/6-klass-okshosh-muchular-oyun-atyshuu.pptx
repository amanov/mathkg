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Чаткалдагы бал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5a + 4a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5a + 4a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10x − 3x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10x − 3x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2(a + 4)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2(a + 4)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2a + 8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+ a +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+ a +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3x + 2 +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3x + 2 +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4x + 2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5 болсо, 2a + 3a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5 болсо, 2a + 3a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6(x + 1)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6(x + 1)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6x + 6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4a + 3b − 2a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4a + 3b − 2a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2a + 3b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+ 4x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+ 4x =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7y − y + 2y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7y − y + 2y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3(2a + 1)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3(2a + 1)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6a + 3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2x + x + 1 =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2x + x + 1 =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