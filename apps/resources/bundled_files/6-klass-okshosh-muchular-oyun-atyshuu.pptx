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Атышуу (ылдамдыксыз): суроо слайды, андан кийин жооп слайды. Туура жооп 1 упай, «туура жана түшүндүрдү» дагы 1 упай. Ылдамдык боюнча тизме жок (3C · Сынчыл ой).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Атышуу: туура жана түшүндүр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Баары ойлонот (10 секунд), анан жупта же мини-тактада жазат. Ким биринчи экени маанилүү эмес.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Туура жооп = 1 упай. Ыкмасын түшүндүрсө («туура жана түшүндүрдү») = дагы 1 упай.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 слайдында текшеребиз: «кантип таптың?» деп 2–3 окуучудан сурайм.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ким өз упайын өзүнүн мурунку жыйынтыгы менен салыштырат; класс алдында тизме жок.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Эстөө · Колдонуу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Чаткалдагы бал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5a + 4a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5a + 4a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9a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10x − 3x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10x − 3x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7x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2(a + 4)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2(a + 4)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2a + 8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a + a +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a + a + 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3x + 2 + 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3x + 2 + 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4x + 2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a = 5 болсо, 2a + 3a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a = 5 болсо, 2a + 3a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6(x + 1)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6(x + 1)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6x + 6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4a + 3b − 2a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4a + 3b − 2a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2a + 3b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x + 4x = 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x + 4x = 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x = 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7y − y + 2y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7y − y + 2y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8y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3(2a + 1)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3(2a + 1)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6a + 3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2x + x + 1 =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2x + x + 1 = 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x =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