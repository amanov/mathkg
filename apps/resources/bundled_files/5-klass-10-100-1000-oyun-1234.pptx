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Кеминдеги тигүү цехи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56 ×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8 300 :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207 × 1 000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100 = 49 000. □ =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56 ×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5 600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8 300 :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207 × 1 000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207 000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100 = 49 000. □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0,9 ×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3,04 ×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0,0125 × 1 000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1 000 = 70. □ =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0,9 ×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3,04 ×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0,0125 × 1 000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12,5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1 000 = 70. □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: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 :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: 1 000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0,2 :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: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 :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: 1 000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0,003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0,2 : 100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0,002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м = ? см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85 мм = ? см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0,6 км = ? 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Түрмөктө 1 000 м жип бар. 3 түрмөктө канча км?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10, 100, 1000ге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м = ? см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400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85 мм = ? см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8,5 см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0,6 км = ? 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600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Түрмөктө 1 000 м жип бар. 3 түрмөктө канча км?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км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