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/>
  <p:notesSz cx="6858000" cy="9144000"/>
  <p:embeddedFontLst>
    <p:embeddedFont>
      <p:font typeface="IBM Plex Sans" pitchFamily="34" charset="0"/>
      <p:regular r:id="rId32"/>
      <p:bold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font" Target="fonts/font1.fntdata"/><Relationship Id="rId33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605199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Бинго: 10 жуптары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5007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Эрежелер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Карточкаңдан 9 сан бар.</a:t>
            </a:r>
          </a:p>
          <a:p>
            <a:pPr algn="l">
              <a:lnSpc>
                <a:spcPct val="130000"/>
              </a:lnSpc>
            </a:pPr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Мисалды чыгар. Жооп карточкаңда болсо — сызып сал.</a:t>
            </a:r>
          </a:p>
          <a:p>
            <a:pPr algn="l">
              <a:lnSpc>
                <a:spcPct val="130000"/>
              </a:lnSpc>
            </a:pPr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Үч сан катар (туурасынан, тигинен же кыйгач) — «Бинго!»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 + ? = 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? + 2 = 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 → 5 + 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 + ? = 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? + 9 = 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 = 3 + 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0 + ? = 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? + 6 = 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018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 → 8 + 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? + 10 = 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11-мисал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 + ? = 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 + ? = 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 = ? + 3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 + ? = 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? + 1 = 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16-мисал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 → 0 + 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 + ? = 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18-мисал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? + 7 = 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19-мисал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 = 10 + 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 + ? = 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21-мисал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? + 4 = 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2974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22-мисал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4415" cy="21945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 → ? + 8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0523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Жооптор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504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Текшерүү үчүн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1. 7 + ? = 10  → 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2. ? + 2 = 10  → 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3. 10 → 5 + ?  → 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4. 4 + ? = 10  → 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5. ? + 9 = 10  → 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6. 10 = 3 + ?  → 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7. 0 + ? = 10  → 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321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8. ? + 6 = 10  → 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6916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9. 10 → 8 + ?  → 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10. ? + 10 = 10  → 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7889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11. 1 + ? = 10  →  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3375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12. 6 + ? = 10  → 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862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13. 10 = ? + 3  → 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4348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14. 2 + ? = 10  →  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9834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15. ? + 1 = 10  →  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55321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16. 10 → 0 + ?  → 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6916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17. 5 + ? = 10  → 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18. ? + 7 = 10  → 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7889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19. 10 = 10 + ?  → 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3375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20. 9 + ? = 10  → 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8862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21. ? + 4 = 10  → 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4348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22. 10 → ? + 8  →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Бинго: 10 жуптары</dc:title>
  <dc:subject>Сан курамы: 10го жана 20га чейин</dc:subject>
  <dc:creator>MathKG</dc:creator>
  <cp:keywords>MathKG; bingo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