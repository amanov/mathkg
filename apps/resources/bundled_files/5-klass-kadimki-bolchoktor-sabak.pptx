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1/4 чоңбу же 3/8би? Жоопту сабактын аягында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Нурай. Темирдин ыкмасы 2/5 менен 1/2де ката берет: сандары чоң, бирок 2/5 &lt; 1/2.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эски дептерден кесилген 3 бирдей кагаз тилке (1 × 8 чакмак же 2 см × 16 см), 24 бурчак же таш, 8 кагаз чөйчөк (же дептерге 8 тегерекче). Адегенде бүктөшөт, бөлүктөрдү бети-бетине коюшат; анан 24 бурчакты 8 топко бөлүп, 3 топту алышат.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Бүтүн 24; 8 бирдей бөлүк, 1 бөлүк = 3; 3 бөлүк = 9. Чакмак дептерде: 8 чакмак = бүтүн.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Бөлүмдөрү бирдей болсо, алымы чоңу чоң. Алымдары бирдей болсо, бөлүмү кичинеси чоң (бөлүк ири).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1 бөлүк, анан 3 бөлүк».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М5;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сандын бөлчөгү → бөлүктөн бүтүнгө → көп кадам. Жооптор: 24 : 8 · 3 = 9 жөөк; 14 : 2 · 7 = 49 түп; 24 + 15 = 39;  60 − 39 = 21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1/4 = 2/8 (тилкени бүктөдүк). 24 : 8 = 3 – 1 бөлүк; помидор 3 · 3 = 9, сабиз 2 · 3 = 6, картошка 24 − 15 =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3; 1/5 &lt; 1/3; 36 : 4 · 3 =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5-класс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Кадимки бөлчөктөр: салыштыруу жана сандын бөлчөгү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Гүлнара апанын бакчасы бирдей жөөктөргө бөлүнгөн: помидор, сабиз жана картошка бакчанын бөлүктөрүн ээлейт.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2018, 5-класс «Бөлчөктөр» (кыргызча 5-класстын китеби папкада жок); даярдык: КББА колдонмо 1–4, 3.3.9 жана 4-класс «Үлүштөр».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Айылдагы бакча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Жайкы каникулда Нурай менен Темир айылга, Гүлнара апасына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Апанын бакчасында 24 бирдей жөөк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Апа: «Жөөктүн 3/8 бөлүгүнө помидор, 1/4 бөлүгүнө сабиз, калганына картошка отургузабыз», – деди.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Бөлчөк – бүтүндүн бирдей бөлүктөрү!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Бакчада 24 жөөк. 3/8 бөлүгүнө помидор, 1/4 бөлүгүнө сабиз отургузулат. Кайсынысына көп жөөк керек? Ар бирине канча жөөк?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Бөлчөктүн алымы жана бөлүмү эмнени көрсөтөрүн тилке менен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Барабар бөлчөктөрдү бүктөлгөн тилке менен табам жана бөлчөктөрдү салыштырам.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Сандын бөлчөгүн табам: бөлүмгө бөлөм, алымга көбөйтөм.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Бөлчөктү окуу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Барабар бөлчөк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Сандын бөлчөгү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менен далилдөө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тилке бүктөө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Айылдагы бакча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: 4 ·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5-класс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Барабар бөлчөк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Бөлчөктөр менен амалдар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ЭКЖБ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: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·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12нин жарымы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20нын төрттөн бири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: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·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12нин жарымы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20нын төрттөн бири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Сабиз 1/4, помидор 3/8. Экөө тең «3/8 көп» дешти. Кимдин ою туура?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Темир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&lt; 3 жана 4 &lt;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Сандары чоң →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3/8 чоң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Тилкени бүктөдүм: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1/4 = 2/8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2/8 &lt; 3/8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Жооп бирдей. Кимдин ою туура? Эмне үчүн?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тилкени 2ге, 4кө, 8ге бүктөгүлө. 1/4 менен 3/8ди салыштыргыла, анан 24 бурчакты 8 бирдей топко бөлгүлө.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86000"/>
            <a:ext cx="29260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2286000"/>
            <a:ext cx="292608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286000"/>
            <a:ext cx="822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44368"/>
            <a:ext cx="146304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94560" y="2944368"/>
            <a:ext cx="14630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2944368"/>
            <a:ext cx="14630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2944368"/>
            <a:ext cx="14630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2944368"/>
            <a:ext cx="822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602736"/>
            <a:ext cx="73152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63040" y="3602736"/>
            <a:ext cx="73152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94560" y="3602736"/>
            <a:ext cx="73152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5216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602736"/>
            <a:ext cx="822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0" y="2194560"/>
            <a:ext cx="0" cy="2011680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4224528"/>
            <a:ext cx="6583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1/4 = 2/8: бүктөсөк, бөлүк экиге бөлүнөт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408" y="4910328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79576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581912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783080" y="4910328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84248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490472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86584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87752" y="4910328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788920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95144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91256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392424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593592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099816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95928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197096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398264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904488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00600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001768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02936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709160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605272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806440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007608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513832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09944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11112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12280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18504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24 бурчак → 8 топ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топ: 24 : 8 = 3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топ = 3/8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· 3 = 9</a:t>
            </a:r>
          </a:p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Жупта: 3 тилке, 24 бурчак, 8 чөйчөк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24 жөөк. 3/8 бөлүгүнө помидор, 1/4 бөлүгүнө сабиз отургузулат. Кайсынысына көп жөөк керек? Ар бирине канча жөөк?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Бүтүн: 24 жөөк.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Бөлүм 8: 8 бирдей бөлүк.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Алым 3: 3 бөлүгү помидор.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3 бөлүк канча?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67601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4480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1359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98239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5118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51997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28876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8796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45675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2554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99433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76313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53192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30071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06950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46870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23749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0628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7507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54387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31266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08145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85024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24 : 8 · 3 = 9 жөөк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a/b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Бөлчөк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b бирдей бөлүк, анын a бөлүгү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· 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Барабар бөлчөк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Алымын да, бөлүмүн да бирдей санга көбөйт (бөл)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n : b ·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Сандын бөлчөгү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Бөлүмгө бөл, алымга көбөйт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24түн 3/8 бөлүгү:  24 : 8 · 3 = 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Гүлнара апа 36 түп көчөттүн 5/9 бөлүгүн отургузду. Канча түп отургузду?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 : 9 ·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 ·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бөлүк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бөлүк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Отургузду = </a:t>
            </a:r>
            <a:r>
              <a:rPr sz="3400" b="1">
                <a:solidFill>
                  <a:srgbClr val="24418C"/>
                </a:solidFill>
                <a:latin typeface="PT Sans"/>
              </a:rPr>
              <a:t>20 түп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Сабизге 1/4, помидорго 3/8. Кайсынысы көп?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2/8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тилкени дагы бүктөдүк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2/8 &lt; 3/8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бөлүмдөрү бирдей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Көбү = </a:t>
            </a:r>
            <a:r>
              <a:rPr sz="3400" b="1">
                <a:solidFill>
                  <a:srgbClr val="24418C"/>
                </a:solidFill>
                <a:latin typeface="PT Sans"/>
              </a:rPr>
              <a:t>3/8 &gt; 1/4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бөлчөк менен ойлойм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1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24түн 3/8 бөлүгү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бөлүк: 24 : 8 =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 бөлүк: 3 · 3 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Бөлүмгө бөл, анан алымга көбөйт.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 – таяныч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1/2 = 4/8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&lt; 4/8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3/8 жарымдан 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Бөлчөк жарымдан азбы же көппү? Алымын 2ге көбөйтүп кара.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Бүктөп ойло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1/4 = 2/8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бөлүктөр 2 эсе көп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ар бири 2 эсе кичине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Тилкени дагы бир бүктөсөк, бөлүктөр эки эсе көбөйөт.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Бакчада 48 түп кулпунай. Анын 3/8 бөлүгү бышты. Канча түп бышты?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Бакчада 24 жөөк бар. Анын 3/8 бөлүгүндө помидор. Канча жөөк помидор?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Нурай кулпунайдын 2/7 бөлүгүн терди – бул 14 түп. Бакчада бардыгы канча түп кулпунай бар?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Темирде 60 сом бар эле. Анын 2/5 бөлүгүнө үрөн, 1/4 бөлүгүнө кетмендин сабын алды. Канча сом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Бакчада 24 жөөк бар. Анын 3/8 бөлүгүндө помидор. Канча жөөк помидор?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917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2906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5894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8883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31872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4861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17850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: 8 · 3 = 9 жөөк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Нурай кулпунайдын 2/7 бөлүгүн терди – бул 14 түп. Бакчада бардыгы канча түп кулпунай бар?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9600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444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9289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24133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58978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3822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28667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14 : 2 · 7 = 49 түп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Темирде 60 сом бар эле. Анын 2/5 бөлүгүнө үрөн, 1/4 бөлүгүнө кетмендин сабын алды. Канча сом калды?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017520"/>
            <a:ext cx="93756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09836" y="3017520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95814" y="3017520"/>
            <a:ext cx="8203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+ 15 = 39;  60 − 39 = 21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3/5 = □/10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Кайсы чоң: 2/3 же 3/5?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45тин 2/9 бөлүгү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3/4 бөлүгү 21 болсо, бүтүн?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Бакчанын 3/10 бөлүгү гүл. Калганы?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3/5 = □/10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 чоң: 2/3 же 3/5?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45тин 2/9 бөлүгү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3/4 бөлүгү 21 болсо, бүтүн?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Бакчанын 3/10 бөлүгү гүл. Калганы?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24 жөөк. 3/8 бөлүгүнө помидор, 1/4 бөлүгүнө сабиз отургузулат. Кайсынысына көп жөөк керек? Ар бирине канча жөөк?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1315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5969" y="2240280"/>
            <a:ext cx="11315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77539" y="2240280"/>
            <a:ext cx="11315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9109" y="2240280"/>
            <a:ext cx="113156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79" y="2240280"/>
            <a:ext cx="113156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72249" y="2240280"/>
            <a:ext cx="113156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03819" y="2240280"/>
            <a:ext cx="113156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35389" y="2240280"/>
            <a:ext cx="113156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 : 8 · 3 = 3 · 3 =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помидор (3/8)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 : 8 · 2 = 3 · 2 =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сабиз (1/4 = 2/8)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24 − 9 − 6 = 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картошка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Помидорго 9, сабизге 6 жөөк: помидор көп.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Айылдагы бакча жөнүндө бөлчөк менен маселе түз: «канча жөөк?» же «кайсынысы көп?».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Темир, Гүлнара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Бош орунду толтур: 1/2 = □/6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Белги кой: 1/5 ○ 1/3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Бакчада 36 бадыраң. Анын 3/4 бөлүгү бышты. Канча бадыраң бышты?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Бөлүмү эмнени, алымы эмнени көрсөтөт?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1/6 1/4төн кичине, 6 чоң болсо да?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Сандын бөлчөгүн кантип табасың? Тилке менен түшүндүр.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жуптун колунда кагаз тилкелер болсун: бүктөп, бети-бетине коюп салыштырышат.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Чакмак дептерде тилке: 8 чакмак = бүтүн, 1 чакмак = 1/8.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«Бирдей бөлүк» сөзүн ар дайым талап кылыңыз (М4).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Сандын бөлчөгүндө жоопту текшертиңиз: жооп бүтүндөн чоң болбойт (М3).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