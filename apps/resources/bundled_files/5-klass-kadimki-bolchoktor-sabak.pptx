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аталышы жана бүгүнкү окуя.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жолу: ар бир бөлүк өз слайды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Окуяны окуп бериңиз. Окуучулар болжолдошсун: 1/4 чоңбу же 3/8би? Жоопту сабактын аягында текшеребиз.</a:t>
            </a:r>
          </a:p>
          <a:p>
            <a:r>
              <a:t>3C (Байланыштыруу): Окуя турмуштан: бул суроого сабактын аягында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Lee, 2.6).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критерийлери: сабактын аягында ар бирине ✓ коёбуз.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Спираль: тема класстан класска тереңдейт.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Мини-тактага жазышат.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дароо айтпайбыз. Жупта талкуулашат. Жооп: Нурай. Темирдин ыкмасы 2/5 менен 1/2де ката берет: сандары чоң, бирок 2/5 &lt; 1/2.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жупка: эски дептерден кесилген 3 бирдей кагаз тилке (1 × 8 чакмак же 2 см × 16 см), 24 бурчак же таш, 8 кагаз чөйчөк (же дептерге 8 тегерекче). Адегенде бүктөшөт, бөлүктөрдү бети-бетине коюшат; анан 24 бурчакты 8 топко бөлүп, 3 топту алышат.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Тилкени кадам менен чийебиз. Бүтүн 24; 8 бирдей бөлүк, 1 бөлүк = 3; 3 бөлүк = 9. Чакмак дептерде: 8 чакмак = бүтүн.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Бөлүмдөрү бирдей болсо, алымы чоңу чоң. Алымдары бирдей болсо, бөлүмү кичинеси чоң (бөлүк ири).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ыкманы окуучу үн чыгарып айтат: «Адегенде 1 бөлүк, анан 3 бөлүк». Оозеки беш мүнөттө ушул ыкмалар кайталанат.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Баары бир убакта манжа менен көрсөтөт (1–4). Туура эмес жооптун коду: А = М3; Б = ✓; В = М5; Г = М3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деңгээл: сандын бөлчөгү → бөлүктөн бүтүнгө → көп кадам. Жооптор: 24 : 8 · 3 = 9 жөөк; 14 : 2 · 7 = 49 түп; 24 + 15 = 39;  60 − 39 = 21 сом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Жеңилден баштап, мүмкүн болушунча алдыга.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1/4 = 2/8 (тилкени бүктөдүк). 24 : 8 = 3 – 1 бөлүк; помидор 3 · 3 = 9, сабиз 2 · 3 = 6, картошка 24 − 15 =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Блум: Түзүү. Жупта алмашып, бири-биринин маселесин чыгарышат.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Жооптор: 3; 1/5 &lt; 1/3; 36 : 4 · 3 = 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6012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Кадимки бөлчөктөр: салыштыруу жана сандын бөлчөгү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11880"/>
            <a:ext cx="8778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657600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Бүгүнкү окуя: Айылдагы бакча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160520"/>
            <a:ext cx="8321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Гүлнара апанын бакчасы бирдей жөөктөргө бөлүнгөн: помидор, сабиз жана картошка бакчанын бөлүктөрүн ээлейт.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Китеп: Математика стандарты 2018, 5-класс «Бөлчөктөр» (кыргызча 5-класстын китеби папкада жок); даярдык: КББА колдонмо 1–4, 3.3.9 жана 4-класс «Үлүштөр».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мазмуну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63039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Кириш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Окуя, эрежелер, максаттар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12848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12848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Эстейбиз, «Ким туура?»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45536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Түшүнөбүз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45536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 → С → А: буюм, тилке, эреже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078224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26110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Машыгабыз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Чечүүчү суроо, тилке, өз алдынча 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01091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19379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10912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Жыйынтык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Окуяга кайтуу, түзүү, чыгуу билети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Окуя: Айылдагы бакча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766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25880"/>
            <a:ext cx="62179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Жайкы каникулда Нурай менен Темир айылга, Гүлнара апасына барышты.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Апанын бакчасында 24 бирдей жөөк бар.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Апа: «Жөөктүн 3/8 бөлүгүнө помидор, 1/4 бөлүгүнө сабиз, калганына картошка отургузабыз», – деди.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Бөлчөк – бүтүндүн бирдей бөлүктөрү!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25296"/>
            <a:ext cx="4352544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Суроо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931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Бакчада 24 жөөк. 3/8 бөлүгүнө помидор, 1/4 бөлүгүнө сабиз отургузулат. Кайсынысына көп жөөк керек? Ар бирине канча жөөк?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7200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Азыр жообун айтпайбыз. Ойлон: кантип билебиз?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Ката – үйрөнүүнүн бир бөлүгү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кетсе, эмне үчүн кеткенин издейбиз.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эмес, «азырынча». Машыксак, үйрөнөбүз.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Сүрөт же тилке чийип, анан сан менен жазабыз.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Максаттар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Бөлчөктүн алымы жана бөлүмү эмнени көрсөтөрүн тилке менен түшүндүрөм.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Барабар бөлчөктөрдү бүктөлгөн тилке менен табам жана бөлчөктөрдү салыштырам.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Сандын бөлчөгүн табам: бөлүмгө бөлөм, алымга көбөйтөм.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Жеңил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Бөлчөктү окуу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Орто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Барабар бөлчөк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Оор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Сандын бөлчөгү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3C: бүгүн кантип ойлонобуз?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Текшеребиз, далилдейбиз, катаны издейбиз.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Тилке менен далилдөө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 жана топто сүйлөшөбүз.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Жупта тилке бүктөө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Карта сорттоо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Математиканы турмуш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Айылдагы бакча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Тилке модели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/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Сандын бөлүгү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12 : 4 ·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/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Үлүштөр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/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Кадимки бөлчөктөр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Барабар бөлчөк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07708" y="1600199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Бөлчөктөр менен амалдар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ЭКЖБ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эстейли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 2 мүнөт.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24 : 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 · 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12нин жарымы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20нын төрттөн бири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24 :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3 ·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12нин жарымы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20нын төрттөн бири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Сабиз 1/4, помидор 3/8. Экөө тең «3/8 көп» дешти. Кимдин ою туура?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Темир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1 &lt; 3 жана 4 &lt; 8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Сандары чоң →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3/8 чоң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Нурай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Тилкени бүктөдүм: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1/4 = 2/8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2/8 &lt; 3/8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Жооп бирдей. Кимдин ою туура? Эмне үчүн?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К: буюм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Жупта: кагаз тилкени 2ге, 4кө, 8ге бүктөгүлө. 1/4 менен 3/8ди салыштыргыла, анан 24 бурчакты 8 бирдей топко бөлгүлө.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286000"/>
            <a:ext cx="2926080" cy="457200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0" y="2286000"/>
            <a:ext cx="29260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2286000"/>
            <a:ext cx="8229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1/2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944368"/>
            <a:ext cx="1463040" cy="457200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94560" y="2944368"/>
            <a:ext cx="146304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0" y="2944368"/>
            <a:ext cx="146304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0" y="2944368"/>
            <a:ext cx="146304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2944368"/>
            <a:ext cx="8229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1/4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602736"/>
            <a:ext cx="731520" cy="457200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463040" y="3602736"/>
            <a:ext cx="731520" cy="457200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94560" y="3602736"/>
            <a:ext cx="731520" cy="457200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26080" y="3602736"/>
            <a:ext cx="73152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0" y="3602736"/>
            <a:ext cx="73152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3602736"/>
            <a:ext cx="73152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20640" y="3602736"/>
            <a:ext cx="73152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52160" y="3602736"/>
            <a:ext cx="73152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3602736"/>
            <a:ext cx="8229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3/8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194560" y="2194560"/>
            <a:ext cx="0" cy="2011680"/>
          </a:xfrm>
          <a:prstGeom prst="line">
            <a:avLst/>
          </a:prstGeom>
          <a:ln w="25400">
            <a:solidFill>
              <a:srgbClr val="A844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31520" y="4224528"/>
            <a:ext cx="65836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A84400"/>
                </a:solidFill>
                <a:latin typeface="PT Sans"/>
              </a:rPr>
              <a:t>1/4 = 2/8: бүктөсөк, бөлүк экиге бөлүнөт</a:t>
            </a:r>
          </a:p>
        </p:txBody>
      </p:sp>
      <p:sp>
        <p:nvSpPr>
          <p:cNvPr id="31" name="Oval 30"/>
          <p:cNvSpPr/>
          <p:nvPr/>
        </p:nvSpPr>
        <p:spPr>
          <a:xfrm>
            <a:off x="777240" y="4800600"/>
            <a:ext cx="182880" cy="182880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78408" y="4910328"/>
            <a:ext cx="182880" cy="182880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79576" y="4800600"/>
            <a:ext cx="182880" cy="182880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85800" y="4709160"/>
            <a:ext cx="768096" cy="475488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007A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581912" y="4800600"/>
            <a:ext cx="182880" cy="182880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783080" y="4910328"/>
            <a:ext cx="182880" cy="182880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984248" y="4800600"/>
            <a:ext cx="182880" cy="182880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490472" y="4709160"/>
            <a:ext cx="768096" cy="475488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007A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386584" y="4800600"/>
            <a:ext cx="182880" cy="182880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587752" y="4910328"/>
            <a:ext cx="182880" cy="182880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788920" y="4800600"/>
            <a:ext cx="182880" cy="182880"/>
          </a:xfrm>
          <a:prstGeom prst="ellipse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295144" y="4709160"/>
            <a:ext cx="768096" cy="475488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007A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191256" y="480060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392424" y="491032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593592" y="480060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099816" y="4709160"/>
            <a:ext cx="768096" cy="475488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995928" y="480060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197096" y="491032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398264" y="480060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904488" y="4709160"/>
            <a:ext cx="768096" cy="475488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800600" y="480060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001768" y="491032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202936" y="480060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709160" y="4709160"/>
            <a:ext cx="768096" cy="475488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605272" y="480060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806440" y="491032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007608" y="480060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513832" y="4709160"/>
            <a:ext cx="768096" cy="475488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09944" y="480060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611112" y="491032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812280" y="480060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318504" y="4709160"/>
            <a:ext cx="768096" cy="475488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7863840" y="2240280"/>
            <a:ext cx="388620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46720" y="2331720"/>
            <a:ext cx="3566160" cy="3383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24 бурчак → 8 топ</a:t>
            </a:r>
          </a:p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 топ: 24 : 8 = 3</a:t>
            </a:r>
          </a:p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3 топ = 3/8</a:t>
            </a:r>
          </a:p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3 · 3 = 9</a:t>
            </a:r>
          </a:p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4A5A70"/>
                </a:solidFill>
                <a:latin typeface="PT Sans"/>
              </a:rPr>
              <a:t>Жупта: 3 тилке, 24 бурчак, 8 чөйчөк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С: тилке модели – 4 кадам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Бакчада 24 жөөк. 3/8 бөлүгүнө помидор, 1/4 бөлүгүнө сабиз отургузулат. Кайсынысына көп жөөк керек? Ар бирине канча жөөк?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2695194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6928" y="221284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167128"/>
            <a:ext cx="2009394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Оку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7" y="2834640"/>
            <a:ext cx="232943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Бүтүн: 24 жөөк.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Бөлүм 8: 8 бирдей бөлүк.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Алым 3: 3 бөлүгү помидор.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Суроо: 3 бөлүк канча?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24962" y="3749039"/>
            <a:ext cx="18288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307842" y="2103120"/>
            <a:ext cx="2695194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45002" y="221284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02202" y="2167128"/>
            <a:ext cx="2009394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Чий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90722" y="3108960"/>
            <a:ext cx="176879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67601" y="3108960"/>
            <a:ext cx="176879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4480" y="3108960"/>
            <a:ext cx="176879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21359" y="3108960"/>
            <a:ext cx="176879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98239" y="3108960"/>
            <a:ext cx="176879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75118" y="3108960"/>
            <a:ext cx="176879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51997" y="3108960"/>
            <a:ext cx="176879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28876" y="3108960"/>
            <a:ext cx="176879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4997196" y="310896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134356" y="3108960"/>
            <a:ext cx="0" cy="41148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997196" y="352044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180076" y="30403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03036" y="3749039"/>
            <a:ext cx="18288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185916" y="2103120"/>
            <a:ext cx="2695194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323076" y="221284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0276" y="2167128"/>
            <a:ext cx="2009394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Сандарды жаз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68796" y="3108960"/>
            <a:ext cx="176879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45675" y="3108960"/>
            <a:ext cx="176879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22554" y="3108960"/>
            <a:ext cx="176879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99433" y="3108960"/>
            <a:ext cx="176879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6B7280"/>
                </a:solidFill>
                <a:latin typeface="PT Sans"/>
              </a:rPr>
              <a:t>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76313" y="3108960"/>
            <a:ext cx="176879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6B7280"/>
                </a:solidFill>
                <a:latin typeface="PT Sans"/>
              </a:rP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53192" y="3108960"/>
            <a:ext cx="176879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6B7280"/>
                </a:solidFill>
                <a:latin typeface="PT Sans"/>
              </a:rPr>
              <a:t>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30071" y="3108960"/>
            <a:ext cx="176879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6B7280"/>
                </a:solidFill>
                <a:latin typeface="PT Sans"/>
              </a:rPr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06950" y="3108960"/>
            <a:ext cx="176879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6B7280"/>
                </a:solidFill>
                <a:latin typeface="PT Sans"/>
              </a:rPr>
              <a:t>3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875270" y="310896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012430" y="3108960"/>
            <a:ext cx="0" cy="41148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875270" y="352044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058150" y="30403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881110" y="3749039"/>
            <a:ext cx="18288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9063990" y="2103120"/>
            <a:ext cx="2695194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201150" y="221284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58350" y="2167128"/>
            <a:ext cx="2009394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Суроону белгиле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46870" y="3108960"/>
            <a:ext cx="176879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423749" y="3108960"/>
            <a:ext cx="176879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00628" y="3108960"/>
            <a:ext cx="176879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777507" y="3108960"/>
            <a:ext cx="176879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6B7280"/>
                </a:solidFill>
                <a:latin typeface="PT Sans"/>
              </a:rPr>
              <a:t>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954387" y="3108960"/>
            <a:ext cx="176879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6B7280"/>
                </a:solidFill>
                <a:latin typeface="PT Sans"/>
              </a:rPr>
              <a:t>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131266" y="3108960"/>
            <a:ext cx="176879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6B7280"/>
                </a:solidFill>
                <a:latin typeface="PT Sans"/>
              </a:rPr>
              <a:t>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308145" y="3108960"/>
            <a:ext cx="176879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6B7280"/>
                </a:solidFill>
                <a:latin typeface="PT Sans"/>
              </a:rPr>
              <a:t>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485024" y="3108960"/>
            <a:ext cx="176879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6B7280"/>
                </a:solidFill>
                <a:latin typeface="PT Sans"/>
              </a:rPr>
              <a:t>3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0753344" y="310896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890504" y="3108960"/>
            <a:ext cx="0" cy="41148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753344" y="352044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0936224" y="30403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A84400"/>
                </a:solidFill>
                <a:latin typeface="PT Sans"/>
              </a:rPr>
              <a:t>24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9768" y="562356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Туюнтма: 24 : 8 · 3 = 9 жөөк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А: эреже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06524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a/b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Бөлчөк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b бирдей бөлүк, анын a бөлүгү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2336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97680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4436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· 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Барабар бөлчөк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Алымын да, бөлүмүн да бирдей санга көбөйт (бөл)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9127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165592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42348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2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n : b · 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2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Сандын бөлчөгү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Бөлүмгө бөл, алымга көбөйт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24түн 3/8 бөлүгү:  24 : 8 · 3 = 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1: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Гүлнара апа 36 түп көчөттүн 5/9 бөлүгүн отургузду. Канча түп отургузду?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36 : 9 ·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4 ·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1 бөлүк =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5 бөлүк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Отургузду = </a:t>
            </a:r>
            <a:r>
              <a:rPr sz="3400" b="1">
                <a:solidFill>
                  <a:srgbClr val="24418C"/>
                </a:solidFill>
                <a:latin typeface="PT Sans"/>
              </a:rPr>
              <a:t>20 түп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2: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Сабизге 1/4, помидорго 3/8. Кайсынысы көп?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1/4 = 2/8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тилкени дагы бүктөдүк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2/8 &lt; 3/8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бөлүмдөрү бирдей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Көбү = </a:t>
            </a:r>
            <a:r>
              <a:rPr sz="3400" b="1">
                <a:solidFill>
                  <a:srgbClr val="24418C"/>
                </a:solidFill>
                <a:latin typeface="PT Sans"/>
              </a:rPr>
              <a:t>3/8 &gt; 1/4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бөлчөк менен ойлойм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7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Адегенде 1 бөлүк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24түн 3/8 бөлүгү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 бөлүк: 24 : 8 =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3 бөлүк: 3 · 3 =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Бөлүмгө бөл, анан алымга көбөйт.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0560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Жарым – таяныч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1/2 = 4/8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3/8 &lt; 4/8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3/8 жарымдан аз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Бөлчөк жарымдан азбы же көппү? Алымын 2ге көбөйтүп кара.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65592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48472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42832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Бүктөп ойло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1/4 = 2/8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бөлүктөр 2 эсе көп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ар бири 2 эсе кичине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Тилкени дагы бир бүктөсөк, бөлүктөр эки эсе көбөйөт.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" y="5577840"/>
            <a:ext cx="11329416" cy="5029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Түшүн → ыкма → эркин эсеп. Ыкмаңды үн чыгарып айт: «Мен ... деп ойлодум».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Чечүүчү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Бакчада 48 түп кулпунай. Анын 3/8 бөлүгү бышты. Канча түп бышты?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128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18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16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чий,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Бакчада 24 жөөк бар. Анын 3/8 бөлүгүндө помидор. Канча жөөк помидор? Тилкеге сандарды жаз.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Нурай кулпунайдын 2/7 бөлүгүн терди – бул 14 түп. Бакчада бардыгы канча түп кулпунай бар?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59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Темирде 60 сом бар эле. Анын 2/5 бөлүгүнө үрөн, 1/4 бөлүгүнө кетмендин сабын алды. Канча сом калды?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9432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Бакчада 24 жөөк бар. Анын 3/8 бөлүгүндө помидор. Канча жөөк помидор? Тилкеге сандарды жаз.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17520"/>
            <a:ext cx="292989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917" y="3017520"/>
            <a:ext cx="292989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52906" y="3017520"/>
            <a:ext cx="292989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45894" y="3017520"/>
            <a:ext cx="292989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38883" y="3017520"/>
            <a:ext cx="292989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31872" y="3017520"/>
            <a:ext cx="292989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4861" y="3017520"/>
            <a:ext cx="292989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17850" y="3017520"/>
            <a:ext cx="292989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002280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139440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002280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185160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7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24 : 8 · 3 = 9 жөөк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82439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419600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6800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Нурай кулпунайдын 2/7 бөлүгүн терди – бул 14 түп. Бакчада бардыгы канча түп кулпунай бар?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19600" y="3017520"/>
            <a:ext cx="33484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444" y="3017520"/>
            <a:ext cx="33484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89289" y="3017520"/>
            <a:ext cx="334844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24133" y="3017520"/>
            <a:ext cx="334844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58978" y="3017520"/>
            <a:ext cx="334844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93822" y="3017520"/>
            <a:ext cx="334844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28667" y="3017520"/>
            <a:ext cx="334844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7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854951" y="3017520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992112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854951" y="3401568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037832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65320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14 : 2 · 7 = 49 түп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5112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72272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29472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Темирде 60 сом бар эле. Анын 2/5 бөлүгүнө үрөн, 1/4 бөлүгүнө кетмендин сабын алды. Канча сом калды?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72272" y="3017520"/>
            <a:ext cx="93756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09836" y="3017520"/>
            <a:ext cx="585978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795814" y="3017520"/>
            <a:ext cx="820369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707624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844784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707624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0890503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60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17991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24 + 15 = 39;  60 − 39 = 21 сом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Дептериңе чыгар. Кыйын болсо – жакшы! Мээң өсүп жатат.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3/5 = □/10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12/16ны кыскарт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Кайсы чоң: 2/3 же 3/5?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45тин 2/9 бөлүгү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3/4 бөлүгү 21 болсо, бүтүн?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Бакчанын 3/10 бөлүгү гүл. Калганы?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3/5 = □/10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12/16ны кыскарт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3/4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Кайсы чоң: 2/3 же 3/5?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2/3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45тин 2/9 бөлүгү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3/4 бөлүгү 21 болсо, бүтүн?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804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Бакчанын 3/10 бөлүгү гүл. Калганы?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812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7/10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Окуяга кайтабыз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Бакчада 24 жөөк. 3/8 бөлүгүнө помидор, 1/4 бөлүгүнө сабиз отургузулат. Кайсынысына көп жөөк керек? Ар бирине канча жөөк?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240280"/>
            <a:ext cx="113156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45969" y="2240280"/>
            <a:ext cx="113156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77539" y="2240280"/>
            <a:ext cx="113156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09109" y="2240280"/>
            <a:ext cx="1131569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40679" y="2240280"/>
            <a:ext cx="1131569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72249" y="2240280"/>
            <a:ext cx="1131569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6B7280"/>
                </a:solidFill>
                <a:latin typeface="PT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03819" y="2240280"/>
            <a:ext cx="1131569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6B7280"/>
                </a:solidFill>
                <a:latin typeface="PT Sans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35389" y="2240280"/>
            <a:ext cx="1131569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6B7280"/>
                </a:solidFill>
                <a:latin typeface="PT Sans"/>
              </a:rPr>
              <a:t>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058399" y="224028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195559" y="2240280"/>
            <a:ext cx="0" cy="54864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058399" y="27889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241279" y="22402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127248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24 : 8 · 3 = 3 · 3 = 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127248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помидор (3/8)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694176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24 : 8 · 2 = 3 · 2 =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694176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сабиз (1/4 = 2/8)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261104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24 − 9 − 6 = 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261104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картошка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74519" y="5486400"/>
            <a:ext cx="8449056" cy="6400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Помидорго 9, сабизге 6 жөөк: помидор көп.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Түз: өзүң маселе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1078077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Айылдагы бакча жөнүндө бөлчөк менен маселе түз: «канча жөөк?» же «кайсынысы көп?».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25603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Окуядагы каармандарды колдон: Нурай, Темир, Гүлнара апа.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38327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64991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Тилкесин чий жана туюнтмасын жаз.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206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8795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Жупуңа бер: ал чыгарсын, сен текшер.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Өз алдынча, 3 мүнөт. Кагазыңа жазып бер.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Бош орунду толтур: 1/2 = □/6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3088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3088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Белги кой: 1/5 ○ 1/3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77012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77012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Бакчада 36 бадыраң. Анын 3/4 бөлүгү бышты. Канча бадыраң бышты?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Бөлүмү эмнени, алымы эмнени көрсөтөт?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1/6 1/4төн кичине, 6 чоң болсо да?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Сандын бөлчөгүн кантип табасың? Тилке менен түшүндүр.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жуптун колунда кагаз тилкелер болсун: бүктөп, бети-бетине коюп салыштырышат.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Чакмак дептерде тилке: 8 чакмак = бүтүн, 1 чакмак = 1/8.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«Бирдей бөлүк» сөзүн ар дайым талап кылыңыз (М4).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Сандын бөлчөгүндө жоопту текшертиңиз: жооп бүтүндөн чоң болбойт (М3).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«Бул оңой эмеспи?»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«Кадамдарды бирге карайлы.»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«Кантип таптың? Текшерип көрөлүчү.»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«Сен математикага жөндөмсүзсүң»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«Азырынча. Машыксаң, үйрөнөсүң.»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«Шашпа, адегенде тилке чий.»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