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кызыл жүн 15 кгнын жарымынан көппү,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Асел: 5 бөлүк, кызыл 4, ак 16, 4 : 16 = 1 : 4. Нурбектики 5 кызыл, 15 ак: 5 : 15 = 1 : 3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кызыл жана 15 ак буурчак (же эки түстүү бөтөлкө капкагы) жана кагаз тилке. 1) Бир топ = 2 кызыл + 3 ак: «кызылдын акка катышы 2 : 3». 2) 15 буурчак бүткөнчө топ түзүшөт: 3 топ. 3) Кызыл = 3 × 2 = 6, ак = 3 × 3 = 9. 4) Кагаз тилкени 5 бирдей бөлүккө бүктөп, 2 бөлүгүн кызыл боёшот: кызыл = бүтүндүн 2/5 бөлүгү.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доскага кадам менен чийем: адегенде кызыл тилке 2 бөлүк, анын астына ак тилке 3 бөлүк, бөлүктөр бирдей узундукта. Кашаа менен «15 кг» деп бүтүндү белгилейм. «Канча бөлүк?» деп сурайм: 5. Анан төмөнкү бир тилке: ошол эле 5 бөлүк, кызылы 2/5. Окуучулар чакмак дептерге чийишет: 1 бөлүк = 2 чакмак.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Катыш – эки чоңдукту салыштыруу: «кызылдын ар бир 2 бөлүгүнө ак 3 бөлүк». Барабар катыш = эки мүчөнү бир санга көбөйтүү же бөлүү. Ката коддору: М1 (2 : 3 = 2/3 деп окуу), М2 (бүтүндү бир мүчөгө бөлүү), М3 (тартип), М4 (кошуу менен барабар катыш).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 бөлүктү табам».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бир бөлүгү белгилүү → бөлчөктөн катышка. Жооптор: 24 ÷ 3 = 8; кызыл 8 мончок; 12 ÷ 3 = 4; 5 × 4 = 20 кг; 15 ÷ 3 = 5; 2 × 5 = 10 дм²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+ 3 = 5 бирдей бөлүк, 1 бөлүк = 15 ÷ 5 = 3 кг. Кызыл 2 бөлүк = 6 кг, ак 9 кг, 6 + 9 = 15. Кызылды 15тин 2/3ү деп алсак (10 кг), ак 5 кг гана калат: 10 : 5 = 2 : 1, оюу бузулат (М1). 15 ÷ 2 = 7,5 кг деп алса (М2), бөлүктөрдү санатам.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: 3; 15 сом жана 25 сом; 1/5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Катыш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Асел менен Нурбек чоң энеси Бүбүсара апага шырдак үчүн жүндү туура катышта бөлүшөт.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(улуттук B). Мазмуну оригиналдуу; кийинки тема – «Пропорция жана процент» пакети.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Кочкордогу шырдак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жайкы эс алууда Кочкордогу чоң энеси Бүбүсара апанын үйүндө.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 шырдак жасайт: кызыл жана ак кийизден «кочкор мүйүз» оюусун кесип, тигип бириктирет.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Оюу кооз болушу үчүн кызыл жана ак жүндүн катышы 2 : 3 болушу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менен иниси Нурбек жүндү тараза менен бөлүшөт.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Апа 15 кг жүн алды. Кызыл жана ак жүндүн катышы 2 : 3 болушу керек. Канча кг жүндү кызылга боёйбуз?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чоңдуктун катышын туура тартипте жазам, кыскартам жана барабар катыштарды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берилген катышта бөлөм: тилке чийип, адегенде 1 бөлүктү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Катыштан бөлчөккө өтөм (2 : 3 → 2/5) жана бир бөлүгү же айырмасы белгилүү маселени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Жазуу, кыскартуу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Бүтүндү бөлүү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Айырма, бөлчөк, таблица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1/4 же 1/5?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буурчак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Кочкордогу шырдак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Жүн жана кийиз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– бүтүндүн бөлүгү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ЭЧБ жана кыскартуу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Бүтүндү катышта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Пропорция жана процент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(кийинки тема)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ЭЧБ(12, 18)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Кыскарт: 12/18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÷ 5 × 3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ЭЧБ(12, 18)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12/18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÷ 5 × 3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Бүбүсара апа: «Капта 20 буурчак, кызыл : ак = 1 : 4. Кызыл буурчак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: 4 →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20нын 1/4ү = 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Кызыл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Асел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+ 4 = 5 бөлүк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20 ÷ 5 =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Кызыл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Буурчак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15 буурчактан топ түзгүлө (2 кызыл + 3 ак). Канча кызыл?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1 топ = 2 кызыл + 3 ак (кызыл : ак = 2 :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7160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716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1-топ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6324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2044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6324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2044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77639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2-топ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1208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120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264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3-топ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0690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Кагаз тилке: 5 бирдей бөлүк, 2си кызыл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526280"/>
            <a:ext cx="1188720" cy="502920"/>
          </a:xfrm>
          <a:prstGeom prst="rect">
            <a:avLst/>
          </a:prstGeom>
          <a:solidFill>
            <a:srgbClr val="B03A2E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1/5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5960" y="4526280"/>
            <a:ext cx="1188720" cy="502920"/>
          </a:xfrm>
          <a:prstGeom prst="rect">
            <a:avLst/>
          </a:prstGeom>
          <a:solidFill>
            <a:srgbClr val="B03A2E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12064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Кызыл = бүтүндүн 2/5 бөлүгү (2/3 эмес!)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кызыл, 15 ак буурчак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тилке (5 бүктөм)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3 топ × 5 = 15 буурчак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Кызыл: 3 × 2 = 6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Ак: 3 × 3 = 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15 кг жүн, кызыл : ак = 2 : 3. Тилке чий: ар бир бөлүк бирдей.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233172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233172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23317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69280" y="2331720"/>
            <a:ext cx="0" cy="128016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32120" y="36118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60720" y="2697480"/>
            <a:ext cx="1463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Баары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931920"/>
            <a:ext cx="85725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68930" y="3931920"/>
            <a:ext cx="85725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2618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343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52628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кызыл = 2/5,  ак = 3/5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21945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2286000"/>
            <a:ext cx="347472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Кадамдар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1. Оку: бүтүн 15 кг, 2 : 3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2. Чий: 2 жана 3 бирдей бөлүк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3. 1 бөлүк = 15 ÷ 5 = 3 кг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4. Кызыл = 2 × 3 = 6 кг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Текшер: 6 + 9 = 15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÷ (2 + 3) × 2 = 6 кг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Тартип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Кызыл : ак – адегенде кызыл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ЭЧБ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Кыскартуу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12 : 18 = 2 : 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+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Бөлүктөр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бөлүк = бүтүн ÷ (a+b)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/ (a+b)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2 : 3 → кызыл 2/5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: 3 = 4 : 6 = 6 : 9   (× 2, × 3; кошпойбуз!)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тилке 1 м 20 см, ак тилке 80 см. Катышын кыскарт.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120 см : 80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м 20 см = 120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12 :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 :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Кызыл : ак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: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Кызыл : ак кесимдер = 3 : 5. Ак кесимдер кызылдан 8 көп. Кызыл кесим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5 − 3 = 2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айырма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÷ 2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× 4 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кызыл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Кызыл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 кесим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 бөлүк, таблица, бөлчөк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 → 3 :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+ 5 = 8 бөлүк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 ÷ 8 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15 жана 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 ÷ бөлүктөрдүн саны = 1 бөлүк.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Катыш таблицасы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: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: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: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20 :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мүчөнү бир санга көбөйтөбүз: × 2, × 5, × 10.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Бөлчөккө өт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: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+ 4 = 5 бөлүк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кичине = 1/5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чоң = 4/5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Бөлүмгө бөлүктөрдүн баары жазылат.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1 бөлүктү тап → көбөйт → текшер: бөлүктөрдүн суммасы бүтүнгө барабарбы?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Шырдакка 30 кг жүн. Кызыл : ак = 2 : 3. Кызыл жүн канча кг?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20 кг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 кг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Асел 24 мончок алды. Кызыл : ак = 1 : 2. Канча кызыл мончок?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3 : 5. Кызыл жүн 12 кг. Ак жүн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Шырдактын 2/7 бөлүгү кызыл, калганы ак. Ак бөлүгү кызылдан 15 дм² көп. Кызыл канча дм²?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Асел 24 мончок алды. Кызыл : ак = 1 : 2. Канча кызыл мончок?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29968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0404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÷ 3 = 8; кызыл 8 мончок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: ак = 3 : 5. Кызыл жүн 12 кг. Ак жүн канча?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8814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4988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2640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8814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4988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1163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7337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 ÷ 3 = 4; 5 × 4 = 20 кг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Шырдактын 2/7 бөлүгү кызыл, калганы ак. Ак бөлүгү кызылдан 15 дм² көп. Кызыл канча дм²?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11486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35312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11486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660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63835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40009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÷ 3 = 5; 2 × 5 = 10 дм²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Кыскарт: 16 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Кыскарт: 75 см : 1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42 сомду 2 : 5 катышында бөл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4 : 7. Кызыл 28. Ак канча?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5 : 3, айырмасы 10. Кызыл?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3 : 7. Кызыл бүтүндүн кандай бөлүгү?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16 : 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75 см : 1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: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42 сомду 2 : 5 катышында бөл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 жана 30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4 : 7. Кызыл 28. Ак канча?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5 : 3, айырмасы 10. Кызыл?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3 : 7. Кызыл бүтүндүн кандай бөлүгү?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Апа 15 кг жүн алды. Кызыл жана ак жүндүн катышы 2 : 3 болушу керек. Канча кг жүндү кызылга боёйбуз?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0728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0728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3712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 ÷ (2 + 3) = 3 кг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кызыл: 2 × 3 = 6 кг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ак: 9 кг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кг кызыл жана 9 кг ак жүн: оюу кооз чыгат!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Шырдак жөнүндө маселе түз: катыш жана бүтүн (же айырма) берилсин, жообу бүтүн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Асел, Нурбек, Бүбүсара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Кыскарт: 24 : 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 сомду 3 : 5 катышында бөл.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Кызыл : ак = 1 : 4. Кызыл бүтүндүн кандай бөлүгү?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 : 3 катышында кызыл бүтүндүн 2/3 эмес, 2/5 бөлүгү?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катышта бөлгөндө эмне үчүн адегенде 1 бөлүктү табабыз?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: 3 = 4 : 6, бирок 2 : 3 менен 3 : 4 барабар эмес.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кызыл + 15 ак буурчак жана кагаз тилке: «бир топ = 2 кызыл + 3 ак».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маселеде: «Бүтүнбү, бөлүкпү, айырмабы белгилүү?» деп сурайм.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Тилкеде бөлүктөр бирдей узундукта; бөлүктөрдү санатам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Тартипти сөз менен окутам: «кызылдын акка катышы»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