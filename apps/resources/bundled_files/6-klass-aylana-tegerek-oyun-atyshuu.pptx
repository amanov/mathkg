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жана туура бирдик (см же см²) = 1 упай. Сүрөт же сөз менен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«r алдыңбы же d?», «айландыңбы же жаптыңбы?»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Кара-Балтадагы тегерек гүлзар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r = 6. d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r = 6. d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d = 16. r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d = 16. r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d = 10 см. C ≈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d = 10 см. C ≈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31,4 см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r = 10 см. S ≈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r = 10 см. S ≈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314 см²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d = 2 м. C ≈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d = 2 м. C ≈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6,28 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r = 3 м. S ≈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r = 3 м. S ≈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28,26 м²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Борбор аркылуу өткөн хорда?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Борбор аркылуу өткөн хорда?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Диаметр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Бордюр: C же 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Бордюр: C же 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C (айлана)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Кара топурак: C же 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Кара топурак: C же 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S (аянт)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π ≈ 3 менен: d = 7, C ≈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π ≈ 3 менен: d = 7, C ≈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≈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Жарым тегерек, r = 2 м. S ≈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Жарым тегерек, r = 2 м. S ≈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6,28 м²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C ÷ d ≈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Айлана жана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C ÷ d ≈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3,14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