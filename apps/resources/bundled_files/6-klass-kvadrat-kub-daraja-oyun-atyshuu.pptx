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Сүрөт же тескери амал менен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таптың, кантип текшердиң?»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Баткендеги өрүк кургатуу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√25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√25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10 000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∛125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∛125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+ 2³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+ 2³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12²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12²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144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√144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√144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20 − 4²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20 − 4²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× 10²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× 10²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(5 − 2)²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(5 − 2)²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