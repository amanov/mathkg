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Тилке же сөз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«жалпы бөлүм кайсы? бүтүндү майдаладыңбы?»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Кара-Кулжада тосмо боёо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3/7 + 2/7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3/7 + 2/7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+ 1/4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+ 1/4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5/6 − 1/2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5/6 − 1/2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1 − 5/12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1 − 5/12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1/5 + 1/2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1/5 + 1/2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2 1/2 + 1 1/4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2 1/2 + 1 1/4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3 3/4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3 − 1 1/3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3 − 1 1/3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1 2/3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4 1/8 − 1 3/8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4 1/8 − 1 3/8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2 3/4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жана 9: эң кичине жалпы эселүү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жана 9: эң кичине жалпы эселүү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+ 3/4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+ 3/4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1 1/2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7/8 − 1/4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7/8 − 1/4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5/8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1/3 + 1/6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1/3 + 1/6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