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Ишемби: Токмокко, Зуура апага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Oval 11"/>
          <p:cNvSpPr/>
          <p:nvPr/>
        </p:nvSpPr>
        <p:spPr>
          <a:xfrm>
            <a:off x="1234439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44061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03797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062216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18680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23291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70293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313060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51121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11519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33193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44884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458308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58308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44884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433193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11519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351121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313060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270293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223291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18680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062216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003797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44061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19194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55431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93073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32803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2113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70969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25319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84692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20223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97087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80378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70279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70279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80378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97087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20223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84692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5319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70969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2113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32803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93073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55431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9194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83663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6283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367194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416027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367194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16283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883663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75282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49531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266901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49531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575282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967240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8830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7976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28830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7240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46503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5767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64177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05031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4177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5767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46503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883663" y="2057400"/>
            <a:ext cx="162306" cy="281122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3663" y="1538020"/>
            <a:ext cx="0" cy="51938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847956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42615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91" name="Oval 90"/>
          <p:cNvSpPr/>
          <p:nvPr/>
        </p:nvSpPr>
        <p:spPr>
          <a:xfrm>
            <a:off x="6967727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7677349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737085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795504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851968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95657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8003581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8046348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084409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144807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166481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182134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191596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8191596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8182134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8166481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144807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084409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046348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003581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795657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7851968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795504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7737085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7677349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552482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488719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26361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366091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254427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204257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158607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117980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053511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030375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366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03567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003567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01366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30375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053511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117980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158607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204257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254427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366091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426361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488719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552482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16951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7896118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8100482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8149315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 flipV="1">
            <a:off x="8100482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7896118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16951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30857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082819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000189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082819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30857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700528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62118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921264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62118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00528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79791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59055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097465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38319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97465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59055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79791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164" name="Connector 163"/>
          <p:cNvCxnSpPr/>
          <p:nvPr/>
        </p:nvCxnSpPr>
        <p:spPr>
          <a:xfrm flipV="1">
            <a:off x="7616951" y="1973384"/>
            <a:ext cx="313552" cy="84016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616951" y="2057400"/>
            <a:ext cx="0" cy="51937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7581244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375903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70" name="Oval 169"/>
          <p:cNvSpPr/>
          <p:nvPr/>
        </p:nvSpPr>
        <p:spPr>
          <a:xfrm>
            <a:off x="1234439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 flipH="1">
            <a:off x="1944061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2003797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2062216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2118680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2223291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2270293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2313060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2351121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2411519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2433193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44884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2458308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2458308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244884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2433193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2411519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2351121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 flipV="1">
            <a:off x="2313060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 flipV="1">
            <a:off x="2270293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 flipV="1">
            <a:off x="2223291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 flipV="1">
            <a:off x="2118680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 flipV="1">
            <a:off x="2062216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2003797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1944061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819194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755431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693073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32803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52113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470969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425319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384692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320223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297087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280378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270279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270279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280378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297087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320223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384692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425319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470969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52113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632803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693073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755431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819194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883663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216283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2367194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416027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 flipV="1">
            <a:off x="2367194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 flipV="1">
            <a:off x="216283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883663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575282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349531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266901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349531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575282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1967240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128830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187976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128830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967240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746503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525767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364177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305031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64177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25767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746503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243" name="Connector 242"/>
          <p:cNvCxnSpPr/>
          <p:nvPr/>
        </p:nvCxnSpPr>
        <p:spPr>
          <a:xfrm flipH="1">
            <a:off x="1686052" y="4572000"/>
            <a:ext cx="197611" cy="257532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883663" y="4572000"/>
            <a:ext cx="519380" cy="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1847956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642615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9" name="Oval 248"/>
          <p:cNvSpPr/>
          <p:nvPr/>
        </p:nvSpPr>
        <p:spPr>
          <a:xfrm>
            <a:off x="6967727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 flipH="1">
            <a:off x="7677349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>
            <a:off x="7737085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7795504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7851968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795657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8003581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8046348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8084409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8144807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8166481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8182134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8191596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 flipV="1">
            <a:off x="8191596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 flipV="1">
            <a:off x="8182134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 flipV="1">
            <a:off x="8166481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8144807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8084409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8046348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8003581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 flipV="1">
            <a:off x="795657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7851968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7795504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 flipV="1">
            <a:off x="7737085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 flipV="1">
            <a:off x="7677349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7552482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7488719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7426361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366091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254427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204257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158607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117980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053511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030375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01366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003567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7003567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701366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7030375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053511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117980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158607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04257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254427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366091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426361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488719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552482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616951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7896118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8100482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8149315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 flipV="1">
            <a:off x="8100482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7896118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7616951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730857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7082819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000189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082819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730857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7700528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7862118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921264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862118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700528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479791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259055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097465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038319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097465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259055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479791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322" name="Connector 321"/>
          <p:cNvCxnSpPr/>
          <p:nvPr/>
        </p:nvCxnSpPr>
        <p:spPr>
          <a:xfrm flipH="1" flipV="1">
            <a:off x="7419340" y="4314467"/>
            <a:ext cx="197611" cy="257533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7097572" y="4572000"/>
            <a:ext cx="519379" cy="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323"/>
          <p:cNvSpPr/>
          <p:nvPr/>
        </p:nvSpPr>
        <p:spPr>
          <a:xfrm>
            <a:off x="7581244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8375903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Oval 11"/>
          <p:cNvSpPr/>
          <p:nvPr/>
        </p:nvSpPr>
        <p:spPr>
          <a:xfrm>
            <a:off x="1234439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44061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03797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062216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18680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23291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70293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313060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51121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11519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33193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44884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458308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58308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44884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433193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11519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351121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313060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270293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223291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18680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062216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003797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44061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19194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55431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93073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32803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2113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70969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25319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84692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20223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97087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80378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70279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70279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80378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97087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20223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84692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5319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70969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2113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32803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93073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55431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9194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83663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6283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367194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416027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367194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16283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883663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75282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49531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266901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49531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575282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967240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8830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7976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28830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7240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46503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5767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64177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05031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4177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5767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46503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883663" y="2057400"/>
            <a:ext cx="162306" cy="281122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3663" y="1538020"/>
            <a:ext cx="0" cy="51938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847956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42615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5:00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92" name="Oval 91"/>
          <p:cNvSpPr/>
          <p:nvPr/>
        </p:nvSpPr>
        <p:spPr>
          <a:xfrm>
            <a:off x="6967727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>
            <a:off x="7677349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737085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795504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851968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95657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8003581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046348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084409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144807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166481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182134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8191596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8191596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8182134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166481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144807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084409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046348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8003581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795657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851968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7795504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7737085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7677349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552482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88719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426361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366091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254427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204257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158607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117980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053511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30375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1366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003567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003567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1366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030375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053511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117980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158607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204257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254427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366091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426361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488719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552482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16951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896118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8100482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8149315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8100482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7896118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616951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30857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082819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000189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082819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30857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700528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62118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21264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862118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700528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79791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59055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97465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38319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097465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59055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79791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165" name="Connector 164"/>
          <p:cNvCxnSpPr/>
          <p:nvPr/>
        </p:nvCxnSpPr>
        <p:spPr>
          <a:xfrm flipV="1">
            <a:off x="7616951" y="1973384"/>
            <a:ext cx="313552" cy="84016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616951" y="2057400"/>
            <a:ext cx="0" cy="51937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581244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375903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2:30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72" name="Oval 171"/>
          <p:cNvSpPr/>
          <p:nvPr/>
        </p:nvSpPr>
        <p:spPr>
          <a:xfrm>
            <a:off x="1234439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 flipH="1">
            <a:off x="1944061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2003797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2062216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2118680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2223291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2270293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2313060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2351121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411519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2433193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244884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2458308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2458308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244884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2433193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 flipV="1">
            <a:off x="2411519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 flipV="1">
            <a:off x="2351121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 flipV="1">
            <a:off x="2313060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 flipV="1">
            <a:off x="2270293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 flipV="1">
            <a:off x="2223291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2118680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2062216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2003797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1944061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819194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755431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693073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32803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52113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470969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425319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384692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320223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297087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280378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270279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270279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280378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297087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320223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384692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425319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470969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52113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632803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693073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755431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819194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883663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16283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>
            <a:off x="2367194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2416027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 flipV="1">
            <a:off x="2367194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 flipV="1">
            <a:off x="216283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883663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575282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349531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266901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349531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575282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1967240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128830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187976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28830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967240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746503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525767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64177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305031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364177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525767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746503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245" name="Connector 244"/>
          <p:cNvCxnSpPr/>
          <p:nvPr/>
        </p:nvCxnSpPr>
        <p:spPr>
          <a:xfrm flipH="1">
            <a:off x="1686052" y="4572000"/>
            <a:ext cx="197611" cy="257532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883663" y="4572000"/>
            <a:ext cx="519380" cy="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/>
          <p:cNvSpPr/>
          <p:nvPr/>
        </p:nvSpPr>
        <p:spPr>
          <a:xfrm>
            <a:off x="1847956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642615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7:15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52" name="Oval 251"/>
          <p:cNvSpPr/>
          <p:nvPr/>
        </p:nvSpPr>
        <p:spPr>
          <a:xfrm>
            <a:off x="6967727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 flipH="1">
            <a:off x="7677349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7737085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7795504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7851968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795657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8003581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8046348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8084409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8144807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8166481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>
            <a:off x="8182134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8191596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8191596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8182134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8166481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8144807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 flipV="1">
            <a:off x="8084409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8046348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8003581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 flipV="1">
            <a:off x="795657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 flipV="1">
            <a:off x="7851968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 flipV="1">
            <a:off x="7795504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 flipV="1">
            <a:off x="7737085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 flipV="1">
            <a:off x="7677349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552482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488719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426361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366091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254427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204257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158607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117980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053511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030375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01366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003567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003567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1366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030375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053511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117980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158607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204257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254427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366091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426361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488719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552482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616951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7896118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8100482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8149315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H="1" flipV="1">
            <a:off x="8100482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 flipV="1">
            <a:off x="7896118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7616951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730857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7082819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000189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7082819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730857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TextBox 312"/>
          <p:cNvSpPr txBox="1"/>
          <p:nvPr/>
        </p:nvSpPr>
        <p:spPr>
          <a:xfrm>
            <a:off x="7700528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862118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921264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862118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700528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479791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259055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097465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038319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097465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259055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479791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325" name="Connector 324"/>
          <p:cNvCxnSpPr/>
          <p:nvPr/>
        </p:nvCxnSpPr>
        <p:spPr>
          <a:xfrm flipH="1" flipV="1">
            <a:off x="7419340" y="4314467"/>
            <a:ext cx="197611" cy="257533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7097572" y="4572000"/>
            <a:ext cx="519379" cy="0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7581244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375903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10:45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Oval 11"/>
          <p:cNvSpPr/>
          <p:nvPr/>
        </p:nvSpPr>
        <p:spPr>
          <a:xfrm>
            <a:off x="1234439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44061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03797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062216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18680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23291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70293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313060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51121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11519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33193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44884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458308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58308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44884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433193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11519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351121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313060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270293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223291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18680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062216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003797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44061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19194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55431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93073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32803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2113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70969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25319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84692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20223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97087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80378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70279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70279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80378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97087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20223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84692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5319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70969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2113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32803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93073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55431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9194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83663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6283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367194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416027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367194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16283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883663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75282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49531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266901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49531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575282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967240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8830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7976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28830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7240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46503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5767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64177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05031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4177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5767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46503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883663" y="2057400"/>
            <a:ext cx="324304" cy="14159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3663" y="1607604"/>
            <a:ext cx="259690" cy="449796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847956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42615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91" name="Oval 90"/>
          <p:cNvSpPr/>
          <p:nvPr/>
        </p:nvSpPr>
        <p:spPr>
          <a:xfrm>
            <a:off x="6967727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7677349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737085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795504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851968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95657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8003581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8046348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084409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144807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166481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182134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191596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8191596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8182134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8166481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144807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084409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046348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003581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795657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7851968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795504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7737085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7677349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552482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488719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26361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366091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254427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204257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158607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117980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053511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030375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366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03567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003567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01366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30375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053511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117980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158607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204257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254427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366091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426361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488719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552482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16951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7896118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8100482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8149315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 flipV="1">
            <a:off x="8100482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7896118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16951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30857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082819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000189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082819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30857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700528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62118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921264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62118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00528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79791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59055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097465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38319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97465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59055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79791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164" name="Connector 163"/>
          <p:cNvCxnSpPr/>
          <p:nvPr/>
        </p:nvCxnSpPr>
        <p:spPr>
          <a:xfrm flipH="1">
            <a:off x="7560583" y="2057400"/>
            <a:ext cx="56368" cy="319680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616951" y="2057400"/>
            <a:ext cx="449796" cy="25968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7581244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375903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70" name="Oval 169"/>
          <p:cNvSpPr/>
          <p:nvPr/>
        </p:nvSpPr>
        <p:spPr>
          <a:xfrm>
            <a:off x="1234439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 flipH="1">
            <a:off x="1944061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2003797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2062216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2118680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2223291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2270293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2313060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2351121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2411519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2433193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44884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2458308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2458308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244884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2433193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2411519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2351121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 flipV="1">
            <a:off x="2313060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 flipV="1">
            <a:off x="2270293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 flipV="1">
            <a:off x="2223291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 flipV="1">
            <a:off x="2118680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 flipV="1">
            <a:off x="2062216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2003797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1944061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819194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755431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693073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32803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52113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470969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425319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384692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320223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297087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280378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270279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270279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280378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297087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320223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384692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425319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470969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52113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632803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693073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755431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819194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883663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216283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2367194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416027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 flipV="1">
            <a:off x="2367194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 flipV="1">
            <a:off x="216283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883663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575282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349531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266901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349531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575282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1967240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128830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187976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128830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967240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746503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525767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364177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305031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64177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25767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746503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243" name="Connector 242"/>
          <p:cNvCxnSpPr/>
          <p:nvPr/>
        </p:nvCxnSpPr>
        <p:spPr>
          <a:xfrm flipH="1" flipV="1">
            <a:off x="1578628" y="4460976"/>
            <a:ext cx="305035" cy="111024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1433868" y="4572000"/>
            <a:ext cx="449795" cy="25968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1847956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642615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9" name="Oval 248"/>
          <p:cNvSpPr/>
          <p:nvPr/>
        </p:nvSpPr>
        <p:spPr>
          <a:xfrm>
            <a:off x="6967727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 flipH="1">
            <a:off x="7677349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>
            <a:off x="7737085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7795504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7851968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795657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8003581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8046348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8084409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8144807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8166481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8182134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8191596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 flipV="1">
            <a:off x="8191596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 flipV="1">
            <a:off x="8182134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 flipV="1">
            <a:off x="8166481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8144807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8084409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8046348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8003581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 flipV="1">
            <a:off x="795657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7851968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7795504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 flipV="1">
            <a:off x="7737085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 flipV="1">
            <a:off x="7677349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7552482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7488719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7426361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366091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254427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204257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158607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117980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053511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030375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01366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003567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7003567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701366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7030375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053511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117980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158607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04257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254427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366091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426361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488719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552482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616951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7896118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8100482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8149315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 flipV="1">
            <a:off x="8100482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7896118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7616951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730857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7082819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000189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082819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730857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7700528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7862118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921264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862118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700528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479791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259055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097465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038319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097465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259055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479791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322" name="Connector 321"/>
          <p:cNvCxnSpPr/>
          <p:nvPr/>
        </p:nvCxnSpPr>
        <p:spPr>
          <a:xfrm flipH="1" flipV="1">
            <a:off x="7602792" y="4247696"/>
            <a:ext cx="14159" cy="324304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7357262" y="4122204"/>
            <a:ext cx="259689" cy="449796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323"/>
          <p:cNvSpPr/>
          <p:nvPr/>
        </p:nvSpPr>
        <p:spPr>
          <a:xfrm>
            <a:off x="7581244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8375903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Oval 11"/>
          <p:cNvSpPr/>
          <p:nvPr/>
        </p:nvSpPr>
        <p:spPr>
          <a:xfrm>
            <a:off x="1234439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44061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03797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062216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18680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23291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70293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313060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51121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11519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33193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44884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458308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58308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44884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433193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11519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351121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313060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270293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223291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118680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062216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003797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44061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19194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55431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93073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32803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2113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70969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25319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84692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20223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97087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80378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70279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70279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80378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97087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20223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84692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5319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70969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2113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32803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93073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55431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9194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83663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6283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367194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416027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367194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16283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883663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75282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49531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266901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49531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575282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967240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8830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7976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28830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7240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46503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5767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64177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05031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4177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5767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46503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883663" y="2057400"/>
            <a:ext cx="324304" cy="14159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3663" y="1607604"/>
            <a:ext cx="259690" cy="449796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847956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42615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3:05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92" name="Oval 91"/>
          <p:cNvSpPr/>
          <p:nvPr/>
        </p:nvSpPr>
        <p:spPr>
          <a:xfrm>
            <a:off x="6967727" y="14081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>
            <a:off x="7677349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737085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795504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851968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956579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8003581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046348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084409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144807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166481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182134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8191596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8191596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8182134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166481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144807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084409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046348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8003581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7956579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851968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7795504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7737085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7677349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552482" y="26320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88719" y="26225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426361" y="26069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366091" y="25852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254427" y="25248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204257" y="24867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158607" y="24440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117980" y="23970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053511" y="22924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30375" y="22359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13666" y="21775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003567" y="21177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003567" y="19929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13666" y="19291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030375" y="18668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053511" y="18065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117980" y="16948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158607" y="16447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204257" y="15990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254427" y="15584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366091" y="14939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426361" y="14708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488719" y="14541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552482" y="14440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16951" y="14406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896118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8100482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8149315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8100482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7896118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616951" y="25897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308570" y="25409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082819" y="23365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000189" y="20574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082819" y="17490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308570" y="15232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700528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62118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21264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862118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700528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79791" y="23906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59055" y="23315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97465" y="21699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38319" y="19491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097465" y="17284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59055" y="15668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79791" y="15077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7560583" y="2057400"/>
            <a:ext cx="56368" cy="319680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616951" y="2057400"/>
            <a:ext cx="449796" cy="25968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581244" y="20216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375903" y="13716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6:20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72" name="Oval 171"/>
          <p:cNvSpPr/>
          <p:nvPr/>
        </p:nvSpPr>
        <p:spPr>
          <a:xfrm>
            <a:off x="1234439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 flipH="1">
            <a:off x="1944061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2003797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2062216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2118680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2223291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2270293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2313060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2351121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411519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2433193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244884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2458308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2458308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244884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2433193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 flipV="1">
            <a:off x="2411519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 flipV="1">
            <a:off x="2351121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 flipV="1">
            <a:off x="2313060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 flipV="1">
            <a:off x="2270293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 flipV="1">
            <a:off x="2223291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2118680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2062216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2003797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1944061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819194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755431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693073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32803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52113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470969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425319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384692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320223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297087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280378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270279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270279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280378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297087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320223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384692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425319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470969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52113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632803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693073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755431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819194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883663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16283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>
            <a:off x="2367194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2416027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 flipV="1">
            <a:off x="2367194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 flipV="1">
            <a:off x="216283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883663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575282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349531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266901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349531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575282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1967240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128830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187976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28830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967240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746503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525767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64177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305031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364177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525767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746503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245" name="Connector 244"/>
          <p:cNvCxnSpPr/>
          <p:nvPr/>
        </p:nvCxnSpPr>
        <p:spPr>
          <a:xfrm flipH="1" flipV="1">
            <a:off x="1578628" y="4460976"/>
            <a:ext cx="305035" cy="111024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1433868" y="4572000"/>
            <a:ext cx="449795" cy="259689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/>
          <p:cNvSpPr/>
          <p:nvPr/>
        </p:nvSpPr>
        <p:spPr>
          <a:xfrm>
            <a:off x="1847956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642615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9:40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52" name="Oval 251"/>
          <p:cNvSpPr/>
          <p:nvPr/>
        </p:nvSpPr>
        <p:spPr>
          <a:xfrm>
            <a:off x="6967727" y="3922776"/>
            <a:ext cx="1298448" cy="1298448"/>
          </a:xfrm>
          <a:prstGeom prst="ellipse">
            <a:avLst/>
          </a:prstGeom>
          <a:solidFill>
            <a:srgbClr val="FFFFFF"/>
          </a:solidFill>
          <a:ln w="234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 flipH="1">
            <a:off x="7677349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7737085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7795504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7851968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7956579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8003581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8046348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8084409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8144807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8166481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>
            <a:off x="8182134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8191596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8191596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8182134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8166481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 flipV="1">
            <a:off x="8144807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 flipV="1">
            <a:off x="8084409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8046348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8003581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 flipV="1">
            <a:off x="7956579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 flipV="1">
            <a:off x="7851968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 flipV="1">
            <a:off x="7795504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 flipV="1">
            <a:off x="7737085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 flipV="1">
            <a:off x="7677349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552482" y="5146644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488719" y="5137182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426361" y="5121529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366091" y="5099855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254427" y="5039457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204257" y="5001396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158607" y="4958629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117980" y="4911627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053511" y="4807016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030375" y="4750552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013666" y="4692133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003567" y="4632397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003567" y="4507530"/>
            <a:ext cx="38740" cy="4072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13666" y="4443767"/>
            <a:ext cx="38103" cy="8099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030375" y="4381409"/>
            <a:ext cx="37047" cy="1203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053511" y="4321139"/>
            <a:ext cx="35585" cy="1584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117980" y="4209475"/>
            <a:ext cx="31514" cy="2289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158607" y="4159305"/>
            <a:ext cx="28948" cy="2606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204257" y="4113655"/>
            <a:ext cx="26065" cy="28948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254427" y="4073028"/>
            <a:ext cx="22897" cy="31514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366091" y="4008559"/>
            <a:ext cx="15844" cy="35585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426361" y="3985423"/>
            <a:ext cx="12038" cy="37047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488719" y="3968714"/>
            <a:ext cx="8099" cy="38103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552482" y="3958615"/>
            <a:ext cx="4072" cy="38740"/>
          </a:xfrm>
          <a:prstGeom prst="line">
            <a:avLst/>
          </a:prstGeom>
          <a:ln w="6350" cap="rnd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616951" y="3955237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7896118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8100482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8149315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H="1" flipV="1">
            <a:off x="8100482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 flipV="1">
            <a:off x="7896118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7616951" y="5104363"/>
            <a:ext cx="0" cy="84399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7308570" y="5055530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7082819" y="4851166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000189" y="4572000"/>
            <a:ext cx="84399" cy="0"/>
          </a:xfrm>
          <a:prstGeom prst="line">
            <a:avLst/>
          </a:prstGeom>
          <a:ln w="18034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7082819" y="4263618"/>
            <a:ext cx="50602" cy="29215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7308570" y="4037867"/>
            <a:ext cx="29215" cy="50602"/>
          </a:xfrm>
          <a:prstGeom prst="line">
            <a:avLst/>
          </a:prstGeom>
          <a:ln w="11722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TextBox 312"/>
          <p:cNvSpPr txBox="1"/>
          <p:nvPr/>
        </p:nvSpPr>
        <p:spPr>
          <a:xfrm>
            <a:off x="7700528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862118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921264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862118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700528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479791" y="4905268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259055" y="484612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097465" y="4684532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038319" y="4463796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097465" y="424305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259055" y="4081469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479791" y="4022323"/>
            <a:ext cx="274320" cy="216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4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325" name="Connector 324"/>
          <p:cNvCxnSpPr/>
          <p:nvPr/>
        </p:nvCxnSpPr>
        <p:spPr>
          <a:xfrm flipH="1" flipV="1">
            <a:off x="7602792" y="4247696"/>
            <a:ext cx="14159" cy="324304"/>
          </a:xfrm>
          <a:prstGeom prst="line">
            <a:avLst/>
          </a:prstGeom>
          <a:ln w="63119" cap="rnd">
            <a:solidFill>
              <a:srgbClr val="A84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 flipV="1">
            <a:off x="7357262" y="4122204"/>
            <a:ext cx="259689" cy="449796"/>
          </a:xfrm>
          <a:prstGeom prst="line">
            <a:avLst/>
          </a:prstGeom>
          <a:ln w="37871" cap="rnd">
            <a:solidFill>
              <a:srgbClr val="2441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7581244" y="4536292"/>
            <a:ext cx="71414" cy="7141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375903" y="3886200"/>
            <a:ext cx="3227832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канча?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11:55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= ? мүнөт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саат = ? мүнөт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10 мүнөт = ? мүнөт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сутка = ? саат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= ? мүнөт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саат = ? мүнөт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10 мүнөт = ? мүнөт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сутка = ? саат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4:00дөн 4:30га чейин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7:15тен 8:00гө чейин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9:50дөн 10:20га чейин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11:40тан 1:10го чейин канча?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Убакыт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4:00дөн 4:30га чейин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мүнөт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7:15тен 8:00гө чейин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 мүнөт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9:50дөн 10:20га чейин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мүнөт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11:40тан 1:10го чейин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саат 30 мүнөт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