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1234 оюну: ар бир окуучу өз деңгээлинен баштайт. Жооп слайдында ар бир суроонун жообу жана кыскача түшүндүрмөсү бар.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1234: төрт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раундда 4 суроо: ① жеңил … ④ эң кыйын.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окуучу өзүнө ылайыктуусунан баштайт, андан кийин кийинкисине өтөт.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Жоопторду мини-тактага жазгыла. Жооп слайдында текшергиле.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Кыйын болсо – жакшы! Мээң өсүп жатат.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Колдонуу · Талдоо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Кочкордогу шырдак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Кыскарт: 14 : 21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Кыскарт: 45 : 30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 : 9 = □ : 36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Кыскарт: 90 мин : 2 саат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Кыскарт: 14 : 21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 : 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Кыскарт: 45 : 30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 : 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 : 9 = □ : 36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Кыскарт: 90 мин : 2 саат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 :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24 капкакты 1 : 2 катышында бөл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45 сомду 4 : 5 катышында бөл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60 см тилкени 3 : 7 катышында кес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36 буурчакты 1 : 2 : 3 катышында бөл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24 капкакты 1 : 2 катышында бөл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8 жана 16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45 сомду 4 : 5 катышында бөл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20 сом жана 25 сом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60 см тилкени 3 : 7 катышында кес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18 см жана 42 см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36 буурчакты 1 : 2 : 3 катышында бөл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6, 12 жана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Кызыл : ак = 2 : 9. Кызыл бүтүндүн кандай бөлүгү?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Кызыл бүтүндүн 3/8 бөлүгү. Кызыл : ак?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Кызыл : ак = 5 : 4, кызыл 35. Ак канча?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Кызыл : ак = 2 : 7, ак кызылдан 25 көп. Баары канча?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Кызыл : ак = 2 : 9. Кызыл бүтүндүн кандай бөлүгү?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2/11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Кызыл бүтүндүн 3/8 бөлүгү. Кызыл : ак?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 : 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Кызыл : ак = 5 : 4, кызыл 35. Ак канча?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Кызыл : ак = 2 : 7, ак кызылдан 25 көп. Баары канча?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45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Мончоктор: Асел : Нурбек = 3 : 2. Асел Нурбекке 6 берсе, барабар болот. Аселде канча?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Капта кызыл : ак = 1 : 3. 8 кызыл кошсо, 1 : 1 болот. Ак канча?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Кайсы катышта кызылдын үлүшү чоң: 2 : 5 же 3 : 7?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6 кг жүн → 4 шырдак. 15 кг жүн → канча шырдак?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Мончоктор: Асел : Нурбек = 3 : 2. Асел Нурбекке 6 берсе, барабар болот. Аселде канча?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Капта кызыл : ак = 1 : 3. 8 кызыл кошсо, 1 : 1 болот. Ак канча?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Кайсы катышта кызылдын үлүшү чоң: 2 : 5 же 3 : 7?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 : 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6 кг жүн → 4 шырдак. 15 кг жүн → канча шырдак?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10 шырдак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