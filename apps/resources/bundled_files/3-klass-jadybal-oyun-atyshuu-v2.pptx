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Нооруз дасторкону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× 5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× 5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× 3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× 3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× 6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× 6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48 : 6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48 : 6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× 4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× 4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72 : 9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72 : 9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× 9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× 9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35 : 7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35 : 7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× 8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× 8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56 : 8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56 : 8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× 7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× 7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54 : 6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5–9га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54 : 6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