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Нооруз дасторкону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× 5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× 5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× 3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× 3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×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×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48 :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48 :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× 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8 × 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72 : 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72 : 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× 9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 × 9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 :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35 :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× 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 × 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56 : 8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56 : 8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× 7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7 × 7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54 : 6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54 : 6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