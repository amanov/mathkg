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Таш-Көмүрдөгү ашкана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180° = ? бөлүк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90° = ?%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120° = ? бөлүк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36° = ?%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180° = ? бөлүк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90° = ?%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120° = ? бөлүк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36° = ?%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36: 1 бирдик = ?°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24: 1 бирдик = ?°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45: 1 бирдик = ?°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72: 1 бирдик = ?°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36: 1 бирдик = ?°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24: 1 бирдик = ?°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45: 1 бирдик = ?°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72: 1 бирдик = ?°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36, бөлүгү 6 → ?°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24, бөлүгү 10 → ?°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20% = ?°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40, бөлүгү 7 → ?°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36, бөлүгү 6 → ?°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24, бөлүгү 10 → ?°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150°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20% = ?°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72°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40, бөлүгү 7 → ?°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63°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36, сектор 100° →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Сектор 45° = 3 окуучу. Баары?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6А (36): лагман 90°. 6Б (24): лагман 120°. Кимде көп?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Бюджет 5 000 сом, сектор 72°. Канча сом?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 диаграммалар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36, сектор 100° →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окуучу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Сектор 45° = 3 окуучу. Баары?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 окуучу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6А (36): лагман 90°. 6Б (24): лагман 120°. Кимде көп?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6А: 9 &gt;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Бюджет 5 000 сом, сектор 72°. Канча сом?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1 000 сом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