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Кербендеги аба ырайы бурчу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−6:  a + 9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−7:  3x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b = −8:  b ÷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y = −5:  2 − 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−6:  a + 9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−7:  3x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b = −8:  b ÷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y = −5:  2 − 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−6:  x²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−6:  −x²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−1:  a³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−2:  x³ + x²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−6:  x²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−6:  −x²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−1:  a³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−2:  x³ + x²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−2, b = 5:  ab + 1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−3, b = −4:  a −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4, b = −2:  2(a + 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−1, y = 3:  x²y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−2, b = 5:  ab + 1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−3, b = −4:  a −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4, b = −2:  2(a + b)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−1, y = 3:  x²y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Теплицада T = t + 9. Сыртта t = −4 °C. T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F = 9C ÷ 5 + 32. C = −20 °C болсо, F =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Тосмо: P = 2(a + b), a = 12 м, b = 7 м. P =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−3 болсо, x² + 3x + 1 =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Теплицада T = t + 9. Сыртта t = −4 °C. T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 °C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F = 9C ÷ 5 + 32. C = −20 °C болсо, F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−4 °F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Тосмо: P = 2(a + b), a = 12 м, b = 7 м. P =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38 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−3 болсо, x² + 3x + 1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