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Кантип алмаштырганын айтса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«чоңдон кичинегеби, кичинеден чоңгобу? 10, 100 же 1000?»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Кайыңдыдагы кант кызылчасы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ц = □ кг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ц = □ кг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100 кг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т = □ 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т = □ 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 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т = □ кг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т = □ кг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3000 кг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ц = □ кг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ц = □ кг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700 кг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2000 м = □ км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2000 м = □ км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 км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т 20 кг = □ кг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 т 20 кг = □ кг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5020 кг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1500 мл = □ л □ мл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1500 мл = □ л □ мл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 л 500 мл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Салыштыр: 1 т □ 9 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Салыштыр: 1 т □ 9 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 т &gt; 9 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80 см + 50 см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80 см + 50 см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 м 30 см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т − 250 кг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т − 250 кг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750 кг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л 700 мл + 600 мл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л 700 мл + 600 мл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 л 300 мл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ц + 6 ц = □ 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4-класс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Бирдиктерди алмаштыруу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 ц + 6 ц = □ 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 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