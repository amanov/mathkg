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(толуктап саноо, тегерек баа, тилке) түшүндүрсө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 кантип текшердиң?»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Жалал-Абаддагы дүкөн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× 50 сом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× 50 сом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100 сом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сом = ? тыйын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сом = ? тыйын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100 тыйын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25 сом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25 сом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75 сом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500 − 450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500 − 450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50 сом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120 сом ÷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120 сом ÷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 сом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70 тыйын + 30 тыйын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70 тыйын + 30 тыйын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сом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× 99 сом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× 99 сом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396 сом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1000 − 999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1000 − 999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сом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 сом: эң аз акча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 сом: эң аз акча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50 + 10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дептер 72 сом. 1 дептер?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дептер 72 сом. 1 дептер?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24 сом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200 сом берди, 2 × 65 сом алды. Кайтарым?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200 сом берди, 2 × 65 сом алды. Кайтарым?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70 сом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250 тыйын = ? сом ? тыйын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Акча: сатып алуу жана кайтарым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250 тыйын = ? сом ? тыйын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 сом 50 тыйын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