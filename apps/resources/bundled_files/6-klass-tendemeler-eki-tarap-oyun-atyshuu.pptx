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Тамгадагы чычырканак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→ × 3 → + 1 →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→ × 3 → + 1 →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x =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Кашааны ач: 2(x + 9)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Кашааны ач: 2(x + 9)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2x + 18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4(x + 2) = 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4(x + 2) = 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x =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3x + 2 = x + 10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3x + 2 = x + 10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x =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÷ 2 − 3 =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÷ 2 − 3 =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x =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5x = 3x + 12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5x = 3x + 12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x = 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2(x − 1) =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2(x − 1) =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x = 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→ × 2 → − 5 →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→ × 2 → − 5 →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7x + 1 = 4x + 13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7x + 1 = 4x + 13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x =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3(x + 1) = 2(x + 4)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3(x + 1) = 2(x + 4)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x = 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2, 5, 8, 11, … n-мүчө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2, 5, 8, 11, … n-мүчө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3n − 1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+ 15 = 4x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Теңдемелер: машина жана эки тарап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+ 15 = 4x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x =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