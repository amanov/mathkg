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Жайкы жарманке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 + 50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 + 50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90 − 40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90 − 40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 + 21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 + 21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77 − 44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77 − 44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48 + 22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48 + 22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60 − 15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60 − 15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29 + 33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29 + 33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81 − 26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81 − 26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47 + 47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47 + 47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100 − 58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100 − 58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36 + 45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36 + 45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73 − 39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100 ичинде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73 − 39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