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Ош базарындагы арзандатуулар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1/2 →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0,3 →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3/10 → ондук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90% → ондук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1/2 →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0,3 →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3/10 → ондук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90% → ондук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3/4 → ондук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0,04 →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2/5 →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0,125 → бөлчөк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3/4 → ондук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0,04 →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2/5 →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0,125 → бөлчөк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чоң: 0,6 же 0,59?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чоң: 1/8 же 1/5?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чоң: 3/5 же 58%?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Өсүү тартибинде: 0,7;  2/3;  68%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чоң: 0,6 же 0,59?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чоң: 1/8 же 1/5?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чоң: 3/5 же 58%?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3/5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Өсүү тартибинде: 0,7;  2/3;  68%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2/3; 68%; 0,7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 дынянын 7си сатылды. Канча пайызы сатылды?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Батарея 0,45 толгон. Канча пайыз бош?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1,2 →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0,3 менен 2/5тин ортосундагы бир пайыз жаз.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 дынянын 7си сатылды. Канча пайызы сатылды?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Батарея 0,45 толгон. Канча пайыз бош?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1,2 →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0,3 менен 2/5тин ортосундагы бир пайыз жаз.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Мис.: 35%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