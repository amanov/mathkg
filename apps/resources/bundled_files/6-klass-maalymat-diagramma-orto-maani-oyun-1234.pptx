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Ош базарындагы жемиш дүкөнү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Мода: 3, 5, 5, 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Кулач: 3, 5, 5, 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Мода: 2, 7, 2, 7, 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Кулач: 14, 6, 21,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Мода: 3, 5, 5, 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Кулач: 3, 5, 5, 8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Мода: 2, 7, 2, 7, 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Кулач: 14, 6, 21, 9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Медиана: 4, 9, 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Медиана: 8, 1, 5, 3,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Медиана: 3, 7, 9, 11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Медиана: 10, 2, 6,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Медиана: 4, 9, 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Медиана: 8, 1, 5, 3, 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Медиана: 3, 7, 9, 11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Медиана: 10, 2, 6, 5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5,5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Орточо: 3, 5, 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Орточо: 2, 0, 4, 6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Орточо: 15, 25, 20, 40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 сандын орточосу 8. Суммасы?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Орточо: 3, 5, 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Орточо: 2, 0, 4, 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Орточо: 15, 25, 20, 40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5 сандын орточосу 8. Суммасы?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40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Бир белги = 4 кардар. 3 жарым белги =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Огу 30дан башталат: мамычалар 32 жана 34. Айырмасы?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сандын орточосу 6; экөө 4 жана 5. Үчүнчүсү?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4, 4, 5, □, 10: орточо 6 болсун. □ = 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Маалымат: диаграмма жана орточо маани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Бир белги = 4 кардар. 3 жарым белги =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14 кардар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Огу 30дан башталат: мамычалар 32 жана 34. Айырмасы?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сандын орточосу 6; экөө 4 жана 5. Үчүнчүсү?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9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4, 4, 5, □, 10: орточо 6 болсун. □ = 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