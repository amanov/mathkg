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Арстанбаптагы жаңгак түшүмү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см 2 мм = □ мм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кг 300 г = □ 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км 8 м = □ 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см 2 мм = □ мм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42 мм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кг 300 г = □ 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5300 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км 8 м = □ 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1008 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1 кг □ 900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3 л □ 3000 мл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узуну: 1 м 9 см, 190 мм, 1 м 19 см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2 кг, 2050 г, 2 кг 5 г, 1990 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1 кг □ 900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кг &gt; 900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Салыштыр: 3 л □ 3000 мл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л = 3000 мл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узуну: 1 м 9 см, 190 мм, 1 м 19 см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м 19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Өсүү тартиби: 2 кг, 2050 г, 2 кг 5 г, 1990 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1990 г, 2 кг, 2 кг 5 г, 2050 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600 г + 400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л − 350 мл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м 70 см + 50 см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кг 100 г − 2 кг 400 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600 г + 400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кг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л − 350 мл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650 мл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м 70 см + 50 см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м 20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кг 100 г − 2 кг 400 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кг 700 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Бутак сызгычтын 4 белгисинен 13 белгисине чейин. Узундугу?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Таразанын бөлүгү 100 г. Жебе 2 килограммдан 6 бөлүк ары. Масса?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стакан, ар биринде 250 мл. Баары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Бектур 1 км 200 м, Айпери 900 м басты. Ким канча көп басты?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Бутак сызгычтын 4 белгисинен 13 белгисине чейин. Узундугу?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Таразанын бөлүгү 100 г. Жебе 2 килограммдан 6 бөлүк ары. Масса?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кг 600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стакан, ар биринде 250 мл. Баары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Бектур 1 км 200 м, Айпери 900 м басты. Ким канча көп басты?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Бектур 300 м көп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