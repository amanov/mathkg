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athkg_cheer.wav" ContentType="audio/x-wav"/>
  <Override PartName="/ppt/media/mathkg_drumroll.wav" ContentType="audio/x-wav"/>
  <Override PartName="/ppt/media/mathkg_groan.wav" ContentType="audio/x-wav"/>
  <Override PartName="/ppt/media/mathkg_kick.wav" ContentType="audio/x-wav"/>
  <Override PartName="/ppt/media/mathkg_whistle.wav" ContentType="audio/x-wav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көрсөтүү режиминде гана (F5) анимация, үн жана баскычтар иштейт. Баалоо: оюн учурунда ката түрүн жазыңыз (класстык жазуу барагынын «Каталар» тилкеси) жана Х5 (урмат, чынчылдык, утулганда сабыр) боюнча 3–4 баланы байкаңыз.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Мугалимге: ылдамдык гана эмес, ыкма да бааланат. Ар бир суроодон кийин бир окуучудан «Кантип таптың?» деп сурайм. Ыкмасын түшүндүрсө (мис. «5 жана дагы 3», «4 + 4 + 1», «10дун курамы», сүрөт же сан огу менен), командага дагы 1 упай. Аттарды тактага ылдамдык боюнча тизбейм. Эркин эсеп = туура + үнөмдүү + ийкемдүү.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Окуучунун жообун басыңыз. Туура жооп: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Окуучунун жообун басыңыз. Туура жооп: 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Окуучунун жообун басыңыз. Туура жооп: 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Окуучунун жообун басыңыз. Туура жооп: 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Окуучунун жообун басыңыз. Туура жооп: 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Окуучунун жообун басыңыз. Туура жооп: 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Окуучунун жообун басыңыз. Туура жооп: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Окуучунун жообун басыңыз. Туура жооп: 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Окуучунун жообун басыңыз. Туура жооп: 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Окуучунун жообун басыңыз. Туура жооп: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Окуучунун жообун басыңыз. Туура жооп: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Окуучунун жообун басыңыз. Туура жооп: 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Голдорду жана түшүндүрүү упайларын санагыла (упай барагы, 2-слайд). Кайсы суроо кыйын болду? Кайсы ыкма жакты?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audio" Target="../media/mathkg_whistle.wav"/><Relationship Id="rId4" Type="http://schemas.openxmlformats.org/officeDocument/2006/relationships/audio" Target="../media/mathkg_drumroll.wav"/><Relationship Id="rId5" Type="http://schemas.openxmlformats.org/officeDocument/2006/relationships/audio" Target="../media/mathkg_kick.wav"/><Relationship Id="rId6" Type="http://schemas.openxmlformats.org/officeDocument/2006/relationships/audio" Target="../media/mathkg_cheer.wav"/><Relationship Id="rId7" Type="http://schemas.openxmlformats.org/officeDocument/2006/relationships/audio" Target="../media/mathkg_groan.wav"/><Relationship Id="rId8" Type="http://schemas.openxmlformats.org/officeDocument/2006/relationships/slide" Target="slide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audio" Target="../media/mathkg_whistle.wav"/><Relationship Id="rId4" Type="http://schemas.openxmlformats.org/officeDocument/2006/relationships/audio" Target="../media/mathkg_drumroll.wav"/><Relationship Id="rId5" Type="http://schemas.openxmlformats.org/officeDocument/2006/relationships/audio" Target="../media/mathkg_kick.wav"/><Relationship Id="rId6" Type="http://schemas.openxmlformats.org/officeDocument/2006/relationships/audio" Target="../media/mathkg_groan.wav"/><Relationship Id="rId7" Type="http://schemas.openxmlformats.org/officeDocument/2006/relationships/audio" Target="../media/mathkg_cheer.wav"/><Relationship Id="rId8" Type="http://schemas.openxmlformats.org/officeDocument/2006/relationships/slide" Target="slide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audio" Target="../media/mathkg_whistle.wav"/><Relationship Id="rId4" Type="http://schemas.openxmlformats.org/officeDocument/2006/relationships/audio" Target="../media/mathkg_drumroll.wav"/><Relationship Id="rId5" Type="http://schemas.openxmlformats.org/officeDocument/2006/relationships/audio" Target="../media/mathkg_kick.wav"/><Relationship Id="rId6" Type="http://schemas.openxmlformats.org/officeDocument/2006/relationships/audio" Target="../media/mathkg_groan.wav"/><Relationship Id="rId7" Type="http://schemas.openxmlformats.org/officeDocument/2006/relationships/audio" Target="../media/mathkg_cheer.wav"/><Relationship Id="rId8" Type="http://schemas.openxmlformats.org/officeDocument/2006/relationships/slide" Target="slide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audio" Target="../media/mathkg_whistle.wav"/><Relationship Id="rId4" Type="http://schemas.openxmlformats.org/officeDocument/2006/relationships/audio" Target="../media/mathkg_drumroll.wav"/><Relationship Id="rId5" Type="http://schemas.openxmlformats.org/officeDocument/2006/relationships/audio" Target="../media/mathkg_kick.wav"/><Relationship Id="rId6" Type="http://schemas.openxmlformats.org/officeDocument/2006/relationships/audio" Target="../media/mathkg_groan.wav"/><Relationship Id="rId7" Type="http://schemas.openxmlformats.org/officeDocument/2006/relationships/audio" Target="../media/mathkg_cheer.wav"/><Relationship Id="rId8" Type="http://schemas.openxmlformats.org/officeDocument/2006/relationships/slide" Target="slide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audio" Target="../media/mathkg_whistle.wav"/><Relationship Id="rId4" Type="http://schemas.openxmlformats.org/officeDocument/2006/relationships/audio" Target="../media/mathkg_drumroll.wav"/><Relationship Id="rId5" Type="http://schemas.openxmlformats.org/officeDocument/2006/relationships/audio" Target="../media/mathkg_kick.wav"/><Relationship Id="rId6" Type="http://schemas.openxmlformats.org/officeDocument/2006/relationships/audio" Target="../media/mathkg_cheer.wav"/><Relationship Id="rId7" Type="http://schemas.openxmlformats.org/officeDocument/2006/relationships/audio" Target="../media/mathkg_groan.wav"/><Relationship Id="rId8" Type="http://schemas.openxmlformats.org/officeDocument/2006/relationships/slide" Target="slide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audio" Target="../media/mathkg_whistle.wav"/><Relationship Id="rId4" Type="http://schemas.openxmlformats.org/officeDocument/2006/relationships/audio" Target="../media/mathkg_drumroll.wav"/><Relationship Id="rId5" Type="http://schemas.openxmlformats.org/officeDocument/2006/relationships/audio" Target="../media/mathkg_kick.wav"/><Relationship Id="rId6" Type="http://schemas.openxmlformats.org/officeDocument/2006/relationships/audio" Target="../media/mathkg_groan.wav"/><Relationship Id="rId7" Type="http://schemas.openxmlformats.org/officeDocument/2006/relationships/audio" Target="../media/mathkg_cheer.wav"/><Relationship Id="rId8" Type="http://schemas.openxmlformats.org/officeDocument/2006/relationships/slide" Target="slide1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audio" Target="../media/mathkg_whistle.wav"/><Relationship Id="rId4" Type="http://schemas.openxmlformats.org/officeDocument/2006/relationships/audio" Target="../media/mathkg_drumroll.wav"/><Relationship Id="rId5" Type="http://schemas.openxmlformats.org/officeDocument/2006/relationships/audio" Target="../media/mathkg_kick.wav"/><Relationship Id="rId6" Type="http://schemas.openxmlformats.org/officeDocument/2006/relationships/audio" Target="../media/mathkg_groan.wav"/><Relationship Id="rId7" Type="http://schemas.openxmlformats.org/officeDocument/2006/relationships/audio" Target="../media/mathkg_cheer.wav"/><Relationship Id="rId8" Type="http://schemas.openxmlformats.org/officeDocument/2006/relationships/slide" Target="slide1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audio" Target="../media/mathkg_whistle.wav"/><Relationship Id="rId4" Type="http://schemas.openxmlformats.org/officeDocument/2006/relationships/audio" Target="../media/mathkg_drumroll.wav"/><Relationship Id="rId5" Type="http://schemas.openxmlformats.org/officeDocument/2006/relationships/audio" Target="../media/mathkg_kick.wav"/><Relationship Id="rId6" Type="http://schemas.openxmlformats.org/officeDocument/2006/relationships/audio" Target="../media/mathkg_cheer.wav"/><Relationship Id="rId7" Type="http://schemas.openxmlformats.org/officeDocument/2006/relationships/audio" Target="../media/mathkg_groan.wav"/><Relationship Id="rId8" Type="http://schemas.openxmlformats.org/officeDocument/2006/relationships/slide" Target="slide1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audio" Target="../media/mathkg_whistle.wav"/><Relationship Id="rId4" Type="http://schemas.openxmlformats.org/officeDocument/2006/relationships/audio" Target="../media/mathkg_drumroll.wav"/><Relationship Id="rId5" Type="http://schemas.openxmlformats.org/officeDocument/2006/relationships/audio" Target="../media/mathkg_kick.wav"/><Relationship Id="rId6" Type="http://schemas.openxmlformats.org/officeDocument/2006/relationships/audio" Target="../media/mathkg_groan.wav"/><Relationship Id="rId7" Type="http://schemas.openxmlformats.org/officeDocument/2006/relationships/audio" Target="../media/mathkg_cheer.wav"/><Relationship Id="rId8" Type="http://schemas.openxmlformats.org/officeDocument/2006/relationships/slide" Target="slide1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audio" Target="../media/mathkg_whistle.wav"/><Relationship Id="rId4" Type="http://schemas.openxmlformats.org/officeDocument/2006/relationships/audio" Target="../media/mathkg_drumroll.wav"/><Relationship Id="rId5" Type="http://schemas.openxmlformats.org/officeDocument/2006/relationships/audio" Target="../media/mathkg_kick.wav"/><Relationship Id="rId6" Type="http://schemas.openxmlformats.org/officeDocument/2006/relationships/audio" Target="../media/mathkg_groan.wav"/><Relationship Id="rId7" Type="http://schemas.openxmlformats.org/officeDocument/2006/relationships/audio" Target="../media/mathkg_cheer.wav"/><Relationship Id="rId8" Type="http://schemas.openxmlformats.org/officeDocument/2006/relationships/slide" Target="slide1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audio" Target="../media/mathkg_whistle.wav"/><Relationship Id="rId4" Type="http://schemas.openxmlformats.org/officeDocument/2006/relationships/audio" Target="../media/mathkg_drumroll.wav"/><Relationship Id="rId5" Type="http://schemas.openxmlformats.org/officeDocument/2006/relationships/audio" Target="../media/mathkg_kick.wav"/><Relationship Id="rId6" Type="http://schemas.openxmlformats.org/officeDocument/2006/relationships/audio" Target="../media/mathkg_groan.wav"/><Relationship Id="rId7" Type="http://schemas.openxmlformats.org/officeDocument/2006/relationships/audio" Target="../media/mathkg_cheer.wav"/><Relationship Id="rId8" Type="http://schemas.openxmlformats.org/officeDocument/2006/relationships/slide" Target="slide1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audio" Target="../media/mathkg_whistle.wav"/><Relationship Id="rId4" Type="http://schemas.openxmlformats.org/officeDocument/2006/relationships/audio" Target="../media/mathkg_drumroll.wav"/><Relationship Id="rId5" Type="http://schemas.openxmlformats.org/officeDocument/2006/relationships/audio" Target="../media/mathkg_kick.wav"/><Relationship Id="rId6" Type="http://schemas.openxmlformats.org/officeDocument/2006/relationships/audio" Target="../media/mathkg_groan.wav"/><Relationship Id="rId7" Type="http://schemas.openxmlformats.org/officeDocument/2006/relationships/audio" Target="../media/mathkg_cheer.wav"/><Relationship Id="rId8" Type="http://schemas.openxmlformats.org/officeDocument/2006/relationships/slide" Target="slide1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Пенальти!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 ичинде кошуу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Нускама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1/16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11329416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153619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49047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Окуучу суроону чыгарып, жообун айтат.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304288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258568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Мугалим окуучунун жообун БАСАТ: топ учат, дарбазачы секирет.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072384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026663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Туура болсо – «ГОЛ!» жана кол чабуу. Туура эмес болсо – дарбазачы кармап калат.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3840480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794760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«Кийинки тепкич» баскычы кийинки суроого өткөрөт. Командаларга бөлүп, голдорду санагыла.</a:t>
            </a:r>
          </a:p>
        </p:txBody>
      </p:sp>
      <p:sp>
        <p:nvSpPr>
          <p:cNvPr id="19" name="Oval 18"/>
          <p:cNvSpPr/>
          <p:nvPr/>
        </p:nvSpPr>
        <p:spPr>
          <a:xfrm>
            <a:off x="731520" y="4608576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562856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Оюн эрежеси: урматтайбыз, чынчыл ойнойбуз, утулсак да куттуктайбыз.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55103" y="5669280"/>
            <a:ext cx="4306824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Блум: Колдонуу · Баалоо · А3 · Х5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Эки упай: туура жана түшүндүрдү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 ичинде кошуу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Упай эрежеси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2/16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6035040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85800" y="153619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1463040"/>
            <a:ext cx="4937760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D3557"/>
                </a:solidFill>
                <a:latin typeface="PT Sans"/>
              </a:rPr>
              <a:t>Туура жооп = 1 гол.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" y="2633472"/>
            <a:ext cx="457200" cy="457200"/>
          </a:xfrm>
          <a:prstGeom prst="ellipse">
            <a:avLst/>
          </a:prstGeom>
          <a:noFill/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007A5A"/>
                </a:solidFill>
                <a:latin typeface="PT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2560320"/>
            <a:ext cx="4937760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007A5A"/>
                </a:solidFill>
                <a:latin typeface="PT Sans"/>
              </a:rPr>
              <a:t>«Кантип таптың?» – ыкмасын түшүндүрдү = дагы 1 упай.</a:t>
            </a:r>
          </a:p>
        </p:txBody>
      </p:sp>
      <p:sp>
        <p:nvSpPr>
          <p:cNvPr id="15" name="Oval 14"/>
          <p:cNvSpPr/>
          <p:nvPr/>
        </p:nvSpPr>
        <p:spPr>
          <a:xfrm>
            <a:off x="685800" y="3730752"/>
            <a:ext cx="457200" cy="457200"/>
          </a:xfrm>
          <a:prstGeom prst="ellipse">
            <a:avLst/>
          </a:prstGeom>
          <a:noFill/>
          <a:ln w="19050">
            <a:solidFill>
              <a:srgbClr val="1F24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657600"/>
            <a:ext cx="4937760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Түшүндүрүү упайын эки оюнчу тең ала алат.</a:t>
            </a:r>
          </a:p>
        </p:txBody>
      </p:sp>
      <p:sp>
        <p:nvSpPr>
          <p:cNvPr id="17" name="Oval 16"/>
          <p:cNvSpPr/>
          <p:nvPr/>
        </p:nvSpPr>
        <p:spPr>
          <a:xfrm>
            <a:off x="685800" y="4828031"/>
            <a:ext cx="457200" cy="457200"/>
          </a:xfrm>
          <a:prstGeom prst="ellipse">
            <a:avLst/>
          </a:prstGeom>
          <a:noFill/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A84400"/>
                </a:solidFill>
                <a:latin typeface="PT San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754879"/>
            <a:ext cx="4937760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A84400"/>
                </a:solidFill>
                <a:latin typeface="PT Sans"/>
              </a:rPr>
              <a:t>Ката болсо – «Эмне үйрөндүк?» деп чогуу оңдойбуз.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20840" y="1280160"/>
            <a:ext cx="5038344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20840" y="1325880"/>
            <a:ext cx="5038344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Пенальти: упай барагы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2279" y="1874519"/>
            <a:ext cx="173736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1D3557"/>
                </a:solidFill>
                <a:latin typeface="PT Sans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9640" y="1874519"/>
            <a:ext cx="1559052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1D3557"/>
                </a:solidFill>
                <a:latin typeface="PT Sans"/>
              </a:rPr>
              <a:t>1-команда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08692" y="1874519"/>
            <a:ext cx="1559052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1D3557"/>
                </a:solidFill>
                <a:latin typeface="PT Sans"/>
              </a:rPr>
              <a:t>2-команда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2279" y="2423160"/>
            <a:ext cx="1737360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Туура (гол)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595360" y="2423160"/>
            <a:ext cx="1467612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154412" y="2423160"/>
            <a:ext cx="1467612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12279" y="3474720"/>
            <a:ext cx="1737360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007A5A"/>
                </a:solidFill>
                <a:latin typeface="PT Sans"/>
              </a:rPr>
              <a:t>Туура жана түшүндүрдү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595360" y="3474720"/>
            <a:ext cx="1467612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0154412" y="3474720"/>
            <a:ext cx="1467612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12279" y="4526279"/>
            <a:ext cx="1737360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Баары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595360" y="4526279"/>
            <a:ext cx="1467612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0154412" y="4526279"/>
            <a:ext cx="1467612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Үн жана анимация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 ичинде кошуу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Мугалим үчүн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3/16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11329416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463040"/>
            <a:ext cx="10689336" cy="3931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Оюнду PowerPoint'то слайд көрсөтүү режиминде (F5) ачыңыз.</a:t>
            </a:r>
          </a:p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Ар бир тепкичте: ышкырык → окуучунун жообун басасыз → барабан → тебүү → «ГОЛ!» же «Кармап калды!».</a:t>
            </a:r>
          </a:p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Бир суроодо бир гана жоопту басыңыз. Анан «Кийинки тепкич →» баскычын басыңыз.</a:t>
            </a:r>
          </a:p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Үндү угуш үчүн компьютердин динамигин күйгүзүңүз. Үндөрдүн баары MathKG үчүн атайын түзүлгөн.</a:t>
            </a:r>
          </a:p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Google Slides жана Keynote'то анимациялар толук иштебеши мүмкүн.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Пенальти!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 ичинде кошуу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1-тепкич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4/16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4069080" cy="1828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298448"/>
            <a:ext cx="27432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6B7280"/>
                </a:solidFill>
                <a:latin typeface="PT Sans"/>
              </a:rPr>
              <a:t>СУРОО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" y="1554480"/>
            <a:ext cx="4069080" cy="1417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3 + 2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" y="3246120"/>
            <a:ext cx="4069080" cy="713232"/>
          </a:xfrm>
          <a:prstGeom prst="roundRect">
            <a:avLst>
              <a:gd name="adj" fmla="val 30000"/>
            </a:avLst>
          </a:prstGeom>
          <a:solidFill>
            <a:srgbClr val="BFCBE9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3200" b="1">
                <a:solidFill>
                  <a:srgbClr val="1D3557"/>
                </a:solidFill>
                <a:latin typeface="PT Sans"/>
              </a:rPr>
              <a:t>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" y="4087368"/>
            <a:ext cx="4069080" cy="713232"/>
          </a:xfrm>
          <a:prstGeom prst="roundRect">
            <a:avLst>
              <a:gd name="adj" fmla="val 30000"/>
            </a:avLst>
          </a:prstGeom>
          <a:solidFill>
            <a:srgbClr val="BFCBE9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3200" b="1">
                <a:solidFill>
                  <a:srgbClr val="1D3557"/>
                </a:solidFill>
                <a:latin typeface="PT Sans"/>
              </a:rPr>
              <a:t>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" y="4928616"/>
            <a:ext cx="4069080" cy="713232"/>
          </a:xfrm>
          <a:prstGeom prst="roundRect">
            <a:avLst>
              <a:gd name="adj" fmla="val 30000"/>
            </a:avLst>
          </a:prstGeom>
          <a:solidFill>
            <a:srgbClr val="BFCBE9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32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" y="5760720"/>
            <a:ext cx="406908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007A5A"/>
                </a:solidFill>
                <a:latin typeface="PT Sans"/>
              </a:rPr>
              <a:t>Жоопту бас · «Кантип таптың?» +1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54880" y="1234440"/>
            <a:ext cx="7007047" cy="4800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846320" y="4160520"/>
            <a:ext cx="6824167" cy="1783080"/>
          </a:xfrm>
          <a:prstGeom prst="roundRect">
            <a:avLst>
              <a:gd name="adj" fmla="val 4000"/>
            </a:avLst>
          </a:prstGeom>
          <a:solidFill>
            <a:srgbClr val="B5E2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3" name="Group 32"/>
          <p:cNvGrpSpPr/>
          <p:nvPr/>
        </p:nvGrpSpPr>
        <p:grpSpPr>
          <a:xfrm>
            <a:off x="5394960" y="1417320"/>
            <a:ext cx="5669280" cy="2743200"/>
            <a:chOff x="5394960" y="1417320"/>
            <a:chExt cx="5669280" cy="2743200"/>
          </a:xfrm>
        </p:grpSpPr>
        <p:cxnSp>
          <p:nvCxnSpPr>
            <p:cNvPr id="19" name="Connector 18"/>
            <p:cNvCxnSpPr/>
            <p:nvPr/>
          </p:nvCxnSpPr>
          <p:spPr>
            <a:xfrm>
              <a:off x="5961888" y="1417320"/>
              <a:ext cx="0" cy="2743200"/>
            </a:xfrm>
            <a:prstGeom prst="line">
              <a:avLst/>
            </a:prstGeom>
            <a:ln w="9525">
              <a:solidFill>
                <a:srgbClr val="BFCB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or 19"/>
            <p:cNvCxnSpPr/>
            <p:nvPr/>
          </p:nvCxnSpPr>
          <p:spPr>
            <a:xfrm>
              <a:off x="6528816" y="1417320"/>
              <a:ext cx="0" cy="2743200"/>
            </a:xfrm>
            <a:prstGeom prst="line">
              <a:avLst/>
            </a:prstGeom>
            <a:ln w="9525">
              <a:solidFill>
                <a:srgbClr val="BFCB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 20"/>
            <p:cNvCxnSpPr/>
            <p:nvPr/>
          </p:nvCxnSpPr>
          <p:spPr>
            <a:xfrm>
              <a:off x="7095744" y="1417320"/>
              <a:ext cx="0" cy="2743200"/>
            </a:xfrm>
            <a:prstGeom prst="line">
              <a:avLst/>
            </a:prstGeom>
            <a:ln w="9525">
              <a:solidFill>
                <a:srgbClr val="BFCB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or 21"/>
            <p:cNvCxnSpPr/>
            <p:nvPr/>
          </p:nvCxnSpPr>
          <p:spPr>
            <a:xfrm>
              <a:off x="7662672" y="1417320"/>
              <a:ext cx="0" cy="2743200"/>
            </a:xfrm>
            <a:prstGeom prst="line">
              <a:avLst/>
            </a:prstGeom>
            <a:ln w="9525">
              <a:solidFill>
                <a:srgbClr val="BFCB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or 22"/>
            <p:cNvCxnSpPr/>
            <p:nvPr/>
          </p:nvCxnSpPr>
          <p:spPr>
            <a:xfrm>
              <a:off x="8229600" y="1417320"/>
              <a:ext cx="0" cy="2743200"/>
            </a:xfrm>
            <a:prstGeom prst="line">
              <a:avLst/>
            </a:prstGeom>
            <a:ln w="9525">
              <a:solidFill>
                <a:srgbClr val="BFCB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or 23"/>
            <p:cNvCxnSpPr/>
            <p:nvPr/>
          </p:nvCxnSpPr>
          <p:spPr>
            <a:xfrm>
              <a:off x="8796528" y="1417320"/>
              <a:ext cx="0" cy="2743200"/>
            </a:xfrm>
            <a:prstGeom prst="line">
              <a:avLst/>
            </a:prstGeom>
            <a:ln w="9525">
              <a:solidFill>
                <a:srgbClr val="BFCB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nector 24"/>
            <p:cNvCxnSpPr/>
            <p:nvPr/>
          </p:nvCxnSpPr>
          <p:spPr>
            <a:xfrm>
              <a:off x="9363456" y="1417320"/>
              <a:ext cx="0" cy="2743200"/>
            </a:xfrm>
            <a:prstGeom prst="line">
              <a:avLst/>
            </a:prstGeom>
            <a:ln w="9525">
              <a:solidFill>
                <a:srgbClr val="BFCB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nector 25"/>
            <p:cNvCxnSpPr/>
            <p:nvPr/>
          </p:nvCxnSpPr>
          <p:spPr>
            <a:xfrm>
              <a:off x="9930384" y="1417320"/>
              <a:ext cx="0" cy="2743200"/>
            </a:xfrm>
            <a:prstGeom prst="line">
              <a:avLst/>
            </a:prstGeom>
            <a:ln w="9525">
              <a:solidFill>
                <a:srgbClr val="BFCB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nector 26"/>
            <p:cNvCxnSpPr/>
            <p:nvPr/>
          </p:nvCxnSpPr>
          <p:spPr>
            <a:xfrm>
              <a:off x="10497312" y="1417320"/>
              <a:ext cx="0" cy="2743200"/>
            </a:xfrm>
            <a:prstGeom prst="line">
              <a:avLst/>
            </a:prstGeom>
            <a:ln w="9525">
              <a:solidFill>
                <a:srgbClr val="BFCB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nector 27"/>
            <p:cNvCxnSpPr/>
            <p:nvPr/>
          </p:nvCxnSpPr>
          <p:spPr>
            <a:xfrm>
              <a:off x="5394960" y="1874519"/>
              <a:ext cx="5669280" cy="0"/>
            </a:xfrm>
            <a:prstGeom prst="line">
              <a:avLst/>
            </a:prstGeom>
            <a:ln w="9525">
              <a:solidFill>
                <a:srgbClr val="BFCB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nector 28"/>
            <p:cNvCxnSpPr/>
            <p:nvPr/>
          </p:nvCxnSpPr>
          <p:spPr>
            <a:xfrm>
              <a:off x="5394960" y="2331720"/>
              <a:ext cx="5669280" cy="0"/>
            </a:xfrm>
            <a:prstGeom prst="line">
              <a:avLst/>
            </a:prstGeom>
            <a:ln w="9525">
              <a:solidFill>
                <a:srgbClr val="BFCB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nector 29"/>
            <p:cNvCxnSpPr/>
            <p:nvPr/>
          </p:nvCxnSpPr>
          <p:spPr>
            <a:xfrm>
              <a:off x="5394960" y="2788920"/>
              <a:ext cx="5669280" cy="0"/>
            </a:xfrm>
            <a:prstGeom prst="line">
              <a:avLst/>
            </a:prstGeom>
            <a:ln w="9525">
              <a:solidFill>
                <a:srgbClr val="BFCB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nector 30"/>
            <p:cNvCxnSpPr/>
            <p:nvPr/>
          </p:nvCxnSpPr>
          <p:spPr>
            <a:xfrm>
              <a:off x="5394960" y="3246120"/>
              <a:ext cx="5669280" cy="0"/>
            </a:xfrm>
            <a:prstGeom prst="line">
              <a:avLst/>
            </a:prstGeom>
            <a:ln w="9525">
              <a:solidFill>
                <a:srgbClr val="BFCB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nector 31"/>
            <p:cNvCxnSpPr/>
            <p:nvPr/>
          </p:nvCxnSpPr>
          <p:spPr>
            <a:xfrm>
              <a:off x="5394960" y="3703320"/>
              <a:ext cx="5669280" cy="0"/>
            </a:xfrm>
            <a:prstGeom prst="line">
              <a:avLst/>
            </a:prstGeom>
            <a:ln w="9525">
              <a:solidFill>
                <a:srgbClr val="BFCB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4" name="Connector 33"/>
          <p:cNvCxnSpPr/>
          <p:nvPr/>
        </p:nvCxnSpPr>
        <p:spPr>
          <a:xfrm flipV="1">
            <a:off x="5394960" y="1417320"/>
            <a:ext cx="0" cy="2743200"/>
          </a:xfrm>
          <a:prstGeom prst="line">
            <a:avLst/>
          </a:prstGeom>
          <a:ln w="889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358384" y="1417320"/>
            <a:ext cx="5742432" cy="0"/>
          </a:xfrm>
          <a:prstGeom prst="line">
            <a:avLst/>
          </a:prstGeom>
          <a:ln w="889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1064240" y="1417320"/>
            <a:ext cx="0" cy="2743200"/>
          </a:xfrm>
          <a:prstGeom prst="line">
            <a:avLst/>
          </a:prstGeom>
          <a:ln w="889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4846320" y="4160520"/>
            <a:ext cx="6824167" cy="0"/>
          </a:xfrm>
          <a:prstGeom prst="line">
            <a:avLst/>
          </a:prstGeom>
          <a:ln w="3810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8147304" y="5532120"/>
            <a:ext cx="164592" cy="731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81" name="Group 80"/>
          <p:cNvGrpSpPr/>
          <p:nvPr/>
        </p:nvGrpSpPr>
        <p:grpSpPr>
          <a:xfrm>
            <a:off x="7363114" y="1990100"/>
            <a:ext cx="1732971" cy="2195656"/>
            <a:chOff x="7363114" y="1990100"/>
            <a:chExt cx="1732971" cy="2195656"/>
          </a:xfrm>
        </p:grpSpPr>
        <p:cxnSp>
          <p:nvCxnSpPr>
            <p:cNvPr id="39" name="Connector 38"/>
            <p:cNvCxnSpPr/>
            <p:nvPr/>
          </p:nvCxnSpPr>
          <p:spPr>
            <a:xfrm flipH="1">
              <a:off x="7977225" y="3361334"/>
              <a:ext cx="109362" cy="378562"/>
            </a:xfrm>
            <a:prstGeom prst="line">
              <a:avLst/>
            </a:prstGeom>
            <a:ln w="160274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or 39"/>
            <p:cNvCxnSpPr/>
            <p:nvPr/>
          </p:nvCxnSpPr>
          <p:spPr>
            <a:xfrm flipH="1">
              <a:off x="7977225" y="3361334"/>
              <a:ext cx="109362" cy="378562"/>
            </a:xfrm>
            <a:prstGeom prst="line">
              <a:avLst/>
            </a:prstGeom>
            <a:ln w="128524" cap="rnd">
              <a:solidFill>
                <a:srgbClr val="E8B98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nector 40"/>
            <p:cNvCxnSpPr/>
            <p:nvPr/>
          </p:nvCxnSpPr>
          <p:spPr>
            <a:xfrm flipH="1">
              <a:off x="7909925" y="3739896"/>
              <a:ext cx="67300" cy="344911"/>
            </a:xfrm>
            <a:prstGeom prst="line">
              <a:avLst/>
            </a:prstGeom>
            <a:ln w="160274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nector 41"/>
            <p:cNvCxnSpPr/>
            <p:nvPr/>
          </p:nvCxnSpPr>
          <p:spPr>
            <a:xfrm flipH="1">
              <a:off x="7909925" y="3739896"/>
              <a:ext cx="67300" cy="344911"/>
            </a:xfrm>
            <a:prstGeom prst="line">
              <a:avLst/>
            </a:prstGeom>
            <a:ln w="128524" cap="rnd">
              <a:solidFill>
                <a:srgbClr val="F6B25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Rounded Rectangle 42"/>
            <p:cNvSpPr/>
            <p:nvPr/>
          </p:nvSpPr>
          <p:spPr>
            <a:xfrm>
              <a:off x="7716438" y="4051157"/>
              <a:ext cx="286024" cy="134599"/>
            </a:xfrm>
            <a:prstGeom prst="roundRect">
              <a:avLst/>
            </a:prstGeom>
            <a:solidFill>
              <a:srgbClr val="1F2430"/>
            </a:solidFill>
            <a:ln w="12700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4" name="Connector 43"/>
            <p:cNvCxnSpPr/>
            <p:nvPr/>
          </p:nvCxnSpPr>
          <p:spPr>
            <a:xfrm>
              <a:off x="8372612" y="3361334"/>
              <a:ext cx="109362" cy="378562"/>
            </a:xfrm>
            <a:prstGeom prst="line">
              <a:avLst/>
            </a:prstGeom>
            <a:ln w="160274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nector 44"/>
            <p:cNvCxnSpPr/>
            <p:nvPr/>
          </p:nvCxnSpPr>
          <p:spPr>
            <a:xfrm>
              <a:off x="8372612" y="3361334"/>
              <a:ext cx="109362" cy="378562"/>
            </a:xfrm>
            <a:prstGeom prst="line">
              <a:avLst/>
            </a:prstGeom>
            <a:ln w="128524" cap="rnd">
              <a:solidFill>
                <a:srgbClr val="E8B98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nector 45"/>
            <p:cNvCxnSpPr/>
            <p:nvPr/>
          </p:nvCxnSpPr>
          <p:spPr>
            <a:xfrm>
              <a:off x="8481974" y="3739896"/>
              <a:ext cx="67300" cy="344911"/>
            </a:xfrm>
            <a:prstGeom prst="line">
              <a:avLst/>
            </a:prstGeom>
            <a:ln w="160274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onnector 46"/>
            <p:cNvCxnSpPr/>
            <p:nvPr/>
          </p:nvCxnSpPr>
          <p:spPr>
            <a:xfrm>
              <a:off x="8481974" y="3739896"/>
              <a:ext cx="67300" cy="344911"/>
            </a:xfrm>
            <a:prstGeom prst="line">
              <a:avLst/>
            </a:prstGeom>
            <a:ln w="128524" cap="rnd">
              <a:solidFill>
                <a:srgbClr val="F6B25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Rounded Rectangle 47"/>
            <p:cNvSpPr/>
            <p:nvPr/>
          </p:nvSpPr>
          <p:spPr>
            <a:xfrm>
              <a:off x="8456736" y="4051157"/>
              <a:ext cx="286024" cy="134599"/>
            </a:xfrm>
            <a:prstGeom prst="roundRect">
              <a:avLst/>
            </a:prstGeom>
            <a:solidFill>
              <a:srgbClr val="1F2430"/>
            </a:solidFill>
            <a:ln w="12700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Rounded Rectangle 48"/>
            <p:cNvSpPr/>
            <p:nvPr/>
          </p:nvSpPr>
          <p:spPr>
            <a:xfrm>
              <a:off x="7918338" y="3235147"/>
              <a:ext cx="622523" cy="302849"/>
            </a:xfrm>
            <a:prstGeom prst="roundRect">
              <a:avLst/>
            </a:prstGeom>
            <a:solidFill>
              <a:srgbClr val="1D3557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50" name="Connector 49"/>
            <p:cNvCxnSpPr/>
            <p:nvPr/>
          </p:nvCxnSpPr>
          <p:spPr>
            <a:xfrm flipV="1">
              <a:off x="8229600" y="2419136"/>
              <a:ext cx="0" cy="143012"/>
            </a:xfrm>
            <a:prstGeom prst="line">
              <a:avLst/>
            </a:prstGeom>
            <a:ln w="136906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nector 50"/>
            <p:cNvCxnSpPr/>
            <p:nvPr/>
          </p:nvCxnSpPr>
          <p:spPr>
            <a:xfrm flipV="1">
              <a:off x="8229600" y="2419136"/>
              <a:ext cx="0" cy="143012"/>
            </a:xfrm>
            <a:prstGeom prst="line">
              <a:avLst/>
            </a:prstGeom>
            <a:ln w="105156" cap="rnd">
              <a:solidFill>
                <a:srgbClr val="E8B98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Round Same Side Corner Rectangle 51"/>
            <p:cNvSpPr/>
            <p:nvPr/>
          </p:nvSpPr>
          <p:spPr>
            <a:xfrm>
              <a:off x="7901513" y="2536911"/>
              <a:ext cx="656173" cy="824423"/>
            </a:xfrm>
            <a:prstGeom prst="round2SameRect">
              <a:avLst>
                <a:gd name="adj1" fmla="val 30000"/>
                <a:gd name="adj2" fmla="val 12000"/>
              </a:avLst>
            </a:prstGeom>
            <a:solidFill>
              <a:srgbClr val="F28C28"/>
            </a:solidFill>
            <a:ln w="22225">
              <a:solidFill>
                <a:srgbClr val="A844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Rounded Rectangle 52"/>
            <p:cNvSpPr/>
            <p:nvPr/>
          </p:nvSpPr>
          <p:spPr>
            <a:xfrm>
              <a:off x="7918338" y="3273003"/>
              <a:ext cx="622523" cy="75712"/>
            </a:xfrm>
            <a:prstGeom prst="roundRect">
              <a:avLst/>
            </a:prstGeom>
            <a:solidFill>
              <a:srgbClr val="A844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Chord 53"/>
            <p:cNvSpPr/>
            <p:nvPr/>
          </p:nvSpPr>
          <p:spPr>
            <a:xfrm>
              <a:off x="8103412" y="2461199"/>
              <a:ext cx="252374" cy="168249"/>
            </a:xfrm>
            <a:prstGeom prst="chord">
              <a:avLst>
                <a:gd name="adj1" fmla="val 0"/>
                <a:gd name="adj2" fmla="val 10800000"/>
              </a:avLst>
            </a:prstGeom>
            <a:solidFill>
              <a:srgbClr val="FFFFFF"/>
            </a:solidFill>
            <a:ln w="12700">
              <a:solidFill>
                <a:srgbClr val="A844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7977225" y="2705160"/>
              <a:ext cx="504748" cy="47109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2300" b="1">
                  <a:solidFill>
                    <a:srgbClr val="FFFFFF"/>
                  </a:solidFill>
                  <a:latin typeface="PT Sans"/>
                </a:rPr>
                <a:t>1</a:t>
              </a:r>
            </a:p>
          </p:txBody>
        </p:sp>
        <p:cxnSp>
          <p:nvCxnSpPr>
            <p:cNvPr id="56" name="Connector 55"/>
            <p:cNvCxnSpPr/>
            <p:nvPr/>
          </p:nvCxnSpPr>
          <p:spPr>
            <a:xfrm flipH="1">
              <a:off x="7657551" y="2587386"/>
              <a:ext cx="269199" cy="269199"/>
            </a:xfrm>
            <a:prstGeom prst="line">
              <a:avLst/>
            </a:prstGeom>
            <a:ln w="148590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Connector 56"/>
            <p:cNvCxnSpPr/>
            <p:nvPr/>
          </p:nvCxnSpPr>
          <p:spPr>
            <a:xfrm flipH="1">
              <a:off x="7657551" y="2587386"/>
              <a:ext cx="269199" cy="269199"/>
            </a:xfrm>
            <a:prstGeom prst="line">
              <a:avLst/>
            </a:prstGeom>
            <a:ln w="116840" cap="rnd">
              <a:solidFill>
                <a:srgbClr val="F28C2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Connector 57"/>
            <p:cNvCxnSpPr/>
            <p:nvPr/>
          </p:nvCxnSpPr>
          <p:spPr>
            <a:xfrm flipH="1" flipV="1">
              <a:off x="7506126" y="2469611"/>
              <a:ext cx="151425" cy="386974"/>
            </a:xfrm>
            <a:prstGeom prst="line">
              <a:avLst/>
            </a:prstGeom>
            <a:ln w="148590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nector 58"/>
            <p:cNvCxnSpPr/>
            <p:nvPr/>
          </p:nvCxnSpPr>
          <p:spPr>
            <a:xfrm flipH="1" flipV="1">
              <a:off x="7506126" y="2469611"/>
              <a:ext cx="151425" cy="386974"/>
            </a:xfrm>
            <a:prstGeom prst="line">
              <a:avLst/>
            </a:prstGeom>
            <a:ln w="116840" cap="rnd">
              <a:solidFill>
                <a:srgbClr val="F28C2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nector 59"/>
            <p:cNvCxnSpPr/>
            <p:nvPr/>
          </p:nvCxnSpPr>
          <p:spPr>
            <a:xfrm>
              <a:off x="8532449" y="2587386"/>
              <a:ext cx="269199" cy="269199"/>
            </a:xfrm>
            <a:prstGeom prst="line">
              <a:avLst/>
            </a:prstGeom>
            <a:ln w="148590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nector 60"/>
            <p:cNvCxnSpPr/>
            <p:nvPr/>
          </p:nvCxnSpPr>
          <p:spPr>
            <a:xfrm>
              <a:off x="8532449" y="2587386"/>
              <a:ext cx="269199" cy="269199"/>
            </a:xfrm>
            <a:prstGeom prst="line">
              <a:avLst/>
            </a:prstGeom>
            <a:ln w="116840" cap="rnd">
              <a:solidFill>
                <a:srgbClr val="F28C2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Connector 61"/>
            <p:cNvCxnSpPr/>
            <p:nvPr/>
          </p:nvCxnSpPr>
          <p:spPr>
            <a:xfrm flipV="1">
              <a:off x="8801648" y="2469611"/>
              <a:ext cx="151425" cy="386974"/>
            </a:xfrm>
            <a:prstGeom prst="line">
              <a:avLst/>
            </a:prstGeom>
            <a:ln w="148590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nector 62"/>
            <p:cNvCxnSpPr/>
            <p:nvPr/>
          </p:nvCxnSpPr>
          <p:spPr>
            <a:xfrm flipV="1">
              <a:off x="8801648" y="2469611"/>
              <a:ext cx="151425" cy="386974"/>
            </a:xfrm>
            <a:prstGeom prst="line">
              <a:avLst/>
            </a:prstGeom>
            <a:ln w="116840" cap="rnd">
              <a:solidFill>
                <a:srgbClr val="F28C2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Oval 63"/>
            <p:cNvSpPr/>
            <p:nvPr/>
          </p:nvSpPr>
          <p:spPr>
            <a:xfrm>
              <a:off x="7973019" y="2179380"/>
              <a:ext cx="92537" cy="126187"/>
            </a:xfrm>
            <a:prstGeom prst="ellipse">
              <a:avLst/>
            </a:prstGeom>
            <a:solidFill>
              <a:srgbClr val="E8B98E"/>
            </a:solidFill>
            <a:ln w="12700">
              <a:solidFill>
                <a:srgbClr val="A86E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Oval 64"/>
            <p:cNvSpPr/>
            <p:nvPr/>
          </p:nvSpPr>
          <p:spPr>
            <a:xfrm>
              <a:off x="8393643" y="2179380"/>
              <a:ext cx="92537" cy="126187"/>
            </a:xfrm>
            <a:prstGeom prst="ellipse">
              <a:avLst/>
            </a:prstGeom>
            <a:solidFill>
              <a:srgbClr val="E8B98E"/>
            </a:solidFill>
            <a:ln w="12700">
              <a:solidFill>
                <a:srgbClr val="A86E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" name="Oval 65"/>
            <p:cNvSpPr/>
            <p:nvPr/>
          </p:nvSpPr>
          <p:spPr>
            <a:xfrm>
              <a:off x="8002463" y="1990100"/>
              <a:ext cx="454273" cy="370149"/>
            </a:xfrm>
            <a:prstGeom prst="ellipse">
              <a:avLst/>
            </a:prstGeom>
            <a:solidFill>
              <a:srgbClr val="3A2A22"/>
            </a:solidFill>
            <a:ln w="15875">
              <a:solidFill>
                <a:srgbClr val="3A2A2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Oval 66"/>
            <p:cNvSpPr/>
            <p:nvPr/>
          </p:nvSpPr>
          <p:spPr>
            <a:xfrm>
              <a:off x="8031906" y="2078431"/>
              <a:ext cx="395386" cy="395386"/>
            </a:xfrm>
            <a:prstGeom prst="ellipse">
              <a:avLst/>
            </a:prstGeom>
            <a:solidFill>
              <a:srgbClr val="E8B98E"/>
            </a:solidFill>
            <a:ln w="15875">
              <a:solidFill>
                <a:srgbClr val="A86E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Chord 67"/>
            <p:cNvSpPr/>
            <p:nvPr/>
          </p:nvSpPr>
          <p:spPr>
            <a:xfrm>
              <a:off x="8031906" y="2032162"/>
              <a:ext cx="395386" cy="185074"/>
            </a:xfrm>
            <a:prstGeom prst="chord">
              <a:avLst>
                <a:gd name="adj1" fmla="val 10800000"/>
                <a:gd name="adj2" fmla="val 0"/>
              </a:avLst>
            </a:prstGeom>
            <a:solidFill>
              <a:srgbClr val="3A2A2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Oval 68"/>
            <p:cNvSpPr/>
            <p:nvPr/>
          </p:nvSpPr>
          <p:spPr>
            <a:xfrm>
              <a:off x="8113928" y="2221443"/>
              <a:ext cx="63093" cy="75712"/>
            </a:xfrm>
            <a:prstGeom prst="ellipse">
              <a:avLst/>
            </a:prstGeom>
            <a:solidFill>
              <a:srgbClr val="1F243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" name="Oval 69"/>
            <p:cNvSpPr/>
            <p:nvPr/>
          </p:nvSpPr>
          <p:spPr>
            <a:xfrm>
              <a:off x="8147578" y="2236165"/>
              <a:ext cx="21031" cy="2103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Rounded Rectangle 70"/>
            <p:cNvSpPr/>
            <p:nvPr/>
          </p:nvSpPr>
          <p:spPr>
            <a:xfrm>
              <a:off x="8103412" y="2181484"/>
              <a:ext cx="84124" cy="21031"/>
            </a:xfrm>
            <a:prstGeom prst="roundRect">
              <a:avLst/>
            </a:prstGeom>
            <a:solidFill>
              <a:srgbClr val="3A2A2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Oval 71"/>
            <p:cNvSpPr/>
            <p:nvPr/>
          </p:nvSpPr>
          <p:spPr>
            <a:xfrm>
              <a:off x="8282178" y="2221443"/>
              <a:ext cx="63093" cy="75712"/>
            </a:xfrm>
            <a:prstGeom prst="ellipse">
              <a:avLst/>
            </a:prstGeom>
            <a:solidFill>
              <a:srgbClr val="1F243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" name="Oval 72"/>
            <p:cNvSpPr/>
            <p:nvPr/>
          </p:nvSpPr>
          <p:spPr>
            <a:xfrm>
              <a:off x="8315827" y="2236165"/>
              <a:ext cx="21031" cy="2103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Rounded Rectangle 73"/>
            <p:cNvSpPr/>
            <p:nvPr/>
          </p:nvSpPr>
          <p:spPr>
            <a:xfrm>
              <a:off x="8271662" y="2181484"/>
              <a:ext cx="84124" cy="21031"/>
            </a:xfrm>
            <a:prstGeom prst="roundRect">
              <a:avLst/>
            </a:prstGeom>
            <a:solidFill>
              <a:srgbClr val="3A2A2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Oval 74"/>
            <p:cNvSpPr/>
            <p:nvPr/>
          </p:nvSpPr>
          <p:spPr>
            <a:xfrm>
              <a:off x="8208568" y="2292949"/>
              <a:ext cx="42062" cy="33649"/>
            </a:xfrm>
            <a:prstGeom prst="ellipse">
              <a:avLst/>
            </a:prstGeom>
            <a:solidFill>
              <a:srgbClr val="A86E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" name="Chord 75"/>
            <p:cNvSpPr/>
            <p:nvPr/>
          </p:nvSpPr>
          <p:spPr>
            <a:xfrm>
              <a:off x="8153887" y="2309774"/>
              <a:ext cx="151424" cy="100949"/>
            </a:xfrm>
            <a:prstGeom prst="chord">
              <a:avLst>
                <a:gd name="adj1" fmla="val 0"/>
                <a:gd name="adj2" fmla="val 10800000"/>
              </a:avLst>
            </a:prstGeom>
            <a:solidFill>
              <a:srgbClr val="FFFFFF"/>
            </a:solidFill>
            <a:ln w="12700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" name="Oval 76"/>
            <p:cNvSpPr/>
            <p:nvPr/>
          </p:nvSpPr>
          <p:spPr>
            <a:xfrm>
              <a:off x="7363114" y="2318186"/>
              <a:ext cx="286024" cy="302849"/>
            </a:xfrm>
            <a:prstGeom prst="ellipse">
              <a:avLst/>
            </a:prstGeom>
            <a:solidFill>
              <a:srgbClr val="B5E2D3"/>
            </a:solidFill>
            <a:ln w="28575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" name="Oval 77"/>
            <p:cNvSpPr/>
            <p:nvPr/>
          </p:nvSpPr>
          <p:spPr>
            <a:xfrm rot="4117763">
              <a:off x="7502425" y="2590078"/>
              <a:ext cx="134599" cy="84124"/>
            </a:xfrm>
            <a:prstGeom prst="ellipse">
              <a:avLst/>
            </a:prstGeom>
            <a:solidFill>
              <a:srgbClr val="007A5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" name="Oval 78"/>
            <p:cNvSpPr/>
            <p:nvPr/>
          </p:nvSpPr>
          <p:spPr>
            <a:xfrm>
              <a:off x="8810061" y="2318186"/>
              <a:ext cx="286024" cy="302849"/>
            </a:xfrm>
            <a:prstGeom prst="ellipse">
              <a:avLst/>
            </a:prstGeom>
            <a:solidFill>
              <a:srgbClr val="B5E2D3"/>
            </a:solidFill>
            <a:ln w="28575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" name="Oval 79"/>
            <p:cNvSpPr/>
            <p:nvPr/>
          </p:nvSpPr>
          <p:spPr>
            <a:xfrm rot="6682237">
              <a:off x="8822175" y="2590078"/>
              <a:ext cx="134599" cy="84124"/>
            </a:xfrm>
            <a:prstGeom prst="ellipse">
              <a:avLst/>
            </a:prstGeom>
            <a:solidFill>
              <a:srgbClr val="007A5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67" name="Group 166"/>
          <p:cNvGrpSpPr/>
          <p:nvPr/>
        </p:nvGrpSpPr>
        <p:grpSpPr>
          <a:xfrm>
            <a:off x="7830182" y="1839684"/>
            <a:ext cx="2636224" cy="1203848"/>
            <a:chOff x="7830182" y="1839684"/>
            <a:chExt cx="2636224" cy="1203848"/>
          </a:xfrm>
        </p:grpSpPr>
        <p:cxnSp>
          <p:nvCxnSpPr>
            <p:cNvPr id="125" name="Connector 124"/>
            <p:cNvCxnSpPr/>
            <p:nvPr/>
          </p:nvCxnSpPr>
          <p:spPr>
            <a:xfrm flipH="1">
              <a:off x="8375629" y="2455832"/>
              <a:ext cx="363037" cy="162184"/>
            </a:xfrm>
            <a:prstGeom prst="line">
              <a:avLst/>
            </a:prstGeom>
            <a:ln w="160274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Connector 125"/>
            <p:cNvCxnSpPr/>
            <p:nvPr/>
          </p:nvCxnSpPr>
          <p:spPr>
            <a:xfrm flipH="1">
              <a:off x="8375629" y="2455832"/>
              <a:ext cx="363037" cy="162184"/>
            </a:xfrm>
            <a:prstGeom prst="line">
              <a:avLst/>
            </a:prstGeom>
            <a:ln w="128524" cap="rnd">
              <a:solidFill>
                <a:srgbClr val="E8B98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Connector 126"/>
            <p:cNvCxnSpPr/>
            <p:nvPr/>
          </p:nvCxnSpPr>
          <p:spPr>
            <a:xfrm flipH="1">
              <a:off x="8020795" y="2618016"/>
              <a:ext cx="354834" cy="132984"/>
            </a:xfrm>
            <a:prstGeom prst="line">
              <a:avLst/>
            </a:prstGeom>
            <a:ln w="160274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Connector 127"/>
            <p:cNvCxnSpPr/>
            <p:nvPr/>
          </p:nvCxnSpPr>
          <p:spPr>
            <a:xfrm flipH="1">
              <a:off x="8020795" y="2618016"/>
              <a:ext cx="354834" cy="132984"/>
            </a:xfrm>
            <a:prstGeom prst="line">
              <a:avLst/>
            </a:prstGeom>
            <a:ln w="128524" cap="rnd">
              <a:solidFill>
                <a:srgbClr val="F6B25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9" name="Rounded Rectangle 128"/>
            <p:cNvSpPr/>
            <p:nvPr/>
          </p:nvSpPr>
          <p:spPr>
            <a:xfrm rot="4320000">
              <a:off x="7830182" y="2646094"/>
              <a:ext cx="286024" cy="134599"/>
            </a:xfrm>
            <a:prstGeom prst="roundRect">
              <a:avLst/>
            </a:prstGeom>
            <a:solidFill>
              <a:srgbClr val="1F2430"/>
            </a:solidFill>
            <a:ln w="12700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30" name="Connector 129"/>
            <p:cNvCxnSpPr/>
            <p:nvPr/>
          </p:nvCxnSpPr>
          <p:spPr>
            <a:xfrm flipH="1">
              <a:off x="8612421" y="2727857"/>
              <a:ext cx="214632" cy="237801"/>
            </a:xfrm>
            <a:prstGeom prst="line">
              <a:avLst/>
            </a:prstGeom>
            <a:ln w="160274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or 130"/>
            <p:cNvCxnSpPr/>
            <p:nvPr/>
          </p:nvCxnSpPr>
          <p:spPr>
            <a:xfrm flipH="1">
              <a:off x="8612421" y="2727857"/>
              <a:ext cx="214632" cy="237801"/>
            </a:xfrm>
            <a:prstGeom prst="line">
              <a:avLst/>
            </a:prstGeom>
            <a:ln w="128524" cap="rnd">
              <a:solidFill>
                <a:srgbClr val="E8B98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Connector 131"/>
            <p:cNvCxnSpPr/>
            <p:nvPr/>
          </p:nvCxnSpPr>
          <p:spPr>
            <a:xfrm flipH="1" flipV="1">
              <a:off x="8269600" y="2917830"/>
              <a:ext cx="342821" cy="47828"/>
            </a:xfrm>
            <a:prstGeom prst="line">
              <a:avLst/>
            </a:prstGeom>
            <a:ln w="160274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Connector 132"/>
            <p:cNvCxnSpPr/>
            <p:nvPr/>
          </p:nvCxnSpPr>
          <p:spPr>
            <a:xfrm flipH="1" flipV="1">
              <a:off x="8269600" y="2917830"/>
              <a:ext cx="342821" cy="47828"/>
            </a:xfrm>
            <a:prstGeom prst="line">
              <a:avLst/>
            </a:prstGeom>
            <a:ln w="128524" cap="rnd">
              <a:solidFill>
                <a:srgbClr val="F6B25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4" name="Rounded Rectangle 133"/>
            <p:cNvSpPr/>
            <p:nvPr/>
          </p:nvSpPr>
          <p:spPr>
            <a:xfrm rot="4320000">
              <a:off x="8110183" y="2908933"/>
              <a:ext cx="286024" cy="134599"/>
            </a:xfrm>
            <a:prstGeom prst="roundRect">
              <a:avLst/>
            </a:prstGeom>
            <a:solidFill>
              <a:srgbClr val="1F2430"/>
            </a:solidFill>
            <a:ln w="12700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5" name="Rounded Rectangle 134"/>
            <p:cNvSpPr/>
            <p:nvPr/>
          </p:nvSpPr>
          <p:spPr>
            <a:xfrm rot="4320000">
              <a:off x="8447596" y="2448218"/>
              <a:ext cx="622523" cy="302849"/>
            </a:xfrm>
            <a:prstGeom prst="roundRect">
              <a:avLst/>
            </a:prstGeom>
            <a:solidFill>
              <a:srgbClr val="1D3557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36" name="Connector 135"/>
            <p:cNvCxnSpPr/>
            <p:nvPr/>
          </p:nvCxnSpPr>
          <p:spPr>
            <a:xfrm flipV="1">
              <a:off x="9542930" y="2300689"/>
              <a:ext cx="136013" cy="44193"/>
            </a:xfrm>
            <a:prstGeom prst="line">
              <a:avLst/>
            </a:prstGeom>
            <a:ln w="136906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Connector 136"/>
            <p:cNvCxnSpPr/>
            <p:nvPr/>
          </p:nvCxnSpPr>
          <p:spPr>
            <a:xfrm flipV="1">
              <a:off x="9542930" y="2300689"/>
              <a:ext cx="136013" cy="44193"/>
            </a:xfrm>
            <a:prstGeom prst="line">
              <a:avLst/>
            </a:prstGeom>
            <a:ln w="105156" cap="rnd">
              <a:solidFill>
                <a:srgbClr val="E8B98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8" name="Round Same Side Corner Rectangle 137"/>
            <p:cNvSpPr/>
            <p:nvPr/>
          </p:nvSpPr>
          <p:spPr>
            <a:xfrm rot="4320000">
              <a:off x="8846809" y="2052252"/>
              <a:ext cx="656173" cy="824423"/>
            </a:xfrm>
            <a:prstGeom prst="round2SameRect">
              <a:avLst>
                <a:gd name="adj1" fmla="val 30000"/>
                <a:gd name="adj2" fmla="val 12000"/>
              </a:avLst>
            </a:prstGeom>
            <a:solidFill>
              <a:srgbClr val="F28C28"/>
            </a:solidFill>
            <a:ln w="22225">
              <a:solidFill>
                <a:srgbClr val="A844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9" name="Rounded Rectangle 138"/>
            <p:cNvSpPr/>
            <p:nvPr/>
          </p:nvSpPr>
          <p:spPr>
            <a:xfrm rot="4320000">
              <a:off x="8519602" y="2538390"/>
              <a:ext cx="622523" cy="75712"/>
            </a:xfrm>
            <a:prstGeom prst="roundRect">
              <a:avLst/>
            </a:prstGeom>
            <a:solidFill>
              <a:srgbClr val="A844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0" name="Chord 139"/>
            <p:cNvSpPr/>
            <p:nvPr/>
          </p:nvSpPr>
          <p:spPr>
            <a:xfrm rot="4320000">
              <a:off x="9432745" y="2255558"/>
              <a:ext cx="252374" cy="168249"/>
            </a:xfrm>
            <a:prstGeom prst="chord">
              <a:avLst>
                <a:gd name="adj1" fmla="val 0"/>
                <a:gd name="adj2" fmla="val 10800000"/>
              </a:avLst>
            </a:prstGeom>
            <a:solidFill>
              <a:srgbClr val="FFFFFF"/>
            </a:solidFill>
            <a:ln w="12700">
              <a:solidFill>
                <a:srgbClr val="A844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1" name="TextBox 140"/>
            <p:cNvSpPr txBox="1"/>
            <p:nvPr/>
          </p:nvSpPr>
          <p:spPr>
            <a:xfrm rot="4320000">
              <a:off x="8930522" y="2226315"/>
              <a:ext cx="504748" cy="47109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2300" b="1">
                  <a:solidFill>
                    <a:srgbClr val="FFFFFF"/>
                  </a:solidFill>
                  <a:latin typeface="PT Sans"/>
                </a:rPr>
                <a:t>1</a:t>
              </a:r>
            </a:p>
          </p:txBody>
        </p:sp>
        <p:cxnSp>
          <p:nvCxnSpPr>
            <p:cNvPr id="142" name="Connector 141"/>
            <p:cNvCxnSpPr/>
            <p:nvPr/>
          </p:nvCxnSpPr>
          <p:spPr>
            <a:xfrm flipV="1">
              <a:off x="9425343" y="2014884"/>
              <a:ext cx="452635" cy="49770"/>
            </a:xfrm>
            <a:prstGeom prst="line">
              <a:avLst/>
            </a:prstGeom>
            <a:ln w="148590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Connector 142"/>
            <p:cNvCxnSpPr/>
            <p:nvPr/>
          </p:nvCxnSpPr>
          <p:spPr>
            <a:xfrm flipV="1">
              <a:off x="9425343" y="2014884"/>
              <a:ext cx="452635" cy="49770"/>
            </a:xfrm>
            <a:prstGeom prst="line">
              <a:avLst/>
            </a:prstGeom>
            <a:ln w="116840" cap="rnd">
              <a:solidFill>
                <a:srgbClr val="F28C2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Connector 143"/>
            <p:cNvCxnSpPr/>
            <p:nvPr/>
          </p:nvCxnSpPr>
          <p:spPr>
            <a:xfrm flipV="1">
              <a:off x="9877978" y="1991109"/>
              <a:ext cx="372627" cy="23775"/>
            </a:xfrm>
            <a:prstGeom prst="line">
              <a:avLst/>
            </a:prstGeom>
            <a:ln w="148590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Connector 144"/>
            <p:cNvCxnSpPr/>
            <p:nvPr/>
          </p:nvCxnSpPr>
          <p:spPr>
            <a:xfrm flipV="1">
              <a:off x="9877978" y="1991109"/>
              <a:ext cx="372627" cy="23775"/>
            </a:xfrm>
            <a:prstGeom prst="line">
              <a:avLst/>
            </a:prstGeom>
            <a:ln w="116840" cap="rnd">
              <a:solidFill>
                <a:srgbClr val="F28C2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Connector 145"/>
            <p:cNvCxnSpPr/>
            <p:nvPr/>
          </p:nvCxnSpPr>
          <p:spPr>
            <a:xfrm flipV="1">
              <a:off x="9612514" y="2414921"/>
              <a:ext cx="395443" cy="225787"/>
            </a:xfrm>
            <a:prstGeom prst="line">
              <a:avLst/>
            </a:prstGeom>
            <a:ln w="148590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Connector 146"/>
            <p:cNvCxnSpPr/>
            <p:nvPr/>
          </p:nvCxnSpPr>
          <p:spPr>
            <a:xfrm flipV="1">
              <a:off x="9612514" y="2414921"/>
              <a:ext cx="395443" cy="225787"/>
            </a:xfrm>
            <a:prstGeom prst="line">
              <a:avLst/>
            </a:prstGeom>
            <a:ln w="116840" cap="rnd">
              <a:solidFill>
                <a:srgbClr val="F28C2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Connector 147"/>
            <p:cNvCxnSpPr/>
            <p:nvPr/>
          </p:nvCxnSpPr>
          <p:spPr>
            <a:xfrm flipV="1">
              <a:off x="10007957" y="2215130"/>
              <a:ext cx="315437" cy="199791"/>
            </a:xfrm>
            <a:prstGeom prst="line">
              <a:avLst/>
            </a:prstGeom>
            <a:ln w="148590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Connector 148"/>
            <p:cNvCxnSpPr/>
            <p:nvPr/>
          </p:nvCxnSpPr>
          <p:spPr>
            <a:xfrm flipV="1">
              <a:off x="10007957" y="2215130"/>
              <a:ext cx="315437" cy="199791"/>
            </a:xfrm>
            <a:prstGeom prst="line">
              <a:avLst/>
            </a:prstGeom>
            <a:ln w="116840" cap="rnd">
              <a:solidFill>
                <a:srgbClr val="F28C2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0" name="Oval 149"/>
            <p:cNvSpPr/>
            <p:nvPr/>
          </p:nvSpPr>
          <p:spPr>
            <a:xfrm rot="4320000">
              <a:off x="9735700" y="1982985"/>
              <a:ext cx="92537" cy="126187"/>
            </a:xfrm>
            <a:prstGeom prst="ellipse">
              <a:avLst/>
            </a:prstGeom>
            <a:solidFill>
              <a:srgbClr val="E8B98E"/>
            </a:solidFill>
            <a:ln w="12700">
              <a:solidFill>
                <a:srgbClr val="A86E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1" name="Oval 150"/>
            <p:cNvSpPr/>
            <p:nvPr/>
          </p:nvSpPr>
          <p:spPr>
            <a:xfrm rot="4320000">
              <a:off x="9865680" y="2383022"/>
              <a:ext cx="92537" cy="126187"/>
            </a:xfrm>
            <a:prstGeom prst="ellipse">
              <a:avLst/>
            </a:prstGeom>
            <a:solidFill>
              <a:srgbClr val="E8B98E"/>
            </a:solidFill>
            <a:ln w="12700">
              <a:solidFill>
                <a:srgbClr val="A86E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2" name="Oval 151"/>
            <p:cNvSpPr/>
            <p:nvPr/>
          </p:nvSpPr>
          <p:spPr>
            <a:xfrm rot="4320000">
              <a:off x="9683828" y="2040226"/>
              <a:ext cx="454273" cy="370149"/>
            </a:xfrm>
            <a:prstGeom prst="ellipse">
              <a:avLst/>
            </a:prstGeom>
            <a:solidFill>
              <a:srgbClr val="3A2A22"/>
            </a:solidFill>
            <a:ln w="15875">
              <a:solidFill>
                <a:srgbClr val="3A2A2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3" name="Oval 152"/>
            <p:cNvSpPr/>
            <p:nvPr/>
          </p:nvSpPr>
          <p:spPr>
            <a:xfrm rot="4320000">
              <a:off x="9617262" y="2058803"/>
              <a:ext cx="395386" cy="395386"/>
            </a:xfrm>
            <a:prstGeom prst="ellipse">
              <a:avLst/>
            </a:prstGeom>
            <a:solidFill>
              <a:srgbClr val="E8B98E"/>
            </a:solidFill>
            <a:ln w="15875">
              <a:solidFill>
                <a:srgbClr val="A86E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4" name="Chord 153"/>
            <p:cNvSpPr/>
            <p:nvPr/>
          </p:nvSpPr>
          <p:spPr>
            <a:xfrm rot="4320000">
              <a:off x="9761276" y="2117166"/>
              <a:ext cx="395386" cy="185074"/>
            </a:xfrm>
            <a:prstGeom prst="chord">
              <a:avLst>
                <a:gd name="adj1" fmla="val 10800000"/>
                <a:gd name="adj2" fmla="val 0"/>
              </a:avLst>
            </a:prstGeom>
            <a:solidFill>
              <a:srgbClr val="3A2A2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5" name="Oval 154"/>
            <p:cNvSpPr/>
            <p:nvPr/>
          </p:nvSpPr>
          <p:spPr>
            <a:xfrm rot="4320000">
              <a:off x="9773414" y="2133433"/>
              <a:ext cx="63093" cy="75712"/>
            </a:xfrm>
            <a:prstGeom prst="ellipse">
              <a:avLst/>
            </a:prstGeom>
            <a:solidFill>
              <a:srgbClr val="1F243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6" name="Oval 155"/>
            <p:cNvSpPr/>
            <p:nvPr/>
          </p:nvSpPr>
          <p:spPr>
            <a:xfrm rot="4320000">
              <a:off x="9810346" y="2168875"/>
              <a:ext cx="21031" cy="2103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7" name="Rounded Rectangle 156"/>
            <p:cNvSpPr/>
            <p:nvPr/>
          </p:nvSpPr>
          <p:spPr>
            <a:xfrm rot="4320000">
              <a:off x="9826905" y="2139977"/>
              <a:ext cx="84124" cy="21031"/>
            </a:xfrm>
            <a:prstGeom prst="roundRect">
              <a:avLst/>
            </a:prstGeom>
            <a:solidFill>
              <a:srgbClr val="3A2A2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8" name="Oval 157"/>
            <p:cNvSpPr/>
            <p:nvPr/>
          </p:nvSpPr>
          <p:spPr>
            <a:xfrm rot="4320000">
              <a:off x="9825406" y="2293448"/>
              <a:ext cx="63093" cy="75712"/>
            </a:xfrm>
            <a:prstGeom prst="ellipse">
              <a:avLst/>
            </a:prstGeom>
            <a:solidFill>
              <a:srgbClr val="1F243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9" name="Oval 158"/>
            <p:cNvSpPr/>
            <p:nvPr/>
          </p:nvSpPr>
          <p:spPr>
            <a:xfrm rot="4320000">
              <a:off x="9862338" y="2328890"/>
              <a:ext cx="21031" cy="2103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0" name="Rounded Rectangle 159"/>
            <p:cNvSpPr/>
            <p:nvPr/>
          </p:nvSpPr>
          <p:spPr>
            <a:xfrm rot="4320000">
              <a:off x="9878897" y="2299992"/>
              <a:ext cx="84124" cy="21031"/>
            </a:xfrm>
            <a:prstGeom prst="roundRect">
              <a:avLst/>
            </a:prstGeom>
            <a:solidFill>
              <a:srgbClr val="3A2A2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1" name="Oval 160"/>
            <p:cNvSpPr/>
            <p:nvPr/>
          </p:nvSpPr>
          <p:spPr>
            <a:xfrm rot="4320000">
              <a:off x="9761921" y="2250069"/>
              <a:ext cx="42062" cy="33649"/>
            </a:xfrm>
            <a:prstGeom prst="ellipse">
              <a:avLst/>
            </a:prstGeom>
            <a:solidFill>
              <a:srgbClr val="A86E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2" name="Chord 161"/>
            <p:cNvSpPr/>
            <p:nvPr/>
          </p:nvSpPr>
          <p:spPr>
            <a:xfrm rot="4320000">
              <a:off x="9659236" y="2232017"/>
              <a:ext cx="151424" cy="100949"/>
            </a:xfrm>
            <a:prstGeom prst="chord">
              <a:avLst>
                <a:gd name="adj1" fmla="val 0"/>
                <a:gd name="adj2" fmla="val 10800000"/>
              </a:avLst>
            </a:prstGeom>
            <a:solidFill>
              <a:srgbClr val="FFFFFF"/>
            </a:solidFill>
            <a:ln w="12700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3" name="Oval 162"/>
            <p:cNvSpPr/>
            <p:nvPr/>
          </p:nvSpPr>
          <p:spPr>
            <a:xfrm rot="4320000">
              <a:off x="10107593" y="1839684"/>
              <a:ext cx="286024" cy="302849"/>
            </a:xfrm>
            <a:prstGeom prst="ellipse">
              <a:avLst/>
            </a:prstGeom>
            <a:solidFill>
              <a:srgbClr val="B5E2D3"/>
            </a:solidFill>
            <a:ln w="28575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4" name="Oval 163"/>
            <p:cNvSpPr/>
            <p:nvPr/>
          </p:nvSpPr>
          <p:spPr>
            <a:xfrm rot="10580960">
              <a:off x="10026802" y="1959032"/>
              <a:ext cx="134599" cy="84124"/>
            </a:xfrm>
            <a:prstGeom prst="ellipse">
              <a:avLst/>
            </a:prstGeom>
            <a:solidFill>
              <a:srgbClr val="007A5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5" name="Oval 164"/>
            <p:cNvSpPr/>
            <p:nvPr/>
          </p:nvSpPr>
          <p:spPr>
            <a:xfrm rot="4320000">
              <a:off x="10180382" y="2063705"/>
              <a:ext cx="286024" cy="302849"/>
            </a:xfrm>
            <a:prstGeom prst="ellipse">
              <a:avLst/>
            </a:prstGeom>
            <a:solidFill>
              <a:srgbClr val="B5E2D3"/>
            </a:solidFill>
            <a:ln w="28575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6" name="Oval 165"/>
            <p:cNvSpPr/>
            <p:nvPr/>
          </p:nvSpPr>
          <p:spPr>
            <a:xfrm rot="8859040">
              <a:off x="10123611" y="2256980"/>
              <a:ext cx="134599" cy="84124"/>
            </a:xfrm>
            <a:prstGeom prst="ellipse">
              <a:avLst/>
            </a:prstGeom>
            <a:solidFill>
              <a:srgbClr val="007A5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10" name="Group 209"/>
          <p:cNvGrpSpPr/>
          <p:nvPr/>
        </p:nvGrpSpPr>
        <p:grpSpPr>
          <a:xfrm>
            <a:off x="7867863" y="1631655"/>
            <a:ext cx="723473" cy="2355494"/>
            <a:chOff x="7867863" y="1631655"/>
            <a:chExt cx="723473" cy="2355494"/>
          </a:xfrm>
        </p:grpSpPr>
        <p:cxnSp>
          <p:nvCxnSpPr>
            <p:cNvPr id="168" name="Connector 167"/>
            <p:cNvCxnSpPr/>
            <p:nvPr/>
          </p:nvCxnSpPr>
          <p:spPr>
            <a:xfrm flipH="1">
              <a:off x="7943575" y="3347801"/>
              <a:ext cx="143012" cy="252374"/>
            </a:xfrm>
            <a:prstGeom prst="line">
              <a:avLst/>
            </a:prstGeom>
            <a:ln w="160274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Connector 168"/>
            <p:cNvCxnSpPr/>
            <p:nvPr/>
          </p:nvCxnSpPr>
          <p:spPr>
            <a:xfrm flipH="1">
              <a:off x="7943575" y="3347801"/>
              <a:ext cx="143012" cy="252374"/>
            </a:xfrm>
            <a:prstGeom prst="line">
              <a:avLst/>
            </a:prstGeom>
            <a:ln w="128524" cap="rnd">
              <a:solidFill>
                <a:srgbClr val="E8B98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Connector 169"/>
            <p:cNvCxnSpPr/>
            <p:nvPr/>
          </p:nvCxnSpPr>
          <p:spPr>
            <a:xfrm>
              <a:off x="7943575" y="3600175"/>
              <a:ext cx="117775" cy="286025"/>
            </a:xfrm>
            <a:prstGeom prst="line">
              <a:avLst/>
            </a:prstGeom>
            <a:ln w="160274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Connector 170"/>
            <p:cNvCxnSpPr/>
            <p:nvPr/>
          </p:nvCxnSpPr>
          <p:spPr>
            <a:xfrm>
              <a:off x="7943575" y="3600175"/>
              <a:ext cx="117775" cy="286025"/>
            </a:xfrm>
            <a:prstGeom prst="line">
              <a:avLst/>
            </a:prstGeom>
            <a:ln w="128524" cap="rnd">
              <a:solidFill>
                <a:srgbClr val="F6B25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2" name="Rounded Rectangle 171"/>
            <p:cNvSpPr/>
            <p:nvPr/>
          </p:nvSpPr>
          <p:spPr>
            <a:xfrm>
              <a:off x="7867863" y="3852550"/>
              <a:ext cx="286024" cy="134599"/>
            </a:xfrm>
            <a:prstGeom prst="roundRect">
              <a:avLst/>
            </a:prstGeom>
            <a:solidFill>
              <a:srgbClr val="1F2430"/>
            </a:solidFill>
            <a:ln w="12700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73" name="Connector 172"/>
            <p:cNvCxnSpPr/>
            <p:nvPr/>
          </p:nvCxnSpPr>
          <p:spPr>
            <a:xfrm>
              <a:off x="8372612" y="3347801"/>
              <a:ext cx="143012" cy="252374"/>
            </a:xfrm>
            <a:prstGeom prst="line">
              <a:avLst/>
            </a:prstGeom>
            <a:ln w="160274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Connector 173"/>
            <p:cNvCxnSpPr/>
            <p:nvPr/>
          </p:nvCxnSpPr>
          <p:spPr>
            <a:xfrm>
              <a:off x="8372612" y="3347801"/>
              <a:ext cx="143012" cy="252374"/>
            </a:xfrm>
            <a:prstGeom prst="line">
              <a:avLst/>
            </a:prstGeom>
            <a:ln w="128524" cap="rnd">
              <a:solidFill>
                <a:srgbClr val="E8B98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Connector 174"/>
            <p:cNvCxnSpPr/>
            <p:nvPr/>
          </p:nvCxnSpPr>
          <p:spPr>
            <a:xfrm flipH="1">
              <a:off x="8397849" y="3600175"/>
              <a:ext cx="117775" cy="286025"/>
            </a:xfrm>
            <a:prstGeom prst="line">
              <a:avLst/>
            </a:prstGeom>
            <a:ln w="160274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Connector 175"/>
            <p:cNvCxnSpPr/>
            <p:nvPr/>
          </p:nvCxnSpPr>
          <p:spPr>
            <a:xfrm flipH="1">
              <a:off x="8397849" y="3600175"/>
              <a:ext cx="117775" cy="286025"/>
            </a:xfrm>
            <a:prstGeom prst="line">
              <a:avLst/>
            </a:prstGeom>
            <a:ln w="128524" cap="rnd">
              <a:solidFill>
                <a:srgbClr val="F6B25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7" name="Rounded Rectangle 176"/>
            <p:cNvSpPr/>
            <p:nvPr/>
          </p:nvSpPr>
          <p:spPr>
            <a:xfrm>
              <a:off x="8305312" y="3852550"/>
              <a:ext cx="286024" cy="134599"/>
            </a:xfrm>
            <a:prstGeom prst="roundRect">
              <a:avLst/>
            </a:prstGeom>
            <a:solidFill>
              <a:srgbClr val="1F2430"/>
            </a:solidFill>
            <a:ln w="12700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8" name="Rounded Rectangle 177"/>
            <p:cNvSpPr/>
            <p:nvPr/>
          </p:nvSpPr>
          <p:spPr>
            <a:xfrm>
              <a:off x="7918338" y="3221614"/>
              <a:ext cx="622523" cy="302849"/>
            </a:xfrm>
            <a:prstGeom prst="roundRect">
              <a:avLst/>
            </a:prstGeom>
            <a:solidFill>
              <a:srgbClr val="1D3557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79" name="Connector 178"/>
            <p:cNvCxnSpPr/>
            <p:nvPr/>
          </p:nvCxnSpPr>
          <p:spPr>
            <a:xfrm flipV="1">
              <a:off x="8229600" y="2405603"/>
              <a:ext cx="0" cy="143012"/>
            </a:xfrm>
            <a:prstGeom prst="line">
              <a:avLst/>
            </a:prstGeom>
            <a:ln w="136906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Connector 179"/>
            <p:cNvCxnSpPr/>
            <p:nvPr/>
          </p:nvCxnSpPr>
          <p:spPr>
            <a:xfrm flipV="1">
              <a:off x="8229600" y="2405603"/>
              <a:ext cx="0" cy="143012"/>
            </a:xfrm>
            <a:prstGeom prst="line">
              <a:avLst/>
            </a:prstGeom>
            <a:ln w="105156" cap="rnd">
              <a:solidFill>
                <a:srgbClr val="E8B98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1" name="Round Same Side Corner Rectangle 180"/>
            <p:cNvSpPr/>
            <p:nvPr/>
          </p:nvSpPr>
          <p:spPr>
            <a:xfrm>
              <a:off x="7901513" y="2523378"/>
              <a:ext cx="656173" cy="824423"/>
            </a:xfrm>
            <a:prstGeom prst="round2SameRect">
              <a:avLst>
                <a:gd name="adj1" fmla="val 30000"/>
                <a:gd name="adj2" fmla="val 12000"/>
              </a:avLst>
            </a:prstGeom>
            <a:solidFill>
              <a:srgbClr val="F28C28"/>
            </a:solidFill>
            <a:ln w="22225">
              <a:solidFill>
                <a:srgbClr val="A844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2" name="Rounded Rectangle 181"/>
            <p:cNvSpPr/>
            <p:nvPr/>
          </p:nvSpPr>
          <p:spPr>
            <a:xfrm>
              <a:off x="7918338" y="3259470"/>
              <a:ext cx="622523" cy="75712"/>
            </a:xfrm>
            <a:prstGeom prst="roundRect">
              <a:avLst/>
            </a:prstGeom>
            <a:solidFill>
              <a:srgbClr val="A844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3" name="Chord 182"/>
            <p:cNvSpPr/>
            <p:nvPr/>
          </p:nvSpPr>
          <p:spPr>
            <a:xfrm>
              <a:off x="8103412" y="2447665"/>
              <a:ext cx="252374" cy="168249"/>
            </a:xfrm>
            <a:prstGeom prst="chord">
              <a:avLst>
                <a:gd name="adj1" fmla="val 0"/>
                <a:gd name="adj2" fmla="val 10800000"/>
              </a:avLst>
            </a:prstGeom>
            <a:solidFill>
              <a:srgbClr val="FFFFFF"/>
            </a:solidFill>
            <a:ln w="12700">
              <a:solidFill>
                <a:srgbClr val="A844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4" name="TextBox 183"/>
            <p:cNvSpPr txBox="1"/>
            <p:nvPr/>
          </p:nvSpPr>
          <p:spPr>
            <a:xfrm>
              <a:off x="7977225" y="2691627"/>
              <a:ext cx="504748" cy="47109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2300" b="1">
                  <a:solidFill>
                    <a:srgbClr val="FFFFFF"/>
                  </a:solidFill>
                  <a:latin typeface="PT Sans"/>
                </a:rPr>
                <a:t>1</a:t>
              </a:r>
            </a:p>
          </p:txBody>
        </p:sp>
        <p:cxnSp>
          <p:nvCxnSpPr>
            <p:cNvPr id="185" name="Connector 184"/>
            <p:cNvCxnSpPr/>
            <p:nvPr/>
          </p:nvCxnSpPr>
          <p:spPr>
            <a:xfrm flipH="1" flipV="1">
              <a:off x="7893100" y="2153229"/>
              <a:ext cx="33650" cy="420624"/>
            </a:xfrm>
            <a:prstGeom prst="line">
              <a:avLst/>
            </a:prstGeom>
            <a:ln w="148590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Connector 185"/>
            <p:cNvCxnSpPr/>
            <p:nvPr/>
          </p:nvCxnSpPr>
          <p:spPr>
            <a:xfrm flipH="1" flipV="1">
              <a:off x="7893100" y="2153229"/>
              <a:ext cx="33650" cy="420624"/>
            </a:xfrm>
            <a:prstGeom prst="line">
              <a:avLst/>
            </a:prstGeom>
            <a:ln w="116840" cap="rnd">
              <a:solidFill>
                <a:srgbClr val="F28C2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Connector 186"/>
            <p:cNvCxnSpPr/>
            <p:nvPr/>
          </p:nvCxnSpPr>
          <p:spPr>
            <a:xfrm flipV="1">
              <a:off x="7893100" y="1783080"/>
              <a:ext cx="117775" cy="370149"/>
            </a:xfrm>
            <a:prstGeom prst="line">
              <a:avLst/>
            </a:prstGeom>
            <a:ln w="148590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Connector 187"/>
            <p:cNvCxnSpPr/>
            <p:nvPr/>
          </p:nvCxnSpPr>
          <p:spPr>
            <a:xfrm flipV="1">
              <a:off x="7893100" y="1783080"/>
              <a:ext cx="117775" cy="370149"/>
            </a:xfrm>
            <a:prstGeom prst="line">
              <a:avLst/>
            </a:prstGeom>
            <a:ln w="116840" cap="rnd">
              <a:solidFill>
                <a:srgbClr val="F28C2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Connector 188"/>
            <p:cNvCxnSpPr/>
            <p:nvPr/>
          </p:nvCxnSpPr>
          <p:spPr>
            <a:xfrm flipV="1">
              <a:off x="8532449" y="2153229"/>
              <a:ext cx="33650" cy="420624"/>
            </a:xfrm>
            <a:prstGeom prst="line">
              <a:avLst/>
            </a:prstGeom>
            <a:ln w="148590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Connector 189"/>
            <p:cNvCxnSpPr/>
            <p:nvPr/>
          </p:nvCxnSpPr>
          <p:spPr>
            <a:xfrm flipV="1">
              <a:off x="8532449" y="2153229"/>
              <a:ext cx="33650" cy="420624"/>
            </a:xfrm>
            <a:prstGeom prst="line">
              <a:avLst/>
            </a:prstGeom>
            <a:ln w="116840" cap="rnd">
              <a:solidFill>
                <a:srgbClr val="F28C2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Connector 190"/>
            <p:cNvCxnSpPr/>
            <p:nvPr/>
          </p:nvCxnSpPr>
          <p:spPr>
            <a:xfrm flipH="1" flipV="1">
              <a:off x="8448324" y="1783080"/>
              <a:ext cx="117775" cy="370149"/>
            </a:xfrm>
            <a:prstGeom prst="line">
              <a:avLst/>
            </a:prstGeom>
            <a:ln w="148590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Connector 191"/>
            <p:cNvCxnSpPr/>
            <p:nvPr/>
          </p:nvCxnSpPr>
          <p:spPr>
            <a:xfrm flipH="1" flipV="1">
              <a:off x="8448324" y="1783080"/>
              <a:ext cx="117775" cy="370149"/>
            </a:xfrm>
            <a:prstGeom prst="line">
              <a:avLst/>
            </a:prstGeom>
            <a:ln w="116840" cap="rnd">
              <a:solidFill>
                <a:srgbClr val="F28C2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3" name="Oval 192"/>
            <p:cNvSpPr/>
            <p:nvPr/>
          </p:nvSpPr>
          <p:spPr>
            <a:xfrm>
              <a:off x="7973019" y="2165847"/>
              <a:ext cx="92537" cy="126187"/>
            </a:xfrm>
            <a:prstGeom prst="ellipse">
              <a:avLst/>
            </a:prstGeom>
            <a:solidFill>
              <a:srgbClr val="E8B98E"/>
            </a:solidFill>
            <a:ln w="12700">
              <a:solidFill>
                <a:srgbClr val="A86E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4" name="Oval 193"/>
            <p:cNvSpPr/>
            <p:nvPr/>
          </p:nvSpPr>
          <p:spPr>
            <a:xfrm>
              <a:off x="8393643" y="2165847"/>
              <a:ext cx="92537" cy="126187"/>
            </a:xfrm>
            <a:prstGeom prst="ellipse">
              <a:avLst/>
            </a:prstGeom>
            <a:solidFill>
              <a:srgbClr val="E8B98E"/>
            </a:solidFill>
            <a:ln w="12700">
              <a:solidFill>
                <a:srgbClr val="A86E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5" name="Oval 194"/>
            <p:cNvSpPr/>
            <p:nvPr/>
          </p:nvSpPr>
          <p:spPr>
            <a:xfrm>
              <a:off x="8002463" y="1976567"/>
              <a:ext cx="454273" cy="370149"/>
            </a:xfrm>
            <a:prstGeom prst="ellipse">
              <a:avLst/>
            </a:prstGeom>
            <a:solidFill>
              <a:srgbClr val="3A2A22"/>
            </a:solidFill>
            <a:ln w="15875">
              <a:solidFill>
                <a:srgbClr val="3A2A2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6" name="Oval 195"/>
            <p:cNvSpPr/>
            <p:nvPr/>
          </p:nvSpPr>
          <p:spPr>
            <a:xfrm>
              <a:off x="8031906" y="2064898"/>
              <a:ext cx="395386" cy="395386"/>
            </a:xfrm>
            <a:prstGeom prst="ellipse">
              <a:avLst/>
            </a:prstGeom>
            <a:solidFill>
              <a:srgbClr val="E8B98E"/>
            </a:solidFill>
            <a:ln w="15875">
              <a:solidFill>
                <a:srgbClr val="A86E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7" name="Chord 196"/>
            <p:cNvSpPr/>
            <p:nvPr/>
          </p:nvSpPr>
          <p:spPr>
            <a:xfrm>
              <a:off x="8031906" y="2018629"/>
              <a:ext cx="395386" cy="185074"/>
            </a:xfrm>
            <a:prstGeom prst="chord">
              <a:avLst>
                <a:gd name="adj1" fmla="val 10800000"/>
                <a:gd name="adj2" fmla="val 0"/>
              </a:avLst>
            </a:prstGeom>
            <a:solidFill>
              <a:srgbClr val="3A2A2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8" name="Oval 197"/>
            <p:cNvSpPr/>
            <p:nvPr/>
          </p:nvSpPr>
          <p:spPr>
            <a:xfrm>
              <a:off x="8113928" y="2207910"/>
              <a:ext cx="63093" cy="75712"/>
            </a:xfrm>
            <a:prstGeom prst="ellipse">
              <a:avLst/>
            </a:prstGeom>
            <a:solidFill>
              <a:srgbClr val="1F243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9" name="Oval 198"/>
            <p:cNvSpPr/>
            <p:nvPr/>
          </p:nvSpPr>
          <p:spPr>
            <a:xfrm>
              <a:off x="8147578" y="2222632"/>
              <a:ext cx="21031" cy="2103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0" name="Rounded Rectangle 199"/>
            <p:cNvSpPr/>
            <p:nvPr/>
          </p:nvSpPr>
          <p:spPr>
            <a:xfrm>
              <a:off x="8103412" y="2167950"/>
              <a:ext cx="84124" cy="21031"/>
            </a:xfrm>
            <a:prstGeom prst="roundRect">
              <a:avLst/>
            </a:prstGeom>
            <a:solidFill>
              <a:srgbClr val="3A2A2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1" name="Oval 200"/>
            <p:cNvSpPr/>
            <p:nvPr/>
          </p:nvSpPr>
          <p:spPr>
            <a:xfrm>
              <a:off x="8282178" y="2207910"/>
              <a:ext cx="63093" cy="75712"/>
            </a:xfrm>
            <a:prstGeom prst="ellipse">
              <a:avLst/>
            </a:prstGeom>
            <a:solidFill>
              <a:srgbClr val="1F243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2" name="Oval 201"/>
            <p:cNvSpPr/>
            <p:nvPr/>
          </p:nvSpPr>
          <p:spPr>
            <a:xfrm>
              <a:off x="8315827" y="2222632"/>
              <a:ext cx="21031" cy="2103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3" name="Rounded Rectangle 202"/>
            <p:cNvSpPr/>
            <p:nvPr/>
          </p:nvSpPr>
          <p:spPr>
            <a:xfrm>
              <a:off x="8271662" y="2167950"/>
              <a:ext cx="84124" cy="21031"/>
            </a:xfrm>
            <a:prstGeom prst="roundRect">
              <a:avLst/>
            </a:prstGeom>
            <a:solidFill>
              <a:srgbClr val="3A2A2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4" name="Oval 203"/>
            <p:cNvSpPr/>
            <p:nvPr/>
          </p:nvSpPr>
          <p:spPr>
            <a:xfrm>
              <a:off x="8208568" y="2279416"/>
              <a:ext cx="42062" cy="33649"/>
            </a:xfrm>
            <a:prstGeom prst="ellipse">
              <a:avLst/>
            </a:prstGeom>
            <a:solidFill>
              <a:srgbClr val="A86E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5" name="Chord 204"/>
            <p:cNvSpPr/>
            <p:nvPr/>
          </p:nvSpPr>
          <p:spPr>
            <a:xfrm>
              <a:off x="8153887" y="2296241"/>
              <a:ext cx="151424" cy="100949"/>
            </a:xfrm>
            <a:prstGeom prst="chord">
              <a:avLst>
                <a:gd name="adj1" fmla="val 0"/>
                <a:gd name="adj2" fmla="val 10800000"/>
              </a:avLst>
            </a:prstGeom>
            <a:solidFill>
              <a:srgbClr val="FFFFFF"/>
            </a:solidFill>
            <a:ln w="12700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6" name="Oval 205"/>
            <p:cNvSpPr/>
            <p:nvPr/>
          </p:nvSpPr>
          <p:spPr>
            <a:xfrm>
              <a:off x="7867863" y="1631655"/>
              <a:ext cx="286024" cy="302849"/>
            </a:xfrm>
            <a:prstGeom prst="ellipse">
              <a:avLst/>
            </a:prstGeom>
            <a:solidFill>
              <a:srgbClr val="B5E2D3"/>
            </a:solidFill>
            <a:ln w="28575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7" name="Oval 206"/>
            <p:cNvSpPr/>
            <p:nvPr/>
          </p:nvSpPr>
          <p:spPr>
            <a:xfrm rot="6459007">
              <a:off x="7894110" y="1896480"/>
              <a:ext cx="134599" cy="84124"/>
            </a:xfrm>
            <a:prstGeom prst="ellipse">
              <a:avLst/>
            </a:prstGeom>
            <a:solidFill>
              <a:srgbClr val="007A5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8" name="Oval 207"/>
            <p:cNvSpPr/>
            <p:nvPr/>
          </p:nvSpPr>
          <p:spPr>
            <a:xfrm>
              <a:off x="8305312" y="1631655"/>
              <a:ext cx="286024" cy="302849"/>
            </a:xfrm>
            <a:prstGeom prst="ellipse">
              <a:avLst/>
            </a:prstGeom>
            <a:solidFill>
              <a:srgbClr val="B5E2D3"/>
            </a:solidFill>
            <a:ln w="28575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9" name="Oval 208"/>
            <p:cNvSpPr/>
            <p:nvPr/>
          </p:nvSpPr>
          <p:spPr>
            <a:xfrm rot="4340993">
              <a:off x="8430490" y="1896480"/>
              <a:ext cx="134599" cy="84124"/>
            </a:xfrm>
            <a:prstGeom prst="ellipse">
              <a:avLst/>
            </a:prstGeom>
            <a:solidFill>
              <a:srgbClr val="007A5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211" name="Oval 210"/>
          <p:cNvSpPr/>
          <p:nvPr/>
        </p:nvSpPr>
        <p:spPr>
          <a:xfrm>
            <a:off x="7903845" y="5497830"/>
            <a:ext cx="651509" cy="137160"/>
          </a:xfrm>
          <a:prstGeom prst="ellipse">
            <a:avLst/>
          </a:prstGeom>
          <a:solidFill>
            <a:srgbClr val="8CB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Explosion 211"/>
          <p:cNvSpPr/>
          <p:nvPr/>
        </p:nvSpPr>
        <p:spPr>
          <a:xfrm>
            <a:off x="7680960" y="5017770"/>
            <a:ext cx="1097280" cy="754380"/>
          </a:xfrm>
          <a:prstGeom prst="irregularSeal2">
            <a:avLst/>
          </a:prstGeom>
          <a:solidFill>
            <a:srgbClr val="FFFFFF"/>
          </a:solidFill>
          <a:ln w="1587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Explosion 212"/>
          <p:cNvSpPr/>
          <p:nvPr/>
        </p:nvSpPr>
        <p:spPr>
          <a:xfrm>
            <a:off x="5394960" y="1440179"/>
            <a:ext cx="1554480" cy="1325880"/>
          </a:xfrm>
          <a:prstGeom prst="irregularSeal1">
            <a:avLst/>
          </a:prstGeom>
          <a:solidFill>
            <a:srgbClr val="FFEBB5"/>
          </a:solidFill>
          <a:ln w="317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7385243" y="4093125"/>
            <a:ext cx="510235" cy="51023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FCB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6958401" y="3189141"/>
            <a:ext cx="471830" cy="47183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FCB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6620438" y="2424469"/>
            <a:ext cx="433425" cy="43342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FCB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6317040" y="1952046"/>
            <a:ext cx="395020" cy="3950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FCB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Explosion 217"/>
          <p:cNvSpPr/>
          <p:nvPr/>
        </p:nvSpPr>
        <p:spPr>
          <a:xfrm>
            <a:off x="7703820" y="1348740"/>
            <a:ext cx="1051560" cy="868680"/>
          </a:xfrm>
          <a:prstGeom prst="irregularSeal2">
            <a:avLst/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7974482" y="4307738"/>
            <a:ext cx="510235" cy="51023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FCB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7993684" y="3631996"/>
            <a:ext cx="471830" cy="47183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FCB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8012887" y="2956255"/>
            <a:ext cx="433425" cy="43342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FCB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8032089" y="2280513"/>
            <a:ext cx="395020" cy="3950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FCB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Explosion 222"/>
          <p:cNvSpPr/>
          <p:nvPr/>
        </p:nvSpPr>
        <p:spPr>
          <a:xfrm>
            <a:off x="9761220" y="1668779"/>
            <a:ext cx="1051560" cy="868680"/>
          </a:xfrm>
          <a:prstGeom prst="irregularSeal2">
            <a:avLst/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8385962" y="4371746"/>
            <a:ext cx="510235" cy="51023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FCB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8816644" y="3760012"/>
            <a:ext cx="471830" cy="47183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FCB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9247327" y="3148279"/>
            <a:ext cx="433425" cy="43342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FCB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9678009" y="2536545"/>
            <a:ext cx="395020" cy="3950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FCB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237" name="Group 236"/>
          <p:cNvGrpSpPr/>
          <p:nvPr/>
        </p:nvGrpSpPr>
        <p:grpSpPr>
          <a:xfrm>
            <a:off x="7886700" y="4914900"/>
            <a:ext cx="685800" cy="685800"/>
            <a:chOff x="7886700" y="4914900"/>
            <a:chExt cx="685800" cy="685800"/>
          </a:xfrm>
        </p:grpSpPr>
        <p:sp>
          <p:nvSpPr>
            <p:cNvPr id="228" name="Oval 227"/>
            <p:cNvSpPr/>
            <p:nvPr/>
          </p:nvSpPr>
          <p:spPr>
            <a:xfrm>
              <a:off x="7886700" y="4914900"/>
              <a:ext cx="685800" cy="685800"/>
            </a:xfrm>
            <a:prstGeom prst="ellipse">
              <a:avLst/>
            </a:prstGeom>
            <a:solidFill>
              <a:srgbClr val="FFFFFF"/>
            </a:solidFill>
            <a:ln w="2222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9" name="Chord 228"/>
            <p:cNvSpPr/>
            <p:nvPr/>
          </p:nvSpPr>
          <p:spPr>
            <a:xfrm>
              <a:off x="7910702" y="4938903"/>
              <a:ext cx="637794" cy="637794"/>
            </a:xfrm>
            <a:prstGeom prst="chord">
              <a:avLst>
                <a:gd name="adj1" fmla="val 18900000"/>
                <a:gd name="adj2" fmla="val 8100000"/>
              </a:avLst>
            </a:prstGeom>
            <a:solidFill>
              <a:srgbClr val="E3E7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0" name="Regular Pentagon 229"/>
            <p:cNvSpPr/>
            <p:nvPr/>
          </p:nvSpPr>
          <p:spPr>
            <a:xfrm rot="2160000">
              <a:off x="8161020" y="4945761"/>
              <a:ext cx="137160" cy="130302"/>
            </a:xfrm>
            <a:prstGeom prst="pentagon">
              <a:avLst/>
            </a:prstGeom>
            <a:solidFill>
              <a:srgbClr val="1D355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1" name="Regular Pentagon 230"/>
            <p:cNvSpPr/>
            <p:nvPr/>
          </p:nvSpPr>
          <p:spPr>
            <a:xfrm rot="6480000">
              <a:off x="8395824" y="5116356"/>
              <a:ext cx="137160" cy="130302"/>
            </a:xfrm>
            <a:prstGeom prst="pentagon">
              <a:avLst/>
            </a:prstGeom>
            <a:solidFill>
              <a:srgbClr val="1D355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2" name="Regular Pentagon 231"/>
            <p:cNvSpPr/>
            <p:nvPr/>
          </p:nvSpPr>
          <p:spPr>
            <a:xfrm rot="10800000">
              <a:off x="8306137" y="5392385"/>
              <a:ext cx="137160" cy="130302"/>
            </a:xfrm>
            <a:prstGeom prst="pentagon">
              <a:avLst/>
            </a:prstGeom>
            <a:solidFill>
              <a:srgbClr val="1D355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3" name="Regular Pentagon 232"/>
            <p:cNvSpPr/>
            <p:nvPr/>
          </p:nvSpPr>
          <p:spPr>
            <a:xfrm rot="15120000">
              <a:off x="8015902" y="5392385"/>
              <a:ext cx="137160" cy="130302"/>
            </a:xfrm>
            <a:prstGeom prst="pentagon">
              <a:avLst/>
            </a:prstGeom>
            <a:solidFill>
              <a:srgbClr val="1D355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4" name="Regular Pentagon 233"/>
            <p:cNvSpPr/>
            <p:nvPr/>
          </p:nvSpPr>
          <p:spPr>
            <a:xfrm rot="19440000">
              <a:off x="7926215" y="5116356"/>
              <a:ext cx="137160" cy="130302"/>
            </a:xfrm>
            <a:prstGeom prst="pentagon">
              <a:avLst/>
            </a:prstGeom>
            <a:solidFill>
              <a:srgbClr val="1D355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5" name="Regular Pentagon 234"/>
            <p:cNvSpPr/>
            <p:nvPr/>
          </p:nvSpPr>
          <p:spPr>
            <a:xfrm>
              <a:off x="8126729" y="5158359"/>
              <a:ext cx="205739" cy="198881"/>
            </a:xfrm>
            <a:prstGeom prst="pentagon">
              <a:avLst/>
            </a:prstGeom>
            <a:solidFill>
              <a:srgbClr val="1D355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6" name="Oval 235"/>
            <p:cNvSpPr/>
            <p:nvPr/>
          </p:nvSpPr>
          <p:spPr>
            <a:xfrm rot="19500000">
              <a:off x="8051292" y="5079492"/>
              <a:ext cx="82296" cy="5486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238" name="Rounded Rectangle 237"/>
          <p:cNvSpPr/>
          <p:nvPr/>
        </p:nvSpPr>
        <p:spPr>
          <a:xfrm>
            <a:off x="5623560" y="4224528"/>
            <a:ext cx="5212080" cy="10972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444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000" b="1">
                <a:solidFill>
                  <a:srgbClr val="007A5A"/>
                </a:solidFill>
                <a:latin typeface="PT Sans"/>
              </a:rPr>
              <a:t>ГОЛ!</a:t>
            </a:r>
          </a:p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3 + 2 = 5</a:t>
            </a:r>
          </a:p>
        </p:txBody>
      </p:sp>
      <p:sp>
        <p:nvSpPr>
          <p:cNvPr id="239" name="Rounded Rectangle 238"/>
          <p:cNvSpPr/>
          <p:nvPr/>
        </p:nvSpPr>
        <p:spPr>
          <a:xfrm>
            <a:off x="5257800" y="4224528"/>
            <a:ext cx="5943600" cy="120700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444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3400" b="1">
                <a:solidFill>
                  <a:srgbClr val="A84400"/>
                </a:solidFill>
                <a:latin typeface="PT Sans"/>
              </a:rPr>
              <a:t>Кармап калды!</a:t>
            </a:r>
          </a:p>
          <a:p>
            <a:pPr algn="ctr"/>
            <a:r>
              <a:rPr sz="1900" b="1">
                <a:solidFill>
                  <a:srgbClr val="1D3557"/>
                </a:solidFill>
                <a:latin typeface="PT Sans"/>
              </a:rPr>
              <a:t>Туура жооп: 3 + 2 = 5</a:t>
            </a:r>
          </a:p>
          <a:p>
            <a:pPr algn="ctr"/>
            <a:r>
              <a:rPr sz="1200" b="0">
                <a:solidFill>
                  <a:srgbClr val="1F2430"/>
                </a:solidFill>
                <a:latin typeface="PT Sans"/>
              </a:rPr>
              <a:t>Кеңеш: ар бир буюмду бир жолу гана санайбыз.</a:t>
            </a:r>
          </a:p>
        </p:txBody>
      </p:sp>
      <p:sp>
        <p:nvSpPr>
          <p:cNvPr id="240" name="Rounded Rectangle 239"/>
          <p:cNvSpPr/>
          <p:nvPr/>
        </p:nvSpPr>
        <p:spPr>
          <a:xfrm>
            <a:off x="5257800" y="4224528"/>
            <a:ext cx="5943600" cy="120700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444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3400" b="1">
                <a:solidFill>
                  <a:srgbClr val="A84400"/>
                </a:solidFill>
                <a:latin typeface="PT Sans"/>
              </a:rPr>
              <a:t>Кармап калды!</a:t>
            </a:r>
          </a:p>
          <a:p>
            <a:pPr algn="ctr"/>
            <a:r>
              <a:rPr sz="1900" b="1">
                <a:solidFill>
                  <a:srgbClr val="1D3557"/>
                </a:solidFill>
                <a:latin typeface="PT Sans"/>
              </a:rPr>
              <a:t>Туура жооп: 3 + 2 = 5</a:t>
            </a:r>
          </a:p>
          <a:p>
            <a:pPr algn="ctr"/>
            <a:r>
              <a:rPr sz="1200" b="0">
                <a:solidFill>
                  <a:srgbClr val="1F2430"/>
                </a:solidFill>
                <a:latin typeface="PT Sans"/>
              </a:rPr>
              <a:t>Кеңеш: ар бир буюмду бир жолу гана санайбыз.</a:t>
            </a:r>
          </a:p>
        </p:txBody>
      </p:sp>
      <p:sp>
        <p:nvSpPr>
          <p:cNvPr id="241" name="Rectangle 240"/>
          <p:cNvSpPr/>
          <p:nvPr/>
        </p:nvSpPr>
        <p:spPr>
          <a:xfrm>
            <a:off x="8183879" y="2697480"/>
            <a:ext cx="155448" cy="91440"/>
          </a:xfrm>
          <a:prstGeom prst="rect">
            <a:avLst/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8183879" y="2697480"/>
            <a:ext cx="155448" cy="91440"/>
          </a:xfrm>
          <a:prstGeom prst="rect">
            <a:avLst/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8183879" y="2697480"/>
            <a:ext cx="155448" cy="91440"/>
          </a:xfrm>
          <a:prstGeom prst="rect">
            <a:avLst/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8183879" y="2697480"/>
            <a:ext cx="155448" cy="91440"/>
          </a:xfrm>
          <a:prstGeom prst="rect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8183879" y="2697480"/>
            <a:ext cx="155448" cy="91440"/>
          </a:xfrm>
          <a:prstGeom prst="rect">
            <a:avLst/>
          </a:prstGeom>
          <a:solidFill>
            <a:srgbClr val="F2C9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8183879" y="2697480"/>
            <a:ext cx="155448" cy="91440"/>
          </a:xfrm>
          <a:prstGeom prst="rect">
            <a:avLst/>
          </a:prstGeom>
          <a:solidFill>
            <a:srgbClr val="B5E2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8183879" y="2697480"/>
            <a:ext cx="155448" cy="91440"/>
          </a:xfrm>
          <a:prstGeom prst="rect">
            <a:avLst/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8183879" y="2697480"/>
            <a:ext cx="155448" cy="91440"/>
          </a:xfrm>
          <a:prstGeom prst="rect">
            <a:avLst/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8183879" y="2697480"/>
            <a:ext cx="155448" cy="91440"/>
          </a:xfrm>
          <a:prstGeom prst="rect">
            <a:avLst/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8183879" y="2697480"/>
            <a:ext cx="155448" cy="91440"/>
          </a:xfrm>
          <a:prstGeom prst="rect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8183879" y="2697480"/>
            <a:ext cx="155448" cy="91440"/>
          </a:xfrm>
          <a:prstGeom prst="rect">
            <a:avLst/>
          </a:prstGeom>
          <a:solidFill>
            <a:srgbClr val="F2C9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Rectangle 251"/>
          <p:cNvSpPr/>
          <p:nvPr/>
        </p:nvSpPr>
        <p:spPr>
          <a:xfrm>
            <a:off x="8183879" y="2697480"/>
            <a:ext cx="155448" cy="91440"/>
          </a:xfrm>
          <a:prstGeom prst="rect">
            <a:avLst/>
          </a:prstGeom>
          <a:solidFill>
            <a:srgbClr val="B5E2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Rectangle 252"/>
          <p:cNvSpPr/>
          <p:nvPr/>
        </p:nvSpPr>
        <p:spPr>
          <a:xfrm>
            <a:off x="8183879" y="2697480"/>
            <a:ext cx="155448" cy="91440"/>
          </a:xfrm>
          <a:prstGeom prst="rect">
            <a:avLst/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Rectangle 253"/>
          <p:cNvSpPr/>
          <p:nvPr/>
        </p:nvSpPr>
        <p:spPr>
          <a:xfrm>
            <a:off x="8183879" y="2697480"/>
            <a:ext cx="155448" cy="91440"/>
          </a:xfrm>
          <a:prstGeom prst="rect">
            <a:avLst/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Pentagon 254">
            <a:hlinkClick action="ppaction://hlinksldjump" r:id="rId8"/>
          </p:cNvPr>
          <p:cNvSpPr/>
          <p:nvPr/>
        </p:nvSpPr>
        <p:spPr>
          <a:xfrm>
            <a:off x="8652967" y="5486400"/>
            <a:ext cx="3017520" cy="457200"/>
          </a:xfrm>
          <a:prstGeom prst="homePlate">
            <a:avLst/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Кийинки тепкич →</a:t>
            </a:r>
          </a:p>
        </p:txBody>
      </p:sp>
    </p:spTree>
  </p:cSld>
  <p:clrMapOvr>
    <a:masterClrMapping/>
  </p:clrMapOvr>
  <p:transition spd="med" advClick="0">
    <p:fade/>
    <p:sndAc>
      <p:stSnd>
        <p:snd r:embed="rId3" name="whistle.wav"/>
      </p:stSnd>
    </p:sndAc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180" fill="hold" autoRev="1" repeatCount="3000"/>
                                        <p:tgtEl>
                                          <p:spTgt spid="13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" presetID="1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" dur="2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2C9AC"/>
                                      </p:to>
                                    </p:animClr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"/>
                            </p:stCondLst>
                            <p:childTnLst>
                              <p:par>
                                <p:cTn id="13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5" dur="110" fill="hold" autoRev="1" repeatCount="3000"/>
                                        <p:tgtEl>
                                          <p:spTgt spid="237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150"/>
                            </p:stCondLst>
                            <p:childTnLst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6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6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8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25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0" presetClass="path" presetSubtype="0" accel="40000" decel="2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9281 -0.20700 -0.11813 -0.51520 -0.16875 -0.46000 E" pathEditMode="relative" rAng="0">
                                      <p:cBhvr>
                                        <p:cTn id="28" dur="600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k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9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31" dur="600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2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4" dur="600" fill="hold"/>
                                        <p:tgtEl>
                                          <p:spTgt spid="237"/>
                                        </p:tgtEl>
                                      </p:cBhvr>
                                      <p:by x="65000" y="6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200"/>
                            </p:stCondLst>
                            <p:childTnLst>
                              <p:par>
                                <p:cTn id="3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32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5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32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270"/>
                            </p:stCondLst>
                            <p:childTnLst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310"/>
                            </p:stCondLst>
                            <p:childTnLst>
                              <p:par>
                                <p:cTn id="4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25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33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329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390"/>
                            </p:stCondLst>
                            <p:childTnLst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430"/>
                            </p:stCondLst>
                            <p:childTnLst>
                              <p:par>
                                <p:cTn id="5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33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329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510"/>
                            </p:stCondLst>
                            <p:childTnLst>
                              <p:par>
                                <p:cTn id="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550"/>
                            </p:stCondLst>
                            <p:childTnLst>
                              <p:par>
                                <p:cTn id="6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33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329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630"/>
                            </p:stCondLst>
                            <p:childTnLst>
                              <p:par>
                                <p:cTn id="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670"/>
                            </p:stCondLst>
                            <p:childTnLst>
                              <p:par>
                                <p:cTn id="7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" dur="33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329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1700"/>
                            </p:stCondLst>
                            <p:childTnLst>
                              <p:par>
                                <p:cTn id="8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2" dur="140" fill="hold" autoRev="1" repeatCount="2000"/>
                                        <p:tgtEl>
                                          <p:spTgt spid="33"/>
                                        </p:tgtEl>
                                      </p:cBhvr>
                                      <p:by x="104000" y="104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720"/>
                            </p:stCondLst>
                            <p:childTnLst>
                              <p:par>
                                <p:cTn id="8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260" fill="hold"/>
                                        <p:tgtEl>
                                          <p:spTgt spid="2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260" fill="hold"/>
                                        <p:tgtEl>
                                          <p:spTgt spid="2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13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2" fill="hold">
                            <p:stCondLst>
                              <p:cond delay="1750"/>
                            </p:stCondLst>
                            <p:childTnLst>
                              <p:par>
                                <p:cTn id="9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450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450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225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5" presetID="1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7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B5E2D3"/>
                                      </p:to>
                                    </p:animClr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7871 -0.16246 -0.16866 -0.09748 -0.22488 0.18277 E" pathEditMode="relative" rAng="0">
                                      <p:cBhvr>
                                        <p:cTn id="104" dur="1300" fill="hold"/>
                                        <p:tgtEl>
                                          <p:spTgt spid="2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5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107" dur="1300" fill="hold"/>
                                        <p:tgtEl>
                                          <p:spTgt spid="2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5864 -0.18832 -0.12566 -0.11299 -0.16754 0.13780 E" pathEditMode="relative" rAng="0">
                                      <p:cBhvr>
                                        <p:cTn id="112" dur="1300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3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115" dur="1300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4590 -0.16974 -0.09836 -0.10184 -0.13115 0.09069 E" pathEditMode="relative" rAng="0">
                                      <p:cBhvr>
                                        <p:cTn id="120" dur="1300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1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123" dur="1300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4007 -0.12447 -0.08586 -0.07468 -0.11449 0.20439 E" pathEditMode="relative" rAng="0">
                                      <p:cBhvr>
                                        <p:cTn id="128" dur="130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9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131" dur="130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2108 -0.15130 -0.04518 -0.09078 -0.06024 0.12125 E" pathEditMode="relative" rAng="0">
                                      <p:cBhvr>
                                        <p:cTn id="136" dur="1300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7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139" dur="1300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1265 -0.13903 -0.02712 -0.08342 -0.03615 0.10379 E" pathEditMode="relative" rAng="0">
                                      <p:cBhvr>
                                        <p:cTn id="144" dur="1300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5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147" dur="1300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1053 -0.15239 -0.02256 -0.09143 -0.03009 0.16351 E" pathEditMode="relative" rAng="0">
                                      <p:cBhvr>
                                        <p:cTn id="152" dur="1300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3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155" dur="1300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1292 -0.13968 0.02769 -0.08381 0.03692 0.20748 E" pathEditMode="relative" rAng="0">
                                      <p:cBhvr>
                                        <p:cTn id="160" dur="1300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1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163" dur="1300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1775 -0.20411 0.03803 -0.12246 0.05071 0.18907 E" pathEditMode="relative" rAng="0">
                                      <p:cBhvr>
                                        <p:cTn id="168" dur="1300" fill="hold"/>
                                        <p:tgtEl>
                                          <p:spTgt spid="2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9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171" dur="1300" fill="hold"/>
                                        <p:tgtEl>
                                          <p:spTgt spid="24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4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2278 -0.18053 0.04881 -0.10832 0.06508 0.09655 E" pathEditMode="relative" rAng="0">
                                      <p:cBhvr>
                                        <p:cTn id="176" dur="1300" fill="hold"/>
                                        <p:tgtEl>
                                          <p:spTgt spid="2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7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179" dur="1300" fill="hold"/>
                                        <p:tgtEl>
                                          <p:spTgt spid="25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8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2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3159 -0.15691 0.06769 -0.09415 0.09026 0.18313 E" pathEditMode="relative" rAng="0">
                                      <p:cBhvr>
                                        <p:cTn id="184" dur="1300" fill="hold"/>
                                        <p:tgtEl>
                                          <p:spTgt spid="2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5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187" dur="1300" fill="hold"/>
                                        <p:tgtEl>
                                          <p:spTgt spid="25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8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0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5167 -0.13798 0.11072 -0.08279 0.14762 0.19216 E" pathEditMode="relative" rAng="0">
                                      <p:cBhvr>
                                        <p:cTn id="192" dur="1300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3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195" dur="1300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8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6839 -0.14214 0.14656 -0.08528 0.19541 0.13976 E" pathEditMode="relative" rAng="0">
                                      <p:cBhvr>
                                        <p:cTn id="200" dur="1300" fill="hold"/>
                                        <p:tgtEl>
                                          <p:spTgt spid="2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1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203" dur="1300" fill="hold"/>
                                        <p:tgtEl>
                                          <p:spTgt spid="25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0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6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7530 -0.20422 0.16135 -0.12253 0.21513 0.09688 E" pathEditMode="relative" rAng="0">
                                      <p:cBhvr>
                                        <p:cTn id="208" dur="1300" fill="hold"/>
                                        <p:tgtEl>
                                          <p:spTgt spid="2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9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211" dur="1300" fill="hold"/>
                                        <p:tgtEl>
                                          <p:spTgt spid="25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7" fill="hold">
                            <p:stCondLst>
                              <p:cond delay="2150"/>
                            </p:stCondLst>
                            <p:childTnLst>
                              <p:par>
                                <p:cTn id="21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5" dur="4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4" fill="hold">
                            <p:stCondLst>
                              <p:cond delay="2800"/>
                            </p:stCondLst>
                            <p:childTnLst>
                              <p:par>
                                <p:cTn id="21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0" dur="3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4" dur="3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8" dur="3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2" dur="3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6" dur="3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0" dur="3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4" dur="3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8" dur="3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2" dur="3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6" dur="3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0" dur="3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4" dur="3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8" dur="3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2" dur="3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8" fill="hold">
                            <p:stCondLst>
                              <p:cond delay="3000"/>
                            </p:stCondLst>
                            <p:childTnLst>
                              <p:par>
                                <p:cTn id="2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7" dur="4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279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0" fill="hold">
                      <p:stCondLst>
                        <p:cond delay="0"/>
                      </p:stCondLst>
                      <p:childTnLst>
                        <p:par>
                          <p:cTn id="289" fill="hold">
                            <p:stCondLst>
                              <p:cond delay="0"/>
                            </p:stCondLst>
                            <p:childTnLst>
                              <p:par>
                                <p:cTn id="281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83" dur="180" fill="hold" autoRev="1" repeatCount="3000"/>
                                        <p:tgtEl>
                                          <p:spTgt spid="14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8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84" presetID="1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6" dur="2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2C9AC"/>
                                      </p:to>
                                    </p:animClr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3" fill="hold">
                            <p:stCondLst>
                              <p:cond delay="300"/>
                            </p:stCondLst>
                            <p:childTnLst>
                              <p:par>
                                <p:cTn id="29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92" dur="110" fill="hold" autoRev="1" repeatCount="3000"/>
                                        <p:tgtEl>
                                          <p:spTgt spid="237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2" fill="hold">
                            <p:stCondLst>
                              <p:cond delay="1150"/>
                            </p:stCondLst>
                            <p:childTnLst>
                              <p:par>
                                <p:cTn id="29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6" dur="16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7" dur="16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8" dur="8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1" dur="25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0 -0.50667 L 0.06750 -0.56667 L 0.12825 -0.26000 E" pathEditMode="relative" rAng="0">
                                      <p:cBhvr>
                                        <p:cTn id="305" dur="1150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k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06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64800000">
                                      <p:cBhvr>
                                        <p:cTn id="308" dur="1150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09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11" dur="600" fill="hold"/>
                                        <p:tgtEl>
                                          <p:spTgt spid="237"/>
                                        </p:tgtEl>
                                      </p:cBhvr>
                                      <p:by x="65000" y="6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0" fill="hold">
                            <p:stCondLst>
                              <p:cond delay="1200"/>
                            </p:stCondLst>
                            <p:childTnLst>
                              <p:par>
                                <p:cTn id="3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6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8" dur="320" fill="hold"/>
                                        <p:tgtEl>
                                          <p:spTgt spid="2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9" dur="320" fill="hold"/>
                                        <p:tgtEl>
                                          <p:spTgt spid="2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3" fill="hold">
                            <p:stCondLst>
                              <p:cond delay="1270"/>
                            </p:stCondLst>
                            <p:childTnLst>
                              <p:par>
                                <p:cTn id="3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2" fill="hold">
                            <p:stCondLst>
                              <p:cond delay="1310"/>
                            </p:stCondLst>
                            <p:childTnLst>
                              <p:par>
                                <p:cTn id="32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6" dur="25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0" dur="33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329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5" fill="hold">
                            <p:stCondLst>
                              <p:cond delay="1390"/>
                            </p:stCondLst>
                            <p:childTnLst>
                              <p:par>
                                <p:cTn id="3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0" fill="hold">
                            <p:stCondLst>
                              <p:cond delay="1430"/>
                            </p:stCondLst>
                            <p:childTnLst>
                              <p:par>
                                <p:cTn id="33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8" dur="33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329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3" fill="hold">
                            <p:stCondLst>
                              <p:cond delay="1510"/>
                            </p:stCondLst>
                            <p:childTnLst>
                              <p:par>
                                <p:cTn id="3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8" fill="hold">
                            <p:stCondLst>
                              <p:cond delay="1550"/>
                            </p:stCondLst>
                            <p:childTnLst>
                              <p:par>
                                <p:cTn id="34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6" dur="33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329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1" fill="hold">
                            <p:stCondLst>
                              <p:cond delay="1630"/>
                            </p:stCondLst>
                            <p:childTnLst>
                              <p:par>
                                <p:cTn id="3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6" fill="hold">
                            <p:stCondLst>
                              <p:cond delay="1670"/>
                            </p:stCondLst>
                            <p:childTnLst>
                              <p:par>
                                <p:cTn id="35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4" dur="33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5" dur="1" fill="hold">
                                          <p:stCondLst>
                                            <p:cond delay="329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2" fill="hold">
                            <p:stCondLst>
                              <p:cond delay="1720"/>
                            </p:stCondLst>
                            <p:childTnLst>
                              <p:par>
                                <p:cTn id="35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9" dur="260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0" dur="260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1" dur="13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8" fill="hold">
                            <p:stCondLst>
                              <p:cond delay="1750"/>
                            </p:stCondLst>
                            <p:childTnLst>
                              <p:par>
                                <p:cTn id="36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5" dur="450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6" dur="450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7" dur="225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groa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73" fill="hold">
                            <p:stCondLst>
                              <p:cond delay="2150"/>
                            </p:stCondLst>
                            <p:childTnLst>
                              <p:par>
                                <p:cTn id="36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1" dur="4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2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9" fill="hold">
                            <p:stCondLst>
                              <p:cond delay="2300"/>
                            </p:stCondLst>
                            <p:childTnLst>
                              <p:par>
                                <p:cTn id="374" presetID="1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6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B5E2D3"/>
                                      </p:to>
                                    </p:animClr>
                                    <p:set>
                                      <p:cBhvr>
                                        <p:cTn id="3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3" fill="hold">
                            <p:stCondLst>
                              <p:cond delay="3000"/>
                            </p:stCondLst>
                            <p:childTnLst>
                              <p:par>
                                <p:cTn id="3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2" dur="4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384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5" fill="hold">
                      <p:stCondLst>
                        <p:cond delay="0"/>
                      </p:stCondLst>
                      <p:childTnLst>
                        <p:par>
                          <p:cTn id="394" fill="hold">
                            <p:stCondLst>
                              <p:cond delay="0"/>
                            </p:stCondLst>
                            <p:childTnLst>
                              <p:par>
                                <p:cTn id="386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88" dur="180" fill="hold" autoRev="1" repeatCount="3000"/>
                                        <p:tgtEl>
                                          <p:spTgt spid="15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8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89" presetID="1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1" dur="2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2C9AC"/>
                                      </p:to>
                                    </p:animClr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8" fill="hold">
                            <p:stCondLst>
                              <p:cond delay="300"/>
                            </p:stCondLst>
                            <p:childTnLst>
                              <p:par>
                                <p:cTn id="395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97" dur="110" fill="hold" autoRev="1" repeatCount="3000"/>
                                        <p:tgtEl>
                                          <p:spTgt spid="237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7" fill="hold">
                            <p:stCondLst>
                              <p:cond delay="1150"/>
                            </p:stCondLst>
                            <p:childTnLst>
                              <p:par>
                                <p:cTn id="39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1" dur="16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2" dur="16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3" dur="8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6" dur="25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7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8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6875 -0.46000 L 0.20626 -0.52000 L 0.24001 -0.21333 E" pathEditMode="relative" rAng="0">
                                      <p:cBhvr>
                                        <p:cTn id="410" dur="1150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k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11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64800000">
                                      <p:cBhvr>
                                        <p:cTn id="413" dur="1150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14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16" dur="600" fill="hold"/>
                                        <p:tgtEl>
                                          <p:spTgt spid="237"/>
                                        </p:tgtEl>
                                      </p:cBhvr>
                                      <p:by x="65000" y="6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5" fill="hold">
                            <p:stCondLst>
                              <p:cond delay="1200"/>
                            </p:stCondLst>
                            <p:childTnLst>
                              <p:par>
                                <p:cTn id="41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3" dur="32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5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4" dur="32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8" fill="hold">
                            <p:stCondLst>
                              <p:cond delay="1270"/>
                            </p:stCondLst>
                            <p:childTnLst>
                              <p:par>
                                <p:cTn id="4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7" fill="hold">
                            <p:stCondLst>
                              <p:cond delay="1310"/>
                            </p:stCondLst>
                            <p:childTnLst>
                              <p:par>
                                <p:cTn id="42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1" dur="25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5" dur="33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6" dur="1" fill="hold">
                                          <p:stCondLst>
                                            <p:cond delay="329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0" fill="hold">
                            <p:stCondLst>
                              <p:cond delay="1390"/>
                            </p:stCondLst>
                            <p:childTnLst>
                              <p:par>
                                <p:cTn id="4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5" fill="hold">
                            <p:stCondLst>
                              <p:cond delay="1430"/>
                            </p:stCondLst>
                            <p:childTnLst>
                              <p:par>
                                <p:cTn id="44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3" dur="33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4" dur="1" fill="hold">
                                          <p:stCondLst>
                                            <p:cond delay="329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8" fill="hold">
                            <p:stCondLst>
                              <p:cond delay="1510"/>
                            </p:stCondLst>
                            <p:childTnLst>
                              <p:par>
                                <p:cTn id="4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3" fill="hold">
                            <p:stCondLst>
                              <p:cond delay="1550"/>
                            </p:stCondLst>
                            <p:childTnLst>
                              <p:par>
                                <p:cTn id="44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1" dur="33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2" dur="1" fill="hold">
                                          <p:stCondLst>
                                            <p:cond delay="329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6" fill="hold">
                            <p:stCondLst>
                              <p:cond delay="1630"/>
                            </p:stCondLst>
                            <p:childTnLst>
                              <p:par>
                                <p:cTn id="4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1" fill="hold">
                            <p:stCondLst>
                              <p:cond delay="1670"/>
                            </p:stCondLst>
                            <p:childTnLst>
                              <p:par>
                                <p:cTn id="45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9" dur="33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0" dur="1" fill="hold">
                                          <p:stCondLst>
                                            <p:cond delay="329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7" fill="hold">
                            <p:stCondLst>
                              <p:cond delay="1720"/>
                            </p:stCondLst>
                            <p:childTnLst>
                              <p:par>
                                <p:cTn id="46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4" dur="260" fill="hold"/>
                                        <p:tgtEl>
                                          <p:spTgt spid="2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5" dur="260" fill="hold"/>
                                        <p:tgtEl>
                                          <p:spTgt spid="2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6" dur="13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3" fill="hold">
                            <p:stCondLst>
                              <p:cond delay="1750"/>
                            </p:stCondLst>
                            <p:childTnLst>
                              <p:par>
                                <p:cTn id="46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0" dur="45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1" dur="45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2" dur="225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6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groa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78" fill="hold">
                            <p:stCondLst>
                              <p:cond delay="2150"/>
                            </p:stCondLst>
                            <p:childTnLst>
                              <p:par>
                                <p:cTn id="47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6" dur="4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7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4" fill="hold">
                            <p:stCondLst>
                              <p:cond delay="2300"/>
                            </p:stCondLst>
                            <p:childTnLst>
                              <p:par>
                                <p:cTn id="479" presetID="1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81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B5E2D3"/>
                                      </p:to>
                                    </p:animClr>
                                    <p:set>
                                      <p:cBhvr>
                                        <p:cTn id="4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8" fill="hold">
                            <p:stCondLst>
                              <p:cond delay="3000"/>
                            </p:stCondLst>
                            <p:childTnLst>
                              <p:par>
                                <p:cTn id="4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7" dur="4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211" grpId="0" animBg="1"/>
      <p:bldP spid="212" grpId="0" animBg="1"/>
      <p:bldP spid="213" grpId="0" animBg="1"/>
      <p:bldP spid="214" grpId="0" animBg="1"/>
      <p:bldP spid="215" grpId="0" animBg="1"/>
      <p:bldP spid="216" grpId="0" animBg="1"/>
      <p:bldP spid="217" grpId="0" animBg="1"/>
      <p:bldP spid="218" grpId="0" animBg="1"/>
      <p:bldP spid="219" grpId="0" animBg="1"/>
      <p:bldP spid="220" grpId="0" animBg="1"/>
      <p:bldP spid="221" grpId="0" animBg="1"/>
      <p:bldP spid="222" grpId="0" animBg="1"/>
      <p:bldP spid="223" grpId="0" animBg="1"/>
      <p:bldP spid="224" grpId="0" animBg="1"/>
      <p:bldP spid="225" grpId="0" animBg="1"/>
      <p:bldP spid="226" grpId="0" animBg="1"/>
      <p:bldP spid="227" grpId="0" animBg="1"/>
      <p:bldP spid="238" grpId="0" animBg="1"/>
      <p:bldP spid="239" grpId="0" animBg="1"/>
      <p:bldP spid="240" grpId="0" animBg="1"/>
      <p:bldP spid="241" grpId="0" animBg="1"/>
      <p:bldP spid="242" grpId="0" animBg="1"/>
      <p:bldP spid="243" grpId="0" animBg="1"/>
      <p:bldP spid="244" grpId="0" animBg="1"/>
      <p:bldP spid="245" grpId="0" animBg="1"/>
      <p:bldP spid="246" grpId="0" animBg="1"/>
      <p:bldP spid="247" grpId="0" animBg="1"/>
      <p:bldP spid="248" grpId="0" animBg="1"/>
      <p:bldP spid="249" grpId="0" animBg="1"/>
      <p:bldP spid="250" grpId="0" animBg="1"/>
      <p:bldP spid="251" grpId="0" animBg="1"/>
      <p:bldP spid="252" grpId="0" animBg="1"/>
      <p:bldP spid="253" grpId="0" animBg="1"/>
      <p:bldP spid="254" grpId="0" animBg="1"/>
      <p:bldP spid="255" grpId="0" animBg="1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Пенальти!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 ичинде кошуу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2-тепкич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5/16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4069080" cy="1828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298448"/>
            <a:ext cx="27432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6B7280"/>
                </a:solidFill>
                <a:latin typeface="PT Sans"/>
              </a:rPr>
              <a:t>СУРОО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" y="1554480"/>
            <a:ext cx="4069080" cy="1417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4 + 4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" y="3246120"/>
            <a:ext cx="4069080" cy="713232"/>
          </a:xfrm>
          <a:prstGeom prst="roundRect">
            <a:avLst>
              <a:gd name="adj" fmla="val 30000"/>
            </a:avLst>
          </a:prstGeom>
          <a:solidFill>
            <a:srgbClr val="BFCBE9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3200" b="1">
                <a:solidFill>
                  <a:srgbClr val="1D3557"/>
                </a:solidFill>
                <a:latin typeface="PT Sans"/>
              </a:rPr>
              <a:t>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" y="4087368"/>
            <a:ext cx="4069080" cy="713232"/>
          </a:xfrm>
          <a:prstGeom prst="roundRect">
            <a:avLst>
              <a:gd name="adj" fmla="val 30000"/>
            </a:avLst>
          </a:prstGeom>
          <a:solidFill>
            <a:srgbClr val="BFCBE9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3200" b="1">
                <a:solidFill>
                  <a:srgbClr val="1D3557"/>
                </a:solidFill>
                <a:latin typeface="PT Sans"/>
              </a:rPr>
              <a:t>44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" y="4928616"/>
            <a:ext cx="4069080" cy="713232"/>
          </a:xfrm>
          <a:prstGeom prst="roundRect">
            <a:avLst>
              <a:gd name="adj" fmla="val 30000"/>
            </a:avLst>
          </a:prstGeom>
          <a:solidFill>
            <a:srgbClr val="BFCBE9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3200" b="1">
                <a:solidFill>
                  <a:srgbClr val="1D3557"/>
                </a:solidFill>
                <a:latin typeface="PT Sans"/>
              </a:rPr>
              <a:t>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" y="5760720"/>
            <a:ext cx="406908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007A5A"/>
                </a:solidFill>
                <a:latin typeface="PT Sans"/>
              </a:rPr>
              <a:t>Жоопту бас · «Кантип таптың?» +1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54880" y="1234440"/>
            <a:ext cx="7007047" cy="4800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846320" y="4160520"/>
            <a:ext cx="6824167" cy="1783080"/>
          </a:xfrm>
          <a:prstGeom prst="roundRect">
            <a:avLst>
              <a:gd name="adj" fmla="val 4000"/>
            </a:avLst>
          </a:prstGeom>
          <a:solidFill>
            <a:srgbClr val="B5E2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3" name="Group 32"/>
          <p:cNvGrpSpPr/>
          <p:nvPr/>
        </p:nvGrpSpPr>
        <p:grpSpPr>
          <a:xfrm>
            <a:off x="5394960" y="1417320"/>
            <a:ext cx="5669280" cy="2743200"/>
            <a:chOff x="5394960" y="1417320"/>
            <a:chExt cx="5669280" cy="2743200"/>
          </a:xfrm>
        </p:grpSpPr>
        <p:cxnSp>
          <p:nvCxnSpPr>
            <p:cNvPr id="19" name="Connector 18"/>
            <p:cNvCxnSpPr/>
            <p:nvPr/>
          </p:nvCxnSpPr>
          <p:spPr>
            <a:xfrm>
              <a:off x="5961888" y="1417320"/>
              <a:ext cx="0" cy="2743200"/>
            </a:xfrm>
            <a:prstGeom prst="line">
              <a:avLst/>
            </a:prstGeom>
            <a:ln w="9525">
              <a:solidFill>
                <a:srgbClr val="BFCB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or 19"/>
            <p:cNvCxnSpPr/>
            <p:nvPr/>
          </p:nvCxnSpPr>
          <p:spPr>
            <a:xfrm>
              <a:off x="6528816" y="1417320"/>
              <a:ext cx="0" cy="2743200"/>
            </a:xfrm>
            <a:prstGeom prst="line">
              <a:avLst/>
            </a:prstGeom>
            <a:ln w="9525">
              <a:solidFill>
                <a:srgbClr val="BFCB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 20"/>
            <p:cNvCxnSpPr/>
            <p:nvPr/>
          </p:nvCxnSpPr>
          <p:spPr>
            <a:xfrm>
              <a:off x="7095744" y="1417320"/>
              <a:ext cx="0" cy="2743200"/>
            </a:xfrm>
            <a:prstGeom prst="line">
              <a:avLst/>
            </a:prstGeom>
            <a:ln w="9525">
              <a:solidFill>
                <a:srgbClr val="BFCB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or 21"/>
            <p:cNvCxnSpPr/>
            <p:nvPr/>
          </p:nvCxnSpPr>
          <p:spPr>
            <a:xfrm>
              <a:off x="7662672" y="1417320"/>
              <a:ext cx="0" cy="2743200"/>
            </a:xfrm>
            <a:prstGeom prst="line">
              <a:avLst/>
            </a:prstGeom>
            <a:ln w="9525">
              <a:solidFill>
                <a:srgbClr val="BFCB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or 22"/>
            <p:cNvCxnSpPr/>
            <p:nvPr/>
          </p:nvCxnSpPr>
          <p:spPr>
            <a:xfrm>
              <a:off x="8229600" y="1417320"/>
              <a:ext cx="0" cy="2743200"/>
            </a:xfrm>
            <a:prstGeom prst="line">
              <a:avLst/>
            </a:prstGeom>
            <a:ln w="9525">
              <a:solidFill>
                <a:srgbClr val="BFCB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or 23"/>
            <p:cNvCxnSpPr/>
            <p:nvPr/>
          </p:nvCxnSpPr>
          <p:spPr>
            <a:xfrm>
              <a:off x="8796528" y="1417320"/>
              <a:ext cx="0" cy="2743200"/>
            </a:xfrm>
            <a:prstGeom prst="line">
              <a:avLst/>
            </a:prstGeom>
            <a:ln w="9525">
              <a:solidFill>
                <a:srgbClr val="BFCB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nector 24"/>
            <p:cNvCxnSpPr/>
            <p:nvPr/>
          </p:nvCxnSpPr>
          <p:spPr>
            <a:xfrm>
              <a:off x="9363456" y="1417320"/>
              <a:ext cx="0" cy="2743200"/>
            </a:xfrm>
            <a:prstGeom prst="line">
              <a:avLst/>
            </a:prstGeom>
            <a:ln w="9525">
              <a:solidFill>
                <a:srgbClr val="BFCB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nector 25"/>
            <p:cNvCxnSpPr/>
            <p:nvPr/>
          </p:nvCxnSpPr>
          <p:spPr>
            <a:xfrm>
              <a:off x="9930384" y="1417320"/>
              <a:ext cx="0" cy="2743200"/>
            </a:xfrm>
            <a:prstGeom prst="line">
              <a:avLst/>
            </a:prstGeom>
            <a:ln w="9525">
              <a:solidFill>
                <a:srgbClr val="BFCB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nector 26"/>
            <p:cNvCxnSpPr/>
            <p:nvPr/>
          </p:nvCxnSpPr>
          <p:spPr>
            <a:xfrm>
              <a:off x="10497312" y="1417320"/>
              <a:ext cx="0" cy="2743200"/>
            </a:xfrm>
            <a:prstGeom prst="line">
              <a:avLst/>
            </a:prstGeom>
            <a:ln w="9525">
              <a:solidFill>
                <a:srgbClr val="BFCB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nector 27"/>
            <p:cNvCxnSpPr/>
            <p:nvPr/>
          </p:nvCxnSpPr>
          <p:spPr>
            <a:xfrm>
              <a:off x="5394960" y="1874519"/>
              <a:ext cx="5669280" cy="0"/>
            </a:xfrm>
            <a:prstGeom prst="line">
              <a:avLst/>
            </a:prstGeom>
            <a:ln w="9525">
              <a:solidFill>
                <a:srgbClr val="BFCB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nector 28"/>
            <p:cNvCxnSpPr/>
            <p:nvPr/>
          </p:nvCxnSpPr>
          <p:spPr>
            <a:xfrm>
              <a:off x="5394960" y="2331720"/>
              <a:ext cx="5669280" cy="0"/>
            </a:xfrm>
            <a:prstGeom prst="line">
              <a:avLst/>
            </a:prstGeom>
            <a:ln w="9525">
              <a:solidFill>
                <a:srgbClr val="BFCB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nector 29"/>
            <p:cNvCxnSpPr/>
            <p:nvPr/>
          </p:nvCxnSpPr>
          <p:spPr>
            <a:xfrm>
              <a:off x="5394960" y="2788920"/>
              <a:ext cx="5669280" cy="0"/>
            </a:xfrm>
            <a:prstGeom prst="line">
              <a:avLst/>
            </a:prstGeom>
            <a:ln w="9525">
              <a:solidFill>
                <a:srgbClr val="BFCB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nector 30"/>
            <p:cNvCxnSpPr/>
            <p:nvPr/>
          </p:nvCxnSpPr>
          <p:spPr>
            <a:xfrm>
              <a:off x="5394960" y="3246120"/>
              <a:ext cx="5669280" cy="0"/>
            </a:xfrm>
            <a:prstGeom prst="line">
              <a:avLst/>
            </a:prstGeom>
            <a:ln w="9525">
              <a:solidFill>
                <a:srgbClr val="BFCB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nector 31"/>
            <p:cNvCxnSpPr/>
            <p:nvPr/>
          </p:nvCxnSpPr>
          <p:spPr>
            <a:xfrm>
              <a:off x="5394960" y="3703320"/>
              <a:ext cx="5669280" cy="0"/>
            </a:xfrm>
            <a:prstGeom prst="line">
              <a:avLst/>
            </a:prstGeom>
            <a:ln w="9525">
              <a:solidFill>
                <a:srgbClr val="BFCB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4" name="Connector 33"/>
          <p:cNvCxnSpPr/>
          <p:nvPr/>
        </p:nvCxnSpPr>
        <p:spPr>
          <a:xfrm flipV="1">
            <a:off x="5394960" y="1417320"/>
            <a:ext cx="0" cy="2743200"/>
          </a:xfrm>
          <a:prstGeom prst="line">
            <a:avLst/>
          </a:prstGeom>
          <a:ln w="889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358384" y="1417320"/>
            <a:ext cx="5742432" cy="0"/>
          </a:xfrm>
          <a:prstGeom prst="line">
            <a:avLst/>
          </a:prstGeom>
          <a:ln w="889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1064240" y="1417320"/>
            <a:ext cx="0" cy="2743200"/>
          </a:xfrm>
          <a:prstGeom prst="line">
            <a:avLst/>
          </a:prstGeom>
          <a:ln w="889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4846320" y="4160520"/>
            <a:ext cx="6824167" cy="0"/>
          </a:xfrm>
          <a:prstGeom prst="line">
            <a:avLst/>
          </a:prstGeom>
          <a:ln w="3810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8147304" y="5532120"/>
            <a:ext cx="164592" cy="731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81" name="Group 80"/>
          <p:cNvGrpSpPr/>
          <p:nvPr/>
        </p:nvGrpSpPr>
        <p:grpSpPr>
          <a:xfrm>
            <a:off x="7363114" y="1990100"/>
            <a:ext cx="1732971" cy="2195656"/>
            <a:chOff x="7363114" y="1990100"/>
            <a:chExt cx="1732971" cy="2195656"/>
          </a:xfrm>
        </p:grpSpPr>
        <p:cxnSp>
          <p:nvCxnSpPr>
            <p:cNvPr id="39" name="Connector 38"/>
            <p:cNvCxnSpPr/>
            <p:nvPr/>
          </p:nvCxnSpPr>
          <p:spPr>
            <a:xfrm flipH="1">
              <a:off x="7977225" y="3361334"/>
              <a:ext cx="109362" cy="378562"/>
            </a:xfrm>
            <a:prstGeom prst="line">
              <a:avLst/>
            </a:prstGeom>
            <a:ln w="160274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or 39"/>
            <p:cNvCxnSpPr/>
            <p:nvPr/>
          </p:nvCxnSpPr>
          <p:spPr>
            <a:xfrm flipH="1">
              <a:off x="7977225" y="3361334"/>
              <a:ext cx="109362" cy="378562"/>
            </a:xfrm>
            <a:prstGeom prst="line">
              <a:avLst/>
            </a:prstGeom>
            <a:ln w="128524" cap="rnd">
              <a:solidFill>
                <a:srgbClr val="E8B98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nector 40"/>
            <p:cNvCxnSpPr/>
            <p:nvPr/>
          </p:nvCxnSpPr>
          <p:spPr>
            <a:xfrm flipH="1">
              <a:off x="7909925" y="3739896"/>
              <a:ext cx="67300" cy="344911"/>
            </a:xfrm>
            <a:prstGeom prst="line">
              <a:avLst/>
            </a:prstGeom>
            <a:ln w="160274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nector 41"/>
            <p:cNvCxnSpPr/>
            <p:nvPr/>
          </p:nvCxnSpPr>
          <p:spPr>
            <a:xfrm flipH="1">
              <a:off x="7909925" y="3739896"/>
              <a:ext cx="67300" cy="344911"/>
            </a:xfrm>
            <a:prstGeom prst="line">
              <a:avLst/>
            </a:prstGeom>
            <a:ln w="128524" cap="rnd">
              <a:solidFill>
                <a:srgbClr val="F6B25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Rounded Rectangle 42"/>
            <p:cNvSpPr/>
            <p:nvPr/>
          </p:nvSpPr>
          <p:spPr>
            <a:xfrm>
              <a:off x="7716438" y="4051157"/>
              <a:ext cx="286024" cy="134599"/>
            </a:xfrm>
            <a:prstGeom prst="roundRect">
              <a:avLst/>
            </a:prstGeom>
            <a:solidFill>
              <a:srgbClr val="1F2430"/>
            </a:solidFill>
            <a:ln w="12700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4" name="Connector 43"/>
            <p:cNvCxnSpPr/>
            <p:nvPr/>
          </p:nvCxnSpPr>
          <p:spPr>
            <a:xfrm>
              <a:off x="8372612" y="3361334"/>
              <a:ext cx="109362" cy="378562"/>
            </a:xfrm>
            <a:prstGeom prst="line">
              <a:avLst/>
            </a:prstGeom>
            <a:ln w="160274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nector 44"/>
            <p:cNvCxnSpPr/>
            <p:nvPr/>
          </p:nvCxnSpPr>
          <p:spPr>
            <a:xfrm>
              <a:off x="8372612" y="3361334"/>
              <a:ext cx="109362" cy="378562"/>
            </a:xfrm>
            <a:prstGeom prst="line">
              <a:avLst/>
            </a:prstGeom>
            <a:ln w="128524" cap="rnd">
              <a:solidFill>
                <a:srgbClr val="E8B98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nector 45"/>
            <p:cNvCxnSpPr/>
            <p:nvPr/>
          </p:nvCxnSpPr>
          <p:spPr>
            <a:xfrm>
              <a:off x="8481974" y="3739896"/>
              <a:ext cx="67300" cy="344911"/>
            </a:xfrm>
            <a:prstGeom prst="line">
              <a:avLst/>
            </a:prstGeom>
            <a:ln w="160274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onnector 46"/>
            <p:cNvCxnSpPr/>
            <p:nvPr/>
          </p:nvCxnSpPr>
          <p:spPr>
            <a:xfrm>
              <a:off x="8481974" y="3739896"/>
              <a:ext cx="67300" cy="344911"/>
            </a:xfrm>
            <a:prstGeom prst="line">
              <a:avLst/>
            </a:prstGeom>
            <a:ln w="128524" cap="rnd">
              <a:solidFill>
                <a:srgbClr val="F6B25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Rounded Rectangle 47"/>
            <p:cNvSpPr/>
            <p:nvPr/>
          </p:nvSpPr>
          <p:spPr>
            <a:xfrm>
              <a:off x="8456736" y="4051157"/>
              <a:ext cx="286024" cy="134599"/>
            </a:xfrm>
            <a:prstGeom prst="roundRect">
              <a:avLst/>
            </a:prstGeom>
            <a:solidFill>
              <a:srgbClr val="1F2430"/>
            </a:solidFill>
            <a:ln w="12700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Rounded Rectangle 48"/>
            <p:cNvSpPr/>
            <p:nvPr/>
          </p:nvSpPr>
          <p:spPr>
            <a:xfrm>
              <a:off x="7918338" y="3235147"/>
              <a:ext cx="622523" cy="302849"/>
            </a:xfrm>
            <a:prstGeom prst="roundRect">
              <a:avLst/>
            </a:prstGeom>
            <a:solidFill>
              <a:srgbClr val="1D3557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50" name="Connector 49"/>
            <p:cNvCxnSpPr/>
            <p:nvPr/>
          </p:nvCxnSpPr>
          <p:spPr>
            <a:xfrm flipV="1">
              <a:off x="8229600" y="2419136"/>
              <a:ext cx="0" cy="143012"/>
            </a:xfrm>
            <a:prstGeom prst="line">
              <a:avLst/>
            </a:prstGeom>
            <a:ln w="136906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nector 50"/>
            <p:cNvCxnSpPr/>
            <p:nvPr/>
          </p:nvCxnSpPr>
          <p:spPr>
            <a:xfrm flipV="1">
              <a:off x="8229600" y="2419136"/>
              <a:ext cx="0" cy="143012"/>
            </a:xfrm>
            <a:prstGeom prst="line">
              <a:avLst/>
            </a:prstGeom>
            <a:ln w="105156" cap="rnd">
              <a:solidFill>
                <a:srgbClr val="E8B98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Round Same Side Corner Rectangle 51"/>
            <p:cNvSpPr/>
            <p:nvPr/>
          </p:nvSpPr>
          <p:spPr>
            <a:xfrm>
              <a:off x="7901513" y="2536911"/>
              <a:ext cx="656173" cy="824423"/>
            </a:xfrm>
            <a:prstGeom prst="round2SameRect">
              <a:avLst>
                <a:gd name="adj1" fmla="val 30000"/>
                <a:gd name="adj2" fmla="val 12000"/>
              </a:avLst>
            </a:prstGeom>
            <a:solidFill>
              <a:srgbClr val="F28C28"/>
            </a:solidFill>
            <a:ln w="22225">
              <a:solidFill>
                <a:srgbClr val="A844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Rounded Rectangle 52"/>
            <p:cNvSpPr/>
            <p:nvPr/>
          </p:nvSpPr>
          <p:spPr>
            <a:xfrm>
              <a:off x="7918338" y="3273003"/>
              <a:ext cx="622523" cy="75712"/>
            </a:xfrm>
            <a:prstGeom prst="roundRect">
              <a:avLst/>
            </a:prstGeom>
            <a:solidFill>
              <a:srgbClr val="A844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Chord 53"/>
            <p:cNvSpPr/>
            <p:nvPr/>
          </p:nvSpPr>
          <p:spPr>
            <a:xfrm>
              <a:off x="8103412" y="2461199"/>
              <a:ext cx="252374" cy="168249"/>
            </a:xfrm>
            <a:prstGeom prst="chord">
              <a:avLst>
                <a:gd name="adj1" fmla="val 0"/>
                <a:gd name="adj2" fmla="val 10800000"/>
              </a:avLst>
            </a:prstGeom>
            <a:solidFill>
              <a:srgbClr val="FFFFFF"/>
            </a:solidFill>
            <a:ln w="12700">
              <a:solidFill>
                <a:srgbClr val="A844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7977225" y="2705160"/>
              <a:ext cx="504748" cy="47109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2300" b="1">
                  <a:solidFill>
                    <a:srgbClr val="FFFFFF"/>
                  </a:solidFill>
                  <a:latin typeface="PT Sans"/>
                </a:rPr>
                <a:t>1</a:t>
              </a:r>
            </a:p>
          </p:txBody>
        </p:sp>
        <p:cxnSp>
          <p:nvCxnSpPr>
            <p:cNvPr id="56" name="Connector 55"/>
            <p:cNvCxnSpPr/>
            <p:nvPr/>
          </p:nvCxnSpPr>
          <p:spPr>
            <a:xfrm flipH="1">
              <a:off x="7657551" y="2587386"/>
              <a:ext cx="269199" cy="269199"/>
            </a:xfrm>
            <a:prstGeom prst="line">
              <a:avLst/>
            </a:prstGeom>
            <a:ln w="148590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Connector 56"/>
            <p:cNvCxnSpPr/>
            <p:nvPr/>
          </p:nvCxnSpPr>
          <p:spPr>
            <a:xfrm flipH="1">
              <a:off x="7657551" y="2587386"/>
              <a:ext cx="269199" cy="269199"/>
            </a:xfrm>
            <a:prstGeom prst="line">
              <a:avLst/>
            </a:prstGeom>
            <a:ln w="116840" cap="rnd">
              <a:solidFill>
                <a:srgbClr val="F28C2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Connector 57"/>
            <p:cNvCxnSpPr/>
            <p:nvPr/>
          </p:nvCxnSpPr>
          <p:spPr>
            <a:xfrm flipH="1" flipV="1">
              <a:off x="7506126" y="2469611"/>
              <a:ext cx="151425" cy="386974"/>
            </a:xfrm>
            <a:prstGeom prst="line">
              <a:avLst/>
            </a:prstGeom>
            <a:ln w="148590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nector 58"/>
            <p:cNvCxnSpPr/>
            <p:nvPr/>
          </p:nvCxnSpPr>
          <p:spPr>
            <a:xfrm flipH="1" flipV="1">
              <a:off x="7506126" y="2469611"/>
              <a:ext cx="151425" cy="386974"/>
            </a:xfrm>
            <a:prstGeom prst="line">
              <a:avLst/>
            </a:prstGeom>
            <a:ln w="116840" cap="rnd">
              <a:solidFill>
                <a:srgbClr val="F28C2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nector 59"/>
            <p:cNvCxnSpPr/>
            <p:nvPr/>
          </p:nvCxnSpPr>
          <p:spPr>
            <a:xfrm>
              <a:off x="8532449" y="2587386"/>
              <a:ext cx="269199" cy="269199"/>
            </a:xfrm>
            <a:prstGeom prst="line">
              <a:avLst/>
            </a:prstGeom>
            <a:ln w="148590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nector 60"/>
            <p:cNvCxnSpPr/>
            <p:nvPr/>
          </p:nvCxnSpPr>
          <p:spPr>
            <a:xfrm>
              <a:off x="8532449" y="2587386"/>
              <a:ext cx="269199" cy="269199"/>
            </a:xfrm>
            <a:prstGeom prst="line">
              <a:avLst/>
            </a:prstGeom>
            <a:ln w="116840" cap="rnd">
              <a:solidFill>
                <a:srgbClr val="F28C2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Connector 61"/>
            <p:cNvCxnSpPr/>
            <p:nvPr/>
          </p:nvCxnSpPr>
          <p:spPr>
            <a:xfrm flipV="1">
              <a:off x="8801648" y="2469611"/>
              <a:ext cx="151425" cy="386974"/>
            </a:xfrm>
            <a:prstGeom prst="line">
              <a:avLst/>
            </a:prstGeom>
            <a:ln w="148590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nector 62"/>
            <p:cNvCxnSpPr/>
            <p:nvPr/>
          </p:nvCxnSpPr>
          <p:spPr>
            <a:xfrm flipV="1">
              <a:off x="8801648" y="2469611"/>
              <a:ext cx="151425" cy="386974"/>
            </a:xfrm>
            <a:prstGeom prst="line">
              <a:avLst/>
            </a:prstGeom>
            <a:ln w="116840" cap="rnd">
              <a:solidFill>
                <a:srgbClr val="F28C2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Oval 63"/>
            <p:cNvSpPr/>
            <p:nvPr/>
          </p:nvSpPr>
          <p:spPr>
            <a:xfrm>
              <a:off x="7973019" y="2179380"/>
              <a:ext cx="92537" cy="126187"/>
            </a:xfrm>
            <a:prstGeom prst="ellipse">
              <a:avLst/>
            </a:prstGeom>
            <a:solidFill>
              <a:srgbClr val="E8B98E"/>
            </a:solidFill>
            <a:ln w="12700">
              <a:solidFill>
                <a:srgbClr val="A86E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Oval 64"/>
            <p:cNvSpPr/>
            <p:nvPr/>
          </p:nvSpPr>
          <p:spPr>
            <a:xfrm>
              <a:off x="8393643" y="2179380"/>
              <a:ext cx="92537" cy="126187"/>
            </a:xfrm>
            <a:prstGeom prst="ellipse">
              <a:avLst/>
            </a:prstGeom>
            <a:solidFill>
              <a:srgbClr val="E8B98E"/>
            </a:solidFill>
            <a:ln w="12700">
              <a:solidFill>
                <a:srgbClr val="A86E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" name="Oval 65"/>
            <p:cNvSpPr/>
            <p:nvPr/>
          </p:nvSpPr>
          <p:spPr>
            <a:xfrm>
              <a:off x="8002463" y="1990100"/>
              <a:ext cx="454273" cy="370149"/>
            </a:xfrm>
            <a:prstGeom prst="ellipse">
              <a:avLst/>
            </a:prstGeom>
            <a:solidFill>
              <a:srgbClr val="3A2A22"/>
            </a:solidFill>
            <a:ln w="15875">
              <a:solidFill>
                <a:srgbClr val="3A2A2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Oval 66"/>
            <p:cNvSpPr/>
            <p:nvPr/>
          </p:nvSpPr>
          <p:spPr>
            <a:xfrm>
              <a:off x="8031906" y="2078431"/>
              <a:ext cx="395386" cy="395386"/>
            </a:xfrm>
            <a:prstGeom prst="ellipse">
              <a:avLst/>
            </a:prstGeom>
            <a:solidFill>
              <a:srgbClr val="E8B98E"/>
            </a:solidFill>
            <a:ln w="15875">
              <a:solidFill>
                <a:srgbClr val="A86E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Chord 67"/>
            <p:cNvSpPr/>
            <p:nvPr/>
          </p:nvSpPr>
          <p:spPr>
            <a:xfrm>
              <a:off x="8031906" y="2032162"/>
              <a:ext cx="395386" cy="185074"/>
            </a:xfrm>
            <a:prstGeom prst="chord">
              <a:avLst>
                <a:gd name="adj1" fmla="val 10800000"/>
                <a:gd name="adj2" fmla="val 0"/>
              </a:avLst>
            </a:prstGeom>
            <a:solidFill>
              <a:srgbClr val="3A2A2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Oval 68"/>
            <p:cNvSpPr/>
            <p:nvPr/>
          </p:nvSpPr>
          <p:spPr>
            <a:xfrm>
              <a:off x="8113928" y="2221443"/>
              <a:ext cx="63093" cy="75712"/>
            </a:xfrm>
            <a:prstGeom prst="ellipse">
              <a:avLst/>
            </a:prstGeom>
            <a:solidFill>
              <a:srgbClr val="1F243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" name="Oval 69"/>
            <p:cNvSpPr/>
            <p:nvPr/>
          </p:nvSpPr>
          <p:spPr>
            <a:xfrm>
              <a:off x="8147578" y="2236165"/>
              <a:ext cx="21031" cy="2103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Rounded Rectangle 70"/>
            <p:cNvSpPr/>
            <p:nvPr/>
          </p:nvSpPr>
          <p:spPr>
            <a:xfrm>
              <a:off x="8103412" y="2181484"/>
              <a:ext cx="84124" cy="21031"/>
            </a:xfrm>
            <a:prstGeom prst="roundRect">
              <a:avLst/>
            </a:prstGeom>
            <a:solidFill>
              <a:srgbClr val="3A2A2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Oval 71"/>
            <p:cNvSpPr/>
            <p:nvPr/>
          </p:nvSpPr>
          <p:spPr>
            <a:xfrm>
              <a:off x="8282178" y="2221443"/>
              <a:ext cx="63093" cy="75712"/>
            </a:xfrm>
            <a:prstGeom prst="ellipse">
              <a:avLst/>
            </a:prstGeom>
            <a:solidFill>
              <a:srgbClr val="1F243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" name="Oval 72"/>
            <p:cNvSpPr/>
            <p:nvPr/>
          </p:nvSpPr>
          <p:spPr>
            <a:xfrm>
              <a:off x="8315827" y="2236165"/>
              <a:ext cx="21031" cy="2103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Rounded Rectangle 73"/>
            <p:cNvSpPr/>
            <p:nvPr/>
          </p:nvSpPr>
          <p:spPr>
            <a:xfrm>
              <a:off x="8271662" y="2181484"/>
              <a:ext cx="84124" cy="21031"/>
            </a:xfrm>
            <a:prstGeom prst="roundRect">
              <a:avLst/>
            </a:prstGeom>
            <a:solidFill>
              <a:srgbClr val="3A2A2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Oval 74"/>
            <p:cNvSpPr/>
            <p:nvPr/>
          </p:nvSpPr>
          <p:spPr>
            <a:xfrm>
              <a:off x="8208568" y="2292949"/>
              <a:ext cx="42062" cy="33649"/>
            </a:xfrm>
            <a:prstGeom prst="ellipse">
              <a:avLst/>
            </a:prstGeom>
            <a:solidFill>
              <a:srgbClr val="A86E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" name="Chord 75"/>
            <p:cNvSpPr/>
            <p:nvPr/>
          </p:nvSpPr>
          <p:spPr>
            <a:xfrm>
              <a:off x="8153887" y="2309774"/>
              <a:ext cx="151424" cy="100949"/>
            </a:xfrm>
            <a:prstGeom prst="chord">
              <a:avLst>
                <a:gd name="adj1" fmla="val 0"/>
                <a:gd name="adj2" fmla="val 10800000"/>
              </a:avLst>
            </a:prstGeom>
            <a:solidFill>
              <a:srgbClr val="FFFFFF"/>
            </a:solidFill>
            <a:ln w="12700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" name="Oval 76"/>
            <p:cNvSpPr/>
            <p:nvPr/>
          </p:nvSpPr>
          <p:spPr>
            <a:xfrm>
              <a:off x="7363114" y="2318186"/>
              <a:ext cx="286024" cy="302849"/>
            </a:xfrm>
            <a:prstGeom prst="ellipse">
              <a:avLst/>
            </a:prstGeom>
            <a:solidFill>
              <a:srgbClr val="B5E2D3"/>
            </a:solidFill>
            <a:ln w="28575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" name="Oval 77"/>
            <p:cNvSpPr/>
            <p:nvPr/>
          </p:nvSpPr>
          <p:spPr>
            <a:xfrm rot="4117763">
              <a:off x="7502425" y="2590078"/>
              <a:ext cx="134599" cy="84124"/>
            </a:xfrm>
            <a:prstGeom prst="ellipse">
              <a:avLst/>
            </a:prstGeom>
            <a:solidFill>
              <a:srgbClr val="007A5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" name="Oval 78"/>
            <p:cNvSpPr/>
            <p:nvPr/>
          </p:nvSpPr>
          <p:spPr>
            <a:xfrm>
              <a:off x="8810061" y="2318186"/>
              <a:ext cx="286024" cy="302849"/>
            </a:xfrm>
            <a:prstGeom prst="ellipse">
              <a:avLst/>
            </a:prstGeom>
            <a:solidFill>
              <a:srgbClr val="B5E2D3"/>
            </a:solidFill>
            <a:ln w="28575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" name="Oval 79"/>
            <p:cNvSpPr/>
            <p:nvPr/>
          </p:nvSpPr>
          <p:spPr>
            <a:xfrm rot="6682237">
              <a:off x="8822175" y="2590078"/>
              <a:ext cx="134599" cy="84124"/>
            </a:xfrm>
            <a:prstGeom prst="ellipse">
              <a:avLst/>
            </a:prstGeom>
            <a:solidFill>
              <a:srgbClr val="007A5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4" name="Group 123"/>
          <p:cNvGrpSpPr/>
          <p:nvPr/>
        </p:nvGrpSpPr>
        <p:grpSpPr>
          <a:xfrm>
            <a:off x="5992793" y="1839684"/>
            <a:ext cx="2553036" cy="1197033"/>
            <a:chOff x="5992793" y="1839684"/>
            <a:chExt cx="2553036" cy="1197033"/>
          </a:xfrm>
        </p:grpSpPr>
        <p:cxnSp>
          <p:nvCxnSpPr>
            <p:cNvPr id="82" name="Connector 81"/>
            <p:cNvCxnSpPr/>
            <p:nvPr/>
          </p:nvCxnSpPr>
          <p:spPr>
            <a:xfrm>
              <a:off x="7632146" y="2727857"/>
              <a:ext cx="389033" cy="82177"/>
            </a:xfrm>
            <a:prstGeom prst="line">
              <a:avLst/>
            </a:prstGeom>
            <a:ln w="160274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Connector 82"/>
            <p:cNvCxnSpPr/>
            <p:nvPr/>
          </p:nvCxnSpPr>
          <p:spPr>
            <a:xfrm>
              <a:off x="7632146" y="2727857"/>
              <a:ext cx="389033" cy="82177"/>
            </a:xfrm>
            <a:prstGeom prst="line">
              <a:avLst/>
            </a:prstGeom>
            <a:ln w="128524" cap="rnd">
              <a:solidFill>
                <a:srgbClr val="E8B98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Connector 83"/>
            <p:cNvCxnSpPr/>
            <p:nvPr/>
          </p:nvCxnSpPr>
          <p:spPr>
            <a:xfrm>
              <a:off x="8021179" y="2810034"/>
              <a:ext cx="365233" cy="100981"/>
            </a:xfrm>
            <a:prstGeom prst="line">
              <a:avLst/>
            </a:prstGeom>
            <a:ln w="160274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Connector 84"/>
            <p:cNvCxnSpPr/>
            <p:nvPr/>
          </p:nvCxnSpPr>
          <p:spPr>
            <a:xfrm>
              <a:off x="8021179" y="2810034"/>
              <a:ext cx="365233" cy="100981"/>
            </a:xfrm>
            <a:prstGeom prst="line">
              <a:avLst/>
            </a:prstGeom>
            <a:ln w="128524" cap="rnd">
              <a:solidFill>
                <a:srgbClr val="F6B25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Rounded Rectangle 85"/>
            <p:cNvSpPr/>
            <p:nvPr/>
          </p:nvSpPr>
          <p:spPr>
            <a:xfrm rot="17280000">
              <a:off x="8259805" y="2902118"/>
              <a:ext cx="286024" cy="134599"/>
            </a:xfrm>
            <a:prstGeom prst="roundRect">
              <a:avLst/>
            </a:prstGeom>
            <a:solidFill>
              <a:srgbClr val="1F2430"/>
            </a:solidFill>
            <a:ln w="12700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87" name="Connector 86"/>
            <p:cNvCxnSpPr/>
            <p:nvPr/>
          </p:nvCxnSpPr>
          <p:spPr>
            <a:xfrm flipV="1">
              <a:off x="7720533" y="2389604"/>
              <a:ext cx="313416" cy="66228"/>
            </a:xfrm>
            <a:prstGeom prst="line">
              <a:avLst/>
            </a:prstGeom>
            <a:ln w="160274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Connector 87"/>
            <p:cNvCxnSpPr/>
            <p:nvPr/>
          </p:nvCxnSpPr>
          <p:spPr>
            <a:xfrm flipV="1">
              <a:off x="7720533" y="2389604"/>
              <a:ext cx="313416" cy="66228"/>
            </a:xfrm>
            <a:prstGeom prst="line">
              <a:avLst/>
            </a:prstGeom>
            <a:ln w="128524" cap="rnd">
              <a:solidFill>
                <a:srgbClr val="E8B98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Connector 88"/>
            <p:cNvCxnSpPr/>
            <p:nvPr/>
          </p:nvCxnSpPr>
          <p:spPr>
            <a:xfrm>
              <a:off x="8033949" y="2389604"/>
              <a:ext cx="249235" cy="240199"/>
            </a:xfrm>
            <a:prstGeom prst="line">
              <a:avLst/>
            </a:prstGeom>
            <a:ln w="160274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Connector 89"/>
            <p:cNvCxnSpPr/>
            <p:nvPr/>
          </p:nvCxnSpPr>
          <p:spPr>
            <a:xfrm>
              <a:off x="8033949" y="2389604"/>
              <a:ext cx="249235" cy="240199"/>
            </a:xfrm>
            <a:prstGeom prst="line">
              <a:avLst/>
            </a:prstGeom>
            <a:ln w="128524" cap="rnd">
              <a:solidFill>
                <a:srgbClr val="F6B25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Rounded Rectangle 90"/>
            <p:cNvSpPr/>
            <p:nvPr/>
          </p:nvSpPr>
          <p:spPr>
            <a:xfrm rot="17280000">
              <a:off x="8187773" y="2524897"/>
              <a:ext cx="286024" cy="134599"/>
            </a:xfrm>
            <a:prstGeom prst="roundRect">
              <a:avLst/>
            </a:prstGeom>
            <a:solidFill>
              <a:srgbClr val="1F2430"/>
            </a:solidFill>
            <a:ln w="12700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2" name="Rounded Rectangle 91"/>
            <p:cNvSpPr/>
            <p:nvPr/>
          </p:nvSpPr>
          <p:spPr>
            <a:xfrm rot="17280000">
              <a:off x="7389080" y="2448218"/>
              <a:ext cx="622523" cy="302849"/>
            </a:xfrm>
            <a:prstGeom prst="roundRect">
              <a:avLst/>
            </a:prstGeom>
            <a:solidFill>
              <a:srgbClr val="1D3557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93" name="Connector 92"/>
            <p:cNvCxnSpPr/>
            <p:nvPr/>
          </p:nvCxnSpPr>
          <p:spPr>
            <a:xfrm flipH="1" flipV="1">
              <a:off x="6780256" y="2300689"/>
              <a:ext cx="136013" cy="44193"/>
            </a:xfrm>
            <a:prstGeom prst="line">
              <a:avLst/>
            </a:prstGeom>
            <a:ln w="136906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Connector 93"/>
            <p:cNvCxnSpPr/>
            <p:nvPr/>
          </p:nvCxnSpPr>
          <p:spPr>
            <a:xfrm flipH="1" flipV="1">
              <a:off x="6780256" y="2300689"/>
              <a:ext cx="136013" cy="44193"/>
            </a:xfrm>
            <a:prstGeom prst="line">
              <a:avLst/>
            </a:prstGeom>
            <a:ln w="105156" cap="rnd">
              <a:solidFill>
                <a:srgbClr val="E8B98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5" name="Round Same Side Corner Rectangle 94"/>
            <p:cNvSpPr/>
            <p:nvPr/>
          </p:nvSpPr>
          <p:spPr>
            <a:xfrm rot="17280000">
              <a:off x="6956216" y="2052252"/>
              <a:ext cx="656173" cy="824423"/>
            </a:xfrm>
            <a:prstGeom prst="round2SameRect">
              <a:avLst>
                <a:gd name="adj1" fmla="val 30000"/>
                <a:gd name="adj2" fmla="val 12000"/>
              </a:avLst>
            </a:prstGeom>
            <a:solidFill>
              <a:srgbClr val="F28C28"/>
            </a:solidFill>
            <a:ln w="22225">
              <a:solidFill>
                <a:srgbClr val="A844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6" name="Rounded Rectangle 95"/>
            <p:cNvSpPr/>
            <p:nvPr/>
          </p:nvSpPr>
          <p:spPr>
            <a:xfrm rot="17280000">
              <a:off x="7317073" y="2538390"/>
              <a:ext cx="622523" cy="75712"/>
            </a:xfrm>
            <a:prstGeom prst="roundRect">
              <a:avLst/>
            </a:prstGeom>
            <a:solidFill>
              <a:srgbClr val="A844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7" name="Chord 96"/>
            <p:cNvSpPr/>
            <p:nvPr/>
          </p:nvSpPr>
          <p:spPr>
            <a:xfrm rot="17280000">
              <a:off x="6774080" y="2255558"/>
              <a:ext cx="252374" cy="168249"/>
            </a:xfrm>
            <a:prstGeom prst="chord">
              <a:avLst>
                <a:gd name="adj1" fmla="val 0"/>
                <a:gd name="adj2" fmla="val 10800000"/>
              </a:avLst>
            </a:prstGeom>
            <a:solidFill>
              <a:srgbClr val="FFFFFF"/>
            </a:solidFill>
            <a:ln w="12700">
              <a:solidFill>
                <a:srgbClr val="A844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8" name="TextBox 97"/>
            <p:cNvSpPr txBox="1"/>
            <p:nvPr/>
          </p:nvSpPr>
          <p:spPr>
            <a:xfrm rot="17280000">
              <a:off x="7023928" y="2226315"/>
              <a:ext cx="504748" cy="47109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2300" b="1">
                  <a:solidFill>
                    <a:srgbClr val="FFFFFF"/>
                  </a:solidFill>
                  <a:latin typeface="PT Sans"/>
                </a:rPr>
                <a:t>1</a:t>
              </a:r>
            </a:p>
          </p:txBody>
        </p:sp>
        <p:cxnSp>
          <p:nvCxnSpPr>
            <p:cNvPr id="99" name="Connector 98"/>
            <p:cNvCxnSpPr/>
            <p:nvPr/>
          </p:nvCxnSpPr>
          <p:spPr>
            <a:xfrm flipH="1" flipV="1">
              <a:off x="6451242" y="2414921"/>
              <a:ext cx="395443" cy="225787"/>
            </a:xfrm>
            <a:prstGeom prst="line">
              <a:avLst/>
            </a:prstGeom>
            <a:ln w="148590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Connector 99"/>
            <p:cNvCxnSpPr/>
            <p:nvPr/>
          </p:nvCxnSpPr>
          <p:spPr>
            <a:xfrm flipH="1" flipV="1">
              <a:off x="6451242" y="2414921"/>
              <a:ext cx="395443" cy="225787"/>
            </a:xfrm>
            <a:prstGeom prst="line">
              <a:avLst/>
            </a:prstGeom>
            <a:ln w="116840" cap="rnd">
              <a:solidFill>
                <a:srgbClr val="F28C2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Connector 100"/>
            <p:cNvCxnSpPr/>
            <p:nvPr/>
          </p:nvCxnSpPr>
          <p:spPr>
            <a:xfrm flipH="1" flipV="1">
              <a:off x="6135805" y="2215130"/>
              <a:ext cx="315437" cy="199791"/>
            </a:xfrm>
            <a:prstGeom prst="line">
              <a:avLst/>
            </a:prstGeom>
            <a:ln w="148590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Connector 101"/>
            <p:cNvCxnSpPr/>
            <p:nvPr/>
          </p:nvCxnSpPr>
          <p:spPr>
            <a:xfrm flipH="1" flipV="1">
              <a:off x="6135805" y="2215130"/>
              <a:ext cx="315437" cy="199791"/>
            </a:xfrm>
            <a:prstGeom prst="line">
              <a:avLst/>
            </a:prstGeom>
            <a:ln w="116840" cap="rnd">
              <a:solidFill>
                <a:srgbClr val="F28C2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Connector 102"/>
            <p:cNvCxnSpPr/>
            <p:nvPr/>
          </p:nvCxnSpPr>
          <p:spPr>
            <a:xfrm flipH="1" flipV="1">
              <a:off x="6581221" y="2014884"/>
              <a:ext cx="452635" cy="49770"/>
            </a:xfrm>
            <a:prstGeom prst="line">
              <a:avLst/>
            </a:prstGeom>
            <a:ln w="148590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Connector 103"/>
            <p:cNvCxnSpPr/>
            <p:nvPr/>
          </p:nvCxnSpPr>
          <p:spPr>
            <a:xfrm flipH="1" flipV="1">
              <a:off x="6581221" y="2014884"/>
              <a:ext cx="452635" cy="49770"/>
            </a:xfrm>
            <a:prstGeom prst="line">
              <a:avLst/>
            </a:prstGeom>
            <a:ln w="116840" cap="rnd">
              <a:solidFill>
                <a:srgbClr val="F28C2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Connector 104"/>
            <p:cNvCxnSpPr/>
            <p:nvPr/>
          </p:nvCxnSpPr>
          <p:spPr>
            <a:xfrm flipH="1" flipV="1">
              <a:off x="6208594" y="1991109"/>
              <a:ext cx="372627" cy="23775"/>
            </a:xfrm>
            <a:prstGeom prst="line">
              <a:avLst/>
            </a:prstGeom>
            <a:ln w="148590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Connector 105"/>
            <p:cNvCxnSpPr/>
            <p:nvPr/>
          </p:nvCxnSpPr>
          <p:spPr>
            <a:xfrm flipH="1" flipV="1">
              <a:off x="6208594" y="1991109"/>
              <a:ext cx="372627" cy="23775"/>
            </a:xfrm>
            <a:prstGeom prst="line">
              <a:avLst/>
            </a:prstGeom>
            <a:ln w="116840" cap="rnd">
              <a:solidFill>
                <a:srgbClr val="F28C2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7" name="Oval 106"/>
            <p:cNvSpPr/>
            <p:nvPr/>
          </p:nvSpPr>
          <p:spPr>
            <a:xfrm rot="17280000">
              <a:off x="6500982" y="2383022"/>
              <a:ext cx="92537" cy="126187"/>
            </a:xfrm>
            <a:prstGeom prst="ellipse">
              <a:avLst/>
            </a:prstGeom>
            <a:solidFill>
              <a:srgbClr val="E8B98E"/>
            </a:solidFill>
            <a:ln w="12700">
              <a:solidFill>
                <a:srgbClr val="A86E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8" name="Oval 107"/>
            <p:cNvSpPr/>
            <p:nvPr/>
          </p:nvSpPr>
          <p:spPr>
            <a:xfrm rot="17280000">
              <a:off x="6630962" y="1982985"/>
              <a:ext cx="92537" cy="126187"/>
            </a:xfrm>
            <a:prstGeom prst="ellipse">
              <a:avLst/>
            </a:prstGeom>
            <a:solidFill>
              <a:srgbClr val="E8B98E"/>
            </a:solidFill>
            <a:ln w="12700">
              <a:solidFill>
                <a:srgbClr val="A86E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9" name="Oval 108"/>
            <p:cNvSpPr/>
            <p:nvPr/>
          </p:nvSpPr>
          <p:spPr>
            <a:xfrm rot="17280000">
              <a:off x="6321098" y="2040226"/>
              <a:ext cx="454273" cy="370149"/>
            </a:xfrm>
            <a:prstGeom prst="ellipse">
              <a:avLst/>
            </a:prstGeom>
            <a:solidFill>
              <a:srgbClr val="3A2A22"/>
            </a:solidFill>
            <a:ln w="15875">
              <a:solidFill>
                <a:srgbClr val="3A2A2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0" name="Oval 109"/>
            <p:cNvSpPr/>
            <p:nvPr/>
          </p:nvSpPr>
          <p:spPr>
            <a:xfrm rot="17280000">
              <a:off x="6446550" y="2058803"/>
              <a:ext cx="395386" cy="395386"/>
            </a:xfrm>
            <a:prstGeom prst="ellipse">
              <a:avLst/>
            </a:prstGeom>
            <a:solidFill>
              <a:srgbClr val="E8B98E"/>
            </a:solidFill>
            <a:ln w="15875">
              <a:solidFill>
                <a:srgbClr val="A86E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1" name="Chord 110"/>
            <p:cNvSpPr/>
            <p:nvPr/>
          </p:nvSpPr>
          <p:spPr>
            <a:xfrm rot="17280000">
              <a:off x="6302537" y="2117166"/>
              <a:ext cx="395386" cy="185074"/>
            </a:xfrm>
            <a:prstGeom prst="chord">
              <a:avLst>
                <a:gd name="adj1" fmla="val 10800000"/>
                <a:gd name="adj2" fmla="val 0"/>
              </a:avLst>
            </a:prstGeom>
            <a:solidFill>
              <a:srgbClr val="3A2A2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2" name="Oval 111"/>
            <p:cNvSpPr/>
            <p:nvPr/>
          </p:nvSpPr>
          <p:spPr>
            <a:xfrm rot="17280000">
              <a:off x="6570699" y="2293448"/>
              <a:ext cx="63093" cy="75712"/>
            </a:xfrm>
            <a:prstGeom prst="ellipse">
              <a:avLst/>
            </a:prstGeom>
            <a:solidFill>
              <a:srgbClr val="1F243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3" name="Oval 112"/>
            <p:cNvSpPr/>
            <p:nvPr/>
          </p:nvSpPr>
          <p:spPr>
            <a:xfrm rot="17280000">
              <a:off x="6583629" y="2304888"/>
              <a:ext cx="21031" cy="2103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4" name="Rounded Rectangle 113"/>
            <p:cNvSpPr/>
            <p:nvPr/>
          </p:nvSpPr>
          <p:spPr>
            <a:xfrm rot="17280000">
              <a:off x="6496178" y="2299992"/>
              <a:ext cx="84124" cy="21031"/>
            </a:xfrm>
            <a:prstGeom prst="roundRect">
              <a:avLst/>
            </a:prstGeom>
            <a:solidFill>
              <a:srgbClr val="3A2A2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5" name="Oval 114"/>
            <p:cNvSpPr/>
            <p:nvPr/>
          </p:nvSpPr>
          <p:spPr>
            <a:xfrm rot="17280000">
              <a:off x="6622691" y="2133433"/>
              <a:ext cx="63093" cy="75712"/>
            </a:xfrm>
            <a:prstGeom prst="ellipse">
              <a:avLst/>
            </a:prstGeom>
            <a:solidFill>
              <a:srgbClr val="1F243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6" name="Oval 115"/>
            <p:cNvSpPr/>
            <p:nvPr/>
          </p:nvSpPr>
          <p:spPr>
            <a:xfrm rot="17280000">
              <a:off x="6635621" y="2144873"/>
              <a:ext cx="21031" cy="2103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7" name="Rounded Rectangle 116"/>
            <p:cNvSpPr/>
            <p:nvPr/>
          </p:nvSpPr>
          <p:spPr>
            <a:xfrm rot="17280000">
              <a:off x="6548170" y="2139977"/>
              <a:ext cx="84124" cy="21031"/>
            </a:xfrm>
            <a:prstGeom prst="roundRect">
              <a:avLst/>
            </a:prstGeom>
            <a:solidFill>
              <a:srgbClr val="3A2A2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8" name="Oval 117"/>
            <p:cNvSpPr/>
            <p:nvPr/>
          </p:nvSpPr>
          <p:spPr>
            <a:xfrm rot="17280000">
              <a:off x="6655215" y="2250069"/>
              <a:ext cx="42062" cy="33649"/>
            </a:xfrm>
            <a:prstGeom prst="ellipse">
              <a:avLst/>
            </a:prstGeom>
            <a:solidFill>
              <a:srgbClr val="A86E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9" name="Chord 118"/>
            <p:cNvSpPr/>
            <p:nvPr/>
          </p:nvSpPr>
          <p:spPr>
            <a:xfrm rot="17280000">
              <a:off x="6648539" y="2232017"/>
              <a:ext cx="151424" cy="100949"/>
            </a:xfrm>
            <a:prstGeom prst="chord">
              <a:avLst>
                <a:gd name="adj1" fmla="val 0"/>
                <a:gd name="adj2" fmla="val 10800000"/>
              </a:avLst>
            </a:prstGeom>
            <a:solidFill>
              <a:srgbClr val="FFFFFF"/>
            </a:solidFill>
            <a:ln w="12700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0" name="Oval 119"/>
            <p:cNvSpPr/>
            <p:nvPr/>
          </p:nvSpPr>
          <p:spPr>
            <a:xfrm rot="17280000">
              <a:off x="5992793" y="2063705"/>
              <a:ext cx="286024" cy="302849"/>
            </a:xfrm>
            <a:prstGeom prst="ellipse">
              <a:avLst/>
            </a:prstGeom>
            <a:solidFill>
              <a:srgbClr val="B5E2D3"/>
            </a:solidFill>
            <a:ln w="28575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1" name="Oval 120"/>
            <p:cNvSpPr/>
            <p:nvPr/>
          </p:nvSpPr>
          <p:spPr>
            <a:xfrm rot="1940960">
              <a:off x="6200989" y="2256980"/>
              <a:ext cx="134599" cy="84124"/>
            </a:xfrm>
            <a:prstGeom prst="ellipse">
              <a:avLst/>
            </a:prstGeom>
            <a:solidFill>
              <a:srgbClr val="007A5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2" name="Oval 121"/>
            <p:cNvSpPr/>
            <p:nvPr/>
          </p:nvSpPr>
          <p:spPr>
            <a:xfrm rot="17280000">
              <a:off x="6065582" y="1839684"/>
              <a:ext cx="286024" cy="302849"/>
            </a:xfrm>
            <a:prstGeom prst="ellipse">
              <a:avLst/>
            </a:prstGeom>
            <a:solidFill>
              <a:srgbClr val="B5E2D3"/>
            </a:solidFill>
            <a:ln w="28575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3" name="Oval 122"/>
            <p:cNvSpPr/>
            <p:nvPr/>
          </p:nvSpPr>
          <p:spPr>
            <a:xfrm rot="219040">
              <a:off x="6297798" y="1959032"/>
              <a:ext cx="134599" cy="84124"/>
            </a:xfrm>
            <a:prstGeom prst="ellipse">
              <a:avLst/>
            </a:prstGeom>
            <a:solidFill>
              <a:srgbClr val="007A5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10" name="Group 209"/>
          <p:cNvGrpSpPr/>
          <p:nvPr/>
        </p:nvGrpSpPr>
        <p:grpSpPr>
          <a:xfrm>
            <a:off x="7867863" y="1631655"/>
            <a:ext cx="723473" cy="2355494"/>
            <a:chOff x="7867863" y="1631655"/>
            <a:chExt cx="723473" cy="2355494"/>
          </a:xfrm>
        </p:grpSpPr>
        <p:cxnSp>
          <p:nvCxnSpPr>
            <p:cNvPr id="168" name="Connector 167"/>
            <p:cNvCxnSpPr/>
            <p:nvPr/>
          </p:nvCxnSpPr>
          <p:spPr>
            <a:xfrm flipH="1">
              <a:off x="7943575" y="3347801"/>
              <a:ext cx="143012" cy="252374"/>
            </a:xfrm>
            <a:prstGeom prst="line">
              <a:avLst/>
            </a:prstGeom>
            <a:ln w="160274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Connector 168"/>
            <p:cNvCxnSpPr/>
            <p:nvPr/>
          </p:nvCxnSpPr>
          <p:spPr>
            <a:xfrm flipH="1">
              <a:off x="7943575" y="3347801"/>
              <a:ext cx="143012" cy="252374"/>
            </a:xfrm>
            <a:prstGeom prst="line">
              <a:avLst/>
            </a:prstGeom>
            <a:ln w="128524" cap="rnd">
              <a:solidFill>
                <a:srgbClr val="E8B98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Connector 169"/>
            <p:cNvCxnSpPr/>
            <p:nvPr/>
          </p:nvCxnSpPr>
          <p:spPr>
            <a:xfrm>
              <a:off x="7943575" y="3600175"/>
              <a:ext cx="117775" cy="286025"/>
            </a:xfrm>
            <a:prstGeom prst="line">
              <a:avLst/>
            </a:prstGeom>
            <a:ln w="160274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Connector 170"/>
            <p:cNvCxnSpPr/>
            <p:nvPr/>
          </p:nvCxnSpPr>
          <p:spPr>
            <a:xfrm>
              <a:off x="7943575" y="3600175"/>
              <a:ext cx="117775" cy="286025"/>
            </a:xfrm>
            <a:prstGeom prst="line">
              <a:avLst/>
            </a:prstGeom>
            <a:ln w="128524" cap="rnd">
              <a:solidFill>
                <a:srgbClr val="F6B25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2" name="Rounded Rectangle 171"/>
            <p:cNvSpPr/>
            <p:nvPr/>
          </p:nvSpPr>
          <p:spPr>
            <a:xfrm>
              <a:off x="7867863" y="3852550"/>
              <a:ext cx="286024" cy="134599"/>
            </a:xfrm>
            <a:prstGeom prst="roundRect">
              <a:avLst/>
            </a:prstGeom>
            <a:solidFill>
              <a:srgbClr val="1F2430"/>
            </a:solidFill>
            <a:ln w="12700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73" name="Connector 172"/>
            <p:cNvCxnSpPr/>
            <p:nvPr/>
          </p:nvCxnSpPr>
          <p:spPr>
            <a:xfrm>
              <a:off x="8372612" y="3347801"/>
              <a:ext cx="143012" cy="252374"/>
            </a:xfrm>
            <a:prstGeom prst="line">
              <a:avLst/>
            </a:prstGeom>
            <a:ln w="160274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Connector 173"/>
            <p:cNvCxnSpPr/>
            <p:nvPr/>
          </p:nvCxnSpPr>
          <p:spPr>
            <a:xfrm>
              <a:off x="8372612" y="3347801"/>
              <a:ext cx="143012" cy="252374"/>
            </a:xfrm>
            <a:prstGeom prst="line">
              <a:avLst/>
            </a:prstGeom>
            <a:ln w="128524" cap="rnd">
              <a:solidFill>
                <a:srgbClr val="E8B98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Connector 174"/>
            <p:cNvCxnSpPr/>
            <p:nvPr/>
          </p:nvCxnSpPr>
          <p:spPr>
            <a:xfrm flipH="1">
              <a:off x="8397849" y="3600175"/>
              <a:ext cx="117775" cy="286025"/>
            </a:xfrm>
            <a:prstGeom prst="line">
              <a:avLst/>
            </a:prstGeom>
            <a:ln w="160274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Connector 175"/>
            <p:cNvCxnSpPr/>
            <p:nvPr/>
          </p:nvCxnSpPr>
          <p:spPr>
            <a:xfrm flipH="1">
              <a:off x="8397849" y="3600175"/>
              <a:ext cx="117775" cy="286025"/>
            </a:xfrm>
            <a:prstGeom prst="line">
              <a:avLst/>
            </a:prstGeom>
            <a:ln w="128524" cap="rnd">
              <a:solidFill>
                <a:srgbClr val="F6B25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7" name="Rounded Rectangle 176"/>
            <p:cNvSpPr/>
            <p:nvPr/>
          </p:nvSpPr>
          <p:spPr>
            <a:xfrm>
              <a:off x="8305312" y="3852550"/>
              <a:ext cx="286024" cy="134599"/>
            </a:xfrm>
            <a:prstGeom prst="roundRect">
              <a:avLst/>
            </a:prstGeom>
            <a:solidFill>
              <a:srgbClr val="1F2430"/>
            </a:solidFill>
            <a:ln w="12700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8" name="Rounded Rectangle 177"/>
            <p:cNvSpPr/>
            <p:nvPr/>
          </p:nvSpPr>
          <p:spPr>
            <a:xfrm>
              <a:off x="7918338" y="3221614"/>
              <a:ext cx="622523" cy="302849"/>
            </a:xfrm>
            <a:prstGeom prst="roundRect">
              <a:avLst/>
            </a:prstGeom>
            <a:solidFill>
              <a:srgbClr val="1D3557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79" name="Connector 178"/>
            <p:cNvCxnSpPr/>
            <p:nvPr/>
          </p:nvCxnSpPr>
          <p:spPr>
            <a:xfrm flipV="1">
              <a:off x="8229600" y="2405603"/>
              <a:ext cx="0" cy="143012"/>
            </a:xfrm>
            <a:prstGeom prst="line">
              <a:avLst/>
            </a:prstGeom>
            <a:ln w="136906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Connector 179"/>
            <p:cNvCxnSpPr/>
            <p:nvPr/>
          </p:nvCxnSpPr>
          <p:spPr>
            <a:xfrm flipV="1">
              <a:off x="8229600" y="2405603"/>
              <a:ext cx="0" cy="143012"/>
            </a:xfrm>
            <a:prstGeom prst="line">
              <a:avLst/>
            </a:prstGeom>
            <a:ln w="105156" cap="rnd">
              <a:solidFill>
                <a:srgbClr val="E8B98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1" name="Round Same Side Corner Rectangle 180"/>
            <p:cNvSpPr/>
            <p:nvPr/>
          </p:nvSpPr>
          <p:spPr>
            <a:xfrm>
              <a:off x="7901513" y="2523378"/>
              <a:ext cx="656173" cy="824423"/>
            </a:xfrm>
            <a:prstGeom prst="round2SameRect">
              <a:avLst>
                <a:gd name="adj1" fmla="val 30000"/>
                <a:gd name="adj2" fmla="val 12000"/>
              </a:avLst>
            </a:prstGeom>
            <a:solidFill>
              <a:srgbClr val="F28C28"/>
            </a:solidFill>
            <a:ln w="22225">
              <a:solidFill>
                <a:srgbClr val="A844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2" name="Rounded Rectangle 181"/>
            <p:cNvSpPr/>
            <p:nvPr/>
          </p:nvSpPr>
          <p:spPr>
            <a:xfrm>
              <a:off x="7918338" y="3259470"/>
              <a:ext cx="622523" cy="75712"/>
            </a:xfrm>
            <a:prstGeom prst="roundRect">
              <a:avLst/>
            </a:prstGeom>
            <a:solidFill>
              <a:srgbClr val="A844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3" name="Chord 182"/>
            <p:cNvSpPr/>
            <p:nvPr/>
          </p:nvSpPr>
          <p:spPr>
            <a:xfrm>
              <a:off x="8103412" y="2447665"/>
              <a:ext cx="252374" cy="168249"/>
            </a:xfrm>
            <a:prstGeom prst="chord">
              <a:avLst>
                <a:gd name="adj1" fmla="val 0"/>
                <a:gd name="adj2" fmla="val 10800000"/>
              </a:avLst>
            </a:prstGeom>
            <a:solidFill>
              <a:srgbClr val="FFFFFF"/>
            </a:solidFill>
            <a:ln w="12700">
              <a:solidFill>
                <a:srgbClr val="A844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4" name="TextBox 183"/>
            <p:cNvSpPr txBox="1"/>
            <p:nvPr/>
          </p:nvSpPr>
          <p:spPr>
            <a:xfrm>
              <a:off x="7977225" y="2691627"/>
              <a:ext cx="504748" cy="47109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2300" b="1">
                  <a:solidFill>
                    <a:srgbClr val="FFFFFF"/>
                  </a:solidFill>
                  <a:latin typeface="PT Sans"/>
                </a:rPr>
                <a:t>1</a:t>
              </a:r>
            </a:p>
          </p:txBody>
        </p:sp>
        <p:cxnSp>
          <p:nvCxnSpPr>
            <p:cNvPr id="185" name="Connector 184"/>
            <p:cNvCxnSpPr/>
            <p:nvPr/>
          </p:nvCxnSpPr>
          <p:spPr>
            <a:xfrm flipH="1" flipV="1">
              <a:off x="7893100" y="2153229"/>
              <a:ext cx="33650" cy="420624"/>
            </a:xfrm>
            <a:prstGeom prst="line">
              <a:avLst/>
            </a:prstGeom>
            <a:ln w="148590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Connector 185"/>
            <p:cNvCxnSpPr/>
            <p:nvPr/>
          </p:nvCxnSpPr>
          <p:spPr>
            <a:xfrm flipH="1" flipV="1">
              <a:off x="7893100" y="2153229"/>
              <a:ext cx="33650" cy="420624"/>
            </a:xfrm>
            <a:prstGeom prst="line">
              <a:avLst/>
            </a:prstGeom>
            <a:ln w="116840" cap="rnd">
              <a:solidFill>
                <a:srgbClr val="F28C2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Connector 186"/>
            <p:cNvCxnSpPr/>
            <p:nvPr/>
          </p:nvCxnSpPr>
          <p:spPr>
            <a:xfrm flipV="1">
              <a:off x="7893100" y="1783080"/>
              <a:ext cx="117775" cy="370149"/>
            </a:xfrm>
            <a:prstGeom prst="line">
              <a:avLst/>
            </a:prstGeom>
            <a:ln w="148590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Connector 187"/>
            <p:cNvCxnSpPr/>
            <p:nvPr/>
          </p:nvCxnSpPr>
          <p:spPr>
            <a:xfrm flipV="1">
              <a:off x="7893100" y="1783080"/>
              <a:ext cx="117775" cy="370149"/>
            </a:xfrm>
            <a:prstGeom prst="line">
              <a:avLst/>
            </a:prstGeom>
            <a:ln w="116840" cap="rnd">
              <a:solidFill>
                <a:srgbClr val="F28C2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Connector 188"/>
            <p:cNvCxnSpPr/>
            <p:nvPr/>
          </p:nvCxnSpPr>
          <p:spPr>
            <a:xfrm flipV="1">
              <a:off x="8532449" y="2153229"/>
              <a:ext cx="33650" cy="420624"/>
            </a:xfrm>
            <a:prstGeom prst="line">
              <a:avLst/>
            </a:prstGeom>
            <a:ln w="148590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Connector 189"/>
            <p:cNvCxnSpPr/>
            <p:nvPr/>
          </p:nvCxnSpPr>
          <p:spPr>
            <a:xfrm flipV="1">
              <a:off x="8532449" y="2153229"/>
              <a:ext cx="33650" cy="420624"/>
            </a:xfrm>
            <a:prstGeom prst="line">
              <a:avLst/>
            </a:prstGeom>
            <a:ln w="116840" cap="rnd">
              <a:solidFill>
                <a:srgbClr val="F28C2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Connector 190"/>
            <p:cNvCxnSpPr/>
            <p:nvPr/>
          </p:nvCxnSpPr>
          <p:spPr>
            <a:xfrm flipH="1" flipV="1">
              <a:off x="8448324" y="1783080"/>
              <a:ext cx="117775" cy="370149"/>
            </a:xfrm>
            <a:prstGeom prst="line">
              <a:avLst/>
            </a:prstGeom>
            <a:ln w="148590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Connector 191"/>
            <p:cNvCxnSpPr/>
            <p:nvPr/>
          </p:nvCxnSpPr>
          <p:spPr>
            <a:xfrm flipH="1" flipV="1">
              <a:off x="8448324" y="1783080"/>
              <a:ext cx="117775" cy="370149"/>
            </a:xfrm>
            <a:prstGeom prst="line">
              <a:avLst/>
            </a:prstGeom>
            <a:ln w="116840" cap="rnd">
              <a:solidFill>
                <a:srgbClr val="F28C2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3" name="Oval 192"/>
            <p:cNvSpPr/>
            <p:nvPr/>
          </p:nvSpPr>
          <p:spPr>
            <a:xfrm>
              <a:off x="7973019" y="2165847"/>
              <a:ext cx="92537" cy="126187"/>
            </a:xfrm>
            <a:prstGeom prst="ellipse">
              <a:avLst/>
            </a:prstGeom>
            <a:solidFill>
              <a:srgbClr val="E8B98E"/>
            </a:solidFill>
            <a:ln w="12700">
              <a:solidFill>
                <a:srgbClr val="A86E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4" name="Oval 193"/>
            <p:cNvSpPr/>
            <p:nvPr/>
          </p:nvSpPr>
          <p:spPr>
            <a:xfrm>
              <a:off x="8393643" y="2165847"/>
              <a:ext cx="92537" cy="126187"/>
            </a:xfrm>
            <a:prstGeom prst="ellipse">
              <a:avLst/>
            </a:prstGeom>
            <a:solidFill>
              <a:srgbClr val="E8B98E"/>
            </a:solidFill>
            <a:ln w="12700">
              <a:solidFill>
                <a:srgbClr val="A86E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5" name="Oval 194"/>
            <p:cNvSpPr/>
            <p:nvPr/>
          </p:nvSpPr>
          <p:spPr>
            <a:xfrm>
              <a:off x="8002463" y="1976567"/>
              <a:ext cx="454273" cy="370149"/>
            </a:xfrm>
            <a:prstGeom prst="ellipse">
              <a:avLst/>
            </a:prstGeom>
            <a:solidFill>
              <a:srgbClr val="3A2A22"/>
            </a:solidFill>
            <a:ln w="15875">
              <a:solidFill>
                <a:srgbClr val="3A2A2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6" name="Oval 195"/>
            <p:cNvSpPr/>
            <p:nvPr/>
          </p:nvSpPr>
          <p:spPr>
            <a:xfrm>
              <a:off x="8031906" y="2064898"/>
              <a:ext cx="395386" cy="395386"/>
            </a:xfrm>
            <a:prstGeom prst="ellipse">
              <a:avLst/>
            </a:prstGeom>
            <a:solidFill>
              <a:srgbClr val="E8B98E"/>
            </a:solidFill>
            <a:ln w="15875">
              <a:solidFill>
                <a:srgbClr val="A86E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7" name="Chord 196"/>
            <p:cNvSpPr/>
            <p:nvPr/>
          </p:nvSpPr>
          <p:spPr>
            <a:xfrm>
              <a:off x="8031906" y="2018629"/>
              <a:ext cx="395386" cy="185074"/>
            </a:xfrm>
            <a:prstGeom prst="chord">
              <a:avLst>
                <a:gd name="adj1" fmla="val 10800000"/>
                <a:gd name="adj2" fmla="val 0"/>
              </a:avLst>
            </a:prstGeom>
            <a:solidFill>
              <a:srgbClr val="3A2A2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8" name="Oval 197"/>
            <p:cNvSpPr/>
            <p:nvPr/>
          </p:nvSpPr>
          <p:spPr>
            <a:xfrm>
              <a:off x="8113928" y="2207910"/>
              <a:ext cx="63093" cy="75712"/>
            </a:xfrm>
            <a:prstGeom prst="ellipse">
              <a:avLst/>
            </a:prstGeom>
            <a:solidFill>
              <a:srgbClr val="1F243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9" name="Oval 198"/>
            <p:cNvSpPr/>
            <p:nvPr/>
          </p:nvSpPr>
          <p:spPr>
            <a:xfrm>
              <a:off x="8147578" y="2222632"/>
              <a:ext cx="21031" cy="2103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0" name="Rounded Rectangle 199"/>
            <p:cNvSpPr/>
            <p:nvPr/>
          </p:nvSpPr>
          <p:spPr>
            <a:xfrm>
              <a:off x="8103412" y="2167950"/>
              <a:ext cx="84124" cy="21031"/>
            </a:xfrm>
            <a:prstGeom prst="roundRect">
              <a:avLst/>
            </a:prstGeom>
            <a:solidFill>
              <a:srgbClr val="3A2A2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1" name="Oval 200"/>
            <p:cNvSpPr/>
            <p:nvPr/>
          </p:nvSpPr>
          <p:spPr>
            <a:xfrm>
              <a:off x="8282178" y="2207910"/>
              <a:ext cx="63093" cy="75712"/>
            </a:xfrm>
            <a:prstGeom prst="ellipse">
              <a:avLst/>
            </a:prstGeom>
            <a:solidFill>
              <a:srgbClr val="1F243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2" name="Oval 201"/>
            <p:cNvSpPr/>
            <p:nvPr/>
          </p:nvSpPr>
          <p:spPr>
            <a:xfrm>
              <a:off x="8315827" y="2222632"/>
              <a:ext cx="21031" cy="2103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3" name="Rounded Rectangle 202"/>
            <p:cNvSpPr/>
            <p:nvPr/>
          </p:nvSpPr>
          <p:spPr>
            <a:xfrm>
              <a:off x="8271662" y="2167950"/>
              <a:ext cx="84124" cy="21031"/>
            </a:xfrm>
            <a:prstGeom prst="roundRect">
              <a:avLst/>
            </a:prstGeom>
            <a:solidFill>
              <a:srgbClr val="3A2A2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4" name="Oval 203"/>
            <p:cNvSpPr/>
            <p:nvPr/>
          </p:nvSpPr>
          <p:spPr>
            <a:xfrm>
              <a:off x="8208568" y="2279416"/>
              <a:ext cx="42062" cy="33649"/>
            </a:xfrm>
            <a:prstGeom prst="ellipse">
              <a:avLst/>
            </a:prstGeom>
            <a:solidFill>
              <a:srgbClr val="A86E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5" name="Chord 204"/>
            <p:cNvSpPr/>
            <p:nvPr/>
          </p:nvSpPr>
          <p:spPr>
            <a:xfrm>
              <a:off x="8153887" y="2296241"/>
              <a:ext cx="151424" cy="100949"/>
            </a:xfrm>
            <a:prstGeom prst="chord">
              <a:avLst>
                <a:gd name="adj1" fmla="val 0"/>
                <a:gd name="adj2" fmla="val 10800000"/>
              </a:avLst>
            </a:prstGeom>
            <a:solidFill>
              <a:srgbClr val="FFFFFF"/>
            </a:solidFill>
            <a:ln w="12700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6" name="Oval 205"/>
            <p:cNvSpPr/>
            <p:nvPr/>
          </p:nvSpPr>
          <p:spPr>
            <a:xfrm>
              <a:off x="7867863" y="1631655"/>
              <a:ext cx="286024" cy="302849"/>
            </a:xfrm>
            <a:prstGeom prst="ellipse">
              <a:avLst/>
            </a:prstGeom>
            <a:solidFill>
              <a:srgbClr val="B5E2D3"/>
            </a:solidFill>
            <a:ln w="28575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7" name="Oval 206"/>
            <p:cNvSpPr/>
            <p:nvPr/>
          </p:nvSpPr>
          <p:spPr>
            <a:xfrm rot="6459007">
              <a:off x="7894110" y="1896480"/>
              <a:ext cx="134599" cy="84124"/>
            </a:xfrm>
            <a:prstGeom prst="ellipse">
              <a:avLst/>
            </a:prstGeom>
            <a:solidFill>
              <a:srgbClr val="007A5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8" name="Oval 207"/>
            <p:cNvSpPr/>
            <p:nvPr/>
          </p:nvSpPr>
          <p:spPr>
            <a:xfrm>
              <a:off x="8305312" y="1631655"/>
              <a:ext cx="286024" cy="302849"/>
            </a:xfrm>
            <a:prstGeom prst="ellipse">
              <a:avLst/>
            </a:prstGeom>
            <a:solidFill>
              <a:srgbClr val="B5E2D3"/>
            </a:solidFill>
            <a:ln w="28575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9" name="Oval 208"/>
            <p:cNvSpPr/>
            <p:nvPr/>
          </p:nvSpPr>
          <p:spPr>
            <a:xfrm rot="4340993">
              <a:off x="8430490" y="1896480"/>
              <a:ext cx="134599" cy="84124"/>
            </a:xfrm>
            <a:prstGeom prst="ellipse">
              <a:avLst/>
            </a:prstGeom>
            <a:solidFill>
              <a:srgbClr val="007A5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211" name="Oval 210"/>
          <p:cNvSpPr/>
          <p:nvPr/>
        </p:nvSpPr>
        <p:spPr>
          <a:xfrm>
            <a:off x="7903845" y="5497830"/>
            <a:ext cx="651509" cy="137160"/>
          </a:xfrm>
          <a:prstGeom prst="ellipse">
            <a:avLst/>
          </a:prstGeom>
          <a:solidFill>
            <a:srgbClr val="8CB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Explosion 211"/>
          <p:cNvSpPr/>
          <p:nvPr/>
        </p:nvSpPr>
        <p:spPr>
          <a:xfrm>
            <a:off x="7680960" y="5017770"/>
            <a:ext cx="1097280" cy="754380"/>
          </a:xfrm>
          <a:prstGeom prst="irregularSeal2">
            <a:avLst/>
          </a:prstGeom>
          <a:solidFill>
            <a:srgbClr val="FFFFFF"/>
          </a:solidFill>
          <a:ln w="1587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Explosion 212"/>
          <p:cNvSpPr/>
          <p:nvPr/>
        </p:nvSpPr>
        <p:spPr>
          <a:xfrm>
            <a:off x="5646420" y="1668779"/>
            <a:ext cx="1051560" cy="868680"/>
          </a:xfrm>
          <a:prstGeom prst="irregularSeal2">
            <a:avLst/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7563002" y="4371746"/>
            <a:ext cx="510235" cy="51023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FCB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7170724" y="3760012"/>
            <a:ext cx="471830" cy="47183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FCB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6778447" y="3148279"/>
            <a:ext cx="433425" cy="43342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FCB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6386169" y="2536545"/>
            <a:ext cx="395020" cy="3950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FCB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Explosion 217"/>
          <p:cNvSpPr/>
          <p:nvPr/>
        </p:nvSpPr>
        <p:spPr>
          <a:xfrm>
            <a:off x="7703820" y="1348740"/>
            <a:ext cx="1051560" cy="868680"/>
          </a:xfrm>
          <a:prstGeom prst="irregularSeal2">
            <a:avLst/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7974482" y="4307738"/>
            <a:ext cx="510235" cy="51023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FCB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7993684" y="3631996"/>
            <a:ext cx="471830" cy="47183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FCB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8012887" y="2956255"/>
            <a:ext cx="433425" cy="43342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FCB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8032089" y="2280513"/>
            <a:ext cx="395020" cy="3950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FCB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Explosion 222"/>
          <p:cNvSpPr/>
          <p:nvPr/>
        </p:nvSpPr>
        <p:spPr>
          <a:xfrm>
            <a:off x="9509760" y="1440179"/>
            <a:ext cx="1554480" cy="1325880"/>
          </a:xfrm>
          <a:prstGeom prst="irregularSeal1">
            <a:avLst/>
          </a:prstGeom>
          <a:solidFill>
            <a:srgbClr val="FFEBB5"/>
          </a:solidFill>
          <a:ln w="317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8563721" y="4093125"/>
            <a:ext cx="510235" cy="51023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FCB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9028968" y="3189141"/>
            <a:ext cx="471830" cy="47183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FCB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9405335" y="2424469"/>
            <a:ext cx="433425" cy="43342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FCB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9747138" y="1952046"/>
            <a:ext cx="395020" cy="3950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FCB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237" name="Group 236"/>
          <p:cNvGrpSpPr/>
          <p:nvPr/>
        </p:nvGrpSpPr>
        <p:grpSpPr>
          <a:xfrm>
            <a:off x="7886700" y="4914900"/>
            <a:ext cx="685800" cy="685800"/>
            <a:chOff x="7886700" y="4914900"/>
            <a:chExt cx="685800" cy="685800"/>
          </a:xfrm>
        </p:grpSpPr>
        <p:sp>
          <p:nvSpPr>
            <p:cNvPr id="228" name="Oval 227"/>
            <p:cNvSpPr/>
            <p:nvPr/>
          </p:nvSpPr>
          <p:spPr>
            <a:xfrm>
              <a:off x="7886700" y="4914900"/>
              <a:ext cx="685800" cy="685800"/>
            </a:xfrm>
            <a:prstGeom prst="ellipse">
              <a:avLst/>
            </a:prstGeom>
            <a:solidFill>
              <a:srgbClr val="FFFFFF"/>
            </a:solidFill>
            <a:ln w="2222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9" name="Chord 228"/>
            <p:cNvSpPr/>
            <p:nvPr/>
          </p:nvSpPr>
          <p:spPr>
            <a:xfrm>
              <a:off x="7910702" y="4938903"/>
              <a:ext cx="637794" cy="637794"/>
            </a:xfrm>
            <a:prstGeom prst="chord">
              <a:avLst>
                <a:gd name="adj1" fmla="val 18900000"/>
                <a:gd name="adj2" fmla="val 8100000"/>
              </a:avLst>
            </a:prstGeom>
            <a:solidFill>
              <a:srgbClr val="E3E7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0" name="Regular Pentagon 229"/>
            <p:cNvSpPr/>
            <p:nvPr/>
          </p:nvSpPr>
          <p:spPr>
            <a:xfrm rot="2160000">
              <a:off x="8161020" y="4945761"/>
              <a:ext cx="137160" cy="130302"/>
            </a:xfrm>
            <a:prstGeom prst="pentagon">
              <a:avLst/>
            </a:prstGeom>
            <a:solidFill>
              <a:srgbClr val="1D355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1" name="Regular Pentagon 230"/>
            <p:cNvSpPr/>
            <p:nvPr/>
          </p:nvSpPr>
          <p:spPr>
            <a:xfrm rot="6480000">
              <a:off x="8395824" y="5116356"/>
              <a:ext cx="137160" cy="130302"/>
            </a:xfrm>
            <a:prstGeom prst="pentagon">
              <a:avLst/>
            </a:prstGeom>
            <a:solidFill>
              <a:srgbClr val="1D355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2" name="Regular Pentagon 231"/>
            <p:cNvSpPr/>
            <p:nvPr/>
          </p:nvSpPr>
          <p:spPr>
            <a:xfrm rot="10800000">
              <a:off x="8306137" y="5392385"/>
              <a:ext cx="137160" cy="130302"/>
            </a:xfrm>
            <a:prstGeom prst="pentagon">
              <a:avLst/>
            </a:prstGeom>
            <a:solidFill>
              <a:srgbClr val="1D355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3" name="Regular Pentagon 232"/>
            <p:cNvSpPr/>
            <p:nvPr/>
          </p:nvSpPr>
          <p:spPr>
            <a:xfrm rot="15120000">
              <a:off x="8015902" y="5392385"/>
              <a:ext cx="137160" cy="130302"/>
            </a:xfrm>
            <a:prstGeom prst="pentagon">
              <a:avLst/>
            </a:prstGeom>
            <a:solidFill>
              <a:srgbClr val="1D355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4" name="Regular Pentagon 233"/>
            <p:cNvSpPr/>
            <p:nvPr/>
          </p:nvSpPr>
          <p:spPr>
            <a:xfrm rot="19440000">
              <a:off x="7926215" y="5116356"/>
              <a:ext cx="137160" cy="130302"/>
            </a:xfrm>
            <a:prstGeom prst="pentagon">
              <a:avLst/>
            </a:prstGeom>
            <a:solidFill>
              <a:srgbClr val="1D355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5" name="Regular Pentagon 234"/>
            <p:cNvSpPr/>
            <p:nvPr/>
          </p:nvSpPr>
          <p:spPr>
            <a:xfrm>
              <a:off x="8126729" y="5158359"/>
              <a:ext cx="205739" cy="198881"/>
            </a:xfrm>
            <a:prstGeom prst="pentagon">
              <a:avLst/>
            </a:prstGeom>
            <a:solidFill>
              <a:srgbClr val="1D355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6" name="Oval 235"/>
            <p:cNvSpPr/>
            <p:nvPr/>
          </p:nvSpPr>
          <p:spPr>
            <a:xfrm rot="19500000">
              <a:off x="8051292" y="5079492"/>
              <a:ext cx="82296" cy="5486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238" name="Rounded Rectangle 237"/>
          <p:cNvSpPr/>
          <p:nvPr/>
        </p:nvSpPr>
        <p:spPr>
          <a:xfrm>
            <a:off x="5623560" y="4224528"/>
            <a:ext cx="5212080" cy="10972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444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000" b="1">
                <a:solidFill>
                  <a:srgbClr val="007A5A"/>
                </a:solidFill>
                <a:latin typeface="PT Sans"/>
              </a:rPr>
              <a:t>ГОЛ!</a:t>
            </a:r>
          </a:p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4 + 4 = 8</a:t>
            </a:r>
          </a:p>
        </p:txBody>
      </p:sp>
      <p:sp>
        <p:nvSpPr>
          <p:cNvPr id="239" name="Rounded Rectangle 238"/>
          <p:cNvSpPr/>
          <p:nvPr/>
        </p:nvSpPr>
        <p:spPr>
          <a:xfrm>
            <a:off x="5257800" y="4224528"/>
            <a:ext cx="5943600" cy="120700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444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3400" b="1">
                <a:solidFill>
                  <a:srgbClr val="A84400"/>
                </a:solidFill>
                <a:latin typeface="PT Sans"/>
              </a:rPr>
              <a:t>Кармап калды!</a:t>
            </a:r>
          </a:p>
          <a:p>
            <a:pPr algn="ctr"/>
            <a:r>
              <a:rPr sz="1900" b="1">
                <a:solidFill>
                  <a:srgbClr val="1D3557"/>
                </a:solidFill>
                <a:latin typeface="PT Sans"/>
              </a:rPr>
              <a:t>Туура жооп: 4 + 4 = 8</a:t>
            </a:r>
          </a:p>
          <a:p>
            <a:pPr algn="ctr"/>
            <a:r>
              <a:rPr sz="1200" b="0">
                <a:solidFill>
                  <a:srgbClr val="1F2430"/>
                </a:solidFill>
                <a:latin typeface="PT Sans"/>
              </a:rPr>
              <a:t>Кеңеш: ар бир буюмду бир жолу гана санайбыз.</a:t>
            </a:r>
          </a:p>
        </p:txBody>
      </p:sp>
      <p:sp>
        <p:nvSpPr>
          <p:cNvPr id="240" name="Rounded Rectangle 239"/>
          <p:cNvSpPr/>
          <p:nvPr/>
        </p:nvSpPr>
        <p:spPr>
          <a:xfrm>
            <a:off x="5257800" y="4224528"/>
            <a:ext cx="5943600" cy="120700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444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3400" b="1">
                <a:solidFill>
                  <a:srgbClr val="A84400"/>
                </a:solidFill>
                <a:latin typeface="PT Sans"/>
              </a:rPr>
              <a:t>Кармап калды!</a:t>
            </a:r>
          </a:p>
          <a:p>
            <a:pPr algn="ctr"/>
            <a:r>
              <a:rPr sz="1900" b="1">
                <a:solidFill>
                  <a:srgbClr val="1D3557"/>
                </a:solidFill>
                <a:latin typeface="PT Sans"/>
              </a:rPr>
              <a:t>Туура жооп: 4 + 4 = 8</a:t>
            </a:r>
          </a:p>
          <a:p>
            <a:pPr algn="ctr"/>
            <a:r>
              <a:rPr sz="1200" b="0">
                <a:solidFill>
                  <a:srgbClr val="1F2430"/>
                </a:solidFill>
                <a:latin typeface="PT Sans"/>
              </a:rPr>
              <a:t>Кеңеш: «+» эмнени билдирет? Эки топту бириктирип санайбыз.</a:t>
            </a:r>
          </a:p>
        </p:txBody>
      </p:sp>
      <p:sp>
        <p:nvSpPr>
          <p:cNvPr id="241" name="Rectangle 240"/>
          <p:cNvSpPr/>
          <p:nvPr/>
        </p:nvSpPr>
        <p:spPr>
          <a:xfrm>
            <a:off x="8183879" y="2697480"/>
            <a:ext cx="155448" cy="91440"/>
          </a:xfrm>
          <a:prstGeom prst="rect">
            <a:avLst/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8183879" y="2697480"/>
            <a:ext cx="155448" cy="91440"/>
          </a:xfrm>
          <a:prstGeom prst="rect">
            <a:avLst/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8183879" y="2697480"/>
            <a:ext cx="155448" cy="91440"/>
          </a:xfrm>
          <a:prstGeom prst="rect">
            <a:avLst/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8183879" y="2697480"/>
            <a:ext cx="155448" cy="91440"/>
          </a:xfrm>
          <a:prstGeom prst="rect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8183879" y="2697480"/>
            <a:ext cx="155448" cy="91440"/>
          </a:xfrm>
          <a:prstGeom prst="rect">
            <a:avLst/>
          </a:prstGeom>
          <a:solidFill>
            <a:srgbClr val="F2C9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8183879" y="2697480"/>
            <a:ext cx="155448" cy="91440"/>
          </a:xfrm>
          <a:prstGeom prst="rect">
            <a:avLst/>
          </a:prstGeom>
          <a:solidFill>
            <a:srgbClr val="B5E2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8183879" y="2697480"/>
            <a:ext cx="155448" cy="91440"/>
          </a:xfrm>
          <a:prstGeom prst="rect">
            <a:avLst/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8183879" y="2697480"/>
            <a:ext cx="155448" cy="91440"/>
          </a:xfrm>
          <a:prstGeom prst="rect">
            <a:avLst/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8183879" y="2697480"/>
            <a:ext cx="155448" cy="91440"/>
          </a:xfrm>
          <a:prstGeom prst="rect">
            <a:avLst/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8183879" y="2697480"/>
            <a:ext cx="155448" cy="91440"/>
          </a:xfrm>
          <a:prstGeom prst="rect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8183879" y="2697480"/>
            <a:ext cx="155448" cy="91440"/>
          </a:xfrm>
          <a:prstGeom prst="rect">
            <a:avLst/>
          </a:prstGeom>
          <a:solidFill>
            <a:srgbClr val="F2C9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Rectangle 251"/>
          <p:cNvSpPr/>
          <p:nvPr/>
        </p:nvSpPr>
        <p:spPr>
          <a:xfrm>
            <a:off x="8183879" y="2697480"/>
            <a:ext cx="155448" cy="91440"/>
          </a:xfrm>
          <a:prstGeom prst="rect">
            <a:avLst/>
          </a:prstGeom>
          <a:solidFill>
            <a:srgbClr val="B5E2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Rectangle 252"/>
          <p:cNvSpPr/>
          <p:nvPr/>
        </p:nvSpPr>
        <p:spPr>
          <a:xfrm>
            <a:off x="8183879" y="2697480"/>
            <a:ext cx="155448" cy="91440"/>
          </a:xfrm>
          <a:prstGeom prst="rect">
            <a:avLst/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Rectangle 253"/>
          <p:cNvSpPr/>
          <p:nvPr/>
        </p:nvSpPr>
        <p:spPr>
          <a:xfrm>
            <a:off x="8183879" y="2697480"/>
            <a:ext cx="155448" cy="91440"/>
          </a:xfrm>
          <a:prstGeom prst="rect">
            <a:avLst/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Pentagon 254">
            <a:hlinkClick action="ppaction://hlinksldjump" r:id="rId8"/>
          </p:cNvPr>
          <p:cNvSpPr/>
          <p:nvPr/>
        </p:nvSpPr>
        <p:spPr>
          <a:xfrm>
            <a:off x="8652967" y="5486400"/>
            <a:ext cx="3017520" cy="457200"/>
          </a:xfrm>
          <a:prstGeom prst="homePlate">
            <a:avLst/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Кийинки тепкич →</a:t>
            </a:r>
          </a:p>
        </p:txBody>
      </p:sp>
    </p:spTree>
  </p:cSld>
  <p:clrMapOvr>
    <a:masterClrMapping/>
  </p:clrMapOvr>
  <p:transition spd="med" advClick="0">
    <p:fade/>
    <p:sndAc>
      <p:stSnd>
        <p:snd r:embed="rId3" name="whistle.wav"/>
      </p:stSnd>
    </p:sndAc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180" fill="hold" autoRev="1" repeatCount="3000"/>
                                        <p:tgtEl>
                                          <p:spTgt spid="13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" presetID="1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" dur="2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2C9AC"/>
                                      </p:to>
                                    </p:animClr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"/>
                            </p:stCondLst>
                            <p:childTnLst>
                              <p:par>
                                <p:cTn id="13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5" dur="110" fill="hold" autoRev="1" repeatCount="3000"/>
                                        <p:tgtEl>
                                          <p:spTgt spid="237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150"/>
                            </p:stCondLst>
                            <p:childTnLst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6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6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8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25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16875 -0.46000 L -0.20626 -0.52000 L -0.24001 -0.21333 E" pathEditMode="relative" rAng="0">
                                      <p:cBhvr>
                                        <p:cTn id="28" dur="1150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k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9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64800000">
                                      <p:cBhvr>
                                        <p:cTn id="31" dur="1150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2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4" dur="600" fill="hold"/>
                                        <p:tgtEl>
                                          <p:spTgt spid="237"/>
                                        </p:tgtEl>
                                      </p:cBhvr>
                                      <p:by x="65000" y="6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200"/>
                            </p:stCondLst>
                            <p:childTnLst>
                              <p:par>
                                <p:cTn id="3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32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045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32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270"/>
                            </p:stCondLst>
                            <p:childTnLst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310"/>
                            </p:stCondLst>
                            <p:childTnLst>
                              <p:par>
                                <p:cTn id="4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25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33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329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390"/>
                            </p:stCondLst>
                            <p:childTnLst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430"/>
                            </p:stCondLst>
                            <p:childTnLst>
                              <p:par>
                                <p:cTn id="5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33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329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510"/>
                            </p:stCondLst>
                            <p:childTnLst>
                              <p:par>
                                <p:cTn id="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550"/>
                            </p:stCondLst>
                            <p:childTnLst>
                              <p:par>
                                <p:cTn id="6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33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329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630"/>
                            </p:stCondLst>
                            <p:childTnLst>
                              <p:par>
                                <p:cTn id="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670"/>
                            </p:stCondLst>
                            <p:childTnLst>
                              <p:par>
                                <p:cTn id="7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" dur="33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329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720"/>
                            </p:stCondLst>
                            <p:childTnLst>
                              <p:par>
                                <p:cTn id="8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260" fill="hold"/>
                                        <p:tgtEl>
                                          <p:spTgt spid="2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260" fill="hold"/>
                                        <p:tgtEl>
                                          <p:spTgt spid="2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13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1750"/>
                            </p:stCondLst>
                            <p:childTnLst>
                              <p:par>
                                <p:cTn id="8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450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450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225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groa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2150"/>
                            </p:stCondLst>
                            <p:childTnLst>
                              <p:par>
                                <p:cTn id="9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4" dur="4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2300"/>
                            </p:stCondLst>
                            <p:childTnLst>
                              <p:par>
                                <p:cTn id="97" presetID="1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9" dur="3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B5E2D3"/>
                                      </p:to>
                                    </p:animClr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3000"/>
                            </p:stCondLst>
                            <p:childTnLst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4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107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8" fill="hold">
                      <p:stCondLst>
                        <p:cond delay="0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11" dur="180" fill="hold" autoRev="1" repeatCount="3000"/>
                                        <p:tgtEl>
                                          <p:spTgt spid="14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2" presetID="1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4" dur="2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2C9AC"/>
                                      </p:to>
                                    </p:animClr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300"/>
                            </p:stCondLst>
                            <p:childTnLst>
                              <p:par>
                                <p:cTn id="118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20" dur="110" fill="hold" autoRev="1" repeatCount="3000"/>
                                        <p:tgtEl>
                                          <p:spTgt spid="237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1150"/>
                            </p:stCondLst>
                            <p:childTnLst>
                              <p:par>
                                <p:cTn id="12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4" dur="16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" dur="16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6" dur="8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9" dur="25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0 -0.50667 L 0.06750 -0.56667 L 0.12825 -0.26000 E" pathEditMode="relative" rAng="0">
                                      <p:cBhvr>
                                        <p:cTn id="133" dur="1150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k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34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64800000">
                                      <p:cBhvr>
                                        <p:cTn id="136" dur="1150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7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39" dur="600" fill="hold"/>
                                        <p:tgtEl>
                                          <p:spTgt spid="237"/>
                                        </p:tgtEl>
                                      </p:cBhvr>
                                      <p:by x="65000" y="6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1200"/>
                            </p:stCondLst>
                            <p:childTnLst>
                              <p:par>
                                <p:cTn id="14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6" dur="320" fill="hold"/>
                                        <p:tgtEl>
                                          <p:spTgt spid="2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7" dur="320" fill="hold"/>
                                        <p:tgtEl>
                                          <p:spTgt spid="2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1270"/>
                            </p:stCondLst>
                            <p:childTnLst>
                              <p:par>
                                <p:cTn id="1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>
                            <p:stCondLst>
                              <p:cond delay="1310"/>
                            </p:stCondLst>
                            <p:childTnLst>
                              <p:par>
                                <p:cTn id="15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4" dur="25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8" dur="33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329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1390"/>
                            </p:stCondLst>
                            <p:childTnLst>
                              <p:par>
                                <p:cTn id="1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" fill="hold">
                            <p:stCondLst>
                              <p:cond delay="1430"/>
                            </p:stCondLst>
                            <p:childTnLst>
                              <p:par>
                                <p:cTn id="16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6" dur="33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329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1" fill="hold">
                            <p:stCondLst>
                              <p:cond delay="1510"/>
                            </p:stCondLst>
                            <p:childTnLst>
                              <p:par>
                                <p:cTn id="1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6" fill="hold">
                            <p:stCondLst>
                              <p:cond delay="1550"/>
                            </p:stCondLst>
                            <p:childTnLst>
                              <p:par>
                                <p:cTn id="17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4" dur="33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329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9" fill="hold">
                            <p:stCondLst>
                              <p:cond delay="1630"/>
                            </p:stCondLst>
                            <p:childTnLst>
                              <p:par>
                                <p:cTn id="1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4" fill="hold">
                            <p:stCondLst>
                              <p:cond delay="1670"/>
                            </p:stCondLst>
                            <p:childTnLst>
                              <p:par>
                                <p:cTn id="18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2" dur="33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329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>
                            <p:stCondLst>
                              <p:cond delay="1720"/>
                            </p:stCondLst>
                            <p:childTnLst>
                              <p:par>
                                <p:cTn id="18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7" dur="260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8" dur="260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9" dur="13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6" fill="hold">
                            <p:stCondLst>
                              <p:cond delay="1750"/>
                            </p:stCondLst>
                            <p:childTnLst>
                              <p:par>
                                <p:cTn id="19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3" dur="45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4" dur="45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5" dur="225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groa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01" fill="hold">
                            <p:stCondLst>
                              <p:cond delay="2150"/>
                            </p:stCondLst>
                            <p:childTnLst>
                              <p:par>
                                <p:cTn id="19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9" dur="4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7" fill="hold">
                            <p:stCondLst>
                              <p:cond delay="2300"/>
                            </p:stCondLst>
                            <p:childTnLst>
                              <p:par>
                                <p:cTn id="202" presetID="1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4" dur="3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B5E2D3"/>
                                      </p:to>
                                    </p:animClr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1" fill="hold">
                            <p:stCondLst>
                              <p:cond delay="3000"/>
                            </p:stCondLst>
                            <p:childTnLst>
                              <p:par>
                                <p:cTn id="2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" dur="4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21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3" fill="hold">
                      <p:stCondLst>
                        <p:cond delay="0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16" dur="180" fill="hold" autoRev="1" repeatCount="3000"/>
                                        <p:tgtEl>
                                          <p:spTgt spid="15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17" presetID="1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9" dur="2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2C9AC"/>
                                      </p:to>
                                    </p:animClr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6" fill="hold">
                            <p:stCondLst>
                              <p:cond delay="300"/>
                            </p:stCondLst>
                            <p:childTnLst>
                              <p:par>
                                <p:cTn id="223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25" dur="110" fill="hold" autoRev="1" repeatCount="3000"/>
                                        <p:tgtEl>
                                          <p:spTgt spid="237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5" fill="hold">
                            <p:stCondLst>
                              <p:cond delay="1150"/>
                            </p:stCondLst>
                            <p:childTnLst>
                              <p:par>
                                <p:cTn id="22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9" dur="16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0" dur="16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1" dur="8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4" dur="25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6" presetID="0" presetClass="path" presetSubtype="0" accel="40000" decel="2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9281 -0.20700 0.11813 -0.51520 0.16875 -0.46000 E" pathEditMode="relative" rAng="0">
                                      <p:cBhvr>
                                        <p:cTn id="238" dur="600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k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39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241" dur="600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42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44" dur="600" fill="hold"/>
                                        <p:tgtEl>
                                          <p:spTgt spid="237"/>
                                        </p:tgtEl>
                                      </p:cBhvr>
                                      <p:by x="65000" y="6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3" fill="hold">
                            <p:stCondLst>
                              <p:cond delay="1200"/>
                            </p:stCondLst>
                            <p:childTnLst>
                              <p:par>
                                <p:cTn id="24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1" dur="32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045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2" dur="32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6" fill="hold">
                            <p:stCondLst>
                              <p:cond delay="1270"/>
                            </p:stCondLst>
                            <p:childTnLst>
                              <p:par>
                                <p:cTn id="2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5" fill="hold">
                            <p:stCondLst>
                              <p:cond delay="1310"/>
                            </p:stCondLst>
                            <p:childTnLst>
                              <p:par>
                                <p:cTn id="25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9" dur="25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3" dur="33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329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8" fill="hold">
                            <p:stCondLst>
                              <p:cond delay="1390"/>
                            </p:stCondLst>
                            <p:childTnLst>
                              <p:par>
                                <p:cTn id="2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3" fill="hold">
                            <p:stCondLst>
                              <p:cond delay="1430"/>
                            </p:stCondLst>
                            <p:childTnLst>
                              <p:par>
                                <p:cTn id="26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1" dur="33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329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6" fill="hold">
                            <p:stCondLst>
                              <p:cond delay="1510"/>
                            </p:stCondLst>
                            <p:childTnLst>
                              <p:par>
                                <p:cTn id="27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1" fill="hold">
                            <p:stCondLst>
                              <p:cond delay="1550"/>
                            </p:stCondLst>
                            <p:childTnLst>
                              <p:par>
                                <p:cTn id="27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9" dur="33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329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4" fill="hold">
                            <p:stCondLst>
                              <p:cond delay="1630"/>
                            </p:stCondLst>
                            <p:childTnLst>
                              <p:par>
                                <p:cTn id="28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9" fill="hold">
                            <p:stCondLst>
                              <p:cond delay="1670"/>
                            </p:stCondLst>
                            <p:childTnLst>
                              <p:par>
                                <p:cTn id="28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7" dur="33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329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3" fill="hold">
                            <p:stCondLst>
                              <p:cond delay="1700"/>
                            </p:stCondLst>
                            <p:childTnLst>
                              <p:par>
                                <p:cTn id="29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92" dur="140" fill="hold" autoRev="1" repeatCount="2000"/>
                                        <p:tgtEl>
                                          <p:spTgt spid="33"/>
                                        </p:tgtEl>
                                      </p:cBhvr>
                                      <p:by x="104000" y="104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9" fill="hold">
                            <p:stCondLst>
                              <p:cond delay="1720"/>
                            </p:stCondLst>
                            <p:childTnLst>
                              <p:par>
                                <p:cTn id="29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6" dur="260" fill="hold"/>
                                        <p:tgtEl>
                                          <p:spTgt spid="2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7" dur="260" fill="hold"/>
                                        <p:tgtEl>
                                          <p:spTgt spid="2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8" dur="13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2" fill="hold">
                            <p:stCondLst>
                              <p:cond delay="1750"/>
                            </p:stCondLst>
                            <p:childTnLst>
                              <p:par>
                                <p:cTn id="30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2" dur="450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3" dur="450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4" dur="225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he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05" presetID="1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7" dur="3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B5E2D3"/>
                                      </p:to>
                                    </p:animClr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2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7185 -0.13818 -0.15396 -0.08291 -0.20528 0.20870 E" pathEditMode="relative" rAng="0">
                                      <p:cBhvr>
                                        <p:cTn id="314" dur="1300" fill="hold"/>
                                        <p:tgtEl>
                                          <p:spTgt spid="2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15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317" dur="1300" fill="hold"/>
                                        <p:tgtEl>
                                          <p:spTgt spid="2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0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5520 -0.16360 -0.11828 -0.09816 -0.15771 0.16846 E" pathEditMode="relative" rAng="0">
                                      <p:cBhvr>
                                        <p:cTn id="322" dur="1300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23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325" dur="1300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8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5512 -0.14069 -0.11812 -0.08441 -0.15749 0.11847 E" pathEditMode="relative" rAng="0">
                                      <p:cBhvr>
                                        <p:cTn id="330" dur="1300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31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333" dur="1300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6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3635 -0.13982 -0.07788 -0.08389 -0.10384 0.20948 E" pathEditMode="relative" rAng="0">
                                      <p:cBhvr>
                                        <p:cTn id="338" dur="130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39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341" dur="130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4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3489 -0.13804 -0.07477 -0.08282 -0.09969 0.09185 E" pathEditMode="relative" rAng="0">
                                      <p:cBhvr>
                                        <p:cTn id="346" dur="1300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47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349" dur="1300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2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1262 -0.15421 -0.02705 -0.09252 -0.03607 0.14289 E" pathEditMode="relative" rAng="0">
                                      <p:cBhvr>
                                        <p:cTn id="354" dur="1300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55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357" dur="1300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0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0837 -0.17949 -0.01793 -0.10770 -0.02390 0.13385 E" pathEditMode="relative" rAng="0">
                                      <p:cBhvr>
                                        <p:cTn id="362" dur="1300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63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365" dur="1300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8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0103 -0.16015 0.00221 -0.09609 0.00294 0.12057 E" pathEditMode="relative" rAng="0">
                                      <p:cBhvr>
                                        <p:cTn id="370" dur="1300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71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373" dur="1300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6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1075 -0.19685 0.02303 -0.11811 0.03070 0.17069 E" pathEditMode="relative" rAng="0">
                                      <p:cBhvr>
                                        <p:cTn id="378" dur="1300" fill="hold"/>
                                        <p:tgtEl>
                                          <p:spTgt spid="2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79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381" dur="1300" fill="hold"/>
                                        <p:tgtEl>
                                          <p:spTgt spid="24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8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4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3072 -0.20236 0.06583 -0.12142 0.08777 0.13262 E" pathEditMode="relative" rAng="0">
                                      <p:cBhvr>
                                        <p:cTn id="386" dur="1300" fill="hold"/>
                                        <p:tgtEl>
                                          <p:spTgt spid="2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87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389" dur="1300" fill="hold"/>
                                        <p:tgtEl>
                                          <p:spTgt spid="25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9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2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3747 -0.15948 0.08030 -0.09569 0.10707 0.13394 E" pathEditMode="relative" rAng="0">
                                      <p:cBhvr>
                                        <p:cTn id="394" dur="1300" fill="hold"/>
                                        <p:tgtEl>
                                          <p:spTgt spid="2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95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397" dur="1300" fill="hold"/>
                                        <p:tgtEl>
                                          <p:spTgt spid="25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9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0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5329 -0.12061 0.11419 -0.07237 0.15225 0.14188 E" pathEditMode="relative" rAng="0">
                                      <p:cBhvr>
                                        <p:cTn id="402" dur="1300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03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405" dur="1300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0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8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6243 -0.15225 0.13378 -0.09135 0.17837 0.08292 E" pathEditMode="relative" rAng="0">
                                      <p:cBhvr>
                                        <p:cTn id="410" dur="1300" fill="hold"/>
                                        <p:tgtEl>
                                          <p:spTgt spid="2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11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413" dur="1300" fill="hold"/>
                                        <p:tgtEl>
                                          <p:spTgt spid="25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6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7635 -0.12088 0.16361 -0.07253 0.21814 0.15525 E" pathEditMode="relative" rAng="0">
                                      <p:cBhvr>
                                        <p:cTn id="418" dur="1300" fill="hold"/>
                                        <p:tgtEl>
                                          <p:spTgt spid="2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19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421" dur="1300" fill="hold"/>
                                        <p:tgtEl>
                                          <p:spTgt spid="25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7" fill="hold">
                            <p:stCondLst>
                              <p:cond delay="2150"/>
                            </p:stCondLst>
                            <p:childTnLst>
                              <p:par>
                                <p:cTn id="42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5" dur="4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4" fill="hold">
                            <p:stCondLst>
                              <p:cond delay="2800"/>
                            </p:stCondLst>
                            <p:childTnLst>
                              <p:par>
                                <p:cTn id="42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0" dur="3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1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4" dur="3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5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8" dur="3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9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2" dur="3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3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6" dur="3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7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0" dur="3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1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4" dur="3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5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8" dur="3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9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2" dur="3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3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6" dur="3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7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0" dur="3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1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4" dur="3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5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8" dur="3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9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2" dur="3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3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8" fill="hold">
                            <p:stCondLst>
                              <p:cond delay="3000"/>
                            </p:stCondLst>
                            <p:childTnLst>
                              <p:par>
                                <p:cTn id="4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7" dur="4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211" grpId="0" animBg="1"/>
      <p:bldP spid="212" grpId="0" animBg="1"/>
      <p:bldP spid="213" grpId="0" animBg="1"/>
      <p:bldP spid="214" grpId="0" animBg="1"/>
      <p:bldP spid="215" grpId="0" animBg="1"/>
      <p:bldP spid="216" grpId="0" animBg="1"/>
      <p:bldP spid="217" grpId="0" animBg="1"/>
      <p:bldP spid="218" grpId="0" animBg="1"/>
      <p:bldP spid="219" grpId="0" animBg="1"/>
      <p:bldP spid="220" grpId="0" animBg="1"/>
      <p:bldP spid="221" grpId="0" animBg="1"/>
      <p:bldP spid="222" grpId="0" animBg="1"/>
      <p:bldP spid="223" grpId="0" animBg="1"/>
      <p:bldP spid="224" grpId="0" animBg="1"/>
      <p:bldP spid="225" grpId="0" animBg="1"/>
      <p:bldP spid="226" grpId="0" animBg="1"/>
      <p:bldP spid="227" grpId="0" animBg="1"/>
      <p:bldP spid="238" grpId="0" animBg="1"/>
      <p:bldP spid="239" grpId="0" animBg="1"/>
      <p:bldP spid="240" grpId="0" animBg="1"/>
      <p:bldP spid="241" grpId="0" animBg="1"/>
      <p:bldP spid="242" grpId="0" animBg="1"/>
      <p:bldP spid="243" grpId="0" animBg="1"/>
      <p:bldP spid="244" grpId="0" animBg="1"/>
      <p:bldP spid="245" grpId="0" animBg="1"/>
      <p:bldP spid="246" grpId="0" animBg="1"/>
      <p:bldP spid="247" grpId="0" animBg="1"/>
      <p:bldP spid="248" grpId="0" animBg="1"/>
      <p:bldP spid="249" grpId="0" animBg="1"/>
      <p:bldP spid="250" grpId="0" animBg="1"/>
      <p:bldP spid="251" grpId="0" animBg="1"/>
      <p:bldP spid="252" grpId="0" animBg="1"/>
      <p:bldP spid="253" grpId="0" animBg="1"/>
      <p:bldP spid="254" grpId="0" animBg="1"/>
      <p:bldP spid="255" grpId="0" animBg="1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Пенальти!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 ичинде кошуу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3-тепкич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6/16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4069080" cy="1828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298448"/>
            <a:ext cx="27432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6B7280"/>
                </a:solidFill>
                <a:latin typeface="PT Sans"/>
              </a:rPr>
              <a:t>СУРОО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" y="1554480"/>
            <a:ext cx="4069080" cy="1417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6 + 1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" y="3246120"/>
            <a:ext cx="4069080" cy="713232"/>
          </a:xfrm>
          <a:prstGeom prst="roundRect">
            <a:avLst>
              <a:gd name="adj" fmla="val 30000"/>
            </a:avLst>
          </a:prstGeom>
          <a:solidFill>
            <a:srgbClr val="BFCBE9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3200" b="1">
                <a:solidFill>
                  <a:srgbClr val="1D3557"/>
                </a:solidFill>
                <a:latin typeface="PT Sans"/>
              </a:rPr>
              <a:t>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" y="4087368"/>
            <a:ext cx="4069080" cy="713232"/>
          </a:xfrm>
          <a:prstGeom prst="roundRect">
            <a:avLst>
              <a:gd name="adj" fmla="val 30000"/>
            </a:avLst>
          </a:prstGeom>
          <a:solidFill>
            <a:srgbClr val="BFCBE9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3200" b="1">
                <a:solidFill>
                  <a:srgbClr val="1D3557"/>
                </a:solidFill>
                <a:latin typeface="PT Sans"/>
              </a:rPr>
              <a:t>7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" y="4928616"/>
            <a:ext cx="4069080" cy="713232"/>
          </a:xfrm>
          <a:prstGeom prst="roundRect">
            <a:avLst>
              <a:gd name="adj" fmla="val 30000"/>
            </a:avLst>
          </a:prstGeom>
          <a:solidFill>
            <a:srgbClr val="BFCBE9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3200" b="1">
                <a:solidFill>
                  <a:srgbClr val="1D3557"/>
                </a:solidFill>
                <a:latin typeface="PT Sans"/>
              </a:rPr>
              <a:t>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" y="5760720"/>
            <a:ext cx="406908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007A5A"/>
                </a:solidFill>
                <a:latin typeface="PT Sans"/>
              </a:rPr>
              <a:t>Жоопту бас · «Кантип таптың?» +1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54880" y="1234440"/>
            <a:ext cx="7007047" cy="4800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846320" y="4160520"/>
            <a:ext cx="6824167" cy="1783080"/>
          </a:xfrm>
          <a:prstGeom prst="roundRect">
            <a:avLst>
              <a:gd name="adj" fmla="val 4000"/>
            </a:avLst>
          </a:prstGeom>
          <a:solidFill>
            <a:srgbClr val="B5E2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3" name="Group 32"/>
          <p:cNvGrpSpPr/>
          <p:nvPr/>
        </p:nvGrpSpPr>
        <p:grpSpPr>
          <a:xfrm>
            <a:off x="5394960" y="1417320"/>
            <a:ext cx="5669280" cy="2743200"/>
            <a:chOff x="5394960" y="1417320"/>
            <a:chExt cx="5669280" cy="2743200"/>
          </a:xfrm>
        </p:grpSpPr>
        <p:cxnSp>
          <p:nvCxnSpPr>
            <p:cNvPr id="19" name="Connector 18"/>
            <p:cNvCxnSpPr/>
            <p:nvPr/>
          </p:nvCxnSpPr>
          <p:spPr>
            <a:xfrm>
              <a:off x="5961888" y="1417320"/>
              <a:ext cx="0" cy="2743200"/>
            </a:xfrm>
            <a:prstGeom prst="line">
              <a:avLst/>
            </a:prstGeom>
            <a:ln w="9525">
              <a:solidFill>
                <a:srgbClr val="BFCB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or 19"/>
            <p:cNvCxnSpPr/>
            <p:nvPr/>
          </p:nvCxnSpPr>
          <p:spPr>
            <a:xfrm>
              <a:off x="6528816" y="1417320"/>
              <a:ext cx="0" cy="2743200"/>
            </a:xfrm>
            <a:prstGeom prst="line">
              <a:avLst/>
            </a:prstGeom>
            <a:ln w="9525">
              <a:solidFill>
                <a:srgbClr val="BFCB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 20"/>
            <p:cNvCxnSpPr/>
            <p:nvPr/>
          </p:nvCxnSpPr>
          <p:spPr>
            <a:xfrm>
              <a:off x="7095744" y="1417320"/>
              <a:ext cx="0" cy="2743200"/>
            </a:xfrm>
            <a:prstGeom prst="line">
              <a:avLst/>
            </a:prstGeom>
            <a:ln w="9525">
              <a:solidFill>
                <a:srgbClr val="BFCB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or 21"/>
            <p:cNvCxnSpPr/>
            <p:nvPr/>
          </p:nvCxnSpPr>
          <p:spPr>
            <a:xfrm>
              <a:off x="7662672" y="1417320"/>
              <a:ext cx="0" cy="2743200"/>
            </a:xfrm>
            <a:prstGeom prst="line">
              <a:avLst/>
            </a:prstGeom>
            <a:ln w="9525">
              <a:solidFill>
                <a:srgbClr val="BFCB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or 22"/>
            <p:cNvCxnSpPr/>
            <p:nvPr/>
          </p:nvCxnSpPr>
          <p:spPr>
            <a:xfrm>
              <a:off x="8229600" y="1417320"/>
              <a:ext cx="0" cy="2743200"/>
            </a:xfrm>
            <a:prstGeom prst="line">
              <a:avLst/>
            </a:prstGeom>
            <a:ln w="9525">
              <a:solidFill>
                <a:srgbClr val="BFCB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or 23"/>
            <p:cNvCxnSpPr/>
            <p:nvPr/>
          </p:nvCxnSpPr>
          <p:spPr>
            <a:xfrm>
              <a:off x="8796528" y="1417320"/>
              <a:ext cx="0" cy="2743200"/>
            </a:xfrm>
            <a:prstGeom prst="line">
              <a:avLst/>
            </a:prstGeom>
            <a:ln w="9525">
              <a:solidFill>
                <a:srgbClr val="BFCB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nector 24"/>
            <p:cNvCxnSpPr/>
            <p:nvPr/>
          </p:nvCxnSpPr>
          <p:spPr>
            <a:xfrm>
              <a:off x="9363456" y="1417320"/>
              <a:ext cx="0" cy="2743200"/>
            </a:xfrm>
            <a:prstGeom prst="line">
              <a:avLst/>
            </a:prstGeom>
            <a:ln w="9525">
              <a:solidFill>
                <a:srgbClr val="BFCB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nector 25"/>
            <p:cNvCxnSpPr/>
            <p:nvPr/>
          </p:nvCxnSpPr>
          <p:spPr>
            <a:xfrm>
              <a:off x="9930384" y="1417320"/>
              <a:ext cx="0" cy="2743200"/>
            </a:xfrm>
            <a:prstGeom prst="line">
              <a:avLst/>
            </a:prstGeom>
            <a:ln w="9525">
              <a:solidFill>
                <a:srgbClr val="BFCB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nector 26"/>
            <p:cNvCxnSpPr/>
            <p:nvPr/>
          </p:nvCxnSpPr>
          <p:spPr>
            <a:xfrm>
              <a:off x="10497312" y="1417320"/>
              <a:ext cx="0" cy="2743200"/>
            </a:xfrm>
            <a:prstGeom prst="line">
              <a:avLst/>
            </a:prstGeom>
            <a:ln w="9525">
              <a:solidFill>
                <a:srgbClr val="BFCB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nector 27"/>
            <p:cNvCxnSpPr/>
            <p:nvPr/>
          </p:nvCxnSpPr>
          <p:spPr>
            <a:xfrm>
              <a:off x="5394960" y="1874519"/>
              <a:ext cx="5669280" cy="0"/>
            </a:xfrm>
            <a:prstGeom prst="line">
              <a:avLst/>
            </a:prstGeom>
            <a:ln w="9525">
              <a:solidFill>
                <a:srgbClr val="BFCB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nector 28"/>
            <p:cNvCxnSpPr/>
            <p:nvPr/>
          </p:nvCxnSpPr>
          <p:spPr>
            <a:xfrm>
              <a:off x="5394960" y="2331720"/>
              <a:ext cx="5669280" cy="0"/>
            </a:xfrm>
            <a:prstGeom prst="line">
              <a:avLst/>
            </a:prstGeom>
            <a:ln w="9525">
              <a:solidFill>
                <a:srgbClr val="BFCB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nector 29"/>
            <p:cNvCxnSpPr/>
            <p:nvPr/>
          </p:nvCxnSpPr>
          <p:spPr>
            <a:xfrm>
              <a:off x="5394960" y="2788920"/>
              <a:ext cx="5669280" cy="0"/>
            </a:xfrm>
            <a:prstGeom prst="line">
              <a:avLst/>
            </a:prstGeom>
            <a:ln w="9525">
              <a:solidFill>
                <a:srgbClr val="BFCB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nector 30"/>
            <p:cNvCxnSpPr/>
            <p:nvPr/>
          </p:nvCxnSpPr>
          <p:spPr>
            <a:xfrm>
              <a:off x="5394960" y="3246120"/>
              <a:ext cx="5669280" cy="0"/>
            </a:xfrm>
            <a:prstGeom prst="line">
              <a:avLst/>
            </a:prstGeom>
            <a:ln w="9525">
              <a:solidFill>
                <a:srgbClr val="BFCB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nector 31"/>
            <p:cNvCxnSpPr/>
            <p:nvPr/>
          </p:nvCxnSpPr>
          <p:spPr>
            <a:xfrm>
              <a:off x="5394960" y="3703320"/>
              <a:ext cx="5669280" cy="0"/>
            </a:xfrm>
            <a:prstGeom prst="line">
              <a:avLst/>
            </a:prstGeom>
            <a:ln w="9525">
              <a:solidFill>
                <a:srgbClr val="BFCB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4" name="Connector 33"/>
          <p:cNvCxnSpPr/>
          <p:nvPr/>
        </p:nvCxnSpPr>
        <p:spPr>
          <a:xfrm flipV="1">
            <a:off x="5394960" y="1417320"/>
            <a:ext cx="0" cy="2743200"/>
          </a:xfrm>
          <a:prstGeom prst="line">
            <a:avLst/>
          </a:prstGeom>
          <a:ln w="889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358384" y="1417320"/>
            <a:ext cx="5742432" cy="0"/>
          </a:xfrm>
          <a:prstGeom prst="line">
            <a:avLst/>
          </a:prstGeom>
          <a:ln w="889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1064240" y="1417320"/>
            <a:ext cx="0" cy="2743200"/>
          </a:xfrm>
          <a:prstGeom prst="line">
            <a:avLst/>
          </a:prstGeom>
          <a:ln w="889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4846320" y="4160520"/>
            <a:ext cx="6824167" cy="0"/>
          </a:xfrm>
          <a:prstGeom prst="line">
            <a:avLst/>
          </a:prstGeom>
          <a:ln w="3810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8147304" y="5532120"/>
            <a:ext cx="164592" cy="731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81" name="Group 80"/>
          <p:cNvGrpSpPr/>
          <p:nvPr/>
        </p:nvGrpSpPr>
        <p:grpSpPr>
          <a:xfrm>
            <a:off x="7363114" y="1990100"/>
            <a:ext cx="1732971" cy="2195656"/>
            <a:chOff x="7363114" y="1990100"/>
            <a:chExt cx="1732971" cy="2195656"/>
          </a:xfrm>
        </p:grpSpPr>
        <p:cxnSp>
          <p:nvCxnSpPr>
            <p:cNvPr id="39" name="Connector 38"/>
            <p:cNvCxnSpPr/>
            <p:nvPr/>
          </p:nvCxnSpPr>
          <p:spPr>
            <a:xfrm flipH="1">
              <a:off x="7977225" y="3361334"/>
              <a:ext cx="109362" cy="378562"/>
            </a:xfrm>
            <a:prstGeom prst="line">
              <a:avLst/>
            </a:prstGeom>
            <a:ln w="160274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or 39"/>
            <p:cNvCxnSpPr/>
            <p:nvPr/>
          </p:nvCxnSpPr>
          <p:spPr>
            <a:xfrm flipH="1">
              <a:off x="7977225" y="3361334"/>
              <a:ext cx="109362" cy="378562"/>
            </a:xfrm>
            <a:prstGeom prst="line">
              <a:avLst/>
            </a:prstGeom>
            <a:ln w="128524" cap="rnd">
              <a:solidFill>
                <a:srgbClr val="E8B98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nector 40"/>
            <p:cNvCxnSpPr/>
            <p:nvPr/>
          </p:nvCxnSpPr>
          <p:spPr>
            <a:xfrm flipH="1">
              <a:off x="7909925" y="3739896"/>
              <a:ext cx="67300" cy="344911"/>
            </a:xfrm>
            <a:prstGeom prst="line">
              <a:avLst/>
            </a:prstGeom>
            <a:ln w="160274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nector 41"/>
            <p:cNvCxnSpPr/>
            <p:nvPr/>
          </p:nvCxnSpPr>
          <p:spPr>
            <a:xfrm flipH="1">
              <a:off x="7909925" y="3739896"/>
              <a:ext cx="67300" cy="344911"/>
            </a:xfrm>
            <a:prstGeom prst="line">
              <a:avLst/>
            </a:prstGeom>
            <a:ln w="128524" cap="rnd">
              <a:solidFill>
                <a:srgbClr val="F6B25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Rounded Rectangle 42"/>
            <p:cNvSpPr/>
            <p:nvPr/>
          </p:nvSpPr>
          <p:spPr>
            <a:xfrm>
              <a:off x="7716438" y="4051157"/>
              <a:ext cx="286024" cy="134599"/>
            </a:xfrm>
            <a:prstGeom prst="roundRect">
              <a:avLst/>
            </a:prstGeom>
            <a:solidFill>
              <a:srgbClr val="1F2430"/>
            </a:solidFill>
            <a:ln w="12700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4" name="Connector 43"/>
            <p:cNvCxnSpPr/>
            <p:nvPr/>
          </p:nvCxnSpPr>
          <p:spPr>
            <a:xfrm>
              <a:off x="8372612" y="3361334"/>
              <a:ext cx="109362" cy="378562"/>
            </a:xfrm>
            <a:prstGeom prst="line">
              <a:avLst/>
            </a:prstGeom>
            <a:ln w="160274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nector 44"/>
            <p:cNvCxnSpPr/>
            <p:nvPr/>
          </p:nvCxnSpPr>
          <p:spPr>
            <a:xfrm>
              <a:off x="8372612" y="3361334"/>
              <a:ext cx="109362" cy="378562"/>
            </a:xfrm>
            <a:prstGeom prst="line">
              <a:avLst/>
            </a:prstGeom>
            <a:ln w="128524" cap="rnd">
              <a:solidFill>
                <a:srgbClr val="E8B98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nector 45"/>
            <p:cNvCxnSpPr/>
            <p:nvPr/>
          </p:nvCxnSpPr>
          <p:spPr>
            <a:xfrm>
              <a:off x="8481974" y="3739896"/>
              <a:ext cx="67300" cy="344911"/>
            </a:xfrm>
            <a:prstGeom prst="line">
              <a:avLst/>
            </a:prstGeom>
            <a:ln w="160274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onnector 46"/>
            <p:cNvCxnSpPr/>
            <p:nvPr/>
          </p:nvCxnSpPr>
          <p:spPr>
            <a:xfrm>
              <a:off x="8481974" y="3739896"/>
              <a:ext cx="67300" cy="344911"/>
            </a:xfrm>
            <a:prstGeom prst="line">
              <a:avLst/>
            </a:prstGeom>
            <a:ln w="128524" cap="rnd">
              <a:solidFill>
                <a:srgbClr val="F6B25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Rounded Rectangle 47"/>
            <p:cNvSpPr/>
            <p:nvPr/>
          </p:nvSpPr>
          <p:spPr>
            <a:xfrm>
              <a:off x="8456736" y="4051157"/>
              <a:ext cx="286024" cy="134599"/>
            </a:xfrm>
            <a:prstGeom prst="roundRect">
              <a:avLst/>
            </a:prstGeom>
            <a:solidFill>
              <a:srgbClr val="1F2430"/>
            </a:solidFill>
            <a:ln w="12700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Rounded Rectangle 48"/>
            <p:cNvSpPr/>
            <p:nvPr/>
          </p:nvSpPr>
          <p:spPr>
            <a:xfrm>
              <a:off x="7918338" y="3235147"/>
              <a:ext cx="622523" cy="302849"/>
            </a:xfrm>
            <a:prstGeom prst="roundRect">
              <a:avLst/>
            </a:prstGeom>
            <a:solidFill>
              <a:srgbClr val="1D3557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50" name="Connector 49"/>
            <p:cNvCxnSpPr/>
            <p:nvPr/>
          </p:nvCxnSpPr>
          <p:spPr>
            <a:xfrm flipV="1">
              <a:off x="8229600" y="2419136"/>
              <a:ext cx="0" cy="143012"/>
            </a:xfrm>
            <a:prstGeom prst="line">
              <a:avLst/>
            </a:prstGeom>
            <a:ln w="136906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nector 50"/>
            <p:cNvCxnSpPr/>
            <p:nvPr/>
          </p:nvCxnSpPr>
          <p:spPr>
            <a:xfrm flipV="1">
              <a:off x="8229600" y="2419136"/>
              <a:ext cx="0" cy="143012"/>
            </a:xfrm>
            <a:prstGeom prst="line">
              <a:avLst/>
            </a:prstGeom>
            <a:ln w="105156" cap="rnd">
              <a:solidFill>
                <a:srgbClr val="E8B98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Round Same Side Corner Rectangle 51"/>
            <p:cNvSpPr/>
            <p:nvPr/>
          </p:nvSpPr>
          <p:spPr>
            <a:xfrm>
              <a:off x="7901513" y="2536911"/>
              <a:ext cx="656173" cy="824423"/>
            </a:xfrm>
            <a:prstGeom prst="round2SameRect">
              <a:avLst>
                <a:gd name="adj1" fmla="val 30000"/>
                <a:gd name="adj2" fmla="val 12000"/>
              </a:avLst>
            </a:prstGeom>
            <a:solidFill>
              <a:srgbClr val="F28C28"/>
            </a:solidFill>
            <a:ln w="22225">
              <a:solidFill>
                <a:srgbClr val="A844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Rounded Rectangle 52"/>
            <p:cNvSpPr/>
            <p:nvPr/>
          </p:nvSpPr>
          <p:spPr>
            <a:xfrm>
              <a:off x="7918338" y="3273003"/>
              <a:ext cx="622523" cy="75712"/>
            </a:xfrm>
            <a:prstGeom prst="roundRect">
              <a:avLst/>
            </a:prstGeom>
            <a:solidFill>
              <a:srgbClr val="A844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Chord 53"/>
            <p:cNvSpPr/>
            <p:nvPr/>
          </p:nvSpPr>
          <p:spPr>
            <a:xfrm>
              <a:off x="8103412" y="2461199"/>
              <a:ext cx="252374" cy="168249"/>
            </a:xfrm>
            <a:prstGeom prst="chord">
              <a:avLst>
                <a:gd name="adj1" fmla="val 0"/>
                <a:gd name="adj2" fmla="val 10800000"/>
              </a:avLst>
            </a:prstGeom>
            <a:solidFill>
              <a:srgbClr val="FFFFFF"/>
            </a:solidFill>
            <a:ln w="12700">
              <a:solidFill>
                <a:srgbClr val="A844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7977225" y="2705160"/>
              <a:ext cx="504748" cy="47109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2300" b="1">
                  <a:solidFill>
                    <a:srgbClr val="FFFFFF"/>
                  </a:solidFill>
                  <a:latin typeface="PT Sans"/>
                </a:rPr>
                <a:t>1</a:t>
              </a:r>
            </a:p>
          </p:txBody>
        </p:sp>
        <p:cxnSp>
          <p:nvCxnSpPr>
            <p:cNvPr id="56" name="Connector 55"/>
            <p:cNvCxnSpPr/>
            <p:nvPr/>
          </p:nvCxnSpPr>
          <p:spPr>
            <a:xfrm flipH="1">
              <a:off x="7657551" y="2587386"/>
              <a:ext cx="269199" cy="269199"/>
            </a:xfrm>
            <a:prstGeom prst="line">
              <a:avLst/>
            </a:prstGeom>
            <a:ln w="148590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Connector 56"/>
            <p:cNvCxnSpPr/>
            <p:nvPr/>
          </p:nvCxnSpPr>
          <p:spPr>
            <a:xfrm flipH="1">
              <a:off x="7657551" y="2587386"/>
              <a:ext cx="269199" cy="269199"/>
            </a:xfrm>
            <a:prstGeom prst="line">
              <a:avLst/>
            </a:prstGeom>
            <a:ln w="116840" cap="rnd">
              <a:solidFill>
                <a:srgbClr val="F28C2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Connector 57"/>
            <p:cNvCxnSpPr/>
            <p:nvPr/>
          </p:nvCxnSpPr>
          <p:spPr>
            <a:xfrm flipH="1" flipV="1">
              <a:off x="7506126" y="2469611"/>
              <a:ext cx="151425" cy="386974"/>
            </a:xfrm>
            <a:prstGeom prst="line">
              <a:avLst/>
            </a:prstGeom>
            <a:ln w="148590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nector 58"/>
            <p:cNvCxnSpPr/>
            <p:nvPr/>
          </p:nvCxnSpPr>
          <p:spPr>
            <a:xfrm flipH="1" flipV="1">
              <a:off x="7506126" y="2469611"/>
              <a:ext cx="151425" cy="386974"/>
            </a:xfrm>
            <a:prstGeom prst="line">
              <a:avLst/>
            </a:prstGeom>
            <a:ln w="116840" cap="rnd">
              <a:solidFill>
                <a:srgbClr val="F28C2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nector 59"/>
            <p:cNvCxnSpPr/>
            <p:nvPr/>
          </p:nvCxnSpPr>
          <p:spPr>
            <a:xfrm>
              <a:off x="8532449" y="2587386"/>
              <a:ext cx="269199" cy="269199"/>
            </a:xfrm>
            <a:prstGeom prst="line">
              <a:avLst/>
            </a:prstGeom>
            <a:ln w="148590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nector 60"/>
            <p:cNvCxnSpPr/>
            <p:nvPr/>
          </p:nvCxnSpPr>
          <p:spPr>
            <a:xfrm>
              <a:off x="8532449" y="2587386"/>
              <a:ext cx="269199" cy="269199"/>
            </a:xfrm>
            <a:prstGeom prst="line">
              <a:avLst/>
            </a:prstGeom>
            <a:ln w="116840" cap="rnd">
              <a:solidFill>
                <a:srgbClr val="F28C2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Connector 61"/>
            <p:cNvCxnSpPr/>
            <p:nvPr/>
          </p:nvCxnSpPr>
          <p:spPr>
            <a:xfrm flipV="1">
              <a:off x="8801648" y="2469611"/>
              <a:ext cx="151425" cy="386974"/>
            </a:xfrm>
            <a:prstGeom prst="line">
              <a:avLst/>
            </a:prstGeom>
            <a:ln w="148590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nector 62"/>
            <p:cNvCxnSpPr/>
            <p:nvPr/>
          </p:nvCxnSpPr>
          <p:spPr>
            <a:xfrm flipV="1">
              <a:off x="8801648" y="2469611"/>
              <a:ext cx="151425" cy="386974"/>
            </a:xfrm>
            <a:prstGeom prst="line">
              <a:avLst/>
            </a:prstGeom>
            <a:ln w="116840" cap="rnd">
              <a:solidFill>
                <a:srgbClr val="F28C2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Oval 63"/>
            <p:cNvSpPr/>
            <p:nvPr/>
          </p:nvSpPr>
          <p:spPr>
            <a:xfrm>
              <a:off x="7973019" y="2179380"/>
              <a:ext cx="92537" cy="126187"/>
            </a:xfrm>
            <a:prstGeom prst="ellipse">
              <a:avLst/>
            </a:prstGeom>
            <a:solidFill>
              <a:srgbClr val="E8B98E"/>
            </a:solidFill>
            <a:ln w="12700">
              <a:solidFill>
                <a:srgbClr val="A86E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Oval 64"/>
            <p:cNvSpPr/>
            <p:nvPr/>
          </p:nvSpPr>
          <p:spPr>
            <a:xfrm>
              <a:off x="8393643" y="2179380"/>
              <a:ext cx="92537" cy="126187"/>
            </a:xfrm>
            <a:prstGeom prst="ellipse">
              <a:avLst/>
            </a:prstGeom>
            <a:solidFill>
              <a:srgbClr val="E8B98E"/>
            </a:solidFill>
            <a:ln w="12700">
              <a:solidFill>
                <a:srgbClr val="A86E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" name="Oval 65"/>
            <p:cNvSpPr/>
            <p:nvPr/>
          </p:nvSpPr>
          <p:spPr>
            <a:xfrm>
              <a:off x="8002463" y="1990100"/>
              <a:ext cx="454273" cy="370149"/>
            </a:xfrm>
            <a:prstGeom prst="ellipse">
              <a:avLst/>
            </a:prstGeom>
            <a:solidFill>
              <a:srgbClr val="3A2A22"/>
            </a:solidFill>
            <a:ln w="15875">
              <a:solidFill>
                <a:srgbClr val="3A2A2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Oval 66"/>
            <p:cNvSpPr/>
            <p:nvPr/>
          </p:nvSpPr>
          <p:spPr>
            <a:xfrm>
              <a:off x="8031906" y="2078431"/>
              <a:ext cx="395386" cy="395386"/>
            </a:xfrm>
            <a:prstGeom prst="ellipse">
              <a:avLst/>
            </a:prstGeom>
            <a:solidFill>
              <a:srgbClr val="E8B98E"/>
            </a:solidFill>
            <a:ln w="15875">
              <a:solidFill>
                <a:srgbClr val="A86E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Chord 67"/>
            <p:cNvSpPr/>
            <p:nvPr/>
          </p:nvSpPr>
          <p:spPr>
            <a:xfrm>
              <a:off x="8031906" y="2032162"/>
              <a:ext cx="395386" cy="185074"/>
            </a:xfrm>
            <a:prstGeom prst="chord">
              <a:avLst>
                <a:gd name="adj1" fmla="val 10800000"/>
                <a:gd name="adj2" fmla="val 0"/>
              </a:avLst>
            </a:prstGeom>
            <a:solidFill>
              <a:srgbClr val="3A2A2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Oval 68"/>
            <p:cNvSpPr/>
            <p:nvPr/>
          </p:nvSpPr>
          <p:spPr>
            <a:xfrm>
              <a:off x="8113928" y="2221443"/>
              <a:ext cx="63093" cy="75712"/>
            </a:xfrm>
            <a:prstGeom prst="ellipse">
              <a:avLst/>
            </a:prstGeom>
            <a:solidFill>
              <a:srgbClr val="1F243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" name="Oval 69"/>
            <p:cNvSpPr/>
            <p:nvPr/>
          </p:nvSpPr>
          <p:spPr>
            <a:xfrm>
              <a:off x="8147578" y="2236165"/>
              <a:ext cx="21031" cy="2103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Rounded Rectangle 70"/>
            <p:cNvSpPr/>
            <p:nvPr/>
          </p:nvSpPr>
          <p:spPr>
            <a:xfrm>
              <a:off x="8103412" y="2181484"/>
              <a:ext cx="84124" cy="21031"/>
            </a:xfrm>
            <a:prstGeom prst="roundRect">
              <a:avLst/>
            </a:prstGeom>
            <a:solidFill>
              <a:srgbClr val="3A2A2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Oval 71"/>
            <p:cNvSpPr/>
            <p:nvPr/>
          </p:nvSpPr>
          <p:spPr>
            <a:xfrm>
              <a:off x="8282178" y="2221443"/>
              <a:ext cx="63093" cy="75712"/>
            </a:xfrm>
            <a:prstGeom prst="ellipse">
              <a:avLst/>
            </a:prstGeom>
            <a:solidFill>
              <a:srgbClr val="1F243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" name="Oval 72"/>
            <p:cNvSpPr/>
            <p:nvPr/>
          </p:nvSpPr>
          <p:spPr>
            <a:xfrm>
              <a:off x="8315827" y="2236165"/>
              <a:ext cx="21031" cy="2103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Rounded Rectangle 73"/>
            <p:cNvSpPr/>
            <p:nvPr/>
          </p:nvSpPr>
          <p:spPr>
            <a:xfrm>
              <a:off x="8271662" y="2181484"/>
              <a:ext cx="84124" cy="21031"/>
            </a:xfrm>
            <a:prstGeom prst="roundRect">
              <a:avLst/>
            </a:prstGeom>
            <a:solidFill>
              <a:srgbClr val="3A2A2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Oval 74"/>
            <p:cNvSpPr/>
            <p:nvPr/>
          </p:nvSpPr>
          <p:spPr>
            <a:xfrm>
              <a:off x="8208568" y="2292949"/>
              <a:ext cx="42062" cy="33649"/>
            </a:xfrm>
            <a:prstGeom prst="ellipse">
              <a:avLst/>
            </a:prstGeom>
            <a:solidFill>
              <a:srgbClr val="A86E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" name="Chord 75"/>
            <p:cNvSpPr/>
            <p:nvPr/>
          </p:nvSpPr>
          <p:spPr>
            <a:xfrm>
              <a:off x="8153887" y="2309774"/>
              <a:ext cx="151424" cy="100949"/>
            </a:xfrm>
            <a:prstGeom prst="chord">
              <a:avLst>
                <a:gd name="adj1" fmla="val 0"/>
                <a:gd name="adj2" fmla="val 10800000"/>
              </a:avLst>
            </a:prstGeom>
            <a:solidFill>
              <a:srgbClr val="FFFFFF"/>
            </a:solidFill>
            <a:ln w="12700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" name="Oval 76"/>
            <p:cNvSpPr/>
            <p:nvPr/>
          </p:nvSpPr>
          <p:spPr>
            <a:xfrm>
              <a:off x="7363114" y="2318186"/>
              <a:ext cx="286024" cy="302849"/>
            </a:xfrm>
            <a:prstGeom prst="ellipse">
              <a:avLst/>
            </a:prstGeom>
            <a:solidFill>
              <a:srgbClr val="B5E2D3"/>
            </a:solidFill>
            <a:ln w="28575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" name="Oval 77"/>
            <p:cNvSpPr/>
            <p:nvPr/>
          </p:nvSpPr>
          <p:spPr>
            <a:xfrm rot="4117763">
              <a:off x="7502425" y="2590078"/>
              <a:ext cx="134599" cy="84124"/>
            </a:xfrm>
            <a:prstGeom prst="ellipse">
              <a:avLst/>
            </a:prstGeom>
            <a:solidFill>
              <a:srgbClr val="007A5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" name="Oval 78"/>
            <p:cNvSpPr/>
            <p:nvPr/>
          </p:nvSpPr>
          <p:spPr>
            <a:xfrm>
              <a:off x="8810061" y="2318186"/>
              <a:ext cx="286024" cy="302849"/>
            </a:xfrm>
            <a:prstGeom prst="ellipse">
              <a:avLst/>
            </a:prstGeom>
            <a:solidFill>
              <a:srgbClr val="B5E2D3"/>
            </a:solidFill>
            <a:ln w="28575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" name="Oval 79"/>
            <p:cNvSpPr/>
            <p:nvPr/>
          </p:nvSpPr>
          <p:spPr>
            <a:xfrm rot="6682237">
              <a:off x="8822175" y="2590078"/>
              <a:ext cx="134599" cy="84124"/>
            </a:xfrm>
            <a:prstGeom prst="ellipse">
              <a:avLst/>
            </a:prstGeom>
            <a:solidFill>
              <a:srgbClr val="007A5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4" name="Group 123"/>
          <p:cNvGrpSpPr/>
          <p:nvPr/>
        </p:nvGrpSpPr>
        <p:grpSpPr>
          <a:xfrm>
            <a:off x="5992793" y="1839684"/>
            <a:ext cx="2553036" cy="1197033"/>
            <a:chOff x="5992793" y="1839684"/>
            <a:chExt cx="2553036" cy="1197033"/>
          </a:xfrm>
        </p:grpSpPr>
        <p:cxnSp>
          <p:nvCxnSpPr>
            <p:cNvPr id="82" name="Connector 81"/>
            <p:cNvCxnSpPr/>
            <p:nvPr/>
          </p:nvCxnSpPr>
          <p:spPr>
            <a:xfrm>
              <a:off x="7632146" y="2727857"/>
              <a:ext cx="389033" cy="82177"/>
            </a:xfrm>
            <a:prstGeom prst="line">
              <a:avLst/>
            </a:prstGeom>
            <a:ln w="160274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Connector 82"/>
            <p:cNvCxnSpPr/>
            <p:nvPr/>
          </p:nvCxnSpPr>
          <p:spPr>
            <a:xfrm>
              <a:off x="7632146" y="2727857"/>
              <a:ext cx="389033" cy="82177"/>
            </a:xfrm>
            <a:prstGeom prst="line">
              <a:avLst/>
            </a:prstGeom>
            <a:ln w="128524" cap="rnd">
              <a:solidFill>
                <a:srgbClr val="E8B98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Connector 83"/>
            <p:cNvCxnSpPr/>
            <p:nvPr/>
          </p:nvCxnSpPr>
          <p:spPr>
            <a:xfrm>
              <a:off x="8021179" y="2810034"/>
              <a:ext cx="365233" cy="100981"/>
            </a:xfrm>
            <a:prstGeom prst="line">
              <a:avLst/>
            </a:prstGeom>
            <a:ln w="160274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Connector 84"/>
            <p:cNvCxnSpPr/>
            <p:nvPr/>
          </p:nvCxnSpPr>
          <p:spPr>
            <a:xfrm>
              <a:off x="8021179" y="2810034"/>
              <a:ext cx="365233" cy="100981"/>
            </a:xfrm>
            <a:prstGeom prst="line">
              <a:avLst/>
            </a:prstGeom>
            <a:ln w="128524" cap="rnd">
              <a:solidFill>
                <a:srgbClr val="F6B25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Rounded Rectangle 85"/>
            <p:cNvSpPr/>
            <p:nvPr/>
          </p:nvSpPr>
          <p:spPr>
            <a:xfrm rot="17280000">
              <a:off x="8259805" y="2902118"/>
              <a:ext cx="286024" cy="134599"/>
            </a:xfrm>
            <a:prstGeom prst="roundRect">
              <a:avLst/>
            </a:prstGeom>
            <a:solidFill>
              <a:srgbClr val="1F2430"/>
            </a:solidFill>
            <a:ln w="12700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87" name="Connector 86"/>
            <p:cNvCxnSpPr/>
            <p:nvPr/>
          </p:nvCxnSpPr>
          <p:spPr>
            <a:xfrm flipV="1">
              <a:off x="7720533" y="2389604"/>
              <a:ext cx="313416" cy="66228"/>
            </a:xfrm>
            <a:prstGeom prst="line">
              <a:avLst/>
            </a:prstGeom>
            <a:ln w="160274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Connector 87"/>
            <p:cNvCxnSpPr/>
            <p:nvPr/>
          </p:nvCxnSpPr>
          <p:spPr>
            <a:xfrm flipV="1">
              <a:off x="7720533" y="2389604"/>
              <a:ext cx="313416" cy="66228"/>
            </a:xfrm>
            <a:prstGeom prst="line">
              <a:avLst/>
            </a:prstGeom>
            <a:ln w="128524" cap="rnd">
              <a:solidFill>
                <a:srgbClr val="E8B98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Connector 88"/>
            <p:cNvCxnSpPr/>
            <p:nvPr/>
          </p:nvCxnSpPr>
          <p:spPr>
            <a:xfrm>
              <a:off x="8033949" y="2389604"/>
              <a:ext cx="249235" cy="240199"/>
            </a:xfrm>
            <a:prstGeom prst="line">
              <a:avLst/>
            </a:prstGeom>
            <a:ln w="160274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Connector 89"/>
            <p:cNvCxnSpPr/>
            <p:nvPr/>
          </p:nvCxnSpPr>
          <p:spPr>
            <a:xfrm>
              <a:off x="8033949" y="2389604"/>
              <a:ext cx="249235" cy="240199"/>
            </a:xfrm>
            <a:prstGeom prst="line">
              <a:avLst/>
            </a:prstGeom>
            <a:ln w="128524" cap="rnd">
              <a:solidFill>
                <a:srgbClr val="F6B25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Rounded Rectangle 90"/>
            <p:cNvSpPr/>
            <p:nvPr/>
          </p:nvSpPr>
          <p:spPr>
            <a:xfrm rot="17280000">
              <a:off x="8187773" y="2524897"/>
              <a:ext cx="286024" cy="134599"/>
            </a:xfrm>
            <a:prstGeom prst="roundRect">
              <a:avLst/>
            </a:prstGeom>
            <a:solidFill>
              <a:srgbClr val="1F2430"/>
            </a:solidFill>
            <a:ln w="12700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2" name="Rounded Rectangle 91"/>
            <p:cNvSpPr/>
            <p:nvPr/>
          </p:nvSpPr>
          <p:spPr>
            <a:xfrm rot="17280000">
              <a:off x="7389080" y="2448218"/>
              <a:ext cx="622523" cy="302849"/>
            </a:xfrm>
            <a:prstGeom prst="roundRect">
              <a:avLst/>
            </a:prstGeom>
            <a:solidFill>
              <a:srgbClr val="1D3557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93" name="Connector 92"/>
            <p:cNvCxnSpPr/>
            <p:nvPr/>
          </p:nvCxnSpPr>
          <p:spPr>
            <a:xfrm flipH="1" flipV="1">
              <a:off x="6780256" y="2300689"/>
              <a:ext cx="136013" cy="44193"/>
            </a:xfrm>
            <a:prstGeom prst="line">
              <a:avLst/>
            </a:prstGeom>
            <a:ln w="136906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Connector 93"/>
            <p:cNvCxnSpPr/>
            <p:nvPr/>
          </p:nvCxnSpPr>
          <p:spPr>
            <a:xfrm flipH="1" flipV="1">
              <a:off x="6780256" y="2300689"/>
              <a:ext cx="136013" cy="44193"/>
            </a:xfrm>
            <a:prstGeom prst="line">
              <a:avLst/>
            </a:prstGeom>
            <a:ln w="105156" cap="rnd">
              <a:solidFill>
                <a:srgbClr val="E8B98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5" name="Round Same Side Corner Rectangle 94"/>
            <p:cNvSpPr/>
            <p:nvPr/>
          </p:nvSpPr>
          <p:spPr>
            <a:xfrm rot="17280000">
              <a:off x="6956216" y="2052252"/>
              <a:ext cx="656173" cy="824423"/>
            </a:xfrm>
            <a:prstGeom prst="round2SameRect">
              <a:avLst>
                <a:gd name="adj1" fmla="val 30000"/>
                <a:gd name="adj2" fmla="val 12000"/>
              </a:avLst>
            </a:prstGeom>
            <a:solidFill>
              <a:srgbClr val="F28C28"/>
            </a:solidFill>
            <a:ln w="22225">
              <a:solidFill>
                <a:srgbClr val="A844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6" name="Rounded Rectangle 95"/>
            <p:cNvSpPr/>
            <p:nvPr/>
          </p:nvSpPr>
          <p:spPr>
            <a:xfrm rot="17280000">
              <a:off x="7317073" y="2538390"/>
              <a:ext cx="622523" cy="75712"/>
            </a:xfrm>
            <a:prstGeom prst="roundRect">
              <a:avLst/>
            </a:prstGeom>
            <a:solidFill>
              <a:srgbClr val="A844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7" name="Chord 96"/>
            <p:cNvSpPr/>
            <p:nvPr/>
          </p:nvSpPr>
          <p:spPr>
            <a:xfrm rot="17280000">
              <a:off x="6774080" y="2255558"/>
              <a:ext cx="252374" cy="168249"/>
            </a:xfrm>
            <a:prstGeom prst="chord">
              <a:avLst>
                <a:gd name="adj1" fmla="val 0"/>
                <a:gd name="adj2" fmla="val 10800000"/>
              </a:avLst>
            </a:prstGeom>
            <a:solidFill>
              <a:srgbClr val="FFFFFF"/>
            </a:solidFill>
            <a:ln w="12700">
              <a:solidFill>
                <a:srgbClr val="A844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8" name="TextBox 97"/>
            <p:cNvSpPr txBox="1"/>
            <p:nvPr/>
          </p:nvSpPr>
          <p:spPr>
            <a:xfrm rot="17280000">
              <a:off x="7023928" y="2226315"/>
              <a:ext cx="504748" cy="47109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2300" b="1">
                  <a:solidFill>
                    <a:srgbClr val="FFFFFF"/>
                  </a:solidFill>
                  <a:latin typeface="PT Sans"/>
                </a:rPr>
                <a:t>1</a:t>
              </a:r>
            </a:p>
          </p:txBody>
        </p:sp>
        <p:cxnSp>
          <p:nvCxnSpPr>
            <p:cNvPr id="99" name="Connector 98"/>
            <p:cNvCxnSpPr/>
            <p:nvPr/>
          </p:nvCxnSpPr>
          <p:spPr>
            <a:xfrm flipH="1" flipV="1">
              <a:off x="6451242" y="2414921"/>
              <a:ext cx="395443" cy="225787"/>
            </a:xfrm>
            <a:prstGeom prst="line">
              <a:avLst/>
            </a:prstGeom>
            <a:ln w="148590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Connector 99"/>
            <p:cNvCxnSpPr/>
            <p:nvPr/>
          </p:nvCxnSpPr>
          <p:spPr>
            <a:xfrm flipH="1" flipV="1">
              <a:off x="6451242" y="2414921"/>
              <a:ext cx="395443" cy="225787"/>
            </a:xfrm>
            <a:prstGeom prst="line">
              <a:avLst/>
            </a:prstGeom>
            <a:ln w="116840" cap="rnd">
              <a:solidFill>
                <a:srgbClr val="F28C2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Connector 100"/>
            <p:cNvCxnSpPr/>
            <p:nvPr/>
          </p:nvCxnSpPr>
          <p:spPr>
            <a:xfrm flipH="1" flipV="1">
              <a:off x="6135805" y="2215130"/>
              <a:ext cx="315437" cy="199791"/>
            </a:xfrm>
            <a:prstGeom prst="line">
              <a:avLst/>
            </a:prstGeom>
            <a:ln w="148590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Connector 101"/>
            <p:cNvCxnSpPr/>
            <p:nvPr/>
          </p:nvCxnSpPr>
          <p:spPr>
            <a:xfrm flipH="1" flipV="1">
              <a:off x="6135805" y="2215130"/>
              <a:ext cx="315437" cy="199791"/>
            </a:xfrm>
            <a:prstGeom prst="line">
              <a:avLst/>
            </a:prstGeom>
            <a:ln w="116840" cap="rnd">
              <a:solidFill>
                <a:srgbClr val="F28C2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Connector 102"/>
            <p:cNvCxnSpPr/>
            <p:nvPr/>
          </p:nvCxnSpPr>
          <p:spPr>
            <a:xfrm flipH="1" flipV="1">
              <a:off x="6581221" y="2014884"/>
              <a:ext cx="452635" cy="49770"/>
            </a:xfrm>
            <a:prstGeom prst="line">
              <a:avLst/>
            </a:prstGeom>
            <a:ln w="148590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Connector 103"/>
            <p:cNvCxnSpPr/>
            <p:nvPr/>
          </p:nvCxnSpPr>
          <p:spPr>
            <a:xfrm flipH="1" flipV="1">
              <a:off x="6581221" y="2014884"/>
              <a:ext cx="452635" cy="49770"/>
            </a:xfrm>
            <a:prstGeom prst="line">
              <a:avLst/>
            </a:prstGeom>
            <a:ln w="116840" cap="rnd">
              <a:solidFill>
                <a:srgbClr val="F28C2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Connector 104"/>
            <p:cNvCxnSpPr/>
            <p:nvPr/>
          </p:nvCxnSpPr>
          <p:spPr>
            <a:xfrm flipH="1" flipV="1">
              <a:off x="6208594" y="1991109"/>
              <a:ext cx="372627" cy="23775"/>
            </a:xfrm>
            <a:prstGeom prst="line">
              <a:avLst/>
            </a:prstGeom>
            <a:ln w="148590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Connector 105"/>
            <p:cNvCxnSpPr/>
            <p:nvPr/>
          </p:nvCxnSpPr>
          <p:spPr>
            <a:xfrm flipH="1" flipV="1">
              <a:off x="6208594" y="1991109"/>
              <a:ext cx="372627" cy="23775"/>
            </a:xfrm>
            <a:prstGeom prst="line">
              <a:avLst/>
            </a:prstGeom>
            <a:ln w="116840" cap="rnd">
              <a:solidFill>
                <a:srgbClr val="F28C2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7" name="Oval 106"/>
            <p:cNvSpPr/>
            <p:nvPr/>
          </p:nvSpPr>
          <p:spPr>
            <a:xfrm rot="17280000">
              <a:off x="6500982" y="2383022"/>
              <a:ext cx="92537" cy="126187"/>
            </a:xfrm>
            <a:prstGeom prst="ellipse">
              <a:avLst/>
            </a:prstGeom>
            <a:solidFill>
              <a:srgbClr val="E8B98E"/>
            </a:solidFill>
            <a:ln w="12700">
              <a:solidFill>
                <a:srgbClr val="A86E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8" name="Oval 107"/>
            <p:cNvSpPr/>
            <p:nvPr/>
          </p:nvSpPr>
          <p:spPr>
            <a:xfrm rot="17280000">
              <a:off x="6630962" y="1982985"/>
              <a:ext cx="92537" cy="126187"/>
            </a:xfrm>
            <a:prstGeom prst="ellipse">
              <a:avLst/>
            </a:prstGeom>
            <a:solidFill>
              <a:srgbClr val="E8B98E"/>
            </a:solidFill>
            <a:ln w="12700">
              <a:solidFill>
                <a:srgbClr val="A86E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9" name="Oval 108"/>
            <p:cNvSpPr/>
            <p:nvPr/>
          </p:nvSpPr>
          <p:spPr>
            <a:xfrm rot="17280000">
              <a:off x="6321098" y="2040226"/>
              <a:ext cx="454273" cy="370149"/>
            </a:xfrm>
            <a:prstGeom prst="ellipse">
              <a:avLst/>
            </a:prstGeom>
            <a:solidFill>
              <a:srgbClr val="3A2A22"/>
            </a:solidFill>
            <a:ln w="15875">
              <a:solidFill>
                <a:srgbClr val="3A2A2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0" name="Oval 109"/>
            <p:cNvSpPr/>
            <p:nvPr/>
          </p:nvSpPr>
          <p:spPr>
            <a:xfrm rot="17280000">
              <a:off x="6446550" y="2058803"/>
              <a:ext cx="395386" cy="395386"/>
            </a:xfrm>
            <a:prstGeom prst="ellipse">
              <a:avLst/>
            </a:prstGeom>
            <a:solidFill>
              <a:srgbClr val="E8B98E"/>
            </a:solidFill>
            <a:ln w="15875">
              <a:solidFill>
                <a:srgbClr val="A86E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1" name="Chord 110"/>
            <p:cNvSpPr/>
            <p:nvPr/>
          </p:nvSpPr>
          <p:spPr>
            <a:xfrm rot="17280000">
              <a:off x="6302537" y="2117166"/>
              <a:ext cx="395386" cy="185074"/>
            </a:xfrm>
            <a:prstGeom prst="chord">
              <a:avLst>
                <a:gd name="adj1" fmla="val 10800000"/>
                <a:gd name="adj2" fmla="val 0"/>
              </a:avLst>
            </a:prstGeom>
            <a:solidFill>
              <a:srgbClr val="3A2A2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2" name="Oval 111"/>
            <p:cNvSpPr/>
            <p:nvPr/>
          </p:nvSpPr>
          <p:spPr>
            <a:xfrm rot="17280000">
              <a:off x="6570699" y="2293448"/>
              <a:ext cx="63093" cy="75712"/>
            </a:xfrm>
            <a:prstGeom prst="ellipse">
              <a:avLst/>
            </a:prstGeom>
            <a:solidFill>
              <a:srgbClr val="1F243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3" name="Oval 112"/>
            <p:cNvSpPr/>
            <p:nvPr/>
          </p:nvSpPr>
          <p:spPr>
            <a:xfrm rot="17280000">
              <a:off x="6583629" y="2304888"/>
              <a:ext cx="21031" cy="2103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4" name="Rounded Rectangle 113"/>
            <p:cNvSpPr/>
            <p:nvPr/>
          </p:nvSpPr>
          <p:spPr>
            <a:xfrm rot="17280000">
              <a:off x="6496178" y="2299992"/>
              <a:ext cx="84124" cy="21031"/>
            </a:xfrm>
            <a:prstGeom prst="roundRect">
              <a:avLst/>
            </a:prstGeom>
            <a:solidFill>
              <a:srgbClr val="3A2A2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5" name="Oval 114"/>
            <p:cNvSpPr/>
            <p:nvPr/>
          </p:nvSpPr>
          <p:spPr>
            <a:xfrm rot="17280000">
              <a:off x="6622691" y="2133433"/>
              <a:ext cx="63093" cy="75712"/>
            </a:xfrm>
            <a:prstGeom prst="ellipse">
              <a:avLst/>
            </a:prstGeom>
            <a:solidFill>
              <a:srgbClr val="1F243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6" name="Oval 115"/>
            <p:cNvSpPr/>
            <p:nvPr/>
          </p:nvSpPr>
          <p:spPr>
            <a:xfrm rot="17280000">
              <a:off x="6635621" y="2144873"/>
              <a:ext cx="21031" cy="2103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7" name="Rounded Rectangle 116"/>
            <p:cNvSpPr/>
            <p:nvPr/>
          </p:nvSpPr>
          <p:spPr>
            <a:xfrm rot="17280000">
              <a:off x="6548170" y="2139977"/>
              <a:ext cx="84124" cy="21031"/>
            </a:xfrm>
            <a:prstGeom prst="roundRect">
              <a:avLst/>
            </a:prstGeom>
            <a:solidFill>
              <a:srgbClr val="3A2A2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8" name="Oval 117"/>
            <p:cNvSpPr/>
            <p:nvPr/>
          </p:nvSpPr>
          <p:spPr>
            <a:xfrm rot="17280000">
              <a:off x="6655215" y="2250069"/>
              <a:ext cx="42062" cy="33649"/>
            </a:xfrm>
            <a:prstGeom prst="ellipse">
              <a:avLst/>
            </a:prstGeom>
            <a:solidFill>
              <a:srgbClr val="A86E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9" name="Chord 118"/>
            <p:cNvSpPr/>
            <p:nvPr/>
          </p:nvSpPr>
          <p:spPr>
            <a:xfrm rot="17280000">
              <a:off x="6648539" y="2232017"/>
              <a:ext cx="151424" cy="100949"/>
            </a:xfrm>
            <a:prstGeom prst="chord">
              <a:avLst>
                <a:gd name="adj1" fmla="val 0"/>
                <a:gd name="adj2" fmla="val 10800000"/>
              </a:avLst>
            </a:prstGeom>
            <a:solidFill>
              <a:srgbClr val="FFFFFF"/>
            </a:solidFill>
            <a:ln w="12700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0" name="Oval 119"/>
            <p:cNvSpPr/>
            <p:nvPr/>
          </p:nvSpPr>
          <p:spPr>
            <a:xfrm rot="17280000">
              <a:off x="5992793" y="2063705"/>
              <a:ext cx="286024" cy="302849"/>
            </a:xfrm>
            <a:prstGeom prst="ellipse">
              <a:avLst/>
            </a:prstGeom>
            <a:solidFill>
              <a:srgbClr val="B5E2D3"/>
            </a:solidFill>
            <a:ln w="28575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1" name="Oval 120"/>
            <p:cNvSpPr/>
            <p:nvPr/>
          </p:nvSpPr>
          <p:spPr>
            <a:xfrm rot="1940960">
              <a:off x="6200989" y="2256980"/>
              <a:ext cx="134599" cy="84124"/>
            </a:xfrm>
            <a:prstGeom prst="ellipse">
              <a:avLst/>
            </a:prstGeom>
            <a:solidFill>
              <a:srgbClr val="007A5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2" name="Oval 121"/>
            <p:cNvSpPr/>
            <p:nvPr/>
          </p:nvSpPr>
          <p:spPr>
            <a:xfrm rot="17280000">
              <a:off x="6065582" y="1839684"/>
              <a:ext cx="286024" cy="302849"/>
            </a:xfrm>
            <a:prstGeom prst="ellipse">
              <a:avLst/>
            </a:prstGeom>
            <a:solidFill>
              <a:srgbClr val="B5E2D3"/>
            </a:solidFill>
            <a:ln w="28575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3" name="Oval 122"/>
            <p:cNvSpPr/>
            <p:nvPr/>
          </p:nvSpPr>
          <p:spPr>
            <a:xfrm rot="219040">
              <a:off x="6297798" y="1959032"/>
              <a:ext cx="134599" cy="84124"/>
            </a:xfrm>
            <a:prstGeom prst="ellipse">
              <a:avLst/>
            </a:prstGeom>
            <a:solidFill>
              <a:srgbClr val="007A5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67" name="Group 166"/>
          <p:cNvGrpSpPr/>
          <p:nvPr/>
        </p:nvGrpSpPr>
        <p:grpSpPr>
          <a:xfrm>
            <a:off x="7830182" y="1839684"/>
            <a:ext cx="2636224" cy="1203848"/>
            <a:chOff x="7830182" y="1839684"/>
            <a:chExt cx="2636224" cy="1203848"/>
          </a:xfrm>
        </p:grpSpPr>
        <p:cxnSp>
          <p:nvCxnSpPr>
            <p:cNvPr id="125" name="Connector 124"/>
            <p:cNvCxnSpPr/>
            <p:nvPr/>
          </p:nvCxnSpPr>
          <p:spPr>
            <a:xfrm flipH="1">
              <a:off x="8375629" y="2455832"/>
              <a:ext cx="363037" cy="162184"/>
            </a:xfrm>
            <a:prstGeom prst="line">
              <a:avLst/>
            </a:prstGeom>
            <a:ln w="160274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Connector 125"/>
            <p:cNvCxnSpPr/>
            <p:nvPr/>
          </p:nvCxnSpPr>
          <p:spPr>
            <a:xfrm flipH="1">
              <a:off x="8375629" y="2455832"/>
              <a:ext cx="363037" cy="162184"/>
            </a:xfrm>
            <a:prstGeom prst="line">
              <a:avLst/>
            </a:prstGeom>
            <a:ln w="128524" cap="rnd">
              <a:solidFill>
                <a:srgbClr val="E8B98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Connector 126"/>
            <p:cNvCxnSpPr/>
            <p:nvPr/>
          </p:nvCxnSpPr>
          <p:spPr>
            <a:xfrm flipH="1">
              <a:off x="8020795" y="2618016"/>
              <a:ext cx="354834" cy="132984"/>
            </a:xfrm>
            <a:prstGeom prst="line">
              <a:avLst/>
            </a:prstGeom>
            <a:ln w="160274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Connector 127"/>
            <p:cNvCxnSpPr/>
            <p:nvPr/>
          </p:nvCxnSpPr>
          <p:spPr>
            <a:xfrm flipH="1">
              <a:off x="8020795" y="2618016"/>
              <a:ext cx="354834" cy="132984"/>
            </a:xfrm>
            <a:prstGeom prst="line">
              <a:avLst/>
            </a:prstGeom>
            <a:ln w="128524" cap="rnd">
              <a:solidFill>
                <a:srgbClr val="F6B25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9" name="Rounded Rectangle 128"/>
            <p:cNvSpPr/>
            <p:nvPr/>
          </p:nvSpPr>
          <p:spPr>
            <a:xfrm rot="4320000">
              <a:off x="7830182" y="2646094"/>
              <a:ext cx="286024" cy="134599"/>
            </a:xfrm>
            <a:prstGeom prst="roundRect">
              <a:avLst/>
            </a:prstGeom>
            <a:solidFill>
              <a:srgbClr val="1F2430"/>
            </a:solidFill>
            <a:ln w="12700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30" name="Connector 129"/>
            <p:cNvCxnSpPr/>
            <p:nvPr/>
          </p:nvCxnSpPr>
          <p:spPr>
            <a:xfrm flipH="1">
              <a:off x="8612421" y="2727857"/>
              <a:ext cx="214632" cy="237801"/>
            </a:xfrm>
            <a:prstGeom prst="line">
              <a:avLst/>
            </a:prstGeom>
            <a:ln w="160274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or 130"/>
            <p:cNvCxnSpPr/>
            <p:nvPr/>
          </p:nvCxnSpPr>
          <p:spPr>
            <a:xfrm flipH="1">
              <a:off x="8612421" y="2727857"/>
              <a:ext cx="214632" cy="237801"/>
            </a:xfrm>
            <a:prstGeom prst="line">
              <a:avLst/>
            </a:prstGeom>
            <a:ln w="128524" cap="rnd">
              <a:solidFill>
                <a:srgbClr val="E8B98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Connector 131"/>
            <p:cNvCxnSpPr/>
            <p:nvPr/>
          </p:nvCxnSpPr>
          <p:spPr>
            <a:xfrm flipH="1" flipV="1">
              <a:off x="8269600" y="2917830"/>
              <a:ext cx="342821" cy="47828"/>
            </a:xfrm>
            <a:prstGeom prst="line">
              <a:avLst/>
            </a:prstGeom>
            <a:ln w="160274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Connector 132"/>
            <p:cNvCxnSpPr/>
            <p:nvPr/>
          </p:nvCxnSpPr>
          <p:spPr>
            <a:xfrm flipH="1" flipV="1">
              <a:off x="8269600" y="2917830"/>
              <a:ext cx="342821" cy="47828"/>
            </a:xfrm>
            <a:prstGeom prst="line">
              <a:avLst/>
            </a:prstGeom>
            <a:ln w="128524" cap="rnd">
              <a:solidFill>
                <a:srgbClr val="F6B25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4" name="Rounded Rectangle 133"/>
            <p:cNvSpPr/>
            <p:nvPr/>
          </p:nvSpPr>
          <p:spPr>
            <a:xfrm rot="4320000">
              <a:off x="8110183" y="2908933"/>
              <a:ext cx="286024" cy="134599"/>
            </a:xfrm>
            <a:prstGeom prst="roundRect">
              <a:avLst/>
            </a:prstGeom>
            <a:solidFill>
              <a:srgbClr val="1F2430"/>
            </a:solidFill>
            <a:ln w="12700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5" name="Rounded Rectangle 134"/>
            <p:cNvSpPr/>
            <p:nvPr/>
          </p:nvSpPr>
          <p:spPr>
            <a:xfrm rot="4320000">
              <a:off x="8447596" y="2448218"/>
              <a:ext cx="622523" cy="302849"/>
            </a:xfrm>
            <a:prstGeom prst="roundRect">
              <a:avLst/>
            </a:prstGeom>
            <a:solidFill>
              <a:srgbClr val="1D3557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36" name="Connector 135"/>
            <p:cNvCxnSpPr/>
            <p:nvPr/>
          </p:nvCxnSpPr>
          <p:spPr>
            <a:xfrm flipV="1">
              <a:off x="9542930" y="2300689"/>
              <a:ext cx="136013" cy="44193"/>
            </a:xfrm>
            <a:prstGeom prst="line">
              <a:avLst/>
            </a:prstGeom>
            <a:ln w="136906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Connector 136"/>
            <p:cNvCxnSpPr/>
            <p:nvPr/>
          </p:nvCxnSpPr>
          <p:spPr>
            <a:xfrm flipV="1">
              <a:off x="9542930" y="2300689"/>
              <a:ext cx="136013" cy="44193"/>
            </a:xfrm>
            <a:prstGeom prst="line">
              <a:avLst/>
            </a:prstGeom>
            <a:ln w="105156" cap="rnd">
              <a:solidFill>
                <a:srgbClr val="E8B98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8" name="Round Same Side Corner Rectangle 137"/>
            <p:cNvSpPr/>
            <p:nvPr/>
          </p:nvSpPr>
          <p:spPr>
            <a:xfrm rot="4320000">
              <a:off x="8846809" y="2052252"/>
              <a:ext cx="656173" cy="824423"/>
            </a:xfrm>
            <a:prstGeom prst="round2SameRect">
              <a:avLst>
                <a:gd name="adj1" fmla="val 30000"/>
                <a:gd name="adj2" fmla="val 12000"/>
              </a:avLst>
            </a:prstGeom>
            <a:solidFill>
              <a:srgbClr val="F28C28"/>
            </a:solidFill>
            <a:ln w="22225">
              <a:solidFill>
                <a:srgbClr val="A844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9" name="Rounded Rectangle 138"/>
            <p:cNvSpPr/>
            <p:nvPr/>
          </p:nvSpPr>
          <p:spPr>
            <a:xfrm rot="4320000">
              <a:off x="8519602" y="2538390"/>
              <a:ext cx="622523" cy="75712"/>
            </a:xfrm>
            <a:prstGeom prst="roundRect">
              <a:avLst/>
            </a:prstGeom>
            <a:solidFill>
              <a:srgbClr val="A844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0" name="Chord 139"/>
            <p:cNvSpPr/>
            <p:nvPr/>
          </p:nvSpPr>
          <p:spPr>
            <a:xfrm rot="4320000">
              <a:off x="9432745" y="2255558"/>
              <a:ext cx="252374" cy="168249"/>
            </a:xfrm>
            <a:prstGeom prst="chord">
              <a:avLst>
                <a:gd name="adj1" fmla="val 0"/>
                <a:gd name="adj2" fmla="val 10800000"/>
              </a:avLst>
            </a:prstGeom>
            <a:solidFill>
              <a:srgbClr val="FFFFFF"/>
            </a:solidFill>
            <a:ln w="12700">
              <a:solidFill>
                <a:srgbClr val="A844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1" name="TextBox 140"/>
            <p:cNvSpPr txBox="1"/>
            <p:nvPr/>
          </p:nvSpPr>
          <p:spPr>
            <a:xfrm rot="4320000">
              <a:off x="8930522" y="2226315"/>
              <a:ext cx="504748" cy="47109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2300" b="1">
                  <a:solidFill>
                    <a:srgbClr val="FFFFFF"/>
                  </a:solidFill>
                  <a:latin typeface="PT Sans"/>
                </a:rPr>
                <a:t>1</a:t>
              </a:r>
            </a:p>
          </p:txBody>
        </p:sp>
        <p:cxnSp>
          <p:nvCxnSpPr>
            <p:cNvPr id="142" name="Connector 141"/>
            <p:cNvCxnSpPr/>
            <p:nvPr/>
          </p:nvCxnSpPr>
          <p:spPr>
            <a:xfrm flipV="1">
              <a:off x="9425343" y="2014884"/>
              <a:ext cx="452635" cy="49770"/>
            </a:xfrm>
            <a:prstGeom prst="line">
              <a:avLst/>
            </a:prstGeom>
            <a:ln w="148590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Connector 142"/>
            <p:cNvCxnSpPr/>
            <p:nvPr/>
          </p:nvCxnSpPr>
          <p:spPr>
            <a:xfrm flipV="1">
              <a:off x="9425343" y="2014884"/>
              <a:ext cx="452635" cy="49770"/>
            </a:xfrm>
            <a:prstGeom prst="line">
              <a:avLst/>
            </a:prstGeom>
            <a:ln w="116840" cap="rnd">
              <a:solidFill>
                <a:srgbClr val="F28C2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Connector 143"/>
            <p:cNvCxnSpPr/>
            <p:nvPr/>
          </p:nvCxnSpPr>
          <p:spPr>
            <a:xfrm flipV="1">
              <a:off x="9877978" y="1991109"/>
              <a:ext cx="372627" cy="23775"/>
            </a:xfrm>
            <a:prstGeom prst="line">
              <a:avLst/>
            </a:prstGeom>
            <a:ln w="148590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Connector 144"/>
            <p:cNvCxnSpPr/>
            <p:nvPr/>
          </p:nvCxnSpPr>
          <p:spPr>
            <a:xfrm flipV="1">
              <a:off x="9877978" y="1991109"/>
              <a:ext cx="372627" cy="23775"/>
            </a:xfrm>
            <a:prstGeom prst="line">
              <a:avLst/>
            </a:prstGeom>
            <a:ln w="116840" cap="rnd">
              <a:solidFill>
                <a:srgbClr val="F28C2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Connector 145"/>
            <p:cNvCxnSpPr/>
            <p:nvPr/>
          </p:nvCxnSpPr>
          <p:spPr>
            <a:xfrm flipV="1">
              <a:off x="9612514" y="2414921"/>
              <a:ext cx="395443" cy="225787"/>
            </a:xfrm>
            <a:prstGeom prst="line">
              <a:avLst/>
            </a:prstGeom>
            <a:ln w="148590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Connector 146"/>
            <p:cNvCxnSpPr/>
            <p:nvPr/>
          </p:nvCxnSpPr>
          <p:spPr>
            <a:xfrm flipV="1">
              <a:off x="9612514" y="2414921"/>
              <a:ext cx="395443" cy="225787"/>
            </a:xfrm>
            <a:prstGeom prst="line">
              <a:avLst/>
            </a:prstGeom>
            <a:ln w="116840" cap="rnd">
              <a:solidFill>
                <a:srgbClr val="F28C2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Connector 147"/>
            <p:cNvCxnSpPr/>
            <p:nvPr/>
          </p:nvCxnSpPr>
          <p:spPr>
            <a:xfrm flipV="1">
              <a:off x="10007957" y="2215130"/>
              <a:ext cx="315437" cy="199791"/>
            </a:xfrm>
            <a:prstGeom prst="line">
              <a:avLst/>
            </a:prstGeom>
            <a:ln w="148590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Connector 148"/>
            <p:cNvCxnSpPr/>
            <p:nvPr/>
          </p:nvCxnSpPr>
          <p:spPr>
            <a:xfrm flipV="1">
              <a:off x="10007957" y="2215130"/>
              <a:ext cx="315437" cy="199791"/>
            </a:xfrm>
            <a:prstGeom prst="line">
              <a:avLst/>
            </a:prstGeom>
            <a:ln w="116840" cap="rnd">
              <a:solidFill>
                <a:srgbClr val="F28C2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0" name="Oval 149"/>
            <p:cNvSpPr/>
            <p:nvPr/>
          </p:nvSpPr>
          <p:spPr>
            <a:xfrm rot="4320000">
              <a:off x="9735700" y="1982985"/>
              <a:ext cx="92537" cy="126187"/>
            </a:xfrm>
            <a:prstGeom prst="ellipse">
              <a:avLst/>
            </a:prstGeom>
            <a:solidFill>
              <a:srgbClr val="E8B98E"/>
            </a:solidFill>
            <a:ln w="12700">
              <a:solidFill>
                <a:srgbClr val="A86E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1" name="Oval 150"/>
            <p:cNvSpPr/>
            <p:nvPr/>
          </p:nvSpPr>
          <p:spPr>
            <a:xfrm rot="4320000">
              <a:off x="9865680" y="2383022"/>
              <a:ext cx="92537" cy="126187"/>
            </a:xfrm>
            <a:prstGeom prst="ellipse">
              <a:avLst/>
            </a:prstGeom>
            <a:solidFill>
              <a:srgbClr val="E8B98E"/>
            </a:solidFill>
            <a:ln w="12700">
              <a:solidFill>
                <a:srgbClr val="A86E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2" name="Oval 151"/>
            <p:cNvSpPr/>
            <p:nvPr/>
          </p:nvSpPr>
          <p:spPr>
            <a:xfrm rot="4320000">
              <a:off x="9683828" y="2040226"/>
              <a:ext cx="454273" cy="370149"/>
            </a:xfrm>
            <a:prstGeom prst="ellipse">
              <a:avLst/>
            </a:prstGeom>
            <a:solidFill>
              <a:srgbClr val="3A2A22"/>
            </a:solidFill>
            <a:ln w="15875">
              <a:solidFill>
                <a:srgbClr val="3A2A2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3" name="Oval 152"/>
            <p:cNvSpPr/>
            <p:nvPr/>
          </p:nvSpPr>
          <p:spPr>
            <a:xfrm rot="4320000">
              <a:off x="9617262" y="2058803"/>
              <a:ext cx="395386" cy="395386"/>
            </a:xfrm>
            <a:prstGeom prst="ellipse">
              <a:avLst/>
            </a:prstGeom>
            <a:solidFill>
              <a:srgbClr val="E8B98E"/>
            </a:solidFill>
            <a:ln w="15875">
              <a:solidFill>
                <a:srgbClr val="A86E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4" name="Chord 153"/>
            <p:cNvSpPr/>
            <p:nvPr/>
          </p:nvSpPr>
          <p:spPr>
            <a:xfrm rot="4320000">
              <a:off x="9761276" y="2117166"/>
              <a:ext cx="395386" cy="185074"/>
            </a:xfrm>
            <a:prstGeom prst="chord">
              <a:avLst>
                <a:gd name="adj1" fmla="val 10800000"/>
                <a:gd name="adj2" fmla="val 0"/>
              </a:avLst>
            </a:prstGeom>
            <a:solidFill>
              <a:srgbClr val="3A2A2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5" name="Oval 154"/>
            <p:cNvSpPr/>
            <p:nvPr/>
          </p:nvSpPr>
          <p:spPr>
            <a:xfrm rot="4320000">
              <a:off x="9773414" y="2133433"/>
              <a:ext cx="63093" cy="75712"/>
            </a:xfrm>
            <a:prstGeom prst="ellipse">
              <a:avLst/>
            </a:prstGeom>
            <a:solidFill>
              <a:srgbClr val="1F243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6" name="Oval 155"/>
            <p:cNvSpPr/>
            <p:nvPr/>
          </p:nvSpPr>
          <p:spPr>
            <a:xfrm rot="4320000">
              <a:off x="9810346" y="2168875"/>
              <a:ext cx="21031" cy="2103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7" name="Rounded Rectangle 156"/>
            <p:cNvSpPr/>
            <p:nvPr/>
          </p:nvSpPr>
          <p:spPr>
            <a:xfrm rot="4320000">
              <a:off x="9826905" y="2139977"/>
              <a:ext cx="84124" cy="21031"/>
            </a:xfrm>
            <a:prstGeom prst="roundRect">
              <a:avLst/>
            </a:prstGeom>
            <a:solidFill>
              <a:srgbClr val="3A2A2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8" name="Oval 157"/>
            <p:cNvSpPr/>
            <p:nvPr/>
          </p:nvSpPr>
          <p:spPr>
            <a:xfrm rot="4320000">
              <a:off x="9825406" y="2293448"/>
              <a:ext cx="63093" cy="75712"/>
            </a:xfrm>
            <a:prstGeom prst="ellipse">
              <a:avLst/>
            </a:prstGeom>
            <a:solidFill>
              <a:srgbClr val="1F243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9" name="Oval 158"/>
            <p:cNvSpPr/>
            <p:nvPr/>
          </p:nvSpPr>
          <p:spPr>
            <a:xfrm rot="4320000">
              <a:off x="9862338" y="2328890"/>
              <a:ext cx="21031" cy="2103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0" name="Rounded Rectangle 159"/>
            <p:cNvSpPr/>
            <p:nvPr/>
          </p:nvSpPr>
          <p:spPr>
            <a:xfrm rot="4320000">
              <a:off x="9878897" y="2299992"/>
              <a:ext cx="84124" cy="21031"/>
            </a:xfrm>
            <a:prstGeom prst="roundRect">
              <a:avLst/>
            </a:prstGeom>
            <a:solidFill>
              <a:srgbClr val="3A2A2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1" name="Oval 160"/>
            <p:cNvSpPr/>
            <p:nvPr/>
          </p:nvSpPr>
          <p:spPr>
            <a:xfrm rot="4320000">
              <a:off x="9761921" y="2250069"/>
              <a:ext cx="42062" cy="33649"/>
            </a:xfrm>
            <a:prstGeom prst="ellipse">
              <a:avLst/>
            </a:prstGeom>
            <a:solidFill>
              <a:srgbClr val="A86E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2" name="Chord 161"/>
            <p:cNvSpPr/>
            <p:nvPr/>
          </p:nvSpPr>
          <p:spPr>
            <a:xfrm rot="4320000">
              <a:off x="9659236" y="2232017"/>
              <a:ext cx="151424" cy="100949"/>
            </a:xfrm>
            <a:prstGeom prst="chord">
              <a:avLst>
                <a:gd name="adj1" fmla="val 0"/>
                <a:gd name="adj2" fmla="val 10800000"/>
              </a:avLst>
            </a:prstGeom>
            <a:solidFill>
              <a:srgbClr val="FFFFFF"/>
            </a:solidFill>
            <a:ln w="12700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3" name="Oval 162"/>
            <p:cNvSpPr/>
            <p:nvPr/>
          </p:nvSpPr>
          <p:spPr>
            <a:xfrm rot="4320000">
              <a:off x="10107593" y="1839684"/>
              <a:ext cx="286024" cy="302849"/>
            </a:xfrm>
            <a:prstGeom prst="ellipse">
              <a:avLst/>
            </a:prstGeom>
            <a:solidFill>
              <a:srgbClr val="B5E2D3"/>
            </a:solidFill>
            <a:ln w="28575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4" name="Oval 163"/>
            <p:cNvSpPr/>
            <p:nvPr/>
          </p:nvSpPr>
          <p:spPr>
            <a:xfrm rot="10580960">
              <a:off x="10026802" y="1959032"/>
              <a:ext cx="134599" cy="84124"/>
            </a:xfrm>
            <a:prstGeom prst="ellipse">
              <a:avLst/>
            </a:prstGeom>
            <a:solidFill>
              <a:srgbClr val="007A5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5" name="Oval 164"/>
            <p:cNvSpPr/>
            <p:nvPr/>
          </p:nvSpPr>
          <p:spPr>
            <a:xfrm rot="4320000">
              <a:off x="10180382" y="2063705"/>
              <a:ext cx="286024" cy="302849"/>
            </a:xfrm>
            <a:prstGeom prst="ellipse">
              <a:avLst/>
            </a:prstGeom>
            <a:solidFill>
              <a:srgbClr val="B5E2D3"/>
            </a:solidFill>
            <a:ln w="28575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6" name="Oval 165"/>
            <p:cNvSpPr/>
            <p:nvPr/>
          </p:nvSpPr>
          <p:spPr>
            <a:xfrm rot="8859040">
              <a:off x="10123611" y="2256980"/>
              <a:ext cx="134599" cy="84124"/>
            </a:xfrm>
            <a:prstGeom prst="ellipse">
              <a:avLst/>
            </a:prstGeom>
            <a:solidFill>
              <a:srgbClr val="007A5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211" name="Oval 210"/>
          <p:cNvSpPr/>
          <p:nvPr/>
        </p:nvSpPr>
        <p:spPr>
          <a:xfrm>
            <a:off x="7903845" y="5497830"/>
            <a:ext cx="651509" cy="137160"/>
          </a:xfrm>
          <a:prstGeom prst="ellipse">
            <a:avLst/>
          </a:prstGeom>
          <a:solidFill>
            <a:srgbClr val="8CB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Explosion 211"/>
          <p:cNvSpPr/>
          <p:nvPr/>
        </p:nvSpPr>
        <p:spPr>
          <a:xfrm>
            <a:off x="7680960" y="5017770"/>
            <a:ext cx="1097280" cy="754380"/>
          </a:xfrm>
          <a:prstGeom prst="irregularSeal2">
            <a:avLst/>
          </a:prstGeom>
          <a:solidFill>
            <a:srgbClr val="FFFFFF"/>
          </a:solidFill>
          <a:ln w="1587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Explosion 212"/>
          <p:cNvSpPr/>
          <p:nvPr/>
        </p:nvSpPr>
        <p:spPr>
          <a:xfrm>
            <a:off x="5646420" y="1668779"/>
            <a:ext cx="1051560" cy="868680"/>
          </a:xfrm>
          <a:prstGeom prst="irregularSeal2">
            <a:avLst/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7563002" y="4371746"/>
            <a:ext cx="510235" cy="51023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FCB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7170724" y="3760012"/>
            <a:ext cx="471830" cy="47183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FCB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6778447" y="3148279"/>
            <a:ext cx="433425" cy="43342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FCB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6386169" y="2536545"/>
            <a:ext cx="395020" cy="3950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FCB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Explosion 217"/>
          <p:cNvSpPr/>
          <p:nvPr/>
        </p:nvSpPr>
        <p:spPr>
          <a:xfrm>
            <a:off x="7452360" y="1120140"/>
            <a:ext cx="1554480" cy="1325880"/>
          </a:xfrm>
          <a:prstGeom prst="irregularSeal1">
            <a:avLst/>
          </a:prstGeom>
          <a:solidFill>
            <a:srgbClr val="FFEBB5"/>
          </a:solidFill>
          <a:ln w="317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7658465" y="4000851"/>
            <a:ext cx="510235" cy="51023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FCB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7638166" y="3003211"/>
            <a:ext cx="471830" cy="47183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FCB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7775874" y="2159015"/>
            <a:ext cx="433425" cy="43342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FCB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7953085" y="1636717"/>
            <a:ext cx="395020" cy="3950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FCB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Explosion 222"/>
          <p:cNvSpPr/>
          <p:nvPr/>
        </p:nvSpPr>
        <p:spPr>
          <a:xfrm>
            <a:off x="9761220" y="1668779"/>
            <a:ext cx="1051560" cy="868680"/>
          </a:xfrm>
          <a:prstGeom prst="irregularSeal2">
            <a:avLst/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8385962" y="4371746"/>
            <a:ext cx="510235" cy="51023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FCB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8816644" y="3760012"/>
            <a:ext cx="471830" cy="47183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FCB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9247327" y="3148279"/>
            <a:ext cx="433425" cy="43342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FCB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9678009" y="2536545"/>
            <a:ext cx="395020" cy="3950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FCB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237" name="Group 236"/>
          <p:cNvGrpSpPr/>
          <p:nvPr/>
        </p:nvGrpSpPr>
        <p:grpSpPr>
          <a:xfrm>
            <a:off x="7886700" y="4914900"/>
            <a:ext cx="685800" cy="685800"/>
            <a:chOff x="7886700" y="4914900"/>
            <a:chExt cx="685800" cy="685800"/>
          </a:xfrm>
        </p:grpSpPr>
        <p:sp>
          <p:nvSpPr>
            <p:cNvPr id="228" name="Oval 227"/>
            <p:cNvSpPr/>
            <p:nvPr/>
          </p:nvSpPr>
          <p:spPr>
            <a:xfrm>
              <a:off x="7886700" y="4914900"/>
              <a:ext cx="685800" cy="685800"/>
            </a:xfrm>
            <a:prstGeom prst="ellipse">
              <a:avLst/>
            </a:prstGeom>
            <a:solidFill>
              <a:srgbClr val="FFFFFF"/>
            </a:solidFill>
            <a:ln w="2222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9" name="Chord 228"/>
            <p:cNvSpPr/>
            <p:nvPr/>
          </p:nvSpPr>
          <p:spPr>
            <a:xfrm>
              <a:off x="7910702" y="4938903"/>
              <a:ext cx="637794" cy="637794"/>
            </a:xfrm>
            <a:prstGeom prst="chord">
              <a:avLst>
                <a:gd name="adj1" fmla="val 18900000"/>
                <a:gd name="adj2" fmla="val 8100000"/>
              </a:avLst>
            </a:prstGeom>
            <a:solidFill>
              <a:srgbClr val="E3E7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0" name="Regular Pentagon 229"/>
            <p:cNvSpPr/>
            <p:nvPr/>
          </p:nvSpPr>
          <p:spPr>
            <a:xfrm rot="2160000">
              <a:off x="8161020" y="4945761"/>
              <a:ext cx="137160" cy="130302"/>
            </a:xfrm>
            <a:prstGeom prst="pentagon">
              <a:avLst/>
            </a:prstGeom>
            <a:solidFill>
              <a:srgbClr val="1D355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1" name="Regular Pentagon 230"/>
            <p:cNvSpPr/>
            <p:nvPr/>
          </p:nvSpPr>
          <p:spPr>
            <a:xfrm rot="6480000">
              <a:off x="8395824" y="5116356"/>
              <a:ext cx="137160" cy="130302"/>
            </a:xfrm>
            <a:prstGeom prst="pentagon">
              <a:avLst/>
            </a:prstGeom>
            <a:solidFill>
              <a:srgbClr val="1D355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2" name="Regular Pentagon 231"/>
            <p:cNvSpPr/>
            <p:nvPr/>
          </p:nvSpPr>
          <p:spPr>
            <a:xfrm rot="10800000">
              <a:off x="8306137" y="5392385"/>
              <a:ext cx="137160" cy="130302"/>
            </a:xfrm>
            <a:prstGeom prst="pentagon">
              <a:avLst/>
            </a:prstGeom>
            <a:solidFill>
              <a:srgbClr val="1D355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3" name="Regular Pentagon 232"/>
            <p:cNvSpPr/>
            <p:nvPr/>
          </p:nvSpPr>
          <p:spPr>
            <a:xfrm rot="15120000">
              <a:off x="8015902" y="5392385"/>
              <a:ext cx="137160" cy="130302"/>
            </a:xfrm>
            <a:prstGeom prst="pentagon">
              <a:avLst/>
            </a:prstGeom>
            <a:solidFill>
              <a:srgbClr val="1D355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4" name="Regular Pentagon 233"/>
            <p:cNvSpPr/>
            <p:nvPr/>
          </p:nvSpPr>
          <p:spPr>
            <a:xfrm rot="19440000">
              <a:off x="7926215" y="5116356"/>
              <a:ext cx="137160" cy="130302"/>
            </a:xfrm>
            <a:prstGeom prst="pentagon">
              <a:avLst/>
            </a:prstGeom>
            <a:solidFill>
              <a:srgbClr val="1D355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5" name="Regular Pentagon 234"/>
            <p:cNvSpPr/>
            <p:nvPr/>
          </p:nvSpPr>
          <p:spPr>
            <a:xfrm>
              <a:off x="8126729" y="5158359"/>
              <a:ext cx="205739" cy="198881"/>
            </a:xfrm>
            <a:prstGeom prst="pentagon">
              <a:avLst/>
            </a:prstGeom>
            <a:solidFill>
              <a:srgbClr val="1D355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6" name="Oval 235"/>
            <p:cNvSpPr/>
            <p:nvPr/>
          </p:nvSpPr>
          <p:spPr>
            <a:xfrm rot="19500000">
              <a:off x="8051292" y="5079492"/>
              <a:ext cx="82296" cy="5486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238" name="Rounded Rectangle 237"/>
          <p:cNvSpPr/>
          <p:nvPr/>
        </p:nvSpPr>
        <p:spPr>
          <a:xfrm>
            <a:off x="5623560" y="4224528"/>
            <a:ext cx="5212080" cy="10972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444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000" b="1">
                <a:solidFill>
                  <a:srgbClr val="007A5A"/>
                </a:solidFill>
                <a:latin typeface="PT Sans"/>
              </a:rPr>
              <a:t>ГОЛ!</a:t>
            </a:r>
          </a:p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6 + 1 = 7</a:t>
            </a:r>
          </a:p>
        </p:txBody>
      </p:sp>
      <p:sp>
        <p:nvSpPr>
          <p:cNvPr id="239" name="Rounded Rectangle 238"/>
          <p:cNvSpPr/>
          <p:nvPr/>
        </p:nvSpPr>
        <p:spPr>
          <a:xfrm>
            <a:off x="5257800" y="4224528"/>
            <a:ext cx="5943600" cy="120700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444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3400" b="1">
                <a:solidFill>
                  <a:srgbClr val="A84400"/>
                </a:solidFill>
                <a:latin typeface="PT Sans"/>
              </a:rPr>
              <a:t>Кармап калды!</a:t>
            </a:r>
          </a:p>
          <a:p>
            <a:pPr algn="ctr"/>
            <a:r>
              <a:rPr sz="1900" b="1">
                <a:solidFill>
                  <a:srgbClr val="1D3557"/>
                </a:solidFill>
                <a:latin typeface="PT Sans"/>
              </a:rPr>
              <a:t>Туура жооп: 6 + 1 = 7</a:t>
            </a:r>
          </a:p>
          <a:p>
            <a:pPr algn="ctr"/>
            <a:r>
              <a:rPr sz="1200" b="0">
                <a:solidFill>
                  <a:srgbClr val="1F2430"/>
                </a:solidFill>
                <a:latin typeface="PT Sans"/>
              </a:rPr>
              <a:t>Кеңеш: «+» – кошуу белгиси. Кошсок, сан чоңоёт.</a:t>
            </a:r>
          </a:p>
        </p:txBody>
      </p:sp>
      <p:sp>
        <p:nvSpPr>
          <p:cNvPr id="240" name="Rounded Rectangle 239"/>
          <p:cNvSpPr/>
          <p:nvPr/>
        </p:nvSpPr>
        <p:spPr>
          <a:xfrm>
            <a:off x="5257800" y="4224528"/>
            <a:ext cx="5943600" cy="120700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444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3400" b="1">
                <a:solidFill>
                  <a:srgbClr val="A84400"/>
                </a:solidFill>
                <a:latin typeface="PT Sans"/>
              </a:rPr>
              <a:t>Кармап калды!</a:t>
            </a:r>
          </a:p>
          <a:p>
            <a:pPr algn="ctr"/>
            <a:r>
              <a:rPr sz="1900" b="1">
                <a:solidFill>
                  <a:srgbClr val="1D3557"/>
                </a:solidFill>
                <a:latin typeface="PT Sans"/>
              </a:rPr>
              <a:t>Туура жооп: 6 + 1 = 7</a:t>
            </a:r>
          </a:p>
          <a:p>
            <a:pPr algn="ctr"/>
            <a:r>
              <a:rPr sz="1200" b="0">
                <a:solidFill>
                  <a:srgbClr val="1F2430"/>
                </a:solidFill>
                <a:latin typeface="PT Sans"/>
              </a:rPr>
              <a:t>Кеңеш: ар бир буюмду бир жолу гана санайбыз.</a:t>
            </a:r>
          </a:p>
        </p:txBody>
      </p:sp>
      <p:sp>
        <p:nvSpPr>
          <p:cNvPr id="241" name="Rectangle 240"/>
          <p:cNvSpPr/>
          <p:nvPr/>
        </p:nvSpPr>
        <p:spPr>
          <a:xfrm>
            <a:off x="8183879" y="2697480"/>
            <a:ext cx="155448" cy="91440"/>
          </a:xfrm>
          <a:prstGeom prst="rect">
            <a:avLst/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8183879" y="2697480"/>
            <a:ext cx="155448" cy="91440"/>
          </a:xfrm>
          <a:prstGeom prst="rect">
            <a:avLst/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8183879" y="2697480"/>
            <a:ext cx="155448" cy="91440"/>
          </a:xfrm>
          <a:prstGeom prst="rect">
            <a:avLst/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8183879" y="2697480"/>
            <a:ext cx="155448" cy="91440"/>
          </a:xfrm>
          <a:prstGeom prst="rect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8183879" y="2697480"/>
            <a:ext cx="155448" cy="91440"/>
          </a:xfrm>
          <a:prstGeom prst="rect">
            <a:avLst/>
          </a:prstGeom>
          <a:solidFill>
            <a:srgbClr val="F2C9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8183879" y="2697480"/>
            <a:ext cx="155448" cy="91440"/>
          </a:xfrm>
          <a:prstGeom prst="rect">
            <a:avLst/>
          </a:prstGeom>
          <a:solidFill>
            <a:srgbClr val="B5E2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8183879" y="2697480"/>
            <a:ext cx="155448" cy="91440"/>
          </a:xfrm>
          <a:prstGeom prst="rect">
            <a:avLst/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8183879" y="2697480"/>
            <a:ext cx="155448" cy="91440"/>
          </a:xfrm>
          <a:prstGeom prst="rect">
            <a:avLst/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8183879" y="2697480"/>
            <a:ext cx="155448" cy="91440"/>
          </a:xfrm>
          <a:prstGeom prst="rect">
            <a:avLst/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8183879" y="2697480"/>
            <a:ext cx="155448" cy="91440"/>
          </a:xfrm>
          <a:prstGeom prst="rect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8183879" y="2697480"/>
            <a:ext cx="155448" cy="91440"/>
          </a:xfrm>
          <a:prstGeom prst="rect">
            <a:avLst/>
          </a:prstGeom>
          <a:solidFill>
            <a:srgbClr val="F2C9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Rectangle 251"/>
          <p:cNvSpPr/>
          <p:nvPr/>
        </p:nvSpPr>
        <p:spPr>
          <a:xfrm>
            <a:off x="8183879" y="2697480"/>
            <a:ext cx="155448" cy="91440"/>
          </a:xfrm>
          <a:prstGeom prst="rect">
            <a:avLst/>
          </a:prstGeom>
          <a:solidFill>
            <a:srgbClr val="B5E2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Rectangle 252"/>
          <p:cNvSpPr/>
          <p:nvPr/>
        </p:nvSpPr>
        <p:spPr>
          <a:xfrm>
            <a:off x="8183879" y="2697480"/>
            <a:ext cx="155448" cy="91440"/>
          </a:xfrm>
          <a:prstGeom prst="rect">
            <a:avLst/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Rectangle 253"/>
          <p:cNvSpPr/>
          <p:nvPr/>
        </p:nvSpPr>
        <p:spPr>
          <a:xfrm>
            <a:off x="8183879" y="2697480"/>
            <a:ext cx="155448" cy="91440"/>
          </a:xfrm>
          <a:prstGeom prst="rect">
            <a:avLst/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Pentagon 254">
            <a:hlinkClick action="ppaction://hlinksldjump" r:id="rId8"/>
          </p:cNvPr>
          <p:cNvSpPr/>
          <p:nvPr/>
        </p:nvSpPr>
        <p:spPr>
          <a:xfrm>
            <a:off x="8652967" y="5486400"/>
            <a:ext cx="3017520" cy="457200"/>
          </a:xfrm>
          <a:prstGeom prst="homePlate">
            <a:avLst/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Кийинки тепкич →</a:t>
            </a:r>
          </a:p>
        </p:txBody>
      </p:sp>
    </p:spTree>
  </p:cSld>
  <p:clrMapOvr>
    <a:masterClrMapping/>
  </p:clrMapOvr>
  <p:transition spd="med" advClick="0">
    <p:fade/>
    <p:sndAc>
      <p:stSnd>
        <p:snd r:embed="rId3" name="whistle.wav"/>
      </p:stSnd>
    </p:sndAc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180" fill="hold" autoRev="1" repeatCount="3000"/>
                                        <p:tgtEl>
                                          <p:spTgt spid="13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" presetID="1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" dur="2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2C9AC"/>
                                      </p:to>
                                    </p:animClr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"/>
                            </p:stCondLst>
                            <p:childTnLst>
                              <p:par>
                                <p:cTn id="13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5" dur="110" fill="hold" autoRev="1" repeatCount="3000"/>
                                        <p:tgtEl>
                                          <p:spTgt spid="237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150"/>
                            </p:stCondLst>
                            <p:childTnLst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6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6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8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25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16875 -0.46000 L -0.20626 -0.52000 L -0.24001 -0.21333 E" pathEditMode="relative" rAng="0">
                                      <p:cBhvr>
                                        <p:cTn id="28" dur="1150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k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9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64800000">
                                      <p:cBhvr>
                                        <p:cTn id="31" dur="1150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2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4" dur="600" fill="hold"/>
                                        <p:tgtEl>
                                          <p:spTgt spid="237"/>
                                        </p:tgtEl>
                                      </p:cBhvr>
                                      <p:by x="65000" y="6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200"/>
                            </p:stCondLst>
                            <p:childTnLst>
                              <p:par>
                                <p:cTn id="3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32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045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32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270"/>
                            </p:stCondLst>
                            <p:childTnLst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310"/>
                            </p:stCondLst>
                            <p:childTnLst>
                              <p:par>
                                <p:cTn id="4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25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33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329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390"/>
                            </p:stCondLst>
                            <p:childTnLst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430"/>
                            </p:stCondLst>
                            <p:childTnLst>
                              <p:par>
                                <p:cTn id="5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33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329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510"/>
                            </p:stCondLst>
                            <p:childTnLst>
                              <p:par>
                                <p:cTn id="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550"/>
                            </p:stCondLst>
                            <p:childTnLst>
                              <p:par>
                                <p:cTn id="6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33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329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630"/>
                            </p:stCondLst>
                            <p:childTnLst>
                              <p:par>
                                <p:cTn id="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670"/>
                            </p:stCondLst>
                            <p:childTnLst>
                              <p:par>
                                <p:cTn id="7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" dur="33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329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720"/>
                            </p:stCondLst>
                            <p:childTnLst>
                              <p:par>
                                <p:cTn id="8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260" fill="hold"/>
                                        <p:tgtEl>
                                          <p:spTgt spid="2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260" fill="hold"/>
                                        <p:tgtEl>
                                          <p:spTgt spid="2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13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1750"/>
                            </p:stCondLst>
                            <p:childTnLst>
                              <p:par>
                                <p:cTn id="8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450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450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225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groa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2150"/>
                            </p:stCondLst>
                            <p:childTnLst>
                              <p:par>
                                <p:cTn id="9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4" dur="4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2300"/>
                            </p:stCondLst>
                            <p:childTnLst>
                              <p:par>
                                <p:cTn id="97" presetID="1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9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B5E2D3"/>
                                      </p:to>
                                    </p:animClr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3000"/>
                            </p:stCondLst>
                            <p:childTnLst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4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107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8" fill="hold">
                      <p:stCondLst>
                        <p:cond delay="0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11" dur="180" fill="hold" autoRev="1" repeatCount="3000"/>
                                        <p:tgtEl>
                                          <p:spTgt spid="14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2" presetID="1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4" dur="2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2C9AC"/>
                                      </p:to>
                                    </p:animClr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300"/>
                            </p:stCondLst>
                            <p:childTnLst>
                              <p:par>
                                <p:cTn id="118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20" dur="110" fill="hold" autoRev="1" repeatCount="3000"/>
                                        <p:tgtEl>
                                          <p:spTgt spid="237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1150"/>
                            </p:stCondLst>
                            <p:childTnLst>
                              <p:par>
                                <p:cTn id="12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4" dur="16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" dur="16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6" dur="8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9" dur="25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0" presetClass="path" presetSubtype="0" accel="40000" decel="2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6750 -0.22800 0.00000 -0.56747 0.00000 -0.50667 E" pathEditMode="relative" rAng="0">
                                      <p:cBhvr>
                                        <p:cTn id="133" dur="600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k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34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136" dur="600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7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39" dur="600" fill="hold"/>
                                        <p:tgtEl>
                                          <p:spTgt spid="237"/>
                                        </p:tgtEl>
                                      </p:cBhvr>
                                      <p:by x="65000" y="6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1200"/>
                            </p:stCondLst>
                            <p:childTnLst>
                              <p:par>
                                <p:cTn id="14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6" dur="32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045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7" dur="32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1270"/>
                            </p:stCondLst>
                            <p:childTnLst>
                              <p:par>
                                <p:cTn id="1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>
                            <p:stCondLst>
                              <p:cond delay="1310"/>
                            </p:stCondLst>
                            <p:childTnLst>
                              <p:par>
                                <p:cTn id="15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4" dur="25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8" dur="33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329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1390"/>
                            </p:stCondLst>
                            <p:childTnLst>
                              <p:par>
                                <p:cTn id="1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" fill="hold">
                            <p:stCondLst>
                              <p:cond delay="1430"/>
                            </p:stCondLst>
                            <p:childTnLst>
                              <p:par>
                                <p:cTn id="16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6" dur="33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329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1" fill="hold">
                            <p:stCondLst>
                              <p:cond delay="1510"/>
                            </p:stCondLst>
                            <p:childTnLst>
                              <p:par>
                                <p:cTn id="1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6" fill="hold">
                            <p:stCondLst>
                              <p:cond delay="1550"/>
                            </p:stCondLst>
                            <p:childTnLst>
                              <p:par>
                                <p:cTn id="17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4" dur="33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329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9" fill="hold">
                            <p:stCondLst>
                              <p:cond delay="1630"/>
                            </p:stCondLst>
                            <p:childTnLst>
                              <p:par>
                                <p:cTn id="1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4" fill="hold">
                            <p:stCondLst>
                              <p:cond delay="1670"/>
                            </p:stCondLst>
                            <p:childTnLst>
                              <p:par>
                                <p:cTn id="18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2" dur="33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329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8" fill="hold">
                            <p:stCondLst>
                              <p:cond delay="1700"/>
                            </p:stCondLst>
                            <p:childTnLst>
                              <p:par>
                                <p:cTn id="185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87" dur="140" fill="hold" autoRev="1" repeatCount="2000"/>
                                        <p:tgtEl>
                                          <p:spTgt spid="33"/>
                                        </p:tgtEl>
                                      </p:cBhvr>
                                      <p:by x="104000" y="104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4" fill="hold">
                            <p:stCondLst>
                              <p:cond delay="1720"/>
                            </p:stCondLst>
                            <p:childTnLst>
                              <p:par>
                                <p:cTn id="18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1" dur="260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2" dur="260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3" dur="13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7" fill="hold">
                            <p:stCondLst>
                              <p:cond delay="1750"/>
                            </p:stCondLst>
                            <p:childTnLst>
                              <p:par>
                                <p:cTn id="19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7" dur="450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8" dur="450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9" dur="225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he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00" presetID="1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2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B5E2D3"/>
                                      </p:to>
                                    </p:animClr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7867 -0.17749 -0.16857 -0.10649 -0.22477 0.10262 E" pathEditMode="relative" rAng="0">
                                      <p:cBhvr>
                                        <p:cTn id="209" dur="1300" fill="hold"/>
                                        <p:tgtEl>
                                          <p:spTgt spid="2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0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212" dur="1300" fill="hold"/>
                                        <p:tgtEl>
                                          <p:spTgt spid="2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5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5853 -0.17673 -0.12542 -0.10604 -0.16723 0.13124 E" pathEditMode="relative" rAng="0">
                                      <p:cBhvr>
                                        <p:cTn id="217" dur="1300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8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220" dur="1300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4878 -0.17285 -0.10452 -0.10371 -0.13936 0.08576 E" pathEditMode="relative" rAng="0">
                                      <p:cBhvr>
                                        <p:cTn id="225" dur="1300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6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228" dur="1300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1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3890 -0.17783 -0.08336 -0.10670 -0.11115 0.14928 E" pathEditMode="relative" rAng="0">
                                      <p:cBhvr>
                                        <p:cTn id="233" dur="130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4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236" dur="130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9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2215 -0.18863 -0.04746 -0.11318 -0.06328 0.13028 E" pathEditMode="relative" rAng="0">
                                      <p:cBhvr>
                                        <p:cTn id="241" dur="1300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2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244" dur="1300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7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2118 -0.13195 -0.04538 -0.07917 -0.06051 0.18803 E" pathEditMode="relative" rAng="0">
                                      <p:cBhvr>
                                        <p:cTn id="249" dur="1300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0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252" dur="1300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5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0264 -0.17687 -0.00565 -0.10612 -0.00753 0.13890 E" pathEditMode="relative" rAng="0">
                                      <p:cBhvr>
                                        <p:cTn id="257" dur="1300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8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260" dur="1300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3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0564 -0.14072 0.01209 -0.08443 0.01612 0.15072 E" pathEditMode="relative" rAng="0">
                                      <p:cBhvr>
                                        <p:cTn id="265" dur="1300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66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268" dur="1300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1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1129 -0.17797 0.02419 -0.10678 0.03226 0.16402 E" pathEditMode="relative" rAng="0">
                                      <p:cBhvr>
                                        <p:cTn id="273" dur="1300" fill="hold"/>
                                        <p:tgtEl>
                                          <p:spTgt spid="2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74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276" dur="1300" fill="hold"/>
                                        <p:tgtEl>
                                          <p:spTgt spid="24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9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3081 -0.14300 0.06602 -0.08580 0.08802 0.09227 E" pathEditMode="relative" rAng="0">
                                      <p:cBhvr>
                                        <p:cTn id="281" dur="1300" fill="hold"/>
                                        <p:tgtEl>
                                          <p:spTgt spid="2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2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284" dur="1300" fill="hold"/>
                                        <p:tgtEl>
                                          <p:spTgt spid="25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7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3675 -0.18418 0.07874 -0.11051 0.10499 0.14799 E" pathEditMode="relative" rAng="0">
                                      <p:cBhvr>
                                        <p:cTn id="289" dur="1300" fill="hold"/>
                                        <p:tgtEl>
                                          <p:spTgt spid="2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90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292" dur="1300" fill="hold"/>
                                        <p:tgtEl>
                                          <p:spTgt spid="25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5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5453 -0.16023 0.11684 -0.09614 0.15579 0.13312 E" pathEditMode="relative" rAng="0">
                                      <p:cBhvr>
                                        <p:cTn id="297" dur="1300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98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300" dur="1300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3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6830 -0.13559 0.14635 -0.08135 0.19513 0.10765 E" pathEditMode="relative" rAng="0">
                                      <p:cBhvr>
                                        <p:cTn id="305" dur="1300" fill="hold"/>
                                        <p:tgtEl>
                                          <p:spTgt spid="2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06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308" dur="1300" fill="hold"/>
                                        <p:tgtEl>
                                          <p:spTgt spid="25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1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7453 -0.17893 0.15970 -0.10736 0.21293 0.13771 E" pathEditMode="relative" rAng="0">
                                      <p:cBhvr>
                                        <p:cTn id="313" dur="1300" fill="hold"/>
                                        <p:tgtEl>
                                          <p:spTgt spid="2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14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316" dur="1300" fill="hold"/>
                                        <p:tgtEl>
                                          <p:spTgt spid="25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2" fill="hold">
                            <p:stCondLst>
                              <p:cond delay="2150"/>
                            </p:stCondLst>
                            <p:childTnLst>
                              <p:par>
                                <p:cTn id="31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0" dur="4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9" fill="hold">
                            <p:stCondLst>
                              <p:cond delay="2800"/>
                            </p:stCondLst>
                            <p:childTnLst>
                              <p:par>
                                <p:cTn id="32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5" dur="3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9" dur="3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3" dur="3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7" dur="3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1" dur="3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5" dur="3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9" dur="3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3" dur="3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7" dur="3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1" dur="3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5" dur="3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9" dur="3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3" dur="3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7" dur="3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3" fill="hold">
                            <p:stCondLst>
                              <p:cond delay="3000"/>
                            </p:stCondLst>
                            <p:childTnLst>
                              <p:par>
                                <p:cTn id="3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2" dur="4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384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5" fill="hold">
                      <p:stCondLst>
                        <p:cond delay="0"/>
                      </p:stCondLst>
                      <p:childTnLst>
                        <p:par>
                          <p:cTn id="394" fill="hold">
                            <p:stCondLst>
                              <p:cond delay="0"/>
                            </p:stCondLst>
                            <p:childTnLst>
                              <p:par>
                                <p:cTn id="386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88" dur="180" fill="hold" autoRev="1" repeatCount="3000"/>
                                        <p:tgtEl>
                                          <p:spTgt spid="15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8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89" presetID="1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1" dur="2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2C9AC"/>
                                      </p:to>
                                    </p:animClr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8" fill="hold">
                            <p:stCondLst>
                              <p:cond delay="300"/>
                            </p:stCondLst>
                            <p:childTnLst>
                              <p:par>
                                <p:cTn id="395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97" dur="110" fill="hold" autoRev="1" repeatCount="3000"/>
                                        <p:tgtEl>
                                          <p:spTgt spid="237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7" fill="hold">
                            <p:stCondLst>
                              <p:cond delay="1150"/>
                            </p:stCondLst>
                            <p:childTnLst>
                              <p:par>
                                <p:cTn id="39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1" dur="16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2" dur="16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3" dur="8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6" dur="25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7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8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6875 -0.46000 L 0.20626 -0.52000 L 0.24001 -0.21333 E" pathEditMode="relative" rAng="0">
                                      <p:cBhvr>
                                        <p:cTn id="410" dur="1150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k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11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64800000">
                                      <p:cBhvr>
                                        <p:cTn id="413" dur="1150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14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16" dur="600" fill="hold"/>
                                        <p:tgtEl>
                                          <p:spTgt spid="237"/>
                                        </p:tgtEl>
                                      </p:cBhvr>
                                      <p:by x="65000" y="6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5" fill="hold">
                            <p:stCondLst>
                              <p:cond delay="1200"/>
                            </p:stCondLst>
                            <p:childTnLst>
                              <p:par>
                                <p:cTn id="41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3" dur="32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5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4" dur="32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8" fill="hold">
                            <p:stCondLst>
                              <p:cond delay="1270"/>
                            </p:stCondLst>
                            <p:childTnLst>
                              <p:par>
                                <p:cTn id="4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7" fill="hold">
                            <p:stCondLst>
                              <p:cond delay="1310"/>
                            </p:stCondLst>
                            <p:childTnLst>
                              <p:par>
                                <p:cTn id="42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1" dur="25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5" dur="33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6" dur="1" fill="hold">
                                          <p:stCondLst>
                                            <p:cond delay="329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0" fill="hold">
                            <p:stCondLst>
                              <p:cond delay="1390"/>
                            </p:stCondLst>
                            <p:childTnLst>
                              <p:par>
                                <p:cTn id="4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5" fill="hold">
                            <p:stCondLst>
                              <p:cond delay="1430"/>
                            </p:stCondLst>
                            <p:childTnLst>
                              <p:par>
                                <p:cTn id="44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3" dur="33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4" dur="1" fill="hold">
                                          <p:stCondLst>
                                            <p:cond delay="329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8" fill="hold">
                            <p:stCondLst>
                              <p:cond delay="1510"/>
                            </p:stCondLst>
                            <p:childTnLst>
                              <p:par>
                                <p:cTn id="4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3" fill="hold">
                            <p:stCondLst>
                              <p:cond delay="1550"/>
                            </p:stCondLst>
                            <p:childTnLst>
                              <p:par>
                                <p:cTn id="44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1" dur="33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2" dur="1" fill="hold">
                                          <p:stCondLst>
                                            <p:cond delay="329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6" fill="hold">
                            <p:stCondLst>
                              <p:cond delay="1630"/>
                            </p:stCondLst>
                            <p:childTnLst>
                              <p:par>
                                <p:cTn id="4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1" fill="hold">
                            <p:stCondLst>
                              <p:cond delay="1670"/>
                            </p:stCondLst>
                            <p:childTnLst>
                              <p:par>
                                <p:cTn id="45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9" dur="33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0" dur="1" fill="hold">
                                          <p:stCondLst>
                                            <p:cond delay="329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7" fill="hold">
                            <p:stCondLst>
                              <p:cond delay="1720"/>
                            </p:stCondLst>
                            <p:childTnLst>
                              <p:par>
                                <p:cTn id="46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4" dur="260" fill="hold"/>
                                        <p:tgtEl>
                                          <p:spTgt spid="2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5" dur="260" fill="hold"/>
                                        <p:tgtEl>
                                          <p:spTgt spid="2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6" dur="13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3" fill="hold">
                            <p:stCondLst>
                              <p:cond delay="1750"/>
                            </p:stCondLst>
                            <p:childTnLst>
                              <p:par>
                                <p:cTn id="46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0" dur="45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1" dur="45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2" dur="225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6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groa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78" fill="hold">
                            <p:stCondLst>
                              <p:cond delay="2150"/>
                            </p:stCondLst>
                            <p:childTnLst>
                              <p:par>
                                <p:cTn id="47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6" dur="4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7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4" fill="hold">
                            <p:stCondLst>
                              <p:cond delay="2300"/>
                            </p:stCondLst>
                            <p:childTnLst>
                              <p:par>
                                <p:cTn id="479" presetID="1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81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B5E2D3"/>
                                      </p:to>
                                    </p:animClr>
                                    <p:set>
                                      <p:cBhvr>
                                        <p:cTn id="4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8" fill="hold">
                            <p:stCondLst>
                              <p:cond delay="3000"/>
                            </p:stCondLst>
                            <p:childTnLst>
                              <p:par>
                                <p:cTn id="4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7" dur="4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211" grpId="0" animBg="1"/>
      <p:bldP spid="212" grpId="0" animBg="1"/>
      <p:bldP spid="213" grpId="0" animBg="1"/>
      <p:bldP spid="214" grpId="0" animBg="1"/>
      <p:bldP spid="215" grpId="0" animBg="1"/>
      <p:bldP spid="216" grpId="0" animBg="1"/>
      <p:bldP spid="217" grpId="0" animBg="1"/>
      <p:bldP spid="218" grpId="0" animBg="1"/>
      <p:bldP spid="219" grpId="0" animBg="1"/>
      <p:bldP spid="220" grpId="0" animBg="1"/>
      <p:bldP spid="221" grpId="0" animBg="1"/>
      <p:bldP spid="222" grpId="0" animBg="1"/>
      <p:bldP spid="223" grpId="0" animBg="1"/>
      <p:bldP spid="224" grpId="0" animBg="1"/>
      <p:bldP spid="225" grpId="0" animBg="1"/>
      <p:bldP spid="226" grpId="0" animBg="1"/>
      <p:bldP spid="227" grpId="0" animBg="1"/>
      <p:bldP spid="238" grpId="0" animBg="1"/>
      <p:bldP spid="239" grpId="0" animBg="1"/>
      <p:bldP spid="240" grpId="0" animBg="1"/>
      <p:bldP spid="241" grpId="0" animBg="1"/>
      <p:bldP spid="242" grpId="0" animBg="1"/>
      <p:bldP spid="243" grpId="0" animBg="1"/>
      <p:bldP spid="244" grpId="0" animBg="1"/>
      <p:bldP spid="245" grpId="0" animBg="1"/>
      <p:bldP spid="246" grpId="0" animBg="1"/>
      <p:bldP spid="247" grpId="0" animBg="1"/>
      <p:bldP spid="248" grpId="0" animBg="1"/>
      <p:bldP spid="249" grpId="0" animBg="1"/>
      <p:bldP spid="250" grpId="0" animBg="1"/>
      <p:bldP spid="251" grpId="0" animBg="1"/>
      <p:bldP spid="252" grpId="0" animBg="1"/>
      <p:bldP spid="253" grpId="0" animBg="1"/>
      <p:bldP spid="254" grpId="0" animBg="1"/>
      <p:bldP spid="255" grpId="0" animBg="1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Пенальти!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 ичинде кошуу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4-тепкич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7/16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4069080" cy="1828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298448"/>
            <a:ext cx="27432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6B7280"/>
                </a:solidFill>
                <a:latin typeface="PT Sans"/>
              </a:rPr>
              <a:t>СУРОО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" y="1554480"/>
            <a:ext cx="4069080" cy="1417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0 + 9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" y="3246120"/>
            <a:ext cx="4069080" cy="713232"/>
          </a:xfrm>
          <a:prstGeom prst="roundRect">
            <a:avLst>
              <a:gd name="adj" fmla="val 30000"/>
            </a:avLst>
          </a:prstGeom>
          <a:solidFill>
            <a:srgbClr val="BFCBE9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3200" b="1">
                <a:solidFill>
                  <a:srgbClr val="1D3557"/>
                </a:solidFill>
                <a:latin typeface="PT Sans"/>
              </a:rPr>
              <a:t>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" y="4087368"/>
            <a:ext cx="4069080" cy="713232"/>
          </a:xfrm>
          <a:prstGeom prst="roundRect">
            <a:avLst>
              <a:gd name="adj" fmla="val 30000"/>
            </a:avLst>
          </a:prstGeom>
          <a:solidFill>
            <a:srgbClr val="BFCBE9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3200" b="1">
                <a:solidFill>
                  <a:srgbClr val="1D3557"/>
                </a:solidFill>
                <a:latin typeface="PT Sans"/>
              </a:rPr>
              <a:t>90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" y="4928616"/>
            <a:ext cx="4069080" cy="713232"/>
          </a:xfrm>
          <a:prstGeom prst="roundRect">
            <a:avLst>
              <a:gd name="adj" fmla="val 30000"/>
            </a:avLst>
          </a:prstGeom>
          <a:solidFill>
            <a:srgbClr val="BFCBE9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3200" b="1">
                <a:solidFill>
                  <a:srgbClr val="1D3557"/>
                </a:solidFill>
                <a:latin typeface="PT Sans"/>
              </a:rPr>
              <a:t>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" y="5760720"/>
            <a:ext cx="406908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007A5A"/>
                </a:solidFill>
                <a:latin typeface="PT Sans"/>
              </a:rPr>
              <a:t>Жоопту бас · «Кантип таптың?» +1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54880" y="1234440"/>
            <a:ext cx="7007047" cy="4800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846320" y="4160520"/>
            <a:ext cx="6824167" cy="1783080"/>
          </a:xfrm>
          <a:prstGeom prst="roundRect">
            <a:avLst>
              <a:gd name="adj" fmla="val 4000"/>
            </a:avLst>
          </a:prstGeom>
          <a:solidFill>
            <a:srgbClr val="B5E2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3" name="Group 32"/>
          <p:cNvGrpSpPr/>
          <p:nvPr/>
        </p:nvGrpSpPr>
        <p:grpSpPr>
          <a:xfrm>
            <a:off x="5394960" y="1417320"/>
            <a:ext cx="5669280" cy="2743200"/>
            <a:chOff x="5394960" y="1417320"/>
            <a:chExt cx="5669280" cy="2743200"/>
          </a:xfrm>
        </p:grpSpPr>
        <p:cxnSp>
          <p:nvCxnSpPr>
            <p:cNvPr id="19" name="Connector 18"/>
            <p:cNvCxnSpPr/>
            <p:nvPr/>
          </p:nvCxnSpPr>
          <p:spPr>
            <a:xfrm>
              <a:off x="5961888" y="1417320"/>
              <a:ext cx="0" cy="2743200"/>
            </a:xfrm>
            <a:prstGeom prst="line">
              <a:avLst/>
            </a:prstGeom>
            <a:ln w="9525">
              <a:solidFill>
                <a:srgbClr val="BFCB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or 19"/>
            <p:cNvCxnSpPr/>
            <p:nvPr/>
          </p:nvCxnSpPr>
          <p:spPr>
            <a:xfrm>
              <a:off x="6528816" y="1417320"/>
              <a:ext cx="0" cy="2743200"/>
            </a:xfrm>
            <a:prstGeom prst="line">
              <a:avLst/>
            </a:prstGeom>
            <a:ln w="9525">
              <a:solidFill>
                <a:srgbClr val="BFCB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 20"/>
            <p:cNvCxnSpPr/>
            <p:nvPr/>
          </p:nvCxnSpPr>
          <p:spPr>
            <a:xfrm>
              <a:off x="7095744" y="1417320"/>
              <a:ext cx="0" cy="2743200"/>
            </a:xfrm>
            <a:prstGeom prst="line">
              <a:avLst/>
            </a:prstGeom>
            <a:ln w="9525">
              <a:solidFill>
                <a:srgbClr val="BFCB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or 21"/>
            <p:cNvCxnSpPr/>
            <p:nvPr/>
          </p:nvCxnSpPr>
          <p:spPr>
            <a:xfrm>
              <a:off x="7662672" y="1417320"/>
              <a:ext cx="0" cy="2743200"/>
            </a:xfrm>
            <a:prstGeom prst="line">
              <a:avLst/>
            </a:prstGeom>
            <a:ln w="9525">
              <a:solidFill>
                <a:srgbClr val="BFCB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or 22"/>
            <p:cNvCxnSpPr/>
            <p:nvPr/>
          </p:nvCxnSpPr>
          <p:spPr>
            <a:xfrm>
              <a:off x="8229600" y="1417320"/>
              <a:ext cx="0" cy="2743200"/>
            </a:xfrm>
            <a:prstGeom prst="line">
              <a:avLst/>
            </a:prstGeom>
            <a:ln w="9525">
              <a:solidFill>
                <a:srgbClr val="BFCB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or 23"/>
            <p:cNvCxnSpPr/>
            <p:nvPr/>
          </p:nvCxnSpPr>
          <p:spPr>
            <a:xfrm>
              <a:off x="8796528" y="1417320"/>
              <a:ext cx="0" cy="2743200"/>
            </a:xfrm>
            <a:prstGeom prst="line">
              <a:avLst/>
            </a:prstGeom>
            <a:ln w="9525">
              <a:solidFill>
                <a:srgbClr val="BFCB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nector 24"/>
            <p:cNvCxnSpPr/>
            <p:nvPr/>
          </p:nvCxnSpPr>
          <p:spPr>
            <a:xfrm>
              <a:off x="9363456" y="1417320"/>
              <a:ext cx="0" cy="2743200"/>
            </a:xfrm>
            <a:prstGeom prst="line">
              <a:avLst/>
            </a:prstGeom>
            <a:ln w="9525">
              <a:solidFill>
                <a:srgbClr val="BFCB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nector 25"/>
            <p:cNvCxnSpPr/>
            <p:nvPr/>
          </p:nvCxnSpPr>
          <p:spPr>
            <a:xfrm>
              <a:off x="9930384" y="1417320"/>
              <a:ext cx="0" cy="2743200"/>
            </a:xfrm>
            <a:prstGeom prst="line">
              <a:avLst/>
            </a:prstGeom>
            <a:ln w="9525">
              <a:solidFill>
                <a:srgbClr val="BFCB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nector 26"/>
            <p:cNvCxnSpPr/>
            <p:nvPr/>
          </p:nvCxnSpPr>
          <p:spPr>
            <a:xfrm>
              <a:off x="10497312" y="1417320"/>
              <a:ext cx="0" cy="2743200"/>
            </a:xfrm>
            <a:prstGeom prst="line">
              <a:avLst/>
            </a:prstGeom>
            <a:ln w="9525">
              <a:solidFill>
                <a:srgbClr val="BFCB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nector 27"/>
            <p:cNvCxnSpPr/>
            <p:nvPr/>
          </p:nvCxnSpPr>
          <p:spPr>
            <a:xfrm>
              <a:off x="5394960" y="1874519"/>
              <a:ext cx="5669280" cy="0"/>
            </a:xfrm>
            <a:prstGeom prst="line">
              <a:avLst/>
            </a:prstGeom>
            <a:ln w="9525">
              <a:solidFill>
                <a:srgbClr val="BFCB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nector 28"/>
            <p:cNvCxnSpPr/>
            <p:nvPr/>
          </p:nvCxnSpPr>
          <p:spPr>
            <a:xfrm>
              <a:off x="5394960" y="2331720"/>
              <a:ext cx="5669280" cy="0"/>
            </a:xfrm>
            <a:prstGeom prst="line">
              <a:avLst/>
            </a:prstGeom>
            <a:ln w="9525">
              <a:solidFill>
                <a:srgbClr val="BFCB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nector 29"/>
            <p:cNvCxnSpPr/>
            <p:nvPr/>
          </p:nvCxnSpPr>
          <p:spPr>
            <a:xfrm>
              <a:off x="5394960" y="2788920"/>
              <a:ext cx="5669280" cy="0"/>
            </a:xfrm>
            <a:prstGeom prst="line">
              <a:avLst/>
            </a:prstGeom>
            <a:ln w="9525">
              <a:solidFill>
                <a:srgbClr val="BFCB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nector 30"/>
            <p:cNvCxnSpPr/>
            <p:nvPr/>
          </p:nvCxnSpPr>
          <p:spPr>
            <a:xfrm>
              <a:off x="5394960" y="3246120"/>
              <a:ext cx="5669280" cy="0"/>
            </a:xfrm>
            <a:prstGeom prst="line">
              <a:avLst/>
            </a:prstGeom>
            <a:ln w="9525">
              <a:solidFill>
                <a:srgbClr val="BFCB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nector 31"/>
            <p:cNvCxnSpPr/>
            <p:nvPr/>
          </p:nvCxnSpPr>
          <p:spPr>
            <a:xfrm>
              <a:off x="5394960" y="3703320"/>
              <a:ext cx="5669280" cy="0"/>
            </a:xfrm>
            <a:prstGeom prst="line">
              <a:avLst/>
            </a:prstGeom>
            <a:ln w="9525">
              <a:solidFill>
                <a:srgbClr val="BFCB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4" name="Connector 33"/>
          <p:cNvCxnSpPr/>
          <p:nvPr/>
        </p:nvCxnSpPr>
        <p:spPr>
          <a:xfrm flipV="1">
            <a:off x="5394960" y="1417320"/>
            <a:ext cx="0" cy="2743200"/>
          </a:xfrm>
          <a:prstGeom prst="line">
            <a:avLst/>
          </a:prstGeom>
          <a:ln w="889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358384" y="1417320"/>
            <a:ext cx="5742432" cy="0"/>
          </a:xfrm>
          <a:prstGeom prst="line">
            <a:avLst/>
          </a:prstGeom>
          <a:ln w="889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1064240" y="1417320"/>
            <a:ext cx="0" cy="2743200"/>
          </a:xfrm>
          <a:prstGeom prst="line">
            <a:avLst/>
          </a:prstGeom>
          <a:ln w="889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4846320" y="4160520"/>
            <a:ext cx="6824167" cy="0"/>
          </a:xfrm>
          <a:prstGeom prst="line">
            <a:avLst/>
          </a:prstGeom>
          <a:ln w="3810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8147304" y="5532120"/>
            <a:ext cx="164592" cy="731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81" name="Group 80"/>
          <p:cNvGrpSpPr/>
          <p:nvPr/>
        </p:nvGrpSpPr>
        <p:grpSpPr>
          <a:xfrm>
            <a:off x="7363114" y="1990100"/>
            <a:ext cx="1732971" cy="2195656"/>
            <a:chOff x="7363114" y="1990100"/>
            <a:chExt cx="1732971" cy="2195656"/>
          </a:xfrm>
        </p:grpSpPr>
        <p:cxnSp>
          <p:nvCxnSpPr>
            <p:cNvPr id="39" name="Connector 38"/>
            <p:cNvCxnSpPr/>
            <p:nvPr/>
          </p:nvCxnSpPr>
          <p:spPr>
            <a:xfrm flipH="1">
              <a:off x="7977225" y="3361334"/>
              <a:ext cx="109362" cy="378562"/>
            </a:xfrm>
            <a:prstGeom prst="line">
              <a:avLst/>
            </a:prstGeom>
            <a:ln w="160274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or 39"/>
            <p:cNvCxnSpPr/>
            <p:nvPr/>
          </p:nvCxnSpPr>
          <p:spPr>
            <a:xfrm flipH="1">
              <a:off x="7977225" y="3361334"/>
              <a:ext cx="109362" cy="378562"/>
            </a:xfrm>
            <a:prstGeom prst="line">
              <a:avLst/>
            </a:prstGeom>
            <a:ln w="128524" cap="rnd">
              <a:solidFill>
                <a:srgbClr val="E8B98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nector 40"/>
            <p:cNvCxnSpPr/>
            <p:nvPr/>
          </p:nvCxnSpPr>
          <p:spPr>
            <a:xfrm flipH="1">
              <a:off x="7909925" y="3739896"/>
              <a:ext cx="67300" cy="344911"/>
            </a:xfrm>
            <a:prstGeom prst="line">
              <a:avLst/>
            </a:prstGeom>
            <a:ln w="160274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nector 41"/>
            <p:cNvCxnSpPr/>
            <p:nvPr/>
          </p:nvCxnSpPr>
          <p:spPr>
            <a:xfrm flipH="1">
              <a:off x="7909925" y="3739896"/>
              <a:ext cx="67300" cy="344911"/>
            </a:xfrm>
            <a:prstGeom prst="line">
              <a:avLst/>
            </a:prstGeom>
            <a:ln w="128524" cap="rnd">
              <a:solidFill>
                <a:srgbClr val="F6B25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Rounded Rectangle 42"/>
            <p:cNvSpPr/>
            <p:nvPr/>
          </p:nvSpPr>
          <p:spPr>
            <a:xfrm>
              <a:off x="7716438" y="4051157"/>
              <a:ext cx="286024" cy="134599"/>
            </a:xfrm>
            <a:prstGeom prst="roundRect">
              <a:avLst/>
            </a:prstGeom>
            <a:solidFill>
              <a:srgbClr val="1F2430"/>
            </a:solidFill>
            <a:ln w="12700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4" name="Connector 43"/>
            <p:cNvCxnSpPr/>
            <p:nvPr/>
          </p:nvCxnSpPr>
          <p:spPr>
            <a:xfrm>
              <a:off x="8372612" y="3361334"/>
              <a:ext cx="109362" cy="378562"/>
            </a:xfrm>
            <a:prstGeom prst="line">
              <a:avLst/>
            </a:prstGeom>
            <a:ln w="160274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nector 44"/>
            <p:cNvCxnSpPr/>
            <p:nvPr/>
          </p:nvCxnSpPr>
          <p:spPr>
            <a:xfrm>
              <a:off x="8372612" y="3361334"/>
              <a:ext cx="109362" cy="378562"/>
            </a:xfrm>
            <a:prstGeom prst="line">
              <a:avLst/>
            </a:prstGeom>
            <a:ln w="128524" cap="rnd">
              <a:solidFill>
                <a:srgbClr val="E8B98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nector 45"/>
            <p:cNvCxnSpPr/>
            <p:nvPr/>
          </p:nvCxnSpPr>
          <p:spPr>
            <a:xfrm>
              <a:off x="8481974" y="3739896"/>
              <a:ext cx="67300" cy="344911"/>
            </a:xfrm>
            <a:prstGeom prst="line">
              <a:avLst/>
            </a:prstGeom>
            <a:ln w="160274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onnector 46"/>
            <p:cNvCxnSpPr/>
            <p:nvPr/>
          </p:nvCxnSpPr>
          <p:spPr>
            <a:xfrm>
              <a:off x="8481974" y="3739896"/>
              <a:ext cx="67300" cy="344911"/>
            </a:xfrm>
            <a:prstGeom prst="line">
              <a:avLst/>
            </a:prstGeom>
            <a:ln w="128524" cap="rnd">
              <a:solidFill>
                <a:srgbClr val="F6B25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Rounded Rectangle 47"/>
            <p:cNvSpPr/>
            <p:nvPr/>
          </p:nvSpPr>
          <p:spPr>
            <a:xfrm>
              <a:off x="8456736" y="4051157"/>
              <a:ext cx="286024" cy="134599"/>
            </a:xfrm>
            <a:prstGeom prst="roundRect">
              <a:avLst/>
            </a:prstGeom>
            <a:solidFill>
              <a:srgbClr val="1F2430"/>
            </a:solidFill>
            <a:ln w="12700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Rounded Rectangle 48"/>
            <p:cNvSpPr/>
            <p:nvPr/>
          </p:nvSpPr>
          <p:spPr>
            <a:xfrm>
              <a:off x="7918338" y="3235147"/>
              <a:ext cx="622523" cy="302849"/>
            </a:xfrm>
            <a:prstGeom prst="roundRect">
              <a:avLst/>
            </a:prstGeom>
            <a:solidFill>
              <a:srgbClr val="1D3557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50" name="Connector 49"/>
            <p:cNvCxnSpPr/>
            <p:nvPr/>
          </p:nvCxnSpPr>
          <p:spPr>
            <a:xfrm flipV="1">
              <a:off x="8229600" y="2419136"/>
              <a:ext cx="0" cy="143012"/>
            </a:xfrm>
            <a:prstGeom prst="line">
              <a:avLst/>
            </a:prstGeom>
            <a:ln w="136906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nector 50"/>
            <p:cNvCxnSpPr/>
            <p:nvPr/>
          </p:nvCxnSpPr>
          <p:spPr>
            <a:xfrm flipV="1">
              <a:off x="8229600" y="2419136"/>
              <a:ext cx="0" cy="143012"/>
            </a:xfrm>
            <a:prstGeom prst="line">
              <a:avLst/>
            </a:prstGeom>
            <a:ln w="105156" cap="rnd">
              <a:solidFill>
                <a:srgbClr val="E8B98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Round Same Side Corner Rectangle 51"/>
            <p:cNvSpPr/>
            <p:nvPr/>
          </p:nvSpPr>
          <p:spPr>
            <a:xfrm>
              <a:off x="7901513" y="2536911"/>
              <a:ext cx="656173" cy="824423"/>
            </a:xfrm>
            <a:prstGeom prst="round2SameRect">
              <a:avLst>
                <a:gd name="adj1" fmla="val 30000"/>
                <a:gd name="adj2" fmla="val 12000"/>
              </a:avLst>
            </a:prstGeom>
            <a:solidFill>
              <a:srgbClr val="F28C28"/>
            </a:solidFill>
            <a:ln w="22225">
              <a:solidFill>
                <a:srgbClr val="A844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Rounded Rectangle 52"/>
            <p:cNvSpPr/>
            <p:nvPr/>
          </p:nvSpPr>
          <p:spPr>
            <a:xfrm>
              <a:off x="7918338" y="3273003"/>
              <a:ext cx="622523" cy="75712"/>
            </a:xfrm>
            <a:prstGeom prst="roundRect">
              <a:avLst/>
            </a:prstGeom>
            <a:solidFill>
              <a:srgbClr val="A844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Chord 53"/>
            <p:cNvSpPr/>
            <p:nvPr/>
          </p:nvSpPr>
          <p:spPr>
            <a:xfrm>
              <a:off x="8103412" y="2461199"/>
              <a:ext cx="252374" cy="168249"/>
            </a:xfrm>
            <a:prstGeom prst="chord">
              <a:avLst>
                <a:gd name="adj1" fmla="val 0"/>
                <a:gd name="adj2" fmla="val 10800000"/>
              </a:avLst>
            </a:prstGeom>
            <a:solidFill>
              <a:srgbClr val="FFFFFF"/>
            </a:solidFill>
            <a:ln w="12700">
              <a:solidFill>
                <a:srgbClr val="A844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7977225" y="2705160"/>
              <a:ext cx="504748" cy="47109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2300" b="1">
                  <a:solidFill>
                    <a:srgbClr val="FFFFFF"/>
                  </a:solidFill>
                  <a:latin typeface="PT Sans"/>
                </a:rPr>
                <a:t>1</a:t>
              </a:r>
            </a:p>
          </p:txBody>
        </p:sp>
        <p:cxnSp>
          <p:nvCxnSpPr>
            <p:cNvPr id="56" name="Connector 55"/>
            <p:cNvCxnSpPr/>
            <p:nvPr/>
          </p:nvCxnSpPr>
          <p:spPr>
            <a:xfrm flipH="1">
              <a:off x="7657551" y="2587386"/>
              <a:ext cx="269199" cy="269199"/>
            </a:xfrm>
            <a:prstGeom prst="line">
              <a:avLst/>
            </a:prstGeom>
            <a:ln w="148590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Connector 56"/>
            <p:cNvCxnSpPr/>
            <p:nvPr/>
          </p:nvCxnSpPr>
          <p:spPr>
            <a:xfrm flipH="1">
              <a:off x="7657551" y="2587386"/>
              <a:ext cx="269199" cy="269199"/>
            </a:xfrm>
            <a:prstGeom prst="line">
              <a:avLst/>
            </a:prstGeom>
            <a:ln w="116840" cap="rnd">
              <a:solidFill>
                <a:srgbClr val="F28C2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Connector 57"/>
            <p:cNvCxnSpPr/>
            <p:nvPr/>
          </p:nvCxnSpPr>
          <p:spPr>
            <a:xfrm flipH="1" flipV="1">
              <a:off x="7506126" y="2469611"/>
              <a:ext cx="151425" cy="386974"/>
            </a:xfrm>
            <a:prstGeom prst="line">
              <a:avLst/>
            </a:prstGeom>
            <a:ln w="148590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nector 58"/>
            <p:cNvCxnSpPr/>
            <p:nvPr/>
          </p:nvCxnSpPr>
          <p:spPr>
            <a:xfrm flipH="1" flipV="1">
              <a:off x="7506126" y="2469611"/>
              <a:ext cx="151425" cy="386974"/>
            </a:xfrm>
            <a:prstGeom prst="line">
              <a:avLst/>
            </a:prstGeom>
            <a:ln w="116840" cap="rnd">
              <a:solidFill>
                <a:srgbClr val="F28C2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nector 59"/>
            <p:cNvCxnSpPr/>
            <p:nvPr/>
          </p:nvCxnSpPr>
          <p:spPr>
            <a:xfrm>
              <a:off x="8532449" y="2587386"/>
              <a:ext cx="269199" cy="269199"/>
            </a:xfrm>
            <a:prstGeom prst="line">
              <a:avLst/>
            </a:prstGeom>
            <a:ln w="148590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nector 60"/>
            <p:cNvCxnSpPr/>
            <p:nvPr/>
          </p:nvCxnSpPr>
          <p:spPr>
            <a:xfrm>
              <a:off x="8532449" y="2587386"/>
              <a:ext cx="269199" cy="269199"/>
            </a:xfrm>
            <a:prstGeom prst="line">
              <a:avLst/>
            </a:prstGeom>
            <a:ln w="116840" cap="rnd">
              <a:solidFill>
                <a:srgbClr val="F28C2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Connector 61"/>
            <p:cNvCxnSpPr/>
            <p:nvPr/>
          </p:nvCxnSpPr>
          <p:spPr>
            <a:xfrm flipV="1">
              <a:off x="8801648" y="2469611"/>
              <a:ext cx="151425" cy="386974"/>
            </a:xfrm>
            <a:prstGeom prst="line">
              <a:avLst/>
            </a:prstGeom>
            <a:ln w="148590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nector 62"/>
            <p:cNvCxnSpPr/>
            <p:nvPr/>
          </p:nvCxnSpPr>
          <p:spPr>
            <a:xfrm flipV="1">
              <a:off x="8801648" y="2469611"/>
              <a:ext cx="151425" cy="386974"/>
            </a:xfrm>
            <a:prstGeom prst="line">
              <a:avLst/>
            </a:prstGeom>
            <a:ln w="116840" cap="rnd">
              <a:solidFill>
                <a:srgbClr val="F28C2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Oval 63"/>
            <p:cNvSpPr/>
            <p:nvPr/>
          </p:nvSpPr>
          <p:spPr>
            <a:xfrm>
              <a:off x="7973019" y="2179380"/>
              <a:ext cx="92537" cy="126187"/>
            </a:xfrm>
            <a:prstGeom prst="ellipse">
              <a:avLst/>
            </a:prstGeom>
            <a:solidFill>
              <a:srgbClr val="E8B98E"/>
            </a:solidFill>
            <a:ln w="12700">
              <a:solidFill>
                <a:srgbClr val="A86E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Oval 64"/>
            <p:cNvSpPr/>
            <p:nvPr/>
          </p:nvSpPr>
          <p:spPr>
            <a:xfrm>
              <a:off x="8393643" y="2179380"/>
              <a:ext cx="92537" cy="126187"/>
            </a:xfrm>
            <a:prstGeom prst="ellipse">
              <a:avLst/>
            </a:prstGeom>
            <a:solidFill>
              <a:srgbClr val="E8B98E"/>
            </a:solidFill>
            <a:ln w="12700">
              <a:solidFill>
                <a:srgbClr val="A86E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" name="Oval 65"/>
            <p:cNvSpPr/>
            <p:nvPr/>
          </p:nvSpPr>
          <p:spPr>
            <a:xfrm>
              <a:off x="8002463" y="1990100"/>
              <a:ext cx="454273" cy="370149"/>
            </a:xfrm>
            <a:prstGeom prst="ellipse">
              <a:avLst/>
            </a:prstGeom>
            <a:solidFill>
              <a:srgbClr val="3A2A22"/>
            </a:solidFill>
            <a:ln w="15875">
              <a:solidFill>
                <a:srgbClr val="3A2A2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Oval 66"/>
            <p:cNvSpPr/>
            <p:nvPr/>
          </p:nvSpPr>
          <p:spPr>
            <a:xfrm>
              <a:off x="8031906" y="2078431"/>
              <a:ext cx="395386" cy="395386"/>
            </a:xfrm>
            <a:prstGeom prst="ellipse">
              <a:avLst/>
            </a:prstGeom>
            <a:solidFill>
              <a:srgbClr val="E8B98E"/>
            </a:solidFill>
            <a:ln w="15875">
              <a:solidFill>
                <a:srgbClr val="A86E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Chord 67"/>
            <p:cNvSpPr/>
            <p:nvPr/>
          </p:nvSpPr>
          <p:spPr>
            <a:xfrm>
              <a:off x="8031906" y="2032162"/>
              <a:ext cx="395386" cy="185074"/>
            </a:xfrm>
            <a:prstGeom prst="chord">
              <a:avLst>
                <a:gd name="adj1" fmla="val 10800000"/>
                <a:gd name="adj2" fmla="val 0"/>
              </a:avLst>
            </a:prstGeom>
            <a:solidFill>
              <a:srgbClr val="3A2A2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Oval 68"/>
            <p:cNvSpPr/>
            <p:nvPr/>
          </p:nvSpPr>
          <p:spPr>
            <a:xfrm>
              <a:off x="8113928" y="2221443"/>
              <a:ext cx="63093" cy="75712"/>
            </a:xfrm>
            <a:prstGeom prst="ellipse">
              <a:avLst/>
            </a:prstGeom>
            <a:solidFill>
              <a:srgbClr val="1F243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" name="Oval 69"/>
            <p:cNvSpPr/>
            <p:nvPr/>
          </p:nvSpPr>
          <p:spPr>
            <a:xfrm>
              <a:off x="8147578" y="2236165"/>
              <a:ext cx="21031" cy="2103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Rounded Rectangle 70"/>
            <p:cNvSpPr/>
            <p:nvPr/>
          </p:nvSpPr>
          <p:spPr>
            <a:xfrm>
              <a:off x="8103412" y="2181484"/>
              <a:ext cx="84124" cy="21031"/>
            </a:xfrm>
            <a:prstGeom prst="roundRect">
              <a:avLst/>
            </a:prstGeom>
            <a:solidFill>
              <a:srgbClr val="3A2A2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Oval 71"/>
            <p:cNvSpPr/>
            <p:nvPr/>
          </p:nvSpPr>
          <p:spPr>
            <a:xfrm>
              <a:off x="8282178" y="2221443"/>
              <a:ext cx="63093" cy="75712"/>
            </a:xfrm>
            <a:prstGeom prst="ellipse">
              <a:avLst/>
            </a:prstGeom>
            <a:solidFill>
              <a:srgbClr val="1F243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" name="Oval 72"/>
            <p:cNvSpPr/>
            <p:nvPr/>
          </p:nvSpPr>
          <p:spPr>
            <a:xfrm>
              <a:off x="8315827" y="2236165"/>
              <a:ext cx="21031" cy="2103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Rounded Rectangle 73"/>
            <p:cNvSpPr/>
            <p:nvPr/>
          </p:nvSpPr>
          <p:spPr>
            <a:xfrm>
              <a:off x="8271662" y="2181484"/>
              <a:ext cx="84124" cy="21031"/>
            </a:xfrm>
            <a:prstGeom prst="roundRect">
              <a:avLst/>
            </a:prstGeom>
            <a:solidFill>
              <a:srgbClr val="3A2A2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Oval 74"/>
            <p:cNvSpPr/>
            <p:nvPr/>
          </p:nvSpPr>
          <p:spPr>
            <a:xfrm>
              <a:off x="8208568" y="2292949"/>
              <a:ext cx="42062" cy="33649"/>
            </a:xfrm>
            <a:prstGeom prst="ellipse">
              <a:avLst/>
            </a:prstGeom>
            <a:solidFill>
              <a:srgbClr val="A86E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" name="Chord 75"/>
            <p:cNvSpPr/>
            <p:nvPr/>
          </p:nvSpPr>
          <p:spPr>
            <a:xfrm>
              <a:off x="8153887" y="2309774"/>
              <a:ext cx="151424" cy="100949"/>
            </a:xfrm>
            <a:prstGeom prst="chord">
              <a:avLst>
                <a:gd name="adj1" fmla="val 0"/>
                <a:gd name="adj2" fmla="val 10800000"/>
              </a:avLst>
            </a:prstGeom>
            <a:solidFill>
              <a:srgbClr val="FFFFFF"/>
            </a:solidFill>
            <a:ln w="12700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" name="Oval 76"/>
            <p:cNvSpPr/>
            <p:nvPr/>
          </p:nvSpPr>
          <p:spPr>
            <a:xfrm>
              <a:off x="7363114" y="2318186"/>
              <a:ext cx="286024" cy="302849"/>
            </a:xfrm>
            <a:prstGeom prst="ellipse">
              <a:avLst/>
            </a:prstGeom>
            <a:solidFill>
              <a:srgbClr val="B5E2D3"/>
            </a:solidFill>
            <a:ln w="28575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" name="Oval 77"/>
            <p:cNvSpPr/>
            <p:nvPr/>
          </p:nvSpPr>
          <p:spPr>
            <a:xfrm rot="4117763">
              <a:off x="7502425" y="2590078"/>
              <a:ext cx="134599" cy="84124"/>
            </a:xfrm>
            <a:prstGeom prst="ellipse">
              <a:avLst/>
            </a:prstGeom>
            <a:solidFill>
              <a:srgbClr val="007A5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" name="Oval 78"/>
            <p:cNvSpPr/>
            <p:nvPr/>
          </p:nvSpPr>
          <p:spPr>
            <a:xfrm>
              <a:off x="8810061" y="2318186"/>
              <a:ext cx="286024" cy="302849"/>
            </a:xfrm>
            <a:prstGeom prst="ellipse">
              <a:avLst/>
            </a:prstGeom>
            <a:solidFill>
              <a:srgbClr val="B5E2D3"/>
            </a:solidFill>
            <a:ln w="28575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" name="Oval 79"/>
            <p:cNvSpPr/>
            <p:nvPr/>
          </p:nvSpPr>
          <p:spPr>
            <a:xfrm rot="6682237">
              <a:off x="8822175" y="2590078"/>
              <a:ext cx="134599" cy="84124"/>
            </a:xfrm>
            <a:prstGeom prst="ellipse">
              <a:avLst/>
            </a:prstGeom>
            <a:solidFill>
              <a:srgbClr val="007A5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4" name="Group 123"/>
          <p:cNvGrpSpPr/>
          <p:nvPr/>
        </p:nvGrpSpPr>
        <p:grpSpPr>
          <a:xfrm>
            <a:off x="5992793" y="1839684"/>
            <a:ext cx="2553036" cy="1197033"/>
            <a:chOff x="5992793" y="1839684"/>
            <a:chExt cx="2553036" cy="1197033"/>
          </a:xfrm>
        </p:grpSpPr>
        <p:cxnSp>
          <p:nvCxnSpPr>
            <p:cNvPr id="82" name="Connector 81"/>
            <p:cNvCxnSpPr/>
            <p:nvPr/>
          </p:nvCxnSpPr>
          <p:spPr>
            <a:xfrm>
              <a:off x="7632146" y="2727857"/>
              <a:ext cx="389033" cy="82177"/>
            </a:xfrm>
            <a:prstGeom prst="line">
              <a:avLst/>
            </a:prstGeom>
            <a:ln w="160274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Connector 82"/>
            <p:cNvCxnSpPr/>
            <p:nvPr/>
          </p:nvCxnSpPr>
          <p:spPr>
            <a:xfrm>
              <a:off x="7632146" y="2727857"/>
              <a:ext cx="389033" cy="82177"/>
            </a:xfrm>
            <a:prstGeom prst="line">
              <a:avLst/>
            </a:prstGeom>
            <a:ln w="128524" cap="rnd">
              <a:solidFill>
                <a:srgbClr val="E8B98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Connector 83"/>
            <p:cNvCxnSpPr/>
            <p:nvPr/>
          </p:nvCxnSpPr>
          <p:spPr>
            <a:xfrm>
              <a:off x="8021179" y="2810034"/>
              <a:ext cx="365233" cy="100981"/>
            </a:xfrm>
            <a:prstGeom prst="line">
              <a:avLst/>
            </a:prstGeom>
            <a:ln w="160274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Connector 84"/>
            <p:cNvCxnSpPr/>
            <p:nvPr/>
          </p:nvCxnSpPr>
          <p:spPr>
            <a:xfrm>
              <a:off x="8021179" y="2810034"/>
              <a:ext cx="365233" cy="100981"/>
            </a:xfrm>
            <a:prstGeom prst="line">
              <a:avLst/>
            </a:prstGeom>
            <a:ln w="128524" cap="rnd">
              <a:solidFill>
                <a:srgbClr val="F6B25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Rounded Rectangle 85"/>
            <p:cNvSpPr/>
            <p:nvPr/>
          </p:nvSpPr>
          <p:spPr>
            <a:xfrm rot="17280000">
              <a:off x="8259805" y="2902118"/>
              <a:ext cx="286024" cy="134599"/>
            </a:xfrm>
            <a:prstGeom prst="roundRect">
              <a:avLst/>
            </a:prstGeom>
            <a:solidFill>
              <a:srgbClr val="1F2430"/>
            </a:solidFill>
            <a:ln w="12700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87" name="Connector 86"/>
            <p:cNvCxnSpPr/>
            <p:nvPr/>
          </p:nvCxnSpPr>
          <p:spPr>
            <a:xfrm flipV="1">
              <a:off x="7720533" y="2389604"/>
              <a:ext cx="313416" cy="66228"/>
            </a:xfrm>
            <a:prstGeom prst="line">
              <a:avLst/>
            </a:prstGeom>
            <a:ln w="160274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Connector 87"/>
            <p:cNvCxnSpPr/>
            <p:nvPr/>
          </p:nvCxnSpPr>
          <p:spPr>
            <a:xfrm flipV="1">
              <a:off x="7720533" y="2389604"/>
              <a:ext cx="313416" cy="66228"/>
            </a:xfrm>
            <a:prstGeom prst="line">
              <a:avLst/>
            </a:prstGeom>
            <a:ln w="128524" cap="rnd">
              <a:solidFill>
                <a:srgbClr val="E8B98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Connector 88"/>
            <p:cNvCxnSpPr/>
            <p:nvPr/>
          </p:nvCxnSpPr>
          <p:spPr>
            <a:xfrm>
              <a:off x="8033949" y="2389604"/>
              <a:ext cx="249235" cy="240199"/>
            </a:xfrm>
            <a:prstGeom prst="line">
              <a:avLst/>
            </a:prstGeom>
            <a:ln w="160274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Connector 89"/>
            <p:cNvCxnSpPr/>
            <p:nvPr/>
          </p:nvCxnSpPr>
          <p:spPr>
            <a:xfrm>
              <a:off x="8033949" y="2389604"/>
              <a:ext cx="249235" cy="240199"/>
            </a:xfrm>
            <a:prstGeom prst="line">
              <a:avLst/>
            </a:prstGeom>
            <a:ln w="128524" cap="rnd">
              <a:solidFill>
                <a:srgbClr val="F6B25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Rounded Rectangle 90"/>
            <p:cNvSpPr/>
            <p:nvPr/>
          </p:nvSpPr>
          <p:spPr>
            <a:xfrm rot="17280000">
              <a:off x="8187773" y="2524897"/>
              <a:ext cx="286024" cy="134599"/>
            </a:xfrm>
            <a:prstGeom prst="roundRect">
              <a:avLst/>
            </a:prstGeom>
            <a:solidFill>
              <a:srgbClr val="1F2430"/>
            </a:solidFill>
            <a:ln w="12700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2" name="Rounded Rectangle 91"/>
            <p:cNvSpPr/>
            <p:nvPr/>
          </p:nvSpPr>
          <p:spPr>
            <a:xfrm rot="17280000">
              <a:off x="7389080" y="2448218"/>
              <a:ext cx="622523" cy="302849"/>
            </a:xfrm>
            <a:prstGeom prst="roundRect">
              <a:avLst/>
            </a:prstGeom>
            <a:solidFill>
              <a:srgbClr val="1D3557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93" name="Connector 92"/>
            <p:cNvCxnSpPr/>
            <p:nvPr/>
          </p:nvCxnSpPr>
          <p:spPr>
            <a:xfrm flipH="1" flipV="1">
              <a:off x="6780256" y="2300689"/>
              <a:ext cx="136013" cy="44193"/>
            </a:xfrm>
            <a:prstGeom prst="line">
              <a:avLst/>
            </a:prstGeom>
            <a:ln w="136906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Connector 93"/>
            <p:cNvCxnSpPr/>
            <p:nvPr/>
          </p:nvCxnSpPr>
          <p:spPr>
            <a:xfrm flipH="1" flipV="1">
              <a:off x="6780256" y="2300689"/>
              <a:ext cx="136013" cy="44193"/>
            </a:xfrm>
            <a:prstGeom prst="line">
              <a:avLst/>
            </a:prstGeom>
            <a:ln w="105156" cap="rnd">
              <a:solidFill>
                <a:srgbClr val="E8B98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5" name="Round Same Side Corner Rectangle 94"/>
            <p:cNvSpPr/>
            <p:nvPr/>
          </p:nvSpPr>
          <p:spPr>
            <a:xfrm rot="17280000">
              <a:off x="6956216" y="2052252"/>
              <a:ext cx="656173" cy="824423"/>
            </a:xfrm>
            <a:prstGeom prst="round2SameRect">
              <a:avLst>
                <a:gd name="adj1" fmla="val 30000"/>
                <a:gd name="adj2" fmla="val 12000"/>
              </a:avLst>
            </a:prstGeom>
            <a:solidFill>
              <a:srgbClr val="F28C28"/>
            </a:solidFill>
            <a:ln w="22225">
              <a:solidFill>
                <a:srgbClr val="A844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6" name="Rounded Rectangle 95"/>
            <p:cNvSpPr/>
            <p:nvPr/>
          </p:nvSpPr>
          <p:spPr>
            <a:xfrm rot="17280000">
              <a:off x="7317073" y="2538390"/>
              <a:ext cx="622523" cy="75712"/>
            </a:xfrm>
            <a:prstGeom prst="roundRect">
              <a:avLst/>
            </a:prstGeom>
            <a:solidFill>
              <a:srgbClr val="A844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7" name="Chord 96"/>
            <p:cNvSpPr/>
            <p:nvPr/>
          </p:nvSpPr>
          <p:spPr>
            <a:xfrm rot="17280000">
              <a:off x="6774080" y="2255558"/>
              <a:ext cx="252374" cy="168249"/>
            </a:xfrm>
            <a:prstGeom prst="chord">
              <a:avLst>
                <a:gd name="adj1" fmla="val 0"/>
                <a:gd name="adj2" fmla="val 10800000"/>
              </a:avLst>
            </a:prstGeom>
            <a:solidFill>
              <a:srgbClr val="FFFFFF"/>
            </a:solidFill>
            <a:ln w="12700">
              <a:solidFill>
                <a:srgbClr val="A844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8" name="TextBox 97"/>
            <p:cNvSpPr txBox="1"/>
            <p:nvPr/>
          </p:nvSpPr>
          <p:spPr>
            <a:xfrm rot="17280000">
              <a:off x="7023928" y="2226315"/>
              <a:ext cx="504748" cy="47109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2300" b="1">
                  <a:solidFill>
                    <a:srgbClr val="FFFFFF"/>
                  </a:solidFill>
                  <a:latin typeface="PT Sans"/>
                </a:rPr>
                <a:t>1</a:t>
              </a:r>
            </a:p>
          </p:txBody>
        </p:sp>
        <p:cxnSp>
          <p:nvCxnSpPr>
            <p:cNvPr id="99" name="Connector 98"/>
            <p:cNvCxnSpPr/>
            <p:nvPr/>
          </p:nvCxnSpPr>
          <p:spPr>
            <a:xfrm flipH="1" flipV="1">
              <a:off x="6451242" y="2414921"/>
              <a:ext cx="395443" cy="225787"/>
            </a:xfrm>
            <a:prstGeom prst="line">
              <a:avLst/>
            </a:prstGeom>
            <a:ln w="148590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Connector 99"/>
            <p:cNvCxnSpPr/>
            <p:nvPr/>
          </p:nvCxnSpPr>
          <p:spPr>
            <a:xfrm flipH="1" flipV="1">
              <a:off x="6451242" y="2414921"/>
              <a:ext cx="395443" cy="225787"/>
            </a:xfrm>
            <a:prstGeom prst="line">
              <a:avLst/>
            </a:prstGeom>
            <a:ln w="116840" cap="rnd">
              <a:solidFill>
                <a:srgbClr val="F28C2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Connector 100"/>
            <p:cNvCxnSpPr/>
            <p:nvPr/>
          </p:nvCxnSpPr>
          <p:spPr>
            <a:xfrm flipH="1" flipV="1">
              <a:off x="6135805" y="2215130"/>
              <a:ext cx="315437" cy="199791"/>
            </a:xfrm>
            <a:prstGeom prst="line">
              <a:avLst/>
            </a:prstGeom>
            <a:ln w="148590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Connector 101"/>
            <p:cNvCxnSpPr/>
            <p:nvPr/>
          </p:nvCxnSpPr>
          <p:spPr>
            <a:xfrm flipH="1" flipV="1">
              <a:off x="6135805" y="2215130"/>
              <a:ext cx="315437" cy="199791"/>
            </a:xfrm>
            <a:prstGeom prst="line">
              <a:avLst/>
            </a:prstGeom>
            <a:ln w="116840" cap="rnd">
              <a:solidFill>
                <a:srgbClr val="F28C2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Connector 102"/>
            <p:cNvCxnSpPr/>
            <p:nvPr/>
          </p:nvCxnSpPr>
          <p:spPr>
            <a:xfrm flipH="1" flipV="1">
              <a:off x="6581221" y="2014884"/>
              <a:ext cx="452635" cy="49770"/>
            </a:xfrm>
            <a:prstGeom prst="line">
              <a:avLst/>
            </a:prstGeom>
            <a:ln w="148590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Connector 103"/>
            <p:cNvCxnSpPr/>
            <p:nvPr/>
          </p:nvCxnSpPr>
          <p:spPr>
            <a:xfrm flipH="1" flipV="1">
              <a:off x="6581221" y="2014884"/>
              <a:ext cx="452635" cy="49770"/>
            </a:xfrm>
            <a:prstGeom prst="line">
              <a:avLst/>
            </a:prstGeom>
            <a:ln w="116840" cap="rnd">
              <a:solidFill>
                <a:srgbClr val="F28C2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Connector 104"/>
            <p:cNvCxnSpPr/>
            <p:nvPr/>
          </p:nvCxnSpPr>
          <p:spPr>
            <a:xfrm flipH="1" flipV="1">
              <a:off x="6208594" y="1991109"/>
              <a:ext cx="372627" cy="23775"/>
            </a:xfrm>
            <a:prstGeom prst="line">
              <a:avLst/>
            </a:prstGeom>
            <a:ln w="148590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Connector 105"/>
            <p:cNvCxnSpPr/>
            <p:nvPr/>
          </p:nvCxnSpPr>
          <p:spPr>
            <a:xfrm flipH="1" flipV="1">
              <a:off x="6208594" y="1991109"/>
              <a:ext cx="372627" cy="23775"/>
            </a:xfrm>
            <a:prstGeom prst="line">
              <a:avLst/>
            </a:prstGeom>
            <a:ln w="116840" cap="rnd">
              <a:solidFill>
                <a:srgbClr val="F28C2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7" name="Oval 106"/>
            <p:cNvSpPr/>
            <p:nvPr/>
          </p:nvSpPr>
          <p:spPr>
            <a:xfrm rot="17280000">
              <a:off x="6500982" y="2383022"/>
              <a:ext cx="92537" cy="126187"/>
            </a:xfrm>
            <a:prstGeom prst="ellipse">
              <a:avLst/>
            </a:prstGeom>
            <a:solidFill>
              <a:srgbClr val="E8B98E"/>
            </a:solidFill>
            <a:ln w="12700">
              <a:solidFill>
                <a:srgbClr val="A86E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8" name="Oval 107"/>
            <p:cNvSpPr/>
            <p:nvPr/>
          </p:nvSpPr>
          <p:spPr>
            <a:xfrm rot="17280000">
              <a:off x="6630962" y="1982985"/>
              <a:ext cx="92537" cy="126187"/>
            </a:xfrm>
            <a:prstGeom prst="ellipse">
              <a:avLst/>
            </a:prstGeom>
            <a:solidFill>
              <a:srgbClr val="E8B98E"/>
            </a:solidFill>
            <a:ln w="12700">
              <a:solidFill>
                <a:srgbClr val="A86E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9" name="Oval 108"/>
            <p:cNvSpPr/>
            <p:nvPr/>
          </p:nvSpPr>
          <p:spPr>
            <a:xfrm rot="17280000">
              <a:off x="6321098" y="2040226"/>
              <a:ext cx="454273" cy="370149"/>
            </a:xfrm>
            <a:prstGeom prst="ellipse">
              <a:avLst/>
            </a:prstGeom>
            <a:solidFill>
              <a:srgbClr val="3A2A22"/>
            </a:solidFill>
            <a:ln w="15875">
              <a:solidFill>
                <a:srgbClr val="3A2A2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0" name="Oval 109"/>
            <p:cNvSpPr/>
            <p:nvPr/>
          </p:nvSpPr>
          <p:spPr>
            <a:xfrm rot="17280000">
              <a:off x="6446550" y="2058803"/>
              <a:ext cx="395386" cy="395386"/>
            </a:xfrm>
            <a:prstGeom prst="ellipse">
              <a:avLst/>
            </a:prstGeom>
            <a:solidFill>
              <a:srgbClr val="E8B98E"/>
            </a:solidFill>
            <a:ln w="15875">
              <a:solidFill>
                <a:srgbClr val="A86E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1" name="Chord 110"/>
            <p:cNvSpPr/>
            <p:nvPr/>
          </p:nvSpPr>
          <p:spPr>
            <a:xfrm rot="17280000">
              <a:off x="6302537" y="2117166"/>
              <a:ext cx="395386" cy="185074"/>
            </a:xfrm>
            <a:prstGeom prst="chord">
              <a:avLst>
                <a:gd name="adj1" fmla="val 10800000"/>
                <a:gd name="adj2" fmla="val 0"/>
              </a:avLst>
            </a:prstGeom>
            <a:solidFill>
              <a:srgbClr val="3A2A2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2" name="Oval 111"/>
            <p:cNvSpPr/>
            <p:nvPr/>
          </p:nvSpPr>
          <p:spPr>
            <a:xfrm rot="17280000">
              <a:off x="6570699" y="2293448"/>
              <a:ext cx="63093" cy="75712"/>
            </a:xfrm>
            <a:prstGeom prst="ellipse">
              <a:avLst/>
            </a:prstGeom>
            <a:solidFill>
              <a:srgbClr val="1F243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3" name="Oval 112"/>
            <p:cNvSpPr/>
            <p:nvPr/>
          </p:nvSpPr>
          <p:spPr>
            <a:xfrm rot="17280000">
              <a:off x="6583629" y="2304888"/>
              <a:ext cx="21031" cy="2103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4" name="Rounded Rectangle 113"/>
            <p:cNvSpPr/>
            <p:nvPr/>
          </p:nvSpPr>
          <p:spPr>
            <a:xfrm rot="17280000">
              <a:off x="6496178" y="2299992"/>
              <a:ext cx="84124" cy="21031"/>
            </a:xfrm>
            <a:prstGeom prst="roundRect">
              <a:avLst/>
            </a:prstGeom>
            <a:solidFill>
              <a:srgbClr val="3A2A2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5" name="Oval 114"/>
            <p:cNvSpPr/>
            <p:nvPr/>
          </p:nvSpPr>
          <p:spPr>
            <a:xfrm rot="17280000">
              <a:off x="6622691" y="2133433"/>
              <a:ext cx="63093" cy="75712"/>
            </a:xfrm>
            <a:prstGeom prst="ellipse">
              <a:avLst/>
            </a:prstGeom>
            <a:solidFill>
              <a:srgbClr val="1F243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6" name="Oval 115"/>
            <p:cNvSpPr/>
            <p:nvPr/>
          </p:nvSpPr>
          <p:spPr>
            <a:xfrm rot="17280000">
              <a:off x="6635621" y="2144873"/>
              <a:ext cx="21031" cy="2103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7" name="Rounded Rectangle 116"/>
            <p:cNvSpPr/>
            <p:nvPr/>
          </p:nvSpPr>
          <p:spPr>
            <a:xfrm rot="17280000">
              <a:off x="6548170" y="2139977"/>
              <a:ext cx="84124" cy="21031"/>
            </a:xfrm>
            <a:prstGeom prst="roundRect">
              <a:avLst/>
            </a:prstGeom>
            <a:solidFill>
              <a:srgbClr val="3A2A2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8" name="Oval 117"/>
            <p:cNvSpPr/>
            <p:nvPr/>
          </p:nvSpPr>
          <p:spPr>
            <a:xfrm rot="17280000">
              <a:off x="6655215" y="2250069"/>
              <a:ext cx="42062" cy="33649"/>
            </a:xfrm>
            <a:prstGeom prst="ellipse">
              <a:avLst/>
            </a:prstGeom>
            <a:solidFill>
              <a:srgbClr val="A86E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9" name="Chord 118"/>
            <p:cNvSpPr/>
            <p:nvPr/>
          </p:nvSpPr>
          <p:spPr>
            <a:xfrm rot="17280000">
              <a:off x="6648539" y="2232017"/>
              <a:ext cx="151424" cy="100949"/>
            </a:xfrm>
            <a:prstGeom prst="chord">
              <a:avLst>
                <a:gd name="adj1" fmla="val 0"/>
                <a:gd name="adj2" fmla="val 10800000"/>
              </a:avLst>
            </a:prstGeom>
            <a:solidFill>
              <a:srgbClr val="FFFFFF"/>
            </a:solidFill>
            <a:ln w="12700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0" name="Oval 119"/>
            <p:cNvSpPr/>
            <p:nvPr/>
          </p:nvSpPr>
          <p:spPr>
            <a:xfrm rot="17280000">
              <a:off x="5992793" y="2063705"/>
              <a:ext cx="286024" cy="302849"/>
            </a:xfrm>
            <a:prstGeom prst="ellipse">
              <a:avLst/>
            </a:prstGeom>
            <a:solidFill>
              <a:srgbClr val="B5E2D3"/>
            </a:solidFill>
            <a:ln w="28575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1" name="Oval 120"/>
            <p:cNvSpPr/>
            <p:nvPr/>
          </p:nvSpPr>
          <p:spPr>
            <a:xfrm rot="1940960">
              <a:off x="6200989" y="2256980"/>
              <a:ext cx="134599" cy="84124"/>
            </a:xfrm>
            <a:prstGeom prst="ellipse">
              <a:avLst/>
            </a:prstGeom>
            <a:solidFill>
              <a:srgbClr val="007A5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2" name="Oval 121"/>
            <p:cNvSpPr/>
            <p:nvPr/>
          </p:nvSpPr>
          <p:spPr>
            <a:xfrm rot="17280000">
              <a:off x="6065582" y="1839684"/>
              <a:ext cx="286024" cy="302849"/>
            </a:xfrm>
            <a:prstGeom prst="ellipse">
              <a:avLst/>
            </a:prstGeom>
            <a:solidFill>
              <a:srgbClr val="B5E2D3"/>
            </a:solidFill>
            <a:ln w="28575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3" name="Oval 122"/>
            <p:cNvSpPr/>
            <p:nvPr/>
          </p:nvSpPr>
          <p:spPr>
            <a:xfrm rot="219040">
              <a:off x="6297798" y="1959032"/>
              <a:ext cx="134599" cy="84124"/>
            </a:xfrm>
            <a:prstGeom prst="ellipse">
              <a:avLst/>
            </a:prstGeom>
            <a:solidFill>
              <a:srgbClr val="007A5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10" name="Group 209"/>
          <p:cNvGrpSpPr/>
          <p:nvPr/>
        </p:nvGrpSpPr>
        <p:grpSpPr>
          <a:xfrm>
            <a:off x="7867863" y="1631655"/>
            <a:ext cx="723473" cy="2355494"/>
            <a:chOff x="7867863" y="1631655"/>
            <a:chExt cx="723473" cy="2355494"/>
          </a:xfrm>
        </p:grpSpPr>
        <p:cxnSp>
          <p:nvCxnSpPr>
            <p:cNvPr id="168" name="Connector 167"/>
            <p:cNvCxnSpPr/>
            <p:nvPr/>
          </p:nvCxnSpPr>
          <p:spPr>
            <a:xfrm flipH="1">
              <a:off x="7943575" y="3347801"/>
              <a:ext cx="143012" cy="252374"/>
            </a:xfrm>
            <a:prstGeom prst="line">
              <a:avLst/>
            </a:prstGeom>
            <a:ln w="160274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Connector 168"/>
            <p:cNvCxnSpPr/>
            <p:nvPr/>
          </p:nvCxnSpPr>
          <p:spPr>
            <a:xfrm flipH="1">
              <a:off x="7943575" y="3347801"/>
              <a:ext cx="143012" cy="252374"/>
            </a:xfrm>
            <a:prstGeom prst="line">
              <a:avLst/>
            </a:prstGeom>
            <a:ln w="128524" cap="rnd">
              <a:solidFill>
                <a:srgbClr val="E8B98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Connector 169"/>
            <p:cNvCxnSpPr/>
            <p:nvPr/>
          </p:nvCxnSpPr>
          <p:spPr>
            <a:xfrm>
              <a:off x="7943575" y="3600175"/>
              <a:ext cx="117775" cy="286025"/>
            </a:xfrm>
            <a:prstGeom prst="line">
              <a:avLst/>
            </a:prstGeom>
            <a:ln w="160274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Connector 170"/>
            <p:cNvCxnSpPr/>
            <p:nvPr/>
          </p:nvCxnSpPr>
          <p:spPr>
            <a:xfrm>
              <a:off x="7943575" y="3600175"/>
              <a:ext cx="117775" cy="286025"/>
            </a:xfrm>
            <a:prstGeom prst="line">
              <a:avLst/>
            </a:prstGeom>
            <a:ln w="128524" cap="rnd">
              <a:solidFill>
                <a:srgbClr val="F6B25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2" name="Rounded Rectangle 171"/>
            <p:cNvSpPr/>
            <p:nvPr/>
          </p:nvSpPr>
          <p:spPr>
            <a:xfrm>
              <a:off x="7867863" y="3852550"/>
              <a:ext cx="286024" cy="134599"/>
            </a:xfrm>
            <a:prstGeom prst="roundRect">
              <a:avLst/>
            </a:prstGeom>
            <a:solidFill>
              <a:srgbClr val="1F2430"/>
            </a:solidFill>
            <a:ln w="12700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73" name="Connector 172"/>
            <p:cNvCxnSpPr/>
            <p:nvPr/>
          </p:nvCxnSpPr>
          <p:spPr>
            <a:xfrm>
              <a:off x="8372612" y="3347801"/>
              <a:ext cx="143012" cy="252374"/>
            </a:xfrm>
            <a:prstGeom prst="line">
              <a:avLst/>
            </a:prstGeom>
            <a:ln w="160274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Connector 173"/>
            <p:cNvCxnSpPr/>
            <p:nvPr/>
          </p:nvCxnSpPr>
          <p:spPr>
            <a:xfrm>
              <a:off x="8372612" y="3347801"/>
              <a:ext cx="143012" cy="252374"/>
            </a:xfrm>
            <a:prstGeom prst="line">
              <a:avLst/>
            </a:prstGeom>
            <a:ln w="128524" cap="rnd">
              <a:solidFill>
                <a:srgbClr val="E8B98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Connector 174"/>
            <p:cNvCxnSpPr/>
            <p:nvPr/>
          </p:nvCxnSpPr>
          <p:spPr>
            <a:xfrm flipH="1">
              <a:off x="8397849" y="3600175"/>
              <a:ext cx="117775" cy="286025"/>
            </a:xfrm>
            <a:prstGeom prst="line">
              <a:avLst/>
            </a:prstGeom>
            <a:ln w="160274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Connector 175"/>
            <p:cNvCxnSpPr/>
            <p:nvPr/>
          </p:nvCxnSpPr>
          <p:spPr>
            <a:xfrm flipH="1">
              <a:off x="8397849" y="3600175"/>
              <a:ext cx="117775" cy="286025"/>
            </a:xfrm>
            <a:prstGeom prst="line">
              <a:avLst/>
            </a:prstGeom>
            <a:ln w="128524" cap="rnd">
              <a:solidFill>
                <a:srgbClr val="F6B25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7" name="Rounded Rectangle 176"/>
            <p:cNvSpPr/>
            <p:nvPr/>
          </p:nvSpPr>
          <p:spPr>
            <a:xfrm>
              <a:off x="8305312" y="3852550"/>
              <a:ext cx="286024" cy="134599"/>
            </a:xfrm>
            <a:prstGeom prst="roundRect">
              <a:avLst/>
            </a:prstGeom>
            <a:solidFill>
              <a:srgbClr val="1F2430"/>
            </a:solidFill>
            <a:ln w="12700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8" name="Rounded Rectangle 177"/>
            <p:cNvSpPr/>
            <p:nvPr/>
          </p:nvSpPr>
          <p:spPr>
            <a:xfrm>
              <a:off x="7918338" y="3221614"/>
              <a:ext cx="622523" cy="302849"/>
            </a:xfrm>
            <a:prstGeom prst="roundRect">
              <a:avLst/>
            </a:prstGeom>
            <a:solidFill>
              <a:srgbClr val="1D3557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79" name="Connector 178"/>
            <p:cNvCxnSpPr/>
            <p:nvPr/>
          </p:nvCxnSpPr>
          <p:spPr>
            <a:xfrm flipV="1">
              <a:off x="8229600" y="2405603"/>
              <a:ext cx="0" cy="143012"/>
            </a:xfrm>
            <a:prstGeom prst="line">
              <a:avLst/>
            </a:prstGeom>
            <a:ln w="136906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Connector 179"/>
            <p:cNvCxnSpPr/>
            <p:nvPr/>
          </p:nvCxnSpPr>
          <p:spPr>
            <a:xfrm flipV="1">
              <a:off x="8229600" y="2405603"/>
              <a:ext cx="0" cy="143012"/>
            </a:xfrm>
            <a:prstGeom prst="line">
              <a:avLst/>
            </a:prstGeom>
            <a:ln w="105156" cap="rnd">
              <a:solidFill>
                <a:srgbClr val="E8B98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1" name="Round Same Side Corner Rectangle 180"/>
            <p:cNvSpPr/>
            <p:nvPr/>
          </p:nvSpPr>
          <p:spPr>
            <a:xfrm>
              <a:off x="7901513" y="2523378"/>
              <a:ext cx="656173" cy="824423"/>
            </a:xfrm>
            <a:prstGeom prst="round2SameRect">
              <a:avLst>
                <a:gd name="adj1" fmla="val 30000"/>
                <a:gd name="adj2" fmla="val 12000"/>
              </a:avLst>
            </a:prstGeom>
            <a:solidFill>
              <a:srgbClr val="F28C28"/>
            </a:solidFill>
            <a:ln w="22225">
              <a:solidFill>
                <a:srgbClr val="A844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2" name="Rounded Rectangle 181"/>
            <p:cNvSpPr/>
            <p:nvPr/>
          </p:nvSpPr>
          <p:spPr>
            <a:xfrm>
              <a:off x="7918338" y="3259470"/>
              <a:ext cx="622523" cy="75712"/>
            </a:xfrm>
            <a:prstGeom prst="roundRect">
              <a:avLst/>
            </a:prstGeom>
            <a:solidFill>
              <a:srgbClr val="A844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3" name="Chord 182"/>
            <p:cNvSpPr/>
            <p:nvPr/>
          </p:nvSpPr>
          <p:spPr>
            <a:xfrm>
              <a:off x="8103412" y="2447665"/>
              <a:ext cx="252374" cy="168249"/>
            </a:xfrm>
            <a:prstGeom prst="chord">
              <a:avLst>
                <a:gd name="adj1" fmla="val 0"/>
                <a:gd name="adj2" fmla="val 10800000"/>
              </a:avLst>
            </a:prstGeom>
            <a:solidFill>
              <a:srgbClr val="FFFFFF"/>
            </a:solidFill>
            <a:ln w="12700">
              <a:solidFill>
                <a:srgbClr val="A844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4" name="TextBox 183"/>
            <p:cNvSpPr txBox="1"/>
            <p:nvPr/>
          </p:nvSpPr>
          <p:spPr>
            <a:xfrm>
              <a:off x="7977225" y="2691627"/>
              <a:ext cx="504748" cy="47109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2300" b="1">
                  <a:solidFill>
                    <a:srgbClr val="FFFFFF"/>
                  </a:solidFill>
                  <a:latin typeface="PT Sans"/>
                </a:rPr>
                <a:t>1</a:t>
              </a:r>
            </a:p>
          </p:txBody>
        </p:sp>
        <p:cxnSp>
          <p:nvCxnSpPr>
            <p:cNvPr id="185" name="Connector 184"/>
            <p:cNvCxnSpPr/>
            <p:nvPr/>
          </p:nvCxnSpPr>
          <p:spPr>
            <a:xfrm flipH="1" flipV="1">
              <a:off x="7893100" y="2153229"/>
              <a:ext cx="33650" cy="420624"/>
            </a:xfrm>
            <a:prstGeom prst="line">
              <a:avLst/>
            </a:prstGeom>
            <a:ln w="148590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Connector 185"/>
            <p:cNvCxnSpPr/>
            <p:nvPr/>
          </p:nvCxnSpPr>
          <p:spPr>
            <a:xfrm flipH="1" flipV="1">
              <a:off x="7893100" y="2153229"/>
              <a:ext cx="33650" cy="420624"/>
            </a:xfrm>
            <a:prstGeom prst="line">
              <a:avLst/>
            </a:prstGeom>
            <a:ln w="116840" cap="rnd">
              <a:solidFill>
                <a:srgbClr val="F28C2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Connector 186"/>
            <p:cNvCxnSpPr/>
            <p:nvPr/>
          </p:nvCxnSpPr>
          <p:spPr>
            <a:xfrm flipV="1">
              <a:off x="7893100" y="1783080"/>
              <a:ext cx="117775" cy="370149"/>
            </a:xfrm>
            <a:prstGeom prst="line">
              <a:avLst/>
            </a:prstGeom>
            <a:ln w="148590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Connector 187"/>
            <p:cNvCxnSpPr/>
            <p:nvPr/>
          </p:nvCxnSpPr>
          <p:spPr>
            <a:xfrm flipV="1">
              <a:off x="7893100" y="1783080"/>
              <a:ext cx="117775" cy="370149"/>
            </a:xfrm>
            <a:prstGeom prst="line">
              <a:avLst/>
            </a:prstGeom>
            <a:ln w="116840" cap="rnd">
              <a:solidFill>
                <a:srgbClr val="F28C2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Connector 188"/>
            <p:cNvCxnSpPr/>
            <p:nvPr/>
          </p:nvCxnSpPr>
          <p:spPr>
            <a:xfrm flipV="1">
              <a:off x="8532449" y="2153229"/>
              <a:ext cx="33650" cy="420624"/>
            </a:xfrm>
            <a:prstGeom prst="line">
              <a:avLst/>
            </a:prstGeom>
            <a:ln w="148590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Connector 189"/>
            <p:cNvCxnSpPr/>
            <p:nvPr/>
          </p:nvCxnSpPr>
          <p:spPr>
            <a:xfrm flipV="1">
              <a:off x="8532449" y="2153229"/>
              <a:ext cx="33650" cy="420624"/>
            </a:xfrm>
            <a:prstGeom prst="line">
              <a:avLst/>
            </a:prstGeom>
            <a:ln w="116840" cap="rnd">
              <a:solidFill>
                <a:srgbClr val="F28C2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Connector 190"/>
            <p:cNvCxnSpPr/>
            <p:nvPr/>
          </p:nvCxnSpPr>
          <p:spPr>
            <a:xfrm flipH="1" flipV="1">
              <a:off x="8448324" y="1783080"/>
              <a:ext cx="117775" cy="370149"/>
            </a:xfrm>
            <a:prstGeom prst="line">
              <a:avLst/>
            </a:prstGeom>
            <a:ln w="148590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Connector 191"/>
            <p:cNvCxnSpPr/>
            <p:nvPr/>
          </p:nvCxnSpPr>
          <p:spPr>
            <a:xfrm flipH="1" flipV="1">
              <a:off x="8448324" y="1783080"/>
              <a:ext cx="117775" cy="370149"/>
            </a:xfrm>
            <a:prstGeom prst="line">
              <a:avLst/>
            </a:prstGeom>
            <a:ln w="116840" cap="rnd">
              <a:solidFill>
                <a:srgbClr val="F28C2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3" name="Oval 192"/>
            <p:cNvSpPr/>
            <p:nvPr/>
          </p:nvSpPr>
          <p:spPr>
            <a:xfrm>
              <a:off x="7973019" y="2165847"/>
              <a:ext cx="92537" cy="126187"/>
            </a:xfrm>
            <a:prstGeom prst="ellipse">
              <a:avLst/>
            </a:prstGeom>
            <a:solidFill>
              <a:srgbClr val="E8B98E"/>
            </a:solidFill>
            <a:ln w="12700">
              <a:solidFill>
                <a:srgbClr val="A86E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4" name="Oval 193"/>
            <p:cNvSpPr/>
            <p:nvPr/>
          </p:nvSpPr>
          <p:spPr>
            <a:xfrm>
              <a:off x="8393643" y="2165847"/>
              <a:ext cx="92537" cy="126187"/>
            </a:xfrm>
            <a:prstGeom prst="ellipse">
              <a:avLst/>
            </a:prstGeom>
            <a:solidFill>
              <a:srgbClr val="E8B98E"/>
            </a:solidFill>
            <a:ln w="12700">
              <a:solidFill>
                <a:srgbClr val="A86E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5" name="Oval 194"/>
            <p:cNvSpPr/>
            <p:nvPr/>
          </p:nvSpPr>
          <p:spPr>
            <a:xfrm>
              <a:off x="8002463" y="1976567"/>
              <a:ext cx="454273" cy="370149"/>
            </a:xfrm>
            <a:prstGeom prst="ellipse">
              <a:avLst/>
            </a:prstGeom>
            <a:solidFill>
              <a:srgbClr val="3A2A22"/>
            </a:solidFill>
            <a:ln w="15875">
              <a:solidFill>
                <a:srgbClr val="3A2A2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6" name="Oval 195"/>
            <p:cNvSpPr/>
            <p:nvPr/>
          </p:nvSpPr>
          <p:spPr>
            <a:xfrm>
              <a:off x="8031906" y="2064898"/>
              <a:ext cx="395386" cy="395386"/>
            </a:xfrm>
            <a:prstGeom prst="ellipse">
              <a:avLst/>
            </a:prstGeom>
            <a:solidFill>
              <a:srgbClr val="E8B98E"/>
            </a:solidFill>
            <a:ln w="15875">
              <a:solidFill>
                <a:srgbClr val="A86E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7" name="Chord 196"/>
            <p:cNvSpPr/>
            <p:nvPr/>
          </p:nvSpPr>
          <p:spPr>
            <a:xfrm>
              <a:off x="8031906" y="2018629"/>
              <a:ext cx="395386" cy="185074"/>
            </a:xfrm>
            <a:prstGeom prst="chord">
              <a:avLst>
                <a:gd name="adj1" fmla="val 10800000"/>
                <a:gd name="adj2" fmla="val 0"/>
              </a:avLst>
            </a:prstGeom>
            <a:solidFill>
              <a:srgbClr val="3A2A2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8" name="Oval 197"/>
            <p:cNvSpPr/>
            <p:nvPr/>
          </p:nvSpPr>
          <p:spPr>
            <a:xfrm>
              <a:off x="8113928" y="2207910"/>
              <a:ext cx="63093" cy="75712"/>
            </a:xfrm>
            <a:prstGeom prst="ellipse">
              <a:avLst/>
            </a:prstGeom>
            <a:solidFill>
              <a:srgbClr val="1F243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9" name="Oval 198"/>
            <p:cNvSpPr/>
            <p:nvPr/>
          </p:nvSpPr>
          <p:spPr>
            <a:xfrm>
              <a:off x="8147578" y="2222632"/>
              <a:ext cx="21031" cy="2103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0" name="Rounded Rectangle 199"/>
            <p:cNvSpPr/>
            <p:nvPr/>
          </p:nvSpPr>
          <p:spPr>
            <a:xfrm>
              <a:off x="8103412" y="2167950"/>
              <a:ext cx="84124" cy="21031"/>
            </a:xfrm>
            <a:prstGeom prst="roundRect">
              <a:avLst/>
            </a:prstGeom>
            <a:solidFill>
              <a:srgbClr val="3A2A2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1" name="Oval 200"/>
            <p:cNvSpPr/>
            <p:nvPr/>
          </p:nvSpPr>
          <p:spPr>
            <a:xfrm>
              <a:off x="8282178" y="2207910"/>
              <a:ext cx="63093" cy="75712"/>
            </a:xfrm>
            <a:prstGeom prst="ellipse">
              <a:avLst/>
            </a:prstGeom>
            <a:solidFill>
              <a:srgbClr val="1F243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2" name="Oval 201"/>
            <p:cNvSpPr/>
            <p:nvPr/>
          </p:nvSpPr>
          <p:spPr>
            <a:xfrm>
              <a:off x="8315827" y="2222632"/>
              <a:ext cx="21031" cy="2103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3" name="Rounded Rectangle 202"/>
            <p:cNvSpPr/>
            <p:nvPr/>
          </p:nvSpPr>
          <p:spPr>
            <a:xfrm>
              <a:off x="8271662" y="2167950"/>
              <a:ext cx="84124" cy="21031"/>
            </a:xfrm>
            <a:prstGeom prst="roundRect">
              <a:avLst/>
            </a:prstGeom>
            <a:solidFill>
              <a:srgbClr val="3A2A2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4" name="Oval 203"/>
            <p:cNvSpPr/>
            <p:nvPr/>
          </p:nvSpPr>
          <p:spPr>
            <a:xfrm>
              <a:off x="8208568" y="2279416"/>
              <a:ext cx="42062" cy="33649"/>
            </a:xfrm>
            <a:prstGeom prst="ellipse">
              <a:avLst/>
            </a:prstGeom>
            <a:solidFill>
              <a:srgbClr val="A86E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5" name="Chord 204"/>
            <p:cNvSpPr/>
            <p:nvPr/>
          </p:nvSpPr>
          <p:spPr>
            <a:xfrm>
              <a:off x="8153887" y="2296241"/>
              <a:ext cx="151424" cy="100949"/>
            </a:xfrm>
            <a:prstGeom prst="chord">
              <a:avLst>
                <a:gd name="adj1" fmla="val 0"/>
                <a:gd name="adj2" fmla="val 10800000"/>
              </a:avLst>
            </a:prstGeom>
            <a:solidFill>
              <a:srgbClr val="FFFFFF"/>
            </a:solidFill>
            <a:ln w="12700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6" name="Oval 205"/>
            <p:cNvSpPr/>
            <p:nvPr/>
          </p:nvSpPr>
          <p:spPr>
            <a:xfrm>
              <a:off x="7867863" y="1631655"/>
              <a:ext cx="286024" cy="302849"/>
            </a:xfrm>
            <a:prstGeom prst="ellipse">
              <a:avLst/>
            </a:prstGeom>
            <a:solidFill>
              <a:srgbClr val="B5E2D3"/>
            </a:solidFill>
            <a:ln w="28575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7" name="Oval 206"/>
            <p:cNvSpPr/>
            <p:nvPr/>
          </p:nvSpPr>
          <p:spPr>
            <a:xfrm rot="6459007">
              <a:off x="7894110" y="1896480"/>
              <a:ext cx="134599" cy="84124"/>
            </a:xfrm>
            <a:prstGeom prst="ellipse">
              <a:avLst/>
            </a:prstGeom>
            <a:solidFill>
              <a:srgbClr val="007A5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8" name="Oval 207"/>
            <p:cNvSpPr/>
            <p:nvPr/>
          </p:nvSpPr>
          <p:spPr>
            <a:xfrm>
              <a:off x="8305312" y="1631655"/>
              <a:ext cx="286024" cy="302849"/>
            </a:xfrm>
            <a:prstGeom prst="ellipse">
              <a:avLst/>
            </a:prstGeom>
            <a:solidFill>
              <a:srgbClr val="B5E2D3"/>
            </a:solidFill>
            <a:ln w="28575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9" name="Oval 208"/>
            <p:cNvSpPr/>
            <p:nvPr/>
          </p:nvSpPr>
          <p:spPr>
            <a:xfrm rot="4340993">
              <a:off x="8430490" y="1896480"/>
              <a:ext cx="134599" cy="84124"/>
            </a:xfrm>
            <a:prstGeom prst="ellipse">
              <a:avLst/>
            </a:prstGeom>
            <a:solidFill>
              <a:srgbClr val="007A5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211" name="Oval 210"/>
          <p:cNvSpPr/>
          <p:nvPr/>
        </p:nvSpPr>
        <p:spPr>
          <a:xfrm>
            <a:off x="7903845" y="5497830"/>
            <a:ext cx="651509" cy="137160"/>
          </a:xfrm>
          <a:prstGeom prst="ellipse">
            <a:avLst/>
          </a:prstGeom>
          <a:solidFill>
            <a:srgbClr val="8CB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Explosion 211"/>
          <p:cNvSpPr/>
          <p:nvPr/>
        </p:nvSpPr>
        <p:spPr>
          <a:xfrm>
            <a:off x="7680960" y="5017770"/>
            <a:ext cx="1097280" cy="754380"/>
          </a:xfrm>
          <a:prstGeom prst="irregularSeal2">
            <a:avLst/>
          </a:prstGeom>
          <a:solidFill>
            <a:srgbClr val="FFFFFF"/>
          </a:solidFill>
          <a:ln w="1587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Explosion 212"/>
          <p:cNvSpPr/>
          <p:nvPr/>
        </p:nvSpPr>
        <p:spPr>
          <a:xfrm>
            <a:off x="5646420" y="1668779"/>
            <a:ext cx="1051560" cy="868680"/>
          </a:xfrm>
          <a:prstGeom prst="irregularSeal2">
            <a:avLst/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7563002" y="4371746"/>
            <a:ext cx="510235" cy="51023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FCB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7170724" y="3760012"/>
            <a:ext cx="471830" cy="47183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FCB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6778447" y="3148279"/>
            <a:ext cx="433425" cy="43342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FCB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6386169" y="2536545"/>
            <a:ext cx="395020" cy="3950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FCB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Explosion 217"/>
          <p:cNvSpPr/>
          <p:nvPr/>
        </p:nvSpPr>
        <p:spPr>
          <a:xfrm>
            <a:off x="7703820" y="1348740"/>
            <a:ext cx="1051560" cy="868680"/>
          </a:xfrm>
          <a:prstGeom prst="irregularSeal2">
            <a:avLst/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7974482" y="4307738"/>
            <a:ext cx="510235" cy="51023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FCB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7993684" y="3631996"/>
            <a:ext cx="471830" cy="47183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FCB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8012887" y="2956255"/>
            <a:ext cx="433425" cy="43342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FCB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8032089" y="2280513"/>
            <a:ext cx="395020" cy="3950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FCB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Explosion 222"/>
          <p:cNvSpPr/>
          <p:nvPr/>
        </p:nvSpPr>
        <p:spPr>
          <a:xfrm>
            <a:off x="9509760" y="1440179"/>
            <a:ext cx="1554480" cy="1325880"/>
          </a:xfrm>
          <a:prstGeom prst="irregularSeal1">
            <a:avLst/>
          </a:prstGeom>
          <a:solidFill>
            <a:srgbClr val="FFEBB5"/>
          </a:solidFill>
          <a:ln w="317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8563721" y="4093125"/>
            <a:ext cx="510235" cy="51023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FCB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9028968" y="3189141"/>
            <a:ext cx="471830" cy="47183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FCB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9405335" y="2424469"/>
            <a:ext cx="433425" cy="43342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FCB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9747138" y="1952046"/>
            <a:ext cx="395020" cy="3950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FCB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237" name="Group 236"/>
          <p:cNvGrpSpPr/>
          <p:nvPr/>
        </p:nvGrpSpPr>
        <p:grpSpPr>
          <a:xfrm>
            <a:off x="7886700" y="4914900"/>
            <a:ext cx="685800" cy="685800"/>
            <a:chOff x="7886700" y="4914900"/>
            <a:chExt cx="685800" cy="685800"/>
          </a:xfrm>
        </p:grpSpPr>
        <p:sp>
          <p:nvSpPr>
            <p:cNvPr id="228" name="Oval 227"/>
            <p:cNvSpPr/>
            <p:nvPr/>
          </p:nvSpPr>
          <p:spPr>
            <a:xfrm>
              <a:off x="7886700" y="4914900"/>
              <a:ext cx="685800" cy="685800"/>
            </a:xfrm>
            <a:prstGeom prst="ellipse">
              <a:avLst/>
            </a:prstGeom>
            <a:solidFill>
              <a:srgbClr val="FFFFFF"/>
            </a:solidFill>
            <a:ln w="2222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9" name="Chord 228"/>
            <p:cNvSpPr/>
            <p:nvPr/>
          </p:nvSpPr>
          <p:spPr>
            <a:xfrm>
              <a:off x="7910702" y="4938903"/>
              <a:ext cx="637794" cy="637794"/>
            </a:xfrm>
            <a:prstGeom prst="chord">
              <a:avLst>
                <a:gd name="adj1" fmla="val 18900000"/>
                <a:gd name="adj2" fmla="val 8100000"/>
              </a:avLst>
            </a:prstGeom>
            <a:solidFill>
              <a:srgbClr val="E3E7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0" name="Regular Pentagon 229"/>
            <p:cNvSpPr/>
            <p:nvPr/>
          </p:nvSpPr>
          <p:spPr>
            <a:xfrm rot="2160000">
              <a:off x="8161020" y="4945761"/>
              <a:ext cx="137160" cy="130302"/>
            </a:xfrm>
            <a:prstGeom prst="pentagon">
              <a:avLst/>
            </a:prstGeom>
            <a:solidFill>
              <a:srgbClr val="1D355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1" name="Regular Pentagon 230"/>
            <p:cNvSpPr/>
            <p:nvPr/>
          </p:nvSpPr>
          <p:spPr>
            <a:xfrm rot="6480000">
              <a:off x="8395824" y="5116356"/>
              <a:ext cx="137160" cy="130302"/>
            </a:xfrm>
            <a:prstGeom prst="pentagon">
              <a:avLst/>
            </a:prstGeom>
            <a:solidFill>
              <a:srgbClr val="1D355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2" name="Regular Pentagon 231"/>
            <p:cNvSpPr/>
            <p:nvPr/>
          </p:nvSpPr>
          <p:spPr>
            <a:xfrm rot="10800000">
              <a:off x="8306137" y="5392385"/>
              <a:ext cx="137160" cy="130302"/>
            </a:xfrm>
            <a:prstGeom prst="pentagon">
              <a:avLst/>
            </a:prstGeom>
            <a:solidFill>
              <a:srgbClr val="1D355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3" name="Regular Pentagon 232"/>
            <p:cNvSpPr/>
            <p:nvPr/>
          </p:nvSpPr>
          <p:spPr>
            <a:xfrm rot="15120000">
              <a:off x="8015902" y="5392385"/>
              <a:ext cx="137160" cy="130302"/>
            </a:xfrm>
            <a:prstGeom prst="pentagon">
              <a:avLst/>
            </a:prstGeom>
            <a:solidFill>
              <a:srgbClr val="1D355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4" name="Regular Pentagon 233"/>
            <p:cNvSpPr/>
            <p:nvPr/>
          </p:nvSpPr>
          <p:spPr>
            <a:xfrm rot="19440000">
              <a:off x="7926215" y="5116356"/>
              <a:ext cx="137160" cy="130302"/>
            </a:xfrm>
            <a:prstGeom prst="pentagon">
              <a:avLst/>
            </a:prstGeom>
            <a:solidFill>
              <a:srgbClr val="1D355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5" name="Regular Pentagon 234"/>
            <p:cNvSpPr/>
            <p:nvPr/>
          </p:nvSpPr>
          <p:spPr>
            <a:xfrm>
              <a:off x="8126729" y="5158359"/>
              <a:ext cx="205739" cy="198881"/>
            </a:xfrm>
            <a:prstGeom prst="pentagon">
              <a:avLst/>
            </a:prstGeom>
            <a:solidFill>
              <a:srgbClr val="1D355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6" name="Oval 235"/>
            <p:cNvSpPr/>
            <p:nvPr/>
          </p:nvSpPr>
          <p:spPr>
            <a:xfrm rot="19500000">
              <a:off x="8051292" y="5079492"/>
              <a:ext cx="82296" cy="5486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238" name="Rounded Rectangle 237"/>
          <p:cNvSpPr/>
          <p:nvPr/>
        </p:nvSpPr>
        <p:spPr>
          <a:xfrm>
            <a:off x="5623560" y="4224528"/>
            <a:ext cx="5212080" cy="10972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444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000" b="1">
                <a:solidFill>
                  <a:srgbClr val="007A5A"/>
                </a:solidFill>
                <a:latin typeface="PT Sans"/>
              </a:rPr>
              <a:t>ГОЛ!</a:t>
            </a:r>
          </a:p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0 + 9 = 9</a:t>
            </a:r>
          </a:p>
        </p:txBody>
      </p:sp>
      <p:sp>
        <p:nvSpPr>
          <p:cNvPr id="239" name="Rounded Rectangle 238"/>
          <p:cNvSpPr/>
          <p:nvPr/>
        </p:nvSpPr>
        <p:spPr>
          <a:xfrm>
            <a:off x="5257800" y="4224528"/>
            <a:ext cx="5943600" cy="120700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444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3400" b="1">
                <a:solidFill>
                  <a:srgbClr val="A84400"/>
                </a:solidFill>
                <a:latin typeface="PT Sans"/>
              </a:rPr>
              <a:t>Кармап калды!</a:t>
            </a:r>
          </a:p>
          <a:p>
            <a:pPr algn="ctr"/>
            <a:r>
              <a:rPr sz="1900" b="1">
                <a:solidFill>
                  <a:srgbClr val="1D3557"/>
                </a:solidFill>
                <a:latin typeface="PT Sans"/>
              </a:rPr>
              <a:t>Туура жооп: 0 + 9 = 9</a:t>
            </a:r>
          </a:p>
          <a:p>
            <a:pPr algn="ctr"/>
            <a:r>
              <a:rPr sz="1200" b="0">
                <a:solidFill>
                  <a:srgbClr val="1F2430"/>
                </a:solidFill>
                <a:latin typeface="PT Sans"/>
              </a:rPr>
              <a:t>Кеңеш: нөл – эч нерсе кошулган жок. 0 + 9 = 9.</a:t>
            </a:r>
          </a:p>
        </p:txBody>
      </p:sp>
      <p:sp>
        <p:nvSpPr>
          <p:cNvPr id="240" name="Rounded Rectangle 239"/>
          <p:cNvSpPr/>
          <p:nvPr/>
        </p:nvSpPr>
        <p:spPr>
          <a:xfrm>
            <a:off x="5257800" y="4224528"/>
            <a:ext cx="5943600" cy="120700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444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3400" b="1">
                <a:solidFill>
                  <a:srgbClr val="A84400"/>
                </a:solidFill>
                <a:latin typeface="PT Sans"/>
              </a:rPr>
              <a:t>Кармап калды!</a:t>
            </a:r>
          </a:p>
          <a:p>
            <a:pPr algn="ctr"/>
            <a:r>
              <a:rPr sz="1900" b="1">
                <a:solidFill>
                  <a:srgbClr val="1D3557"/>
                </a:solidFill>
                <a:latin typeface="PT Sans"/>
              </a:rPr>
              <a:t>Туура жооп: 0 + 9 = 9</a:t>
            </a:r>
          </a:p>
          <a:p>
            <a:pPr algn="ctr"/>
            <a:r>
              <a:rPr sz="1200" b="0">
                <a:solidFill>
                  <a:srgbClr val="1F2430"/>
                </a:solidFill>
                <a:latin typeface="PT Sans"/>
              </a:rPr>
              <a:t>Кеңеш: «+» эмнени билдирет? Эки топту бириктирип санайбыз.</a:t>
            </a:r>
          </a:p>
        </p:txBody>
      </p:sp>
      <p:sp>
        <p:nvSpPr>
          <p:cNvPr id="241" name="Rectangle 240"/>
          <p:cNvSpPr/>
          <p:nvPr/>
        </p:nvSpPr>
        <p:spPr>
          <a:xfrm>
            <a:off x="8183879" y="2697480"/>
            <a:ext cx="155448" cy="91440"/>
          </a:xfrm>
          <a:prstGeom prst="rect">
            <a:avLst/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8183879" y="2697480"/>
            <a:ext cx="155448" cy="91440"/>
          </a:xfrm>
          <a:prstGeom prst="rect">
            <a:avLst/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8183879" y="2697480"/>
            <a:ext cx="155448" cy="91440"/>
          </a:xfrm>
          <a:prstGeom prst="rect">
            <a:avLst/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8183879" y="2697480"/>
            <a:ext cx="155448" cy="91440"/>
          </a:xfrm>
          <a:prstGeom prst="rect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8183879" y="2697480"/>
            <a:ext cx="155448" cy="91440"/>
          </a:xfrm>
          <a:prstGeom prst="rect">
            <a:avLst/>
          </a:prstGeom>
          <a:solidFill>
            <a:srgbClr val="F2C9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8183879" y="2697480"/>
            <a:ext cx="155448" cy="91440"/>
          </a:xfrm>
          <a:prstGeom prst="rect">
            <a:avLst/>
          </a:prstGeom>
          <a:solidFill>
            <a:srgbClr val="B5E2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8183879" y="2697480"/>
            <a:ext cx="155448" cy="91440"/>
          </a:xfrm>
          <a:prstGeom prst="rect">
            <a:avLst/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8183879" y="2697480"/>
            <a:ext cx="155448" cy="91440"/>
          </a:xfrm>
          <a:prstGeom prst="rect">
            <a:avLst/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8183879" y="2697480"/>
            <a:ext cx="155448" cy="91440"/>
          </a:xfrm>
          <a:prstGeom prst="rect">
            <a:avLst/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8183879" y="2697480"/>
            <a:ext cx="155448" cy="91440"/>
          </a:xfrm>
          <a:prstGeom prst="rect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8183879" y="2697480"/>
            <a:ext cx="155448" cy="91440"/>
          </a:xfrm>
          <a:prstGeom prst="rect">
            <a:avLst/>
          </a:prstGeom>
          <a:solidFill>
            <a:srgbClr val="F2C9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Rectangle 251"/>
          <p:cNvSpPr/>
          <p:nvPr/>
        </p:nvSpPr>
        <p:spPr>
          <a:xfrm>
            <a:off x="8183879" y="2697480"/>
            <a:ext cx="155448" cy="91440"/>
          </a:xfrm>
          <a:prstGeom prst="rect">
            <a:avLst/>
          </a:prstGeom>
          <a:solidFill>
            <a:srgbClr val="B5E2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Rectangle 252"/>
          <p:cNvSpPr/>
          <p:nvPr/>
        </p:nvSpPr>
        <p:spPr>
          <a:xfrm>
            <a:off x="8183879" y="2697480"/>
            <a:ext cx="155448" cy="91440"/>
          </a:xfrm>
          <a:prstGeom prst="rect">
            <a:avLst/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Rectangle 253"/>
          <p:cNvSpPr/>
          <p:nvPr/>
        </p:nvSpPr>
        <p:spPr>
          <a:xfrm>
            <a:off x="8183879" y="2697480"/>
            <a:ext cx="155448" cy="91440"/>
          </a:xfrm>
          <a:prstGeom prst="rect">
            <a:avLst/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Pentagon 254">
            <a:hlinkClick action="ppaction://hlinksldjump" r:id="rId8"/>
          </p:cNvPr>
          <p:cNvSpPr/>
          <p:nvPr/>
        </p:nvSpPr>
        <p:spPr>
          <a:xfrm>
            <a:off x="8652967" y="5486400"/>
            <a:ext cx="3017520" cy="457200"/>
          </a:xfrm>
          <a:prstGeom prst="homePlate">
            <a:avLst/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Кийинки тепкич →</a:t>
            </a:r>
          </a:p>
        </p:txBody>
      </p:sp>
    </p:spTree>
  </p:cSld>
  <p:clrMapOvr>
    <a:masterClrMapping/>
  </p:clrMapOvr>
  <p:transition spd="med" advClick="0">
    <p:fade/>
    <p:sndAc>
      <p:stSnd>
        <p:snd r:embed="rId3" name="whistle.wav"/>
      </p:stSnd>
    </p:sndAc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180" fill="hold" autoRev="1" repeatCount="3000"/>
                                        <p:tgtEl>
                                          <p:spTgt spid="13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" presetID="1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" dur="2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2C9AC"/>
                                      </p:to>
                                    </p:animClr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"/>
                            </p:stCondLst>
                            <p:childTnLst>
                              <p:par>
                                <p:cTn id="13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5" dur="110" fill="hold" autoRev="1" repeatCount="3000"/>
                                        <p:tgtEl>
                                          <p:spTgt spid="237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150"/>
                            </p:stCondLst>
                            <p:childTnLst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6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6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8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25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16875 -0.46000 L -0.20626 -0.52000 L -0.24001 -0.21333 E" pathEditMode="relative" rAng="0">
                                      <p:cBhvr>
                                        <p:cTn id="28" dur="1150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k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9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64800000">
                                      <p:cBhvr>
                                        <p:cTn id="31" dur="1150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2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4" dur="600" fill="hold"/>
                                        <p:tgtEl>
                                          <p:spTgt spid="237"/>
                                        </p:tgtEl>
                                      </p:cBhvr>
                                      <p:by x="65000" y="6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200"/>
                            </p:stCondLst>
                            <p:childTnLst>
                              <p:par>
                                <p:cTn id="3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32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045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32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270"/>
                            </p:stCondLst>
                            <p:childTnLst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310"/>
                            </p:stCondLst>
                            <p:childTnLst>
                              <p:par>
                                <p:cTn id="4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25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33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329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390"/>
                            </p:stCondLst>
                            <p:childTnLst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430"/>
                            </p:stCondLst>
                            <p:childTnLst>
                              <p:par>
                                <p:cTn id="5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33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329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510"/>
                            </p:stCondLst>
                            <p:childTnLst>
                              <p:par>
                                <p:cTn id="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550"/>
                            </p:stCondLst>
                            <p:childTnLst>
                              <p:par>
                                <p:cTn id="6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33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329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630"/>
                            </p:stCondLst>
                            <p:childTnLst>
                              <p:par>
                                <p:cTn id="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670"/>
                            </p:stCondLst>
                            <p:childTnLst>
                              <p:par>
                                <p:cTn id="7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" dur="33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329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720"/>
                            </p:stCondLst>
                            <p:childTnLst>
                              <p:par>
                                <p:cTn id="8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260" fill="hold"/>
                                        <p:tgtEl>
                                          <p:spTgt spid="2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260" fill="hold"/>
                                        <p:tgtEl>
                                          <p:spTgt spid="2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13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1750"/>
                            </p:stCondLst>
                            <p:childTnLst>
                              <p:par>
                                <p:cTn id="8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450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450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225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groa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2150"/>
                            </p:stCondLst>
                            <p:childTnLst>
                              <p:par>
                                <p:cTn id="9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4" dur="4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2300"/>
                            </p:stCondLst>
                            <p:childTnLst>
                              <p:par>
                                <p:cTn id="97" presetID="1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9" dur="3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B5E2D3"/>
                                      </p:to>
                                    </p:animClr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3000"/>
                            </p:stCondLst>
                            <p:childTnLst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4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107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8" fill="hold">
                      <p:stCondLst>
                        <p:cond delay="0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11" dur="180" fill="hold" autoRev="1" repeatCount="3000"/>
                                        <p:tgtEl>
                                          <p:spTgt spid="14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2" presetID="1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4" dur="2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2C9AC"/>
                                      </p:to>
                                    </p:animClr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300"/>
                            </p:stCondLst>
                            <p:childTnLst>
                              <p:par>
                                <p:cTn id="118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20" dur="110" fill="hold" autoRev="1" repeatCount="3000"/>
                                        <p:tgtEl>
                                          <p:spTgt spid="237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1150"/>
                            </p:stCondLst>
                            <p:childTnLst>
                              <p:par>
                                <p:cTn id="12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4" dur="16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" dur="16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6" dur="8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9" dur="25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0 -0.50667 L 0.06750 -0.56667 L 0.12825 -0.26000 E" pathEditMode="relative" rAng="0">
                                      <p:cBhvr>
                                        <p:cTn id="133" dur="1150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k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34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64800000">
                                      <p:cBhvr>
                                        <p:cTn id="136" dur="1150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7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39" dur="600" fill="hold"/>
                                        <p:tgtEl>
                                          <p:spTgt spid="237"/>
                                        </p:tgtEl>
                                      </p:cBhvr>
                                      <p:by x="65000" y="6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1200"/>
                            </p:stCondLst>
                            <p:childTnLst>
                              <p:par>
                                <p:cTn id="14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6" dur="320" fill="hold"/>
                                        <p:tgtEl>
                                          <p:spTgt spid="2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7" dur="320" fill="hold"/>
                                        <p:tgtEl>
                                          <p:spTgt spid="2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1270"/>
                            </p:stCondLst>
                            <p:childTnLst>
                              <p:par>
                                <p:cTn id="1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>
                            <p:stCondLst>
                              <p:cond delay="1310"/>
                            </p:stCondLst>
                            <p:childTnLst>
                              <p:par>
                                <p:cTn id="15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4" dur="25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8" dur="33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329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1390"/>
                            </p:stCondLst>
                            <p:childTnLst>
                              <p:par>
                                <p:cTn id="1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" fill="hold">
                            <p:stCondLst>
                              <p:cond delay="1430"/>
                            </p:stCondLst>
                            <p:childTnLst>
                              <p:par>
                                <p:cTn id="16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6" dur="33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329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1" fill="hold">
                            <p:stCondLst>
                              <p:cond delay="1510"/>
                            </p:stCondLst>
                            <p:childTnLst>
                              <p:par>
                                <p:cTn id="1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6" fill="hold">
                            <p:stCondLst>
                              <p:cond delay="1550"/>
                            </p:stCondLst>
                            <p:childTnLst>
                              <p:par>
                                <p:cTn id="17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4" dur="33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329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9" fill="hold">
                            <p:stCondLst>
                              <p:cond delay="1630"/>
                            </p:stCondLst>
                            <p:childTnLst>
                              <p:par>
                                <p:cTn id="1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4" fill="hold">
                            <p:stCondLst>
                              <p:cond delay="1670"/>
                            </p:stCondLst>
                            <p:childTnLst>
                              <p:par>
                                <p:cTn id="18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2" dur="33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329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>
                            <p:stCondLst>
                              <p:cond delay="1720"/>
                            </p:stCondLst>
                            <p:childTnLst>
                              <p:par>
                                <p:cTn id="18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7" dur="260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8" dur="260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9" dur="13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6" fill="hold">
                            <p:stCondLst>
                              <p:cond delay="1750"/>
                            </p:stCondLst>
                            <p:childTnLst>
                              <p:par>
                                <p:cTn id="19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3" dur="45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4" dur="45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5" dur="225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groa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01" fill="hold">
                            <p:stCondLst>
                              <p:cond delay="2150"/>
                            </p:stCondLst>
                            <p:childTnLst>
                              <p:par>
                                <p:cTn id="19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9" dur="4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7" fill="hold">
                            <p:stCondLst>
                              <p:cond delay="2300"/>
                            </p:stCondLst>
                            <p:childTnLst>
                              <p:par>
                                <p:cTn id="202" presetID="1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4" dur="3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B5E2D3"/>
                                      </p:to>
                                    </p:animClr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1" fill="hold">
                            <p:stCondLst>
                              <p:cond delay="3000"/>
                            </p:stCondLst>
                            <p:childTnLst>
                              <p:par>
                                <p:cTn id="2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" dur="4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21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3" fill="hold">
                      <p:stCondLst>
                        <p:cond delay="0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16" dur="180" fill="hold" autoRev="1" repeatCount="3000"/>
                                        <p:tgtEl>
                                          <p:spTgt spid="15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17" presetID="1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9" dur="2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2C9AC"/>
                                      </p:to>
                                    </p:animClr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6" fill="hold">
                            <p:stCondLst>
                              <p:cond delay="300"/>
                            </p:stCondLst>
                            <p:childTnLst>
                              <p:par>
                                <p:cTn id="223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25" dur="110" fill="hold" autoRev="1" repeatCount="3000"/>
                                        <p:tgtEl>
                                          <p:spTgt spid="237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5" fill="hold">
                            <p:stCondLst>
                              <p:cond delay="1150"/>
                            </p:stCondLst>
                            <p:childTnLst>
                              <p:par>
                                <p:cTn id="22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9" dur="16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0" dur="16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1" dur="8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4" dur="25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6" presetID="0" presetClass="path" presetSubtype="0" accel="40000" decel="2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9281 -0.20700 0.11813 -0.51520 0.16875 -0.46000 E" pathEditMode="relative" rAng="0">
                                      <p:cBhvr>
                                        <p:cTn id="238" dur="600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k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39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241" dur="600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42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44" dur="600" fill="hold"/>
                                        <p:tgtEl>
                                          <p:spTgt spid="237"/>
                                        </p:tgtEl>
                                      </p:cBhvr>
                                      <p:by x="65000" y="6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3" fill="hold">
                            <p:stCondLst>
                              <p:cond delay="1200"/>
                            </p:stCondLst>
                            <p:childTnLst>
                              <p:par>
                                <p:cTn id="24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1" dur="32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045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2" dur="32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6" fill="hold">
                            <p:stCondLst>
                              <p:cond delay="1270"/>
                            </p:stCondLst>
                            <p:childTnLst>
                              <p:par>
                                <p:cTn id="2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5" fill="hold">
                            <p:stCondLst>
                              <p:cond delay="1310"/>
                            </p:stCondLst>
                            <p:childTnLst>
                              <p:par>
                                <p:cTn id="25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9" dur="25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3" dur="33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329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8" fill="hold">
                            <p:stCondLst>
                              <p:cond delay="1390"/>
                            </p:stCondLst>
                            <p:childTnLst>
                              <p:par>
                                <p:cTn id="2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3" fill="hold">
                            <p:stCondLst>
                              <p:cond delay="1430"/>
                            </p:stCondLst>
                            <p:childTnLst>
                              <p:par>
                                <p:cTn id="26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1" dur="33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329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6" fill="hold">
                            <p:stCondLst>
                              <p:cond delay="1510"/>
                            </p:stCondLst>
                            <p:childTnLst>
                              <p:par>
                                <p:cTn id="27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1" fill="hold">
                            <p:stCondLst>
                              <p:cond delay="1550"/>
                            </p:stCondLst>
                            <p:childTnLst>
                              <p:par>
                                <p:cTn id="27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9" dur="33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329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4" fill="hold">
                            <p:stCondLst>
                              <p:cond delay="1630"/>
                            </p:stCondLst>
                            <p:childTnLst>
                              <p:par>
                                <p:cTn id="28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9" fill="hold">
                            <p:stCondLst>
                              <p:cond delay="1670"/>
                            </p:stCondLst>
                            <p:childTnLst>
                              <p:par>
                                <p:cTn id="28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7" dur="33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329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3" fill="hold">
                            <p:stCondLst>
                              <p:cond delay="1700"/>
                            </p:stCondLst>
                            <p:childTnLst>
                              <p:par>
                                <p:cTn id="29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92" dur="140" fill="hold" autoRev="1" repeatCount="2000"/>
                                        <p:tgtEl>
                                          <p:spTgt spid="33"/>
                                        </p:tgtEl>
                                      </p:cBhvr>
                                      <p:by x="104000" y="104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9" fill="hold">
                            <p:stCondLst>
                              <p:cond delay="1720"/>
                            </p:stCondLst>
                            <p:childTnLst>
                              <p:par>
                                <p:cTn id="29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6" dur="260" fill="hold"/>
                                        <p:tgtEl>
                                          <p:spTgt spid="2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7" dur="260" fill="hold"/>
                                        <p:tgtEl>
                                          <p:spTgt spid="2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8" dur="13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2" fill="hold">
                            <p:stCondLst>
                              <p:cond delay="1750"/>
                            </p:stCondLst>
                            <p:childTnLst>
                              <p:par>
                                <p:cTn id="30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2" dur="450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3" dur="450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4" dur="225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he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05" presetID="1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7" dur="3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B5E2D3"/>
                                      </p:to>
                                    </p:animClr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2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6558 -0.16259 -0.14053 -0.09755 -0.18738 0.17585 E" pathEditMode="relative" rAng="0">
                                      <p:cBhvr>
                                        <p:cTn id="314" dur="1300" fill="hold"/>
                                        <p:tgtEl>
                                          <p:spTgt spid="2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15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317" dur="1300" fill="hold"/>
                                        <p:tgtEl>
                                          <p:spTgt spid="2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0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5818 -0.14006 -0.12466 -0.08403 -0.16622 0.09041 E" pathEditMode="relative" rAng="0">
                                      <p:cBhvr>
                                        <p:cTn id="322" dur="1300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23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325" dur="1300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8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4901 -0.13138 -0.10502 -0.07883 -0.14002 0.13096 E" pathEditMode="relative" rAng="0">
                                      <p:cBhvr>
                                        <p:cTn id="330" dur="1300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31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333" dur="1300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6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3324 -0.20140 -0.07122 -0.12084 -0.09497 0.09583 E" pathEditMode="relative" rAng="0">
                                      <p:cBhvr>
                                        <p:cTn id="338" dur="130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39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341" dur="130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4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3471 -0.14077 -0.07437 -0.08446 -0.09916 0.19041 E" pathEditMode="relative" rAng="0">
                                      <p:cBhvr>
                                        <p:cTn id="346" dur="1300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47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349" dur="1300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2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2436 -0.14102 -0.05220 -0.08461 -0.06960 0.09430 E" pathEditMode="relative" rAng="0">
                                      <p:cBhvr>
                                        <p:cTn id="354" dur="1300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55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357" dur="1300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0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1149 -0.16885 -0.02462 -0.10131 -0.03283 0.10446 E" pathEditMode="relative" rAng="0">
                                      <p:cBhvr>
                                        <p:cTn id="362" dur="1300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63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365" dur="1300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8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0420 -0.18843 0.00900 -0.11306 0.01200 0.17640 E" pathEditMode="relative" rAng="0">
                                      <p:cBhvr>
                                        <p:cTn id="370" dur="1300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71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373" dur="1300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6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1554 -0.19337 0.03329 -0.11602 0.04439 0.15633 E" pathEditMode="relative" rAng="0">
                                      <p:cBhvr>
                                        <p:cTn id="378" dur="1300" fill="hold"/>
                                        <p:tgtEl>
                                          <p:spTgt spid="2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79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381" dur="1300" fill="hold"/>
                                        <p:tgtEl>
                                          <p:spTgt spid="24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8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4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3328 -0.14323 0.07130 -0.08594 0.09507 0.12922 E" pathEditMode="relative" rAng="0">
                                      <p:cBhvr>
                                        <p:cTn id="386" dur="1300" fill="hold"/>
                                        <p:tgtEl>
                                          <p:spTgt spid="2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87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389" dur="1300" fill="hold"/>
                                        <p:tgtEl>
                                          <p:spTgt spid="25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9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2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4064 -0.20828 0.08709 -0.12497 0.11612 0.16245 E" pathEditMode="relative" rAng="0">
                                      <p:cBhvr>
                                        <p:cTn id="394" dur="1300" fill="hold"/>
                                        <p:tgtEl>
                                          <p:spTgt spid="2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95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397" dur="1300" fill="hold"/>
                                        <p:tgtEl>
                                          <p:spTgt spid="25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9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0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5023 -0.14342 0.10763 -0.08605 0.14351 0.11751 E" pathEditMode="relative" rAng="0">
                                      <p:cBhvr>
                                        <p:cTn id="402" dur="1300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03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405" dur="1300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0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8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5740 -0.21206 0.12300 -0.12724 0.16400 0.19821 E" pathEditMode="relative" rAng="0">
                                      <p:cBhvr>
                                        <p:cTn id="410" dur="1300" fill="hold"/>
                                        <p:tgtEl>
                                          <p:spTgt spid="2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11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413" dur="1300" fill="hold"/>
                                        <p:tgtEl>
                                          <p:spTgt spid="25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6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7934 -0.16933 0.17002 -0.10160 0.22669 0.17445 E" pathEditMode="relative" rAng="0">
                                      <p:cBhvr>
                                        <p:cTn id="418" dur="1300" fill="hold"/>
                                        <p:tgtEl>
                                          <p:spTgt spid="2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19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421" dur="1300" fill="hold"/>
                                        <p:tgtEl>
                                          <p:spTgt spid="25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7" fill="hold">
                            <p:stCondLst>
                              <p:cond delay="2150"/>
                            </p:stCondLst>
                            <p:childTnLst>
                              <p:par>
                                <p:cTn id="42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5" dur="4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4" fill="hold">
                            <p:stCondLst>
                              <p:cond delay="2800"/>
                            </p:stCondLst>
                            <p:childTnLst>
                              <p:par>
                                <p:cTn id="42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0" dur="3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1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4" dur="3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5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8" dur="3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9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2" dur="3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3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6" dur="3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7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0" dur="3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1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4" dur="3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5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8" dur="3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9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2" dur="3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3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6" dur="3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7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0" dur="3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1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4" dur="3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5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8" dur="3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9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2" dur="3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3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8" fill="hold">
                            <p:stCondLst>
                              <p:cond delay="3000"/>
                            </p:stCondLst>
                            <p:childTnLst>
                              <p:par>
                                <p:cTn id="4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7" dur="4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211" grpId="0" animBg="1"/>
      <p:bldP spid="212" grpId="0" animBg="1"/>
      <p:bldP spid="213" grpId="0" animBg="1"/>
      <p:bldP spid="214" grpId="0" animBg="1"/>
      <p:bldP spid="215" grpId="0" animBg="1"/>
      <p:bldP spid="216" grpId="0" animBg="1"/>
      <p:bldP spid="217" grpId="0" animBg="1"/>
      <p:bldP spid="218" grpId="0" animBg="1"/>
      <p:bldP spid="219" grpId="0" animBg="1"/>
      <p:bldP spid="220" grpId="0" animBg="1"/>
      <p:bldP spid="221" grpId="0" animBg="1"/>
      <p:bldP spid="222" grpId="0" animBg="1"/>
      <p:bldP spid="223" grpId="0" animBg="1"/>
      <p:bldP spid="224" grpId="0" animBg="1"/>
      <p:bldP spid="225" grpId="0" animBg="1"/>
      <p:bldP spid="226" grpId="0" animBg="1"/>
      <p:bldP spid="227" grpId="0" animBg="1"/>
      <p:bldP spid="238" grpId="0" animBg="1"/>
      <p:bldP spid="239" grpId="0" animBg="1"/>
      <p:bldP spid="240" grpId="0" animBg="1"/>
      <p:bldP spid="241" grpId="0" animBg="1"/>
      <p:bldP spid="242" grpId="0" animBg="1"/>
      <p:bldP spid="243" grpId="0" animBg="1"/>
      <p:bldP spid="244" grpId="0" animBg="1"/>
      <p:bldP spid="245" grpId="0" animBg="1"/>
      <p:bldP spid="246" grpId="0" animBg="1"/>
      <p:bldP spid="247" grpId="0" animBg="1"/>
      <p:bldP spid="248" grpId="0" animBg="1"/>
      <p:bldP spid="249" grpId="0" animBg="1"/>
      <p:bldP spid="250" grpId="0" animBg="1"/>
      <p:bldP spid="251" grpId="0" animBg="1"/>
      <p:bldP spid="252" grpId="0" animBg="1"/>
      <p:bldP spid="253" grpId="0" animBg="1"/>
      <p:bldP spid="254" grpId="0" animBg="1"/>
      <p:bldP spid="255" grpId="0" animBg="1"/>
    </p:bld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Пенальти!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 ичинде кошуу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5-тепкич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8/16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4069080" cy="1828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298448"/>
            <a:ext cx="27432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6B7280"/>
                </a:solidFill>
                <a:latin typeface="PT Sans"/>
              </a:rPr>
              <a:t>СУРОО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" y="1554480"/>
            <a:ext cx="4069080" cy="1417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2 + 7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" y="3246120"/>
            <a:ext cx="4069080" cy="713232"/>
          </a:xfrm>
          <a:prstGeom prst="roundRect">
            <a:avLst>
              <a:gd name="adj" fmla="val 30000"/>
            </a:avLst>
          </a:prstGeom>
          <a:solidFill>
            <a:srgbClr val="BFCBE9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3200" b="1">
                <a:solidFill>
                  <a:srgbClr val="1D3557"/>
                </a:solidFill>
                <a:latin typeface="PT Sans"/>
              </a:rPr>
              <a:t>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" y="4087368"/>
            <a:ext cx="4069080" cy="713232"/>
          </a:xfrm>
          <a:prstGeom prst="roundRect">
            <a:avLst>
              <a:gd name="adj" fmla="val 30000"/>
            </a:avLst>
          </a:prstGeom>
          <a:solidFill>
            <a:srgbClr val="BFCBE9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3200" b="1">
                <a:solidFill>
                  <a:srgbClr val="1D3557"/>
                </a:solidFill>
                <a:latin typeface="PT Sans"/>
              </a:rPr>
              <a:t>8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" y="4928616"/>
            <a:ext cx="4069080" cy="713232"/>
          </a:xfrm>
          <a:prstGeom prst="roundRect">
            <a:avLst>
              <a:gd name="adj" fmla="val 30000"/>
            </a:avLst>
          </a:prstGeom>
          <a:solidFill>
            <a:srgbClr val="BFCBE9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3200" b="1">
                <a:solidFill>
                  <a:srgbClr val="1D3557"/>
                </a:solidFill>
                <a:latin typeface="PT Sans"/>
              </a:rPr>
              <a:t>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" y="5760720"/>
            <a:ext cx="406908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007A5A"/>
                </a:solidFill>
                <a:latin typeface="PT Sans"/>
              </a:rPr>
              <a:t>Жоопту бас · «Кантип таптың?» +1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54880" y="1234440"/>
            <a:ext cx="7007047" cy="4800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846320" y="4160520"/>
            <a:ext cx="6824167" cy="1783080"/>
          </a:xfrm>
          <a:prstGeom prst="roundRect">
            <a:avLst>
              <a:gd name="adj" fmla="val 4000"/>
            </a:avLst>
          </a:prstGeom>
          <a:solidFill>
            <a:srgbClr val="B5E2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3" name="Group 32"/>
          <p:cNvGrpSpPr/>
          <p:nvPr/>
        </p:nvGrpSpPr>
        <p:grpSpPr>
          <a:xfrm>
            <a:off x="5394960" y="1417320"/>
            <a:ext cx="5669280" cy="2743200"/>
            <a:chOff x="5394960" y="1417320"/>
            <a:chExt cx="5669280" cy="2743200"/>
          </a:xfrm>
        </p:grpSpPr>
        <p:cxnSp>
          <p:nvCxnSpPr>
            <p:cNvPr id="19" name="Connector 18"/>
            <p:cNvCxnSpPr/>
            <p:nvPr/>
          </p:nvCxnSpPr>
          <p:spPr>
            <a:xfrm>
              <a:off x="5961888" y="1417320"/>
              <a:ext cx="0" cy="2743200"/>
            </a:xfrm>
            <a:prstGeom prst="line">
              <a:avLst/>
            </a:prstGeom>
            <a:ln w="9525">
              <a:solidFill>
                <a:srgbClr val="BFCB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or 19"/>
            <p:cNvCxnSpPr/>
            <p:nvPr/>
          </p:nvCxnSpPr>
          <p:spPr>
            <a:xfrm>
              <a:off x="6528816" y="1417320"/>
              <a:ext cx="0" cy="2743200"/>
            </a:xfrm>
            <a:prstGeom prst="line">
              <a:avLst/>
            </a:prstGeom>
            <a:ln w="9525">
              <a:solidFill>
                <a:srgbClr val="BFCB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 20"/>
            <p:cNvCxnSpPr/>
            <p:nvPr/>
          </p:nvCxnSpPr>
          <p:spPr>
            <a:xfrm>
              <a:off x="7095744" y="1417320"/>
              <a:ext cx="0" cy="2743200"/>
            </a:xfrm>
            <a:prstGeom prst="line">
              <a:avLst/>
            </a:prstGeom>
            <a:ln w="9525">
              <a:solidFill>
                <a:srgbClr val="BFCB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or 21"/>
            <p:cNvCxnSpPr/>
            <p:nvPr/>
          </p:nvCxnSpPr>
          <p:spPr>
            <a:xfrm>
              <a:off x="7662672" y="1417320"/>
              <a:ext cx="0" cy="2743200"/>
            </a:xfrm>
            <a:prstGeom prst="line">
              <a:avLst/>
            </a:prstGeom>
            <a:ln w="9525">
              <a:solidFill>
                <a:srgbClr val="BFCB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or 22"/>
            <p:cNvCxnSpPr/>
            <p:nvPr/>
          </p:nvCxnSpPr>
          <p:spPr>
            <a:xfrm>
              <a:off x="8229600" y="1417320"/>
              <a:ext cx="0" cy="2743200"/>
            </a:xfrm>
            <a:prstGeom prst="line">
              <a:avLst/>
            </a:prstGeom>
            <a:ln w="9525">
              <a:solidFill>
                <a:srgbClr val="BFCB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or 23"/>
            <p:cNvCxnSpPr/>
            <p:nvPr/>
          </p:nvCxnSpPr>
          <p:spPr>
            <a:xfrm>
              <a:off x="8796528" y="1417320"/>
              <a:ext cx="0" cy="2743200"/>
            </a:xfrm>
            <a:prstGeom prst="line">
              <a:avLst/>
            </a:prstGeom>
            <a:ln w="9525">
              <a:solidFill>
                <a:srgbClr val="BFCB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nector 24"/>
            <p:cNvCxnSpPr/>
            <p:nvPr/>
          </p:nvCxnSpPr>
          <p:spPr>
            <a:xfrm>
              <a:off x="9363456" y="1417320"/>
              <a:ext cx="0" cy="2743200"/>
            </a:xfrm>
            <a:prstGeom prst="line">
              <a:avLst/>
            </a:prstGeom>
            <a:ln w="9525">
              <a:solidFill>
                <a:srgbClr val="BFCB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nector 25"/>
            <p:cNvCxnSpPr/>
            <p:nvPr/>
          </p:nvCxnSpPr>
          <p:spPr>
            <a:xfrm>
              <a:off x="9930384" y="1417320"/>
              <a:ext cx="0" cy="2743200"/>
            </a:xfrm>
            <a:prstGeom prst="line">
              <a:avLst/>
            </a:prstGeom>
            <a:ln w="9525">
              <a:solidFill>
                <a:srgbClr val="BFCB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nector 26"/>
            <p:cNvCxnSpPr/>
            <p:nvPr/>
          </p:nvCxnSpPr>
          <p:spPr>
            <a:xfrm>
              <a:off x="10497312" y="1417320"/>
              <a:ext cx="0" cy="2743200"/>
            </a:xfrm>
            <a:prstGeom prst="line">
              <a:avLst/>
            </a:prstGeom>
            <a:ln w="9525">
              <a:solidFill>
                <a:srgbClr val="BFCB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nector 27"/>
            <p:cNvCxnSpPr/>
            <p:nvPr/>
          </p:nvCxnSpPr>
          <p:spPr>
            <a:xfrm>
              <a:off x="5394960" y="1874519"/>
              <a:ext cx="5669280" cy="0"/>
            </a:xfrm>
            <a:prstGeom prst="line">
              <a:avLst/>
            </a:prstGeom>
            <a:ln w="9525">
              <a:solidFill>
                <a:srgbClr val="BFCB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nector 28"/>
            <p:cNvCxnSpPr/>
            <p:nvPr/>
          </p:nvCxnSpPr>
          <p:spPr>
            <a:xfrm>
              <a:off x="5394960" y="2331720"/>
              <a:ext cx="5669280" cy="0"/>
            </a:xfrm>
            <a:prstGeom prst="line">
              <a:avLst/>
            </a:prstGeom>
            <a:ln w="9525">
              <a:solidFill>
                <a:srgbClr val="BFCB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nector 29"/>
            <p:cNvCxnSpPr/>
            <p:nvPr/>
          </p:nvCxnSpPr>
          <p:spPr>
            <a:xfrm>
              <a:off x="5394960" y="2788920"/>
              <a:ext cx="5669280" cy="0"/>
            </a:xfrm>
            <a:prstGeom prst="line">
              <a:avLst/>
            </a:prstGeom>
            <a:ln w="9525">
              <a:solidFill>
                <a:srgbClr val="BFCB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nector 30"/>
            <p:cNvCxnSpPr/>
            <p:nvPr/>
          </p:nvCxnSpPr>
          <p:spPr>
            <a:xfrm>
              <a:off x="5394960" y="3246120"/>
              <a:ext cx="5669280" cy="0"/>
            </a:xfrm>
            <a:prstGeom prst="line">
              <a:avLst/>
            </a:prstGeom>
            <a:ln w="9525">
              <a:solidFill>
                <a:srgbClr val="BFCB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nector 31"/>
            <p:cNvCxnSpPr/>
            <p:nvPr/>
          </p:nvCxnSpPr>
          <p:spPr>
            <a:xfrm>
              <a:off x="5394960" y="3703320"/>
              <a:ext cx="5669280" cy="0"/>
            </a:xfrm>
            <a:prstGeom prst="line">
              <a:avLst/>
            </a:prstGeom>
            <a:ln w="9525">
              <a:solidFill>
                <a:srgbClr val="BFCB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4" name="Connector 33"/>
          <p:cNvCxnSpPr/>
          <p:nvPr/>
        </p:nvCxnSpPr>
        <p:spPr>
          <a:xfrm flipV="1">
            <a:off x="5394960" y="1417320"/>
            <a:ext cx="0" cy="2743200"/>
          </a:xfrm>
          <a:prstGeom prst="line">
            <a:avLst/>
          </a:prstGeom>
          <a:ln w="889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358384" y="1417320"/>
            <a:ext cx="5742432" cy="0"/>
          </a:xfrm>
          <a:prstGeom prst="line">
            <a:avLst/>
          </a:prstGeom>
          <a:ln w="889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1064240" y="1417320"/>
            <a:ext cx="0" cy="2743200"/>
          </a:xfrm>
          <a:prstGeom prst="line">
            <a:avLst/>
          </a:prstGeom>
          <a:ln w="889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4846320" y="4160520"/>
            <a:ext cx="6824167" cy="0"/>
          </a:xfrm>
          <a:prstGeom prst="line">
            <a:avLst/>
          </a:prstGeom>
          <a:ln w="3810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8147304" y="5532120"/>
            <a:ext cx="164592" cy="731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81" name="Group 80"/>
          <p:cNvGrpSpPr/>
          <p:nvPr/>
        </p:nvGrpSpPr>
        <p:grpSpPr>
          <a:xfrm>
            <a:off x="7363114" y="1990100"/>
            <a:ext cx="1732971" cy="2195656"/>
            <a:chOff x="7363114" y="1990100"/>
            <a:chExt cx="1732971" cy="2195656"/>
          </a:xfrm>
        </p:grpSpPr>
        <p:cxnSp>
          <p:nvCxnSpPr>
            <p:cNvPr id="39" name="Connector 38"/>
            <p:cNvCxnSpPr/>
            <p:nvPr/>
          </p:nvCxnSpPr>
          <p:spPr>
            <a:xfrm flipH="1">
              <a:off x="7977225" y="3361334"/>
              <a:ext cx="109362" cy="378562"/>
            </a:xfrm>
            <a:prstGeom prst="line">
              <a:avLst/>
            </a:prstGeom>
            <a:ln w="160274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or 39"/>
            <p:cNvCxnSpPr/>
            <p:nvPr/>
          </p:nvCxnSpPr>
          <p:spPr>
            <a:xfrm flipH="1">
              <a:off x="7977225" y="3361334"/>
              <a:ext cx="109362" cy="378562"/>
            </a:xfrm>
            <a:prstGeom prst="line">
              <a:avLst/>
            </a:prstGeom>
            <a:ln w="128524" cap="rnd">
              <a:solidFill>
                <a:srgbClr val="E8B98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nector 40"/>
            <p:cNvCxnSpPr/>
            <p:nvPr/>
          </p:nvCxnSpPr>
          <p:spPr>
            <a:xfrm flipH="1">
              <a:off x="7909925" y="3739896"/>
              <a:ext cx="67300" cy="344911"/>
            </a:xfrm>
            <a:prstGeom prst="line">
              <a:avLst/>
            </a:prstGeom>
            <a:ln w="160274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nector 41"/>
            <p:cNvCxnSpPr/>
            <p:nvPr/>
          </p:nvCxnSpPr>
          <p:spPr>
            <a:xfrm flipH="1">
              <a:off x="7909925" y="3739896"/>
              <a:ext cx="67300" cy="344911"/>
            </a:xfrm>
            <a:prstGeom prst="line">
              <a:avLst/>
            </a:prstGeom>
            <a:ln w="128524" cap="rnd">
              <a:solidFill>
                <a:srgbClr val="F6B25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Rounded Rectangle 42"/>
            <p:cNvSpPr/>
            <p:nvPr/>
          </p:nvSpPr>
          <p:spPr>
            <a:xfrm>
              <a:off x="7716438" y="4051157"/>
              <a:ext cx="286024" cy="134599"/>
            </a:xfrm>
            <a:prstGeom prst="roundRect">
              <a:avLst/>
            </a:prstGeom>
            <a:solidFill>
              <a:srgbClr val="1F2430"/>
            </a:solidFill>
            <a:ln w="12700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4" name="Connector 43"/>
            <p:cNvCxnSpPr/>
            <p:nvPr/>
          </p:nvCxnSpPr>
          <p:spPr>
            <a:xfrm>
              <a:off x="8372612" y="3361334"/>
              <a:ext cx="109362" cy="378562"/>
            </a:xfrm>
            <a:prstGeom prst="line">
              <a:avLst/>
            </a:prstGeom>
            <a:ln w="160274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nector 44"/>
            <p:cNvCxnSpPr/>
            <p:nvPr/>
          </p:nvCxnSpPr>
          <p:spPr>
            <a:xfrm>
              <a:off x="8372612" y="3361334"/>
              <a:ext cx="109362" cy="378562"/>
            </a:xfrm>
            <a:prstGeom prst="line">
              <a:avLst/>
            </a:prstGeom>
            <a:ln w="128524" cap="rnd">
              <a:solidFill>
                <a:srgbClr val="E8B98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nector 45"/>
            <p:cNvCxnSpPr/>
            <p:nvPr/>
          </p:nvCxnSpPr>
          <p:spPr>
            <a:xfrm>
              <a:off x="8481974" y="3739896"/>
              <a:ext cx="67300" cy="344911"/>
            </a:xfrm>
            <a:prstGeom prst="line">
              <a:avLst/>
            </a:prstGeom>
            <a:ln w="160274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onnector 46"/>
            <p:cNvCxnSpPr/>
            <p:nvPr/>
          </p:nvCxnSpPr>
          <p:spPr>
            <a:xfrm>
              <a:off x="8481974" y="3739896"/>
              <a:ext cx="67300" cy="344911"/>
            </a:xfrm>
            <a:prstGeom prst="line">
              <a:avLst/>
            </a:prstGeom>
            <a:ln w="128524" cap="rnd">
              <a:solidFill>
                <a:srgbClr val="F6B25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Rounded Rectangle 47"/>
            <p:cNvSpPr/>
            <p:nvPr/>
          </p:nvSpPr>
          <p:spPr>
            <a:xfrm>
              <a:off x="8456736" y="4051157"/>
              <a:ext cx="286024" cy="134599"/>
            </a:xfrm>
            <a:prstGeom prst="roundRect">
              <a:avLst/>
            </a:prstGeom>
            <a:solidFill>
              <a:srgbClr val="1F2430"/>
            </a:solidFill>
            <a:ln w="12700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Rounded Rectangle 48"/>
            <p:cNvSpPr/>
            <p:nvPr/>
          </p:nvSpPr>
          <p:spPr>
            <a:xfrm>
              <a:off x="7918338" y="3235147"/>
              <a:ext cx="622523" cy="302849"/>
            </a:xfrm>
            <a:prstGeom prst="roundRect">
              <a:avLst/>
            </a:prstGeom>
            <a:solidFill>
              <a:srgbClr val="1D3557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50" name="Connector 49"/>
            <p:cNvCxnSpPr/>
            <p:nvPr/>
          </p:nvCxnSpPr>
          <p:spPr>
            <a:xfrm flipV="1">
              <a:off x="8229600" y="2419136"/>
              <a:ext cx="0" cy="143012"/>
            </a:xfrm>
            <a:prstGeom prst="line">
              <a:avLst/>
            </a:prstGeom>
            <a:ln w="136906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nector 50"/>
            <p:cNvCxnSpPr/>
            <p:nvPr/>
          </p:nvCxnSpPr>
          <p:spPr>
            <a:xfrm flipV="1">
              <a:off x="8229600" y="2419136"/>
              <a:ext cx="0" cy="143012"/>
            </a:xfrm>
            <a:prstGeom prst="line">
              <a:avLst/>
            </a:prstGeom>
            <a:ln w="105156" cap="rnd">
              <a:solidFill>
                <a:srgbClr val="E8B98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Round Same Side Corner Rectangle 51"/>
            <p:cNvSpPr/>
            <p:nvPr/>
          </p:nvSpPr>
          <p:spPr>
            <a:xfrm>
              <a:off x="7901513" y="2536911"/>
              <a:ext cx="656173" cy="824423"/>
            </a:xfrm>
            <a:prstGeom prst="round2SameRect">
              <a:avLst>
                <a:gd name="adj1" fmla="val 30000"/>
                <a:gd name="adj2" fmla="val 12000"/>
              </a:avLst>
            </a:prstGeom>
            <a:solidFill>
              <a:srgbClr val="F28C28"/>
            </a:solidFill>
            <a:ln w="22225">
              <a:solidFill>
                <a:srgbClr val="A844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Rounded Rectangle 52"/>
            <p:cNvSpPr/>
            <p:nvPr/>
          </p:nvSpPr>
          <p:spPr>
            <a:xfrm>
              <a:off x="7918338" y="3273003"/>
              <a:ext cx="622523" cy="75712"/>
            </a:xfrm>
            <a:prstGeom prst="roundRect">
              <a:avLst/>
            </a:prstGeom>
            <a:solidFill>
              <a:srgbClr val="A844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Chord 53"/>
            <p:cNvSpPr/>
            <p:nvPr/>
          </p:nvSpPr>
          <p:spPr>
            <a:xfrm>
              <a:off x="8103412" y="2461199"/>
              <a:ext cx="252374" cy="168249"/>
            </a:xfrm>
            <a:prstGeom prst="chord">
              <a:avLst>
                <a:gd name="adj1" fmla="val 0"/>
                <a:gd name="adj2" fmla="val 10800000"/>
              </a:avLst>
            </a:prstGeom>
            <a:solidFill>
              <a:srgbClr val="FFFFFF"/>
            </a:solidFill>
            <a:ln w="12700">
              <a:solidFill>
                <a:srgbClr val="A844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7977225" y="2705160"/>
              <a:ext cx="504748" cy="47109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2300" b="1">
                  <a:solidFill>
                    <a:srgbClr val="FFFFFF"/>
                  </a:solidFill>
                  <a:latin typeface="PT Sans"/>
                </a:rPr>
                <a:t>1</a:t>
              </a:r>
            </a:p>
          </p:txBody>
        </p:sp>
        <p:cxnSp>
          <p:nvCxnSpPr>
            <p:cNvPr id="56" name="Connector 55"/>
            <p:cNvCxnSpPr/>
            <p:nvPr/>
          </p:nvCxnSpPr>
          <p:spPr>
            <a:xfrm flipH="1">
              <a:off x="7657551" y="2587386"/>
              <a:ext cx="269199" cy="269199"/>
            </a:xfrm>
            <a:prstGeom prst="line">
              <a:avLst/>
            </a:prstGeom>
            <a:ln w="148590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Connector 56"/>
            <p:cNvCxnSpPr/>
            <p:nvPr/>
          </p:nvCxnSpPr>
          <p:spPr>
            <a:xfrm flipH="1">
              <a:off x="7657551" y="2587386"/>
              <a:ext cx="269199" cy="269199"/>
            </a:xfrm>
            <a:prstGeom prst="line">
              <a:avLst/>
            </a:prstGeom>
            <a:ln w="116840" cap="rnd">
              <a:solidFill>
                <a:srgbClr val="F28C2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Connector 57"/>
            <p:cNvCxnSpPr/>
            <p:nvPr/>
          </p:nvCxnSpPr>
          <p:spPr>
            <a:xfrm flipH="1" flipV="1">
              <a:off x="7506126" y="2469611"/>
              <a:ext cx="151425" cy="386974"/>
            </a:xfrm>
            <a:prstGeom prst="line">
              <a:avLst/>
            </a:prstGeom>
            <a:ln w="148590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nector 58"/>
            <p:cNvCxnSpPr/>
            <p:nvPr/>
          </p:nvCxnSpPr>
          <p:spPr>
            <a:xfrm flipH="1" flipV="1">
              <a:off x="7506126" y="2469611"/>
              <a:ext cx="151425" cy="386974"/>
            </a:xfrm>
            <a:prstGeom prst="line">
              <a:avLst/>
            </a:prstGeom>
            <a:ln w="116840" cap="rnd">
              <a:solidFill>
                <a:srgbClr val="F28C2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nector 59"/>
            <p:cNvCxnSpPr/>
            <p:nvPr/>
          </p:nvCxnSpPr>
          <p:spPr>
            <a:xfrm>
              <a:off x="8532449" y="2587386"/>
              <a:ext cx="269199" cy="269199"/>
            </a:xfrm>
            <a:prstGeom prst="line">
              <a:avLst/>
            </a:prstGeom>
            <a:ln w="148590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nector 60"/>
            <p:cNvCxnSpPr/>
            <p:nvPr/>
          </p:nvCxnSpPr>
          <p:spPr>
            <a:xfrm>
              <a:off x="8532449" y="2587386"/>
              <a:ext cx="269199" cy="269199"/>
            </a:xfrm>
            <a:prstGeom prst="line">
              <a:avLst/>
            </a:prstGeom>
            <a:ln w="116840" cap="rnd">
              <a:solidFill>
                <a:srgbClr val="F28C2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Connector 61"/>
            <p:cNvCxnSpPr/>
            <p:nvPr/>
          </p:nvCxnSpPr>
          <p:spPr>
            <a:xfrm flipV="1">
              <a:off x="8801648" y="2469611"/>
              <a:ext cx="151425" cy="386974"/>
            </a:xfrm>
            <a:prstGeom prst="line">
              <a:avLst/>
            </a:prstGeom>
            <a:ln w="148590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nector 62"/>
            <p:cNvCxnSpPr/>
            <p:nvPr/>
          </p:nvCxnSpPr>
          <p:spPr>
            <a:xfrm flipV="1">
              <a:off x="8801648" y="2469611"/>
              <a:ext cx="151425" cy="386974"/>
            </a:xfrm>
            <a:prstGeom prst="line">
              <a:avLst/>
            </a:prstGeom>
            <a:ln w="116840" cap="rnd">
              <a:solidFill>
                <a:srgbClr val="F28C2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Oval 63"/>
            <p:cNvSpPr/>
            <p:nvPr/>
          </p:nvSpPr>
          <p:spPr>
            <a:xfrm>
              <a:off x="7973019" y="2179380"/>
              <a:ext cx="92537" cy="126187"/>
            </a:xfrm>
            <a:prstGeom prst="ellipse">
              <a:avLst/>
            </a:prstGeom>
            <a:solidFill>
              <a:srgbClr val="E8B98E"/>
            </a:solidFill>
            <a:ln w="12700">
              <a:solidFill>
                <a:srgbClr val="A86E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Oval 64"/>
            <p:cNvSpPr/>
            <p:nvPr/>
          </p:nvSpPr>
          <p:spPr>
            <a:xfrm>
              <a:off x="8393643" y="2179380"/>
              <a:ext cx="92537" cy="126187"/>
            </a:xfrm>
            <a:prstGeom prst="ellipse">
              <a:avLst/>
            </a:prstGeom>
            <a:solidFill>
              <a:srgbClr val="E8B98E"/>
            </a:solidFill>
            <a:ln w="12700">
              <a:solidFill>
                <a:srgbClr val="A86E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" name="Oval 65"/>
            <p:cNvSpPr/>
            <p:nvPr/>
          </p:nvSpPr>
          <p:spPr>
            <a:xfrm>
              <a:off x="8002463" y="1990100"/>
              <a:ext cx="454273" cy="370149"/>
            </a:xfrm>
            <a:prstGeom prst="ellipse">
              <a:avLst/>
            </a:prstGeom>
            <a:solidFill>
              <a:srgbClr val="3A2A22"/>
            </a:solidFill>
            <a:ln w="15875">
              <a:solidFill>
                <a:srgbClr val="3A2A2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Oval 66"/>
            <p:cNvSpPr/>
            <p:nvPr/>
          </p:nvSpPr>
          <p:spPr>
            <a:xfrm>
              <a:off x="8031906" y="2078431"/>
              <a:ext cx="395386" cy="395386"/>
            </a:xfrm>
            <a:prstGeom prst="ellipse">
              <a:avLst/>
            </a:prstGeom>
            <a:solidFill>
              <a:srgbClr val="E8B98E"/>
            </a:solidFill>
            <a:ln w="15875">
              <a:solidFill>
                <a:srgbClr val="A86E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Chord 67"/>
            <p:cNvSpPr/>
            <p:nvPr/>
          </p:nvSpPr>
          <p:spPr>
            <a:xfrm>
              <a:off x="8031906" y="2032162"/>
              <a:ext cx="395386" cy="185074"/>
            </a:xfrm>
            <a:prstGeom prst="chord">
              <a:avLst>
                <a:gd name="adj1" fmla="val 10800000"/>
                <a:gd name="adj2" fmla="val 0"/>
              </a:avLst>
            </a:prstGeom>
            <a:solidFill>
              <a:srgbClr val="3A2A2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Oval 68"/>
            <p:cNvSpPr/>
            <p:nvPr/>
          </p:nvSpPr>
          <p:spPr>
            <a:xfrm>
              <a:off x="8113928" y="2221443"/>
              <a:ext cx="63093" cy="75712"/>
            </a:xfrm>
            <a:prstGeom prst="ellipse">
              <a:avLst/>
            </a:prstGeom>
            <a:solidFill>
              <a:srgbClr val="1F243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" name="Oval 69"/>
            <p:cNvSpPr/>
            <p:nvPr/>
          </p:nvSpPr>
          <p:spPr>
            <a:xfrm>
              <a:off x="8147578" y="2236165"/>
              <a:ext cx="21031" cy="2103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Rounded Rectangle 70"/>
            <p:cNvSpPr/>
            <p:nvPr/>
          </p:nvSpPr>
          <p:spPr>
            <a:xfrm>
              <a:off x="8103412" y="2181484"/>
              <a:ext cx="84124" cy="21031"/>
            </a:xfrm>
            <a:prstGeom prst="roundRect">
              <a:avLst/>
            </a:prstGeom>
            <a:solidFill>
              <a:srgbClr val="3A2A2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Oval 71"/>
            <p:cNvSpPr/>
            <p:nvPr/>
          </p:nvSpPr>
          <p:spPr>
            <a:xfrm>
              <a:off x="8282178" y="2221443"/>
              <a:ext cx="63093" cy="75712"/>
            </a:xfrm>
            <a:prstGeom prst="ellipse">
              <a:avLst/>
            </a:prstGeom>
            <a:solidFill>
              <a:srgbClr val="1F243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" name="Oval 72"/>
            <p:cNvSpPr/>
            <p:nvPr/>
          </p:nvSpPr>
          <p:spPr>
            <a:xfrm>
              <a:off x="8315827" y="2236165"/>
              <a:ext cx="21031" cy="2103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Rounded Rectangle 73"/>
            <p:cNvSpPr/>
            <p:nvPr/>
          </p:nvSpPr>
          <p:spPr>
            <a:xfrm>
              <a:off x="8271662" y="2181484"/>
              <a:ext cx="84124" cy="21031"/>
            </a:xfrm>
            <a:prstGeom prst="roundRect">
              <a:avLst/>
            </a:prstGeom>
            <a:solidFill>
              <a:srgbClr val="3A2A2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Oval 74"/>
            <p:cNvSpPr/>
            <p:nvPr/>
          </p:nvSpPr>
          <p:spPr>
            <a:xfrm>
              <a:off x="8208568" y="2292949"/>
              <a:ext cx="42062" cy="33649"/>
            </a:xfrm>
            <a:prstGeom prst="ellipse">
              <a:avLst/>
            </a:prstGeom>
            <a:solidFill>
              <a:srgbClr val="A86E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" name="Chord 75"/>
            <p:cNvSpPr/>
            <p:nvPr/>
          </p:nvSpPr>
          <p:spPr>
            <a:xfrm>
              <a:off x="8153887" y="2309774"/>
              <a:ext cx="151424" cy="100949"/>
            </a:xfrm>
            <a:prstGeom prst="chord">
              <a:avLst>
                <a:gd name="adj1" fmla="val 0"/>
                <a:gd name="adj2" fmla="val 10800000"/>
              </a:avLst>
            </a:prstGeom>
            <a:solidFill>
              <a:srgbClr val="FFFFFF"/>
            </a:solidFill>
            <a:ln w="12700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" name="Oval 76"/>
            <p:cNvSpPr/>
            <p:nvPr/>
          </p:nvSpPr>
          <p:spPr>
            <a:xfrm>
              <a:off x="7363114" y="2318186"/>
              <a:ext cx="286024" cy="302849"/>
            </a:xfrm>
            <a:prstGeom prst="ellipse">
              <a:avLst/>
            </a:prstGeom>
            <a:solidFill>
              <a:srgbClr val="B5E2D3"/>
            </a:solidFill>
            <a:ln w="28575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" name="Oval 77"/>
            <p:cNvSpPr/>
            <p:nvPr/>
          </p:nvSpPr>
          <p:spPr>
            <a:xfrm rot="4117763">
              <a:off x="7502425" y="2590078"/>
              <a:ext cx="134599" cy="84124"/>
            </a:xfrm>
            <a:prstGeom prst="ellipse">
              <a:avLst/>
            </a:prstGeom>
            <a:solidFill>
              <a:srgbClr val="007A5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" name="Oval 78"/>
            <p:cNvSpPr/>
            <p:nvPr/>
          </p:nvSpPr>
          <p:spPr>
            <a:xfrm>
              <a:off x="8810061" y="2318186"/>
              <a:ext cx="286024" cy="302849"/>
            </a:xfrm>
            <a:prstGeom prst="ellipse">
              <a:avLst/>
            </a:prstGeom>
            <a:solidFill>
              <a:srgbClr val="B5E2D3"/>
            </a:solidFill>
            <a:ln w="28575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" name="Oval 79"/>
            <p:cNvSpPr/>
            <p:nvPr/>
          </p:nvSpPr>
          <p:spPr>
            <a:xfrm rot="6682237">
              <a:off x="8822175" y="2590078"/>
              <a:ext cx="134599" cy="84124"/>
            </a:xfrm>
            <a:prstGeom prst="ellipse">
              <a:avLst/>
            </a:prstGeom>
            <a:solidFill>
              <a:srgbClr val="007A5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67" name="Group 166"/>
          <p:cNvGrpSpPr/>
          <p:nvPr/>
        </p:nvGrpSpPr>
        <p:grpSpPr>
          <a:xfrm>
            <a:off x="7830182" y="1839684"/>
            <a:ext cx="2636224" cy="1203848"/>
            <a:chOff x="7830182" y="1839684"/>
            <a:chExt cx="2636224" cy="1203848"/>
          </a:xfrm>
        </p:grpSpPr>
        <p:cxnSp>
          <p:nvCxnSpPr>
            <p:cNvPr id="125" name="Connector 124"/>
            <p:cNvCxnSpPr/>
            <p:nvPr/>
          </p:nvCxnSpPr>
          <p:spPr>
            <a:xfrm flipH="1">
              <a:off x="8375629" y="2455832"/>
              <a:ext cx="363037" cy="162184"/>
            </a:xfrm>
            <a:prstGeom prst="line">
              <a:avLst/>
            </a:prstGeom>
            <a:ln w="160274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Connector 125"/>
            <p:cNvCxnSpPr/>
            <p:nvPr/>
          </p:nvCxnSpPr>
          <p:spPr>
            <a:xfrm flipH="1">
              <a:off x="8375629" y="2455832"/>
              <a:ext cx="363037" cy="162184"/>
            </a:xfrm>
            <a:prstGeom prst="line">
              <a:avLst/>
            </a:prstGeom>
            <a:ln w="128524" cap="rnd">
              <a:solidFill>
                <a:srgbClr val="E8B98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Connector 126"/>
            <p:cNvCxnSpPr/>
            <p:nvPr/>
          </p:nvCxnSpPr>
          <p:spPr>
            <a:xfrm flipH="1">
              <a:off x="8020795" y="2618016"/>
              <a:ext cx="354834" cy="132984"/>
            </a:xfrm>
            <a:prstGeom prst="line">
              <a:avLst/>
            </a:prstGeom>
            <a:ln w="160274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Connector 127"/>
            <p:cNvCxnSpPr/>
            <p:nvPr/>
          </p:nvCxnSpPr>
          <p:spPr>
            <a:xfrm flipH="1">
              <a:off x="8020795" y="2618016"/>
              <a:ext cx="354834" cy="132984"/>
            </a:xfrm>
            <a:prstGeom prst="line">
              <a:avLst/>
            </a:prstGeom>
            <a:ln w="128524" cap="rnd">
              <a:solidFill>
                <a:srgbClr val="F6B25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9" name="Rounded Rectangle 128"/>
            <p:cNvSpPr/>
            <p:nvPr/>
          </p:nvSpPr>
          <p:spPr>
            <a:xfrm rot="4320000">
              <a:off x="7830182" y="2646094"/>
              <a:ext cx="286024" cy="134599"/>
            </a:xfrm>
            <a:prstGeom prst="roundRect">
              <a:avLst/>
            </a:prstGeom>
            <a:solidFill>
              <a:srgbClr val="1F2430"/>
            </a:solidFill>
            <a:ln w="12700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30" name="Connector 129"/>
            <p:cNvCxnSpPr/>
            <p:nvPr/>
          </p:nvCxnSpPr>
          <p:spPr>
            <a:xfrm flipH="1">
              <a:off x="8612421" y="2727857"/>
              <a:ext cx="214632" cy="237801"/>
            </a:xfrm>
            <a:prstGeom prst="line">
              <a:avLst/>
            </a:prstGeom>
            <a:ln w="160274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or 130"/>
            <p:cNvCxnSpPr/>
            <p:nvPr/>
          </p:nvCxnSpPr>
          <p:spPr>
            <a:xfrm flipH="1">
              <a:off x="8612421" y="2727857"/>
              <a:ext cx="214632" cy="237801"/>
            </a:xfrm>
            <a:prstGeom prst="line">
              <a:avLst/>
            </a:prstGeom>
            <a:ln w="128524" cap="rnd">
              <a:solidFill>
                <a:srgbClr val="E8B98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Connector 131"/>
            <p:cNvCxnSpPr/>
            <p:nvPr/>
          </p:nvCxnSpPr>
          <p:spPr>
            <a:xfrm flipH="1" flipV="1">
              <a:off x="8269600" y="2917830"/>
              <a:ext cx="342821" cy="47828"/>
            </a:xfrm>
            <a:prstGeom prst="line">
              <a:avLst/>
            </a:prstGeom>
            <a:ln w="160274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Connector 132"/>
            <p:cNvCxnSpPr/>
            <p:nvPr/>
          </p:nvCxnSpPr>
          <p:spPr>
            <a:xfrm flipH="1" flipV="1">
              <a:off x="8269600" y="2917830"/>
              <a:ext cx="342821" cy="47828"/>
            </a:xfrm>
            <a:prstGeom prst="line">
              <a:avLst/>
            </a:prstGeom>
            <a:ln w="128524" cap="rnd">
              <a:solidFill>
                <a:srgbClr val="F6B25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4" name="Rounded Rectangle 133"/>
            <p:cNvSpPr/>
            <p:nvPr/>
          </p:nvSpPr>
          <p:spPr>
            <a:xfrm rot="4320000">
              <a:off x="8110183" y="2908933"/>
              <a:ext cx="286024" cy="134599"/>
            </a:xfrm>
            <a:prstGeom prst="roundRect">
              <a:avLst/>
            </a:prstGeom>
            <a:solidFill>
              <a:srgbClr val="1F2430"/>
            </a:solidFill>
            <a:ln w="12700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5" name="Rounded Rectangle 134"/>
            <p:cNvSpPr/>
            <p:nvPr/>
          </p:nvSpPr>
          <p:spPr>
            <a:xfrm rot="4320000">
              <a:off x="8447596" y="2448218"/>
              <a:ext cx="622523" cy="302849"/>
            </a:xfrm>
            <a:prstGeom prst="roundRect">
              <a:avLst/>
            </a:prstGeom>
            <a:solidFill>
              <a:srgbClr val="1D3557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36" name="Connector 135"/>
            <p:cNvCxnSpPr/>
            <p:nvPr/>
          </p:nvCxnSpPr>
          <p:spPr>
            <a:xfrm flipV="1">
              <a:off x="9542930" y="2300689"/>
              <a:ext cx="136013" cy="44193"/>
            </a:xfrm>
            <a:prstGeom prst="line">
              <a:avLst/>
            </a:prstGeom>
            <a:ln w="136906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Connector 136"/>
            <p:cNvCxnSpPr/>
            <p:nvPr/>
          </p:nvCxnSpPr>
          <p:spPr>
            <a:xfrm flipV="1">
              <a:off x="9542930" y="2300689"/>
              <a:ext cx="136013" cy="44193"/>
            </a:xfrm>
            <a:prstGeom prst="line">
              <a:avLst/>
            </a:prstGeom>
            <a:ln w="105156" cap="rnd">
              <a:solidFill>
                <a:srgbClr val="E8B98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8" name="Round Same Side Corner Rectangle 137"/>
            <p:cNvSpPr/>
            <p:nvPr/>
          </p:nvSpPr>
          <p:spPr>
            <a:xfrm rot="4320000">
              <a:off x="8846809" y="2052252"/>
              <a:ext cx="656173" cy="824423"/>
            </a:xfrm>
            <a:prstGeom prst="round2SameRect">
              <a:avLst>
                <a:gd name="adj1" fmla="val 30000"/>
                <a:gd name="adj2" fmla="val 12000"/>
              </a:avLst>
            </a:prstGeom>
            <a:solidFill>
              <a:srgbClr val="F28C28"/>
            </a:solidFill>
            <a:ln w="22225">
              <a:solidFill>
                <a:srgbClr val="A844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9" name="Rounded Rectangle 138"/>
            <p:cNvSpPr/>
            <p:nvPr/>
          </p:nvSpPr>
          <p:spPr>
            <a:xfrm rot="4320000">
              <a:off x="8519602" y="2538390"/>
              <a:ext cx="622523" cy="75712"/>
            </a:xfrm>
            <a:prstGeom prst="roundRect">
              <a:avLst/>
            </a:prstGeom>
            <a:solidFill>
              <a:srgbClr val="A844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0" name="Chord 139"/>
            <p:cNvSpPr/>
            <p:nvPr/>
          </p:nvSpPr>
          <p:spPr>
            <a:xfrm rot="4320000">
              <a:off x="9432745" y="2255558"/>
              <a:ext cx="252374" cy="168249"/>
            </a:xfrm>
            <a:prstGeom prst="chord">
              <a:avLst>
                <a:gd name="adj1" fmla="val 0"/>
                <a:gd name="adj2" fmla="val 10800000"/>
              </a:avLst>
            </a:prstGeom>
            <a:solidFill>
              <a:srgbClr val="FFFFFF"/>
            </a:solidFill>
            <a:ln w="12700">
              <a:solidFill>
                <a:srgbClr val="A844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1" name="TextBox 140"/>
            <p:cNvSpPr txBox="1"/>
            <p:nvPr/>
          </p:nvSpPr>
          <p:spPr>
            <a:xfrm rot="4320000">
              <a:off x="8930522" y="2226315"/>
              <a:ext cx="504748" cy="47109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2300" b="1">
                  <a:solidFill>
                    <a:srgbClr val="FFFFFF"/>
                  </a:solidFill>
                  <a:latin typeface="PT Sans"/>
                </a:rPr>
                <a:t>1</a:t>
              </a:r>
            </a:p>
          </p:txBody>
        </p:sp>
        <p:cxnSp>
          <p:nvCxnSpPr>
            <p:cNvPr id="142" name="Connector 141"/>
            <p:cNvCxnSpPr/>
            <p:nvPr/>
          </p:nvCxnSpPr>
          <p:spPr>
            <a:xfrm flipV="1">
              <a:off x="9425343" y="2014884"/>
              <a:ext cx="452635" cy="49770"/>
            </a:xfrm>
            <a:prstGeom prst="line">
              <a:avLst/>
            </a:prstGeom>
            <a:ln w="148590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Connector 142"/>
            <p:cNvCxnSpPr/>
            <p:nvPr/>
          </p:nvCxnSpPr>
          <p:spPr>
            <a:xfrm flipV="1">
              <a:off x="9425343" y="2014884"/>
              <a:ext cx="452635" cy="49770"/>
            </a:xfrm>
            <a:prstGeom prst="line">
              <a:avLst/>
            </a:prstGeom>
            <a:ln w="116840" cap="rnd">
              <a:solidFill>
                <a:srgbClr val="F28C2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Connector 143"/>
            <p:cNvCxnSpPr/>
            <p:nvPr/>
          </p:nvCxnSpPr>
          <p:spPr>
            <a:xfrm flipV="1">
              <a:off x="9877978" y="1991109"/>
              <a:ext cx="372627" cy="23775"/>
            </a:xfrm>
            <a:prstGeom prst="line">
              <a:avLst/>
            </a:prstGeom>
            <a:ln w="148590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Connector 144"/>
            <p:cNvCxnSpPr/>
            <p:nvPr/>
          </p:nvCxnSpPr>
          <p:spPr>
            <a:xfrm flipV="1">
              <a:off x="9877978" y="1991109"/>
              <a:ext cx="372627" cy="23775"/>
            </a:xfrm>
            <a:prstGeom prst="line">
              <a:avLst/>
            </a:prstGeom>
            <a:ln w="116840" cap="rnd">
              <a:solidFill>
                <a:srgbClr val="F28C2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Connector 145"/>
            <p:cNvCxnSpPr/>
            <p:nvPr/>
          </p:nvCxnSpPr>
          <p:spPr>
            <a:xfrm flipV="1">
              <a:off x="9612514" y="2414921"/>
              <a:ext cx="395443" cy="225787"/>
            </a:xfrm>
            <a:prstGeom prst="line">
              <a:avLst/>
            </a:prstGeom>
            <a:ln w="148590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Connector 146"/>
            <p:cNvCxnSpPr/>
            <p:nvPr/>
          </p:nvCxnSpPr>
          <p:spPr>
            <a:xfrm flipV="1">
              <a:off x="9612514" y="2414921"/>
              <a:ext cx="395443" cy="225787"/>
            </a:xfrm>
            <a:prstGeom prst="line">
              <a:avLst/>
            </a:prstGeom>
            <a:ln w="116840" cap="rnd">
              <a:solidFill>
                <a:srgbClr val="F28C2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Connector 147"/>
            <p:cNvCxnSpPr/>
            <p:nvPr/>
          </p:nvCxnSpPr>
          <p:spPr>
            <a:xfrm flipV="1">
              <a:off x="10007957" y="2215130"/>
              <a:ext cx="315437" cy="199791"/>
            </a:xfrm>
            <a:prstGeom prst="line">
              <a:avLst/>
            </a:prstGeom>
            <a:ln w="148590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Connector 148"/>
            <p:cNvCxnSpPr/>
            <p:nvPr/>
          </p:nvCxnSpPr>
          <p:spPr>
            <a:xfrm flipV="1">
              <a:off x="10007957" y="2215130"/>
              <a:ext cx="315437" cy="199791"/>
            </a:xfrm>
            <a:prstGeom prst="line">
              <a:avLst/>
            </a:prstGeom>
            <a:ln w="116840" cap="rnd">
              <a:solidFill>
                <a:srgbClr val="F28C2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0" name="Oval 149"/>
            <p:cNvSpPr/>
            <p:nvPr/>
          </p:nvSpPr>
          <p:spPr>
            <a:xfrm rot="4320000">
              <a:off x="9735700" y="1982985"/>
              <a:ext cx="92537" cy="126187"/>
            </a:xfrm>
            <a:prstGeom prst="ellipse">
              <a:avLst/>
            </a:prstGeom>
            <a:solidFill>
              <a:srgbClr val="E8B98E"/>
            </a:solidFill>
            <a:ln w="12700">
              <a:solidFill>
                <a:srgbClr val="A86E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1" name="Oval 150"/>
            <p:cNvSpPr/>
            <p:nvPr/>
          </p:nvSpPr>
          <p:spPr>
            <a:xfrm rot="4320000">
              <a:off x="9865680" y="2383022"/>
              <a:ext cx="92537" cy="126187"/>
            </a:xfrm>
            <a:prstGeom prst="ellipse">
              <a:avLst/>
            </a:prstGeom>
            <a:solidFill>
              <a:srgbClr val="E8B98E"/>
            </a:solidFill>
            <a:ln w="12700">
              <a:solidFill>
                <a:srgbClr val="A86E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2" name="Oval 151"/>
            <p:cNvSpPr/>
            <p:nvPr/>
          </p:nvSpPr>
          <p:spPr>
            <a:xfrm rot="4320000">
              <a:off x="9683828" y="2040226"/>
              <a:ext cx="454273" cy="370149"/>
            </a:xfrm>
            <a:prstGeom prst="ellipse">
              <a:avLst/>
            </a:prstGeom>
            <a:solidFill>
              <a:srgbClr val="3A2A22"/>
            </a:solidFill>
            <a:ln w="15875">
              <a:solidFill>
                <a:srgbClr val="3A2A2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3" name="Oval 152"/>
            <p:cNvSpPr/>
            <p:nvPr/>
          </p:nvSpPr>
          <p:spPr>
            <a:xfrm rot="4320000">
              <a:off x="9617262" y="2058803"/>
              <a:ext cx="395386" cy="395386"/>
            </a:xfrm>
            <a:prstGeom prst="ellipse">
              <a:avLst/>
            </a:prstGeom>
            <a:solidFill>
              <a:srgbClr val="E8B98E"/>
            </a:solidFill>
            <a:ln w="15875">
              <a:solidFill>
                <a:srgbClr val="A86E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4" name="Chord 153"/>
            <p:cNvSpPr/>
            <p:nvPr/>
          </p:nvSpPr>
          <p:spPr>
            <a:xfrm rot="4320000">
              <a:off x="9761276" y="2117166"/>
              <a:ext cx="395386" cy="185074"/>
            </a:xfrm>
            <a:prstGeom prst="chord">
              <a:avLst>
                <a:gd name="adj1" fmla="val 10800000"/>
                <a:gd name="adj2" fmla="val 0"/>
              </a:avLst>
            </a:prstGeom>
            <a:solidFill>
              <a:srgbClr val="3A2A2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5" name="Oval 154"/>
            <p:cNvSpPr/>
            <p:nvPr/>
          </p:nvSpPr>
          <p:spPr>
            <a:xfrm rot="4320000">
              <a:off x="9773414" y="2133433"/>
              <a:ext cx="63093" cy="75712"/>
            </a:xfrm>
            <a:prstGeom prst="ellipse">
              <a:avLst/>
            </a:prstGeom>
            <a:solidFill>
              <a:srgbClr val="1F243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6" name="Oval 155"/>
            <p:cNvSpPr/>
            <p:nvPr/>
          </p:nvSpPr>
          <p:spPr>
            <a:xfrm rot="4320000">
              <a:off x="9810346" y="2168875"/>
              <a:ext cx="21031" cy="2103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7" name="Rounded Rectangle 156"/>
            <p:cNvSpPr/>
            <p:nvPr/>
          </p:nvSpPr>
          <p:spPr>
            <a:xfrm rot="4320000">
              <a:off x="9826905" y="2139977"/>
              <a:ext cx="84124" cy="21031"/>
            </a:xfrm>
            <a:prstGeom prst="roundRect">
              <a:avLst/>
            </a:prstGeom>
            <a:solidFill>
              <a:srgbClr val="3A2A2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8" name="Oval 157"/>
            <p:cNvSpPr/>
            <p:nvPr/>
          </p:nvSpPr>
          <p:spPr>
            <a:xfrm rot="4320000">
              <a:off x="9825406" y="2293448"/>
              <a:ext cx="63093" cy="75712"/>
            </a:xfrm>
            <a:prstGeom prst="ellipse">
              <a:avLst/>
            </a:prstGeom>
            <a:solidFill>
              <a:srgbClr val="1F243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9" name="Oval 158"/>
            <p:cNvSpPr/>
            <p:nvPr/>
          </p:nvSpPr>
          <p:spPr>
            <a:xfrm rot="4320000">
              <a:off x="9862338" y="2328890"/>
              <a:ext cx="21031" cy="2103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0" name="Rounded Rectangle 159"/>
            <p:cNvSpPr/>
            <p:nvPr/>
          </p:nvSpPr>
          <p:spPr>
            <a:xfrm rot="4320000">
              <a:off x="9878897" y="2299992"/>
              <a:ext cx="84124" cy="21031"/>
            </a:xfrm>
            <a:prstGeom prst="roundRect">
              <a:avLst/>
            </a:prstGeom>
            <a:solidFill>
              <a:srgbClr val="3A2A2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1" name="Oval 160"/>
            <p:cNvSpPr/>
            <p:nvPr/>
          </p:nvSpPr>
          <p:spPr>
            <a:xfrm rot="4320000">
              <a:off x="9761921" y="2250069"/>
              <a:ext cx="42062" cy="33649"/>
            </a:xfrm>
            <a:prstGeom prst="ellipse">
              <a:avLst/>
            </a:prstGeom>
            <a:solidFill>
              <a:srgbClr val="A86E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2" name="Chord 161"/>
            <p:cNvSpPr/>
            <p:nvPr/>
          </p:nvSpPr>
          <p:spPr>
            <a:xfrm rot="4320000">
              <a:off x="9659236" y="2232017"/>
              <a:ext cx="151424" cy="100949"/>
            </a:xfrm>
            <a:prstGeom prst="chord">
              <a:avLst>
                <a:gd name="adj1" fmla="val 0"/>
                <a:gd name="adj2" fmla="val 10800000"/>
              </a:avLst>
            </a:prstGeom>
            <a:solidFill>
              <a:srgbClr val="FFFFFF"/>
            </a:solidFill>
            <a:ln w="12700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3" name="Oval 162"/>
            <p:cNvSpPr/>
            <p:nvPr/>
          </p:nvSpPr>
          <p:spPr>
            <a:xfrm rot="4320000">
              <a:off x="10107593" y="1839684"/>
              <a:ext cx="286024" cy="302849"/>
            </a:xfrm>
            <a:prstGeom prst="ellipse">
              <a:avLst/>
            </a:prstGeom>
            <a:solidFill>
              <a:srgbClr val="B5E2D3"/>
            </a:solidFill>
            <a:ln w="28575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4" name="Oval 163"/>
            <p:cNvSpPr/>
            <p:nvPr/>
          </p:nvSpPr>
          <p:spPr>
            <a:xfrm rot="10580960">
              <a:off x="10026802" y="1959032"/>
              <a:ext cx="134599" cy="84124"/>
            </a:xfrm>
            <a:prstGeom prst="ellipse">
              <a:avLst/>
            </a:prstGeom>
            <a:solidFill>
              <a:srgbClr val="007A5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5" name="Oval 164"/>
            <p:cNvSpPr/>
            <p:nvPr/>
          </p:nvSpPr>
          <p:spPr>
            <a:xfrm rot="4320000">
              <a:off x="10180382" y="2063705"/>
              <a:ext cx="286024" cy="302849"/>
            </a:xfrm>
            <a:prstGeom prst="ellipse">
              <a:avLst/>
            </a:prstGeom>
            <a:solidFill>
              <a:srgbClr val="B5E2D3"/>
            </a:solidFill>
            <a:ln w="28575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6" name="Oval 165"/>
            <p:cNvSpPr/>
            <p:nvPr/>
          </p:nvSpPr>
          <p:spPr>
            <a:xfrm rot="8859040">
              <a:off x="10123611" y="2256980"/>
              <a:ext cx="134599" cy="84124"/>
            </a:xfrm>
            <a:prstGeom prst="ellipse">
              <a:avLst/>
            </a:prstGeom>
            <a:solidFill>
              <a:srgbClr val="007A5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10" name="Group 209"/>
          <p:cNvGrpSpPr/>
          <p:nvPr/>
        </p:nvGrpSpPr>
        <p:grpSpPr>
          <a:xfrm>
            <a:off x="7867863" y="1631655"/>
            <a:ext cx="723473" cy="2355494"/>
            <a:chOff x="7867863" y="1631655"/>
            <a:chExt cx="723473" cy="2355494"/>
          </a:xfrm>
        </p:grpSpPr>
        <p:cxnSp>
          <p:nvCxnSpPr>
            <p:cNvPr id="168" name="Connector 167"/>
            <p:cNvCxnSpPr/>
            <p:nvPr/>
          </p:nvCxnSpPr>
          <p:spPr>
            <a:xfrm flipH="1">
              <a:off x="7943575" y="3347801"/>
              <a:ext cx="143012" cy="252374"/>
            </a:xfrm>
            <a:prstGeom prst="line">
              <a:avLst/>
            </a:prstGeom>
            <a:ln w="160274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Connector 168"/>
            <p:cNvCxnSpPr/>
            <p:nvPr/>
          </p:nvCxnSpPr>
          <p:spPr>
            <a:xfrm flipH="1">
              <a:off x="7943575" y="3347801"/>
              <a:ext cx="143012" cy="252374"/>
            </a:xfrm>
            <a:prstGeom prst="line">
              <a:avLst/>
            </a:prstGeom>
            <a:ln w="128524" cap="rnd">
              <a:solidFill>
                <a:srgbClr val="E8B98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Connector 169"/>
            <p:cNvCxnSpPr/>
            <p:nvPr/>
          </p:nvCxnSpPr>
          <p:spPr>
            <a:xfrm>
              <a:off x="7943575" y="3600175"/>
              <a:ext cx="117775" cy="286025"/>
            </a:xfrm>
            <a:prstGeom prst="line">
              <a:avLst/>
            </a:prstGeom>
            <a:ln w="160274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Connector 170"/>
            <p:cNvCxnSpPr/>
            <p:nvPr/>
          </p:nvCxnSpPr>
          <p:spPr>
            <a:xfrm>
              <a:off x="7943575" y="3600175"/>
              <a:ext cx="117775" cy="286025"/>
            </a:xfrm>
            <a:prstGeom prst="line">
              <a:avLst/>
            </a:prstGeom>
            <a:ln w="128524" cap="rnd">
              <a:solidFill>
                <a:srgbClr val="F6B25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2" name="Rounded Rectangle 171"/>
            <p:cNvSpPr/>
            <p:nvPr/>
          </p:nvSpPr>
          <p:spPr>
            <a:xfrm>
              <a:off x="7867863" y="3852550"/>
              <a:ext cx="286024" cy="134599"/>
            </a:xfrm>
            <a:prstGeom prst="roundRect">
              <a:avLst/>
            </a:prstGeom>
            <a:solidFill>
              <a:srgbClr val="1F2430"/>
            </a:solidFill>
            <a:ln w="12700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73" name="Connector 172"/>
            <p:cNvCxnSpPr/>
            <p:nvPr/>
          </p:nvCxnSpPr>
          <p:spPr>
            <a:xfrm>
              <a:off x="8372612" y="3347801"/>
              <a:ext cx="143012" cy="252374"/>
            </a:xfrm>
            <a:prstGeom prst="line">
              <a:avLst/>
            </a:prstGeom>
            <a:ln w="160274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Connector 173"/>
            <p:cNvCxnSpPr/>
            <p:nvPr/>
          </p:nvCxnSpPr>
          <p:spPr>
            <a:xfrm>
              <a:off x="8372612" y="3347801"/>
              <a:ext cx="143012" cy="252374"/>
            </a:xfrm>
            <a:prstGeom prst="line">
              <a:avLst/>
            </a:prstGeom>
            <a:ln w="128524" cap="rnd">
              <a:solidFill>
                <a:srgbClr val="E8B98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Connector 174"/>
            <p:cNvCxnSpPr/>
            <p:nvPr/>
          </p:nvCxnSpPr>
          <p:spPr>
            <a:xfrm flipH="1">
              <a:off x="8397849" y="3600175"/>
              <a:ext cx="117775" cy="286025"/>
            </a:xfrm>
            <a:prstGeom prst="line">
              <a:avLst/>
            </a:prstGeom>
            <a:ln w="160274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Connector 175"/>
            <p:cNvCxnSpPr/>
            <p:nvPr/>
          </p:nvCxnSpPr>
          <p:spPr>
            <a:xfrm flipH="1">
              <a:off x="8397849" y="3600175"/>
              <a:ext cx="117775" cy="286025"/>
            </a:xfrm>
            <a:prstGeom prst="line">
              <a:avLst/>
            </a:prstGeom>
            <a:ln w="128524" cap="rnd">
              <a:solidFill>
                <a:srgbClr val="F6B25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7" name="Rounded Rectangle 176"/>
            <p:cNvSpPr/>
            <p:nvPr/>
          </p:nvSpPr>
          <p:spPr>
            <a:xfrm>
              <a:off x="8305312" y="3852550"/>
              <a:ext cx="286024" cy="134599"/>
            </a:xfrm>
            <a:prstGeom prst="roundRect">
              <a:avLst/>
            </a:prstGeom>
            <a:solidFill>
              <a:srgbClr val="1F2430"/>
            </a:solidFill>
            <a:ln w="12700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8" name="Rounded Rectangle 177"/>
            <p:cNvSpPr/>
            <p:nvPr/>
          </p:nvSpPr>
          <p:spPr>
            <a:xfrm>
              <a:off x="7918338" y="3221614"/>
              <a:ext cx="622523" cy="302849"/>
            </a:xfrm>
            <a:prstGeom prst="roundRect">
              <a:avLst/>
            </a:prstGeom>
            <a:solidFill>
              <a:srgbClr val="1D3557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79" name="Connector 178"/>
            <p:cNvCxnSpPr/>
            <p:nvPr/>
          </p:nvCxnSpPr>
          <p:spPr>
            <a:xfrm flipV="1">
              <a:off x="8229600" y="2405603"/>
              <a:ext cx="0" cy="143012"/>
            </a:xfrm>
            <a:prstGeom prst="line">
              <a:avLst/>
            </a:prstGeom>
            <a:ln w="136906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Connector 179"/>
            <p:cNvCxnSpPr/>
            <p:nvPr/>
          </p:nvCxnSpPr>
          <p:spPr>
            <a:xfrm flipV="1">
              <a:off x="8229600" y="2405603"/>
              <a:ext cx="0" cy="143012"/>
            </a:xfrm>
            <a:prstGeom prst="line">
              <a:avLst/>
            </a:prstGeom>
            <a:ln w="105156" cap="rnd">
              <a:solidFill>
                <a:srgbClr val="E8B98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1" name="Round Same Side Corner Rectangle 180"/>
            <p:cNvSpPr/>
            <p:nvPr/>
          </p:nvSpPr>
          <p:spPr>
            <a:xfrm>
              <a:off x="7901513" y="2523378"/>
              <a:ext cx="656173" cy="824423"/>
            </a:xfrm>
            <a:prstGeom prst="round2SameRect">
              <a:avLst>
                <a:gd name="adj1" fmla="val 30000"/>
                <a:gd name="adj2" fmla="val 12000"/>
              </a:avLst>
            </a:prstGeom>
            <a:solidFill>
              <a:srgbClr val="F28C28"/>
            </a:solidFill>
            <a:ln w="22225">
              <a:solidFill>
                <a:srgbClr val="A844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2" name="Rounded Rectangle 181"/>
            <p:cNvSpPr/>
            <p:nvPr/>
          </p:nvSpPr>
          <p:spPr>
            <a:xfrm>
              <a:off x="7918338" y="3259470"/>
              <a:ext cx="622523" cy="75712"/>
            </a:xfrm>
            <a:prstGeom prst="roundRect">
              <a:avLst/>
            </a:prstGeom>
            <a:solidFill>
              <a:srgbClr val="A844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3" name="Chord 182"/>
            <p:cNvSpPr/>
            <p:nvPr/>
          </p:nvSpPr>
          <p:spPr>
            <a:xfrm>
              <a:off x="8103412" y="2447665"/>
              <a:ext cx="252374" cy="168249"/>
            </a:xfrm>
            <a:prstGeom prst="chord">
              <a:avLst>
                <a:gd name="adj1" fmla="val 0"/>
                <a:gd name="adj2" fmla="val 10800000"/>
              </a:avLst>
            </a:prstGeom>
            <a:solidFill>
              <a:srgbClr val="FFFFFF"/>
            </a:solidFill>
            <a:ln w="12700">
              <a:solidFill>
                <a:srgbClr val="A844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4" name="TextBox 183"/>
            <p:cNvSpPr txBox="1"/>
            <p:nvPr/>
          </p:nvSpPr>
          <p:spPr>
            <a:xfrm>
              <a:off x="7977225" y="2691627"/>
              <a:ext cx="504748" cy="47109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2300" b="1">
                  <a:solidFill>
                    <a:srgbClr val="FFFFFF"/>
                  </a:solidFill>
                  <a:latin typeface="PT Sans"/>
                </a:rPr>
                <a:t>1</a:t>
              </a:r>
            </a:p>
          </p:txBody>
        </p:sp>
        <p:cxnSp>
          <p:nvCxnSpPr>
            <p:cNvPr id="185" name="Connector 184"/>
            <p:cNvCxnSpPr/>
            <p:nvPr/>
          </p:nvCxnSpPr>
          <p:spPr>
            <a:xfrm flipH="1" flipV="1">
              <a:off x="7893100" y="2153229"/>
              <a:ext cx="33650" cy="420624"/>
            </a:xfrm>
            <a:prstGeom prst="line">
              <a:avLst/>
            </a:prstGeom>
            <a:ln w="148590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Connector 185"/>
            <p:cNvCxnSpPr/>
            <p:nvPr/>
          </p:nvCxnSpPr>
          <p:spPr>
            <a:xfrm flipH="1" flipV="1">
              <a:off x="7893100" y="2153229"/>
              <a:ext cx="33650" cy="420624"/>
            </a:xfrm>
            <a:prstGeom prst="line">
              <a:avLst/>
            </a:prstGeom>
            <a:ln w="116840" cap="rnd">
              <a:solidFill>
                <a:srgbClr val="F28C2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Connector 186"/>
            <p:cNvCxnSpPr/>
            <p:nvPr/>
          </p:nvCxnSpPr>
          <p:spPr>
            <a:xfrm flipV="1">
              <a:off x="7893100" y="1783080"/>
              <a:ext cx="117775" cy="370149"/>
            </a:xfrm>
            <a:prstGeom prst="line">
              <a:avLst/>
            </a:prstGeom>
            <a:ln w="148590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Connector 187"/>
            <p:cNvCxnSpPr/>
            <p:nvPr/>
          </p:nvCxnSpPr>
          <p:spPr>
            <a:xfrm flipV="1">
              <a:off x="7893100" y="1783080"/>
              <a:ext cx="117775" cy="370149"/>
            </a:xfrm>
            <a:prstGeom prst="line">
              <a:avLst/>
            </a:prstGeom>
            <a:ln w="116840" cap="rnd">
              <a:solidFill>
                <a:srgbClr val="F28C2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Connector 188"/>
            <p:cNvCxnSpPr/>
            <p:nvPr/>
          </p:nvCxnSpPr>
          <p:spPr>
            <a:xfrm flipV="1">
              <a:off x="8532449" y="2153229"/>
              <a:ext cx="33650" cy="420624"/>
            </a:xfrm>
            <a:prstGeom prst="line">
              <a:avLst/>
            </a:prstGeom>
            <a:ln w="148590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Connector 189"/>
            <p:cNvCxnSpPr/>
            <p:nvPr/>
          </p:nvCxnSpPr>
          <p:spPr>
            <a:xfrm flipV="1">
              <a:off x="8532449" y="2153229"/>
              <a:ext cx="33650" cy="420624"/>
            </a:xfrm>
            <a:prstGeom prst="line">
              <a:avLst/>
            </a:prstGeom>
            <a:ln w="116840" cap="rnd">
              <a:solidFill>
                <a:srgbClr val="F28C2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Connector 190"/>
            <p:cNvCxnSpPr/>
            <p:nvPr/>
          </p:nvCxnSpPr>
          <p:spPr>
            <a:xfrm flipH="1" flipV="1">
              <a:off x="8448324" y="1783080"/>
              <a:ext cx="117775" cy="370149"/>
            </a:xfrm>
            <a:prstGeom prst="line">
              <a:avLst/>
            </a:prstGeom>
            <a:ln w="148590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Connector 191"/>
            <p:cNvCxnSpPr/>
            <p:nvPr/>
          </p:nvCxnSpPr>
          <p:spPr>
            <a:xfrm flipH="1" flipV="1">
              <a:off x="8448324" y="1783080"/>
              <a:ext cx="117775" cy="370149"/>
            </a:xfrm>
            <a:prstGeom prst="line">
              <a:avLst/>
            </a:prstGeom>
            <a:ln w="116840" cap="rnd">
              <a:solidFill>
                <a:srgbClr val="F28C2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3" name="Oval 192"/>
            <p:cNvSpPr/>
            <p:nvPr/>
          </p:nvSpPr>
          <p:spPr>
            <a:xfrm>
              <a:off x="7973019" y="2165847"/>
              <a:ext cx="92537" cy="126187"/>
            </a:xfrm>
            <a:prstGeom prst="ellipse">
              <a:avLst/>
            </a:prstGeom>
            <a:solidFill>
              <a:srgbClr val="E8B98E"/>
            </a:solidFill>
            <a:ln w="12700">
              <a:solidFill>
                <a:srgbClr val="A86E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4" name="Oval 193"/>
            <p:cNvSpPr/>
            <p:nvPr/>
          </p:nvSpPr>
          <p:spPr>
            <a:xfrm>
              <a:off x="8393643" y="2165847"/>
              <a:ext cx="92537" cy="126187"/>
            </a:xfrm>
            <a:prstGeom prst="ellipse">
              <a:avLst/>
            </a:prstGeom>
            <a:solidFill>
              <a:srgbClr val="E8B98E"/>
            </a:solidFill>
            <a:ln w="12700">
              <a:solidFill>
                <a:srgbClr val="A86E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5" name="Oval 194"/>
            <p:cNvSpPr/>
            <p:nvPr/>
          </p:nvSpPr>
          <p:spPr>
            <a:xfrm>
              <a:off x="8002463" y="1976567"/>
              <a:ext cx="454273" cy="370149"/>
            </a:xfrm>
            <a:prstGeom prst="ellipse">
              <a:avLst/>
            </a:prstGeom>
            <a:solidFill>
              <a:srgbClr val="3A2A22"/>
            </a:solidFill>
            <a:ln w="15875">
              <a:solidFill>
                <a:srgbClr val="3A2A2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6" name="Oval 195"/>
            <p:cNvSpPr/>
            <p:nvPr/>
          </p:nvSpPr>
          <p:spPr>
            <a:xfrm>
              <a:off x="8031906" y="2064898"/>
              <a:ext cx="395386" cy="395386"/>
            </a:xfrm>
            <a:prstGeom prst="ellipse">
              <a:avLst/>
            </a:prstGeom>
            <a:solidFill>
              <a:srgbClr val="E8B98E"/>
            </a:solidFill>
            <a:ln w="15875">
              <a:solidFill>
                <a:srgbClr val="A86E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7" name="Chord 196"/>
            <p:cNvSpPr/>
            <p:nvPr/>
          </p:nvSpPr>
          <p:spPr>
            <a:xfrm>
              <a:off x="8031906" y="2018629"/>
              <a:ext cx="395386" cy="185074"/>
            </a:xfrm>
            <a:prstGeom prst="chord">
              <a:avLst>
                <a:gd name="adj1" fmla="val 10800000"/>
                <a:gd name="adj2" fmla="val 0"/>
              </a:avLst>
            </a:prstGeom>
            <a:solidFill>
              <a:srgbClr val="3A2A2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8" name="Oval 197"/>
            <p:cNvSpPr/>
            <p:nvPr/>
          </p:nvSpPr>
          <p:spPr>
            <a:xfrm>
              <a:off x="8113928" y="2207910"/>
              <a:ext cx="63093" cy="75712"/>
            </a:xfrm>
            <a:prstGeom prst="ellipse">
              <a:avLst/>
            </a:prstGeom>
            <a:solidFill>
              <a:srgbClr val="1F243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9" name="Oval 198"/>
            <p:cNvSpPr/>
            <p:nvPr/>
          </p:nvSpPr>
          <p:spPr>
            <a:xfrm>
              <a:off x="8147578" y="2222632"/>
              <a:ext cx="21031" cy="2103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0" name="Rounded Rectangle 199"/>
            <p:cNvSpPr/>
            <p:nvPr/>
          </p:nvSpPr>
          <p:spPr>
            <a:xfrm>
              <a:off x="8103412" y="2167950"/>
              <a:ext cx="84124" cy="21031"/>
            </a:xfrm>
            <a:prstGeom prst="roundRect">
              <a:avLst/>
            </a:prstGeom>
            <a:solidFill>
              <a:srgbClr val="3A2A2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1" name="Oval 200"/>
            <p:cNvSpPr/>
            <p:nvPr/>
          </p:nvSpPr>
          <p:spPr>
            <a:xfrm>
              <a:off x="8282178" y="2207910"/>
              <a:ext cx="63093" cy="75712"/>
            </a:xfrm>
            <a:prstGeom prst="ellipse">
              <a:avLst/>
            </a:prstGeom>
            <a:solidFill>
              <a:srgbClr val="1F243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2" name="Oval 201"/>
            <p:cNvSpPr/>
            <p:nvPr/>
          </p:nvSpPr>
          <p:spPr>
            <a:xfrm>
              <a:off x="8315827" y="2222632"/>
              <a:ext cx="21031" cy="2103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3" name="Rounded Rectangle 202"/>
            <p:cNvSpPr/>
            <p:nvPr/>
          </p:nvSpPr>
          <p:spPr>
            <a:xfrm>
              <a:off x="8271662" y="2167950"/>
              <a:ext cx="84124" cy="21031"/>
            </a:xfrm>
            <a:prstGeom prst="roundRect">
              <a:avLst/>
            </a:prstGeom>
            <a:solidFill>
              <a:srgbClr val="3A2A2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4" name="Oval 203"/>
            <p:cNvSpPr/>
            <p:nvPr/>
          </p:nvSpPr>
          <p:spPr>
            <a:xfrm>
              <a:off x="8208568" y="2279416"/>
              <a:ext cx="42062" cy="33649"/>
            </a:xfrm>
            <a:prstGeom prst="ellipse">
              <a:avLst/>
            </a:prstGeom>
            <a:solidFill>
              <a:srgbClr val="A86E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5" name="Chord 204"/>
            <p:cNvSpPr/>
            <p:nvPr/>
          </p:nvSpPr>
          <p:spPr>
            <a:xfrm>
              <a:off x="8153887" y="2296241"/>
              <a:ext cx="151424" cy="100949"/>
            </a:xfrm>
            <a:prstGeom prst="chord">
              <a:avLst>
                <a:gd name="adj1" fmla="val 0"/>
                <a:gd name="adj2" fmla="val 10800000"/>
              </a:avLst>
            </a:prstGeom>
            <a:solidFill>
              <a:srgbClr val="FFFFFF"/>
            </a:solidFill>
            <a:ln w="12700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6" name="Oval 205"/>
            <p:cNvSpPr/>
            <p:nvPr/>
          </p:nvSpPr>
          <p:spPr>
            <a:xfrm>
              <a:off x="7867863" y="1631655"/>
              <a:ext cx="286024" cy="302849"/>
            </a:xfrm>
            <a:prstGeom prst="ellipse">
              <a:avLst/>
            </a:prstGeom>
            <a:solidFill>
              <a:srgbClr val="B5E2D3"/>
            </a:solidFill>
            <a:ln w="28575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7" name="Oval 206"/>
            <p:cNvSpPr/>
            <p:nvPr/>
          </p:nvSpPr>
          <p:spPr>
            <a:xfrm rot="6459007">
              <a:off x="7894110" y="1896480"/>
              <a:ext cx="134599" cy="84124"/>
            </a:xfrm>
            <a:prstGeom prst="ellipse">
              <a:avLst/>
            </a:prstGeom>
            <a:solidFill>
              <a:srgbClr val="007A5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8" name="Oval 207"/>
            <p:cNvSpPr/>
            <p:nvPr/>
          </p:nvSpPr>
          <p:spPr>
            <a:xfrm>
              <a:off x="8305312" y="1631655"/>
              <a:ext cx="286024" cy="302849"/>
            </a:xfrm>
            <a:prstGeom prst="ellipse">
              <a:avLst/>
            </a:prstGeom>
            <a:solidFill>
              <a:srgbClr val="B5E2D3"/>
            </a:solidFill>
            <a:ln w="28575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9" name="Oval 208"/>
            <p:cNvSpPr/>
            <p:nvPr/>
          </p:nvSpPr>
          <p:spPr>
            <a:xfrm rot="4340993">
              <a:off x="8430490" y="1896480"/>
              <a:ext cx="134599" cy="84124"/>
            </a:xfrm>
            <a:prstGeom prst="ellipse">
              <a:avLst/>
            </a:prstGeom>
            <a:solidFill>
              <a:srgbClr val="007A5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211" name="Oval 210"/>
          <p:cNvSpPr/>
          <p:nvPr/>
        </p:nvSpPr>
        <p:spPr>
          <a:xfrm>
            <a:off x="7903845" y="5497830"/>
            <a:ext cx="651509" cy="137160"/>
          </a:xfrm>
          <a:prstGeom prst="ellipse">
            <a:avLst/>
          </a:prstGeom>
          <a:solidFill>
            <a:srgbClr val="8CB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Explosion 211"/>
          <p:cNvSpPr/>
          <p:nvPr/>
        </p:nvSpPr>
        <p:spPr>
          <a:xfrm>
            <a:off x="7680960" y="5017770"/>
            <a:ext cx="1097280" cy="754380"/>
          </a:xfrm>
          <a:prstGeom prst="irregularSeal2">
            <a:avLst/>
          </a:prstGeom>
          <a:solidFill>
            <a:srgbClr val="FFFFFF"/>
          </a:solidFill>
          <a:ln w="1587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Explosion 212"/>
          <p:cNvSpPr/>
          <p:nvPr/>
        </p:nvSpPr>
        <p:spPr>
          <a:xfrm>
            <a:off x="5394960" y="1440179"/>
            <a:ext cx="1554480" cy="1325880"/>
          </a:xfrm>
          <a:prstGeom prst="irregularSeal1">
            <a:avLst/>
          </a:prstGeom>
          <a:solidFill>
            <a:srgbClr val="FFEBB5"/>
          </a:solidFill>
          <a:ln w="317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7385243" y="4093125"/>
            <a:ext cx="510235" cy="51023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FCB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6958401" y="3189141"/>
            <a:ext cx="471830" cy="47183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FCB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6620438" y="2424469"/>
            <a:ext cx="433425" cy="43342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FCB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6317040" y="1952046"/>
            <a:ext cx="395020" cy="3950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FCB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Explosion 217"/>
          <p:cNvSpPr/>
          <p:nvPr/>
        </p:nvSpPr>
        <p:spPr>
          <a:xfrm>
            <a:off x="7703820" y="1348740"/>
            <a:ext cx="1051560" cy="868680"/>
          </a:xfrm>
          <a:prstGeom prst="irregularSeal2">
            <a:avLst/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7974482" y="4307738"/>
            <a:ext cx="510235" cy="51023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FCB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7993684" y="3631996"/>
            <a:ext cx="471830" cy="47183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FCB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8012887" y="2956255"/>
            <a:ext cx="433425" cy="43342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FCB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8032089" y="2280513"/>
            <a:ext cx="395020" cy="3950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FCB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Explosion 222"/>
          <p:cNvSpPr/>
          <p:nvPr/>
        </p:nvSpPr>
        <p:spPr>
          <a:xfrm>
            <a:off x="9761220" y="1668779"/>
            <a:ext cx="1051560" cy="868680"/>
          </a:xfrm>
          <a:prstGeom prst="irregularSeal2">
            <a:avLst/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8385962" y="4371746"/>
            <a:ext cx="510235" cy="51023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FCB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8816644" y="3760012"/>
            <a:ext cx="471830" cy="47183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FCB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9247327" y="3148279"/>
            <a:ext cx="433425" cy="43342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FCB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9678009" y="2536545"/>
            <a:ext cx="395020" cy="3950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FCB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237" name="Group 236"/>
          <p:cNvGrpSpPr/>
          <p:nvPr/>
        </p:nvGrpSpPr>
        <p:grpSpPr>
          <a:xfrm>
            <a:off x="7886700" y="4914900"/>
            <a:ext cx="685800" cy="685800"/>
            <a:chOff x="7886700" y="4914900"/>
            <a:chExt cx="685800" cy="685800"/>
          </a:xfrm>
        </p:grpSpPr>
        <p:sp>
          <p:nvSpPr>
            <p:cNvPr id="228" name="Oval 227"/>
            <p:cNvSpPr/>
            <p:nvPr/>
          </p:nvSpPr>
          <p:spPr>
            <a:xfrm>
              <a:off x="7886700" y="4914900"/>
              <a:ext cx="685800" cy="685800"/>
            </a:xfrm>
            <a:prstGeom prst="ellipse">
              <a:avLst/>
            </a:prstGeom>
            <a:solidFill>
              <a:srgbClr val="FFFFFF"/>
            </a:solidFill>
            <a:ln w="2222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9" name="Chord 228"/>
            <p:cNvSpPr/>
            <p:nvPr/>
          </p:nvSpPr>
          <p:spPr>
            <a:xfrm>
              <a:off x="7910702" y="4938903"/>
              <a:ext cx="637794" cy="637794"/>
            </a:xfrm>
            <a:prstGeom prst="chord">
              <a:avLst>
                <a:gd name="adj1" fmla="val 18900000"/>
                <a:gd name="adj2" fmla="val 8100000"/>
              </a:avLst>
            </a:prstGeom>
            <a:solidFill>
              <a:srgbClr val="E3E7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0" name="Regular Pentagon 229"/>
            <p:cNvSpPr/>
            <p:nvPr/>
          </p:nvSpPr>
          <p:spPr>
            <a:xfrm rot="2160000">
              <a:off x="8161020" y="4945761"/>
              <a:ext cx="137160" cy="130302"/>
            </a:xfrm>
            <a:prstGeom prst="pentagon">
              <a:avLst/>
            </a:prstGeom>
            <a:solidFill>
              <a:srgbClr val="1D355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1" name="Regular Pentagon 230"/>
            <p:cNvSpPr/>
            <p:nvPr/>
          </p:nvSpPr>
          <p:spPr>
            <a:xfrm rot="6480000">
              <a:off x="8395824" y="5116356"/>
              <a:ext cx="137160" cy="130302"/>
            </a:xfrm>
            <a:prstGeom prst="pentagon">
              <a:avLst/>
            </a:prstGeom>
            <a:solidFill>
              <a:srgbClr val="1D355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2" name="Regular Pentagon 231"/>
            <p:cNvSpPr/>
            <p:nvPr/>
          </p:nvSpPr>
          <p:spPr>
            <a:xfrm rot="10800000">
              <a:off x="8306137" y="5392385"/>
              <a:ext cx="137160" cy="130302"/>
            </a:xfrm>
            <a:prstGeom prst="pentagon">
              <a:avLst/>
            </a:prstGeom>
            <a:solidFill>
              <a:srgbClr val="1D355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3" name="Regular Pentagon 232"/>
            <p:cNvSpPr/>
            <p:nvPr/>
          </p:nvSpPr>
          <p:spPr>
            <a:xfrm rot="15120000">
              <a:off x="8015902" y="5392385"/>
              <a:ext cx="137160" cy="130302"/>
            </a:xfrm>
            <a:prstGeom prst="pentagon">
              <a:avLst/>
            </a:prstGeom>
            <a:solidFill>
              <a:srgbClr val="1D355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4" name="Regular Pentagon 233"/>
            <p:cNvSpPr/>
            <p:nvPr/>
          </p:nvSpPr>
          <p:spPr>
            <a:xfrm rot="19440000">
              <a:off x="7926215" y="5116356"/>
              <a:ext cx="137160" cy="130302"/>
            </a:xfrm>
            <a:prstGeom prst="pentagon">
              <a:avLst/>
            </a:prstGeom>
            <a:solidFill>
              <a:srgbClr val="1D355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5" name="Regular Pentagon 234"/>
            <p:cNvSpPr/>
            <p:nvPr/>
          </p:nvSpPr>
          <p:spPr>
            <a:xfrm>
              <a:off x="8126729" y="5158359"/>
              <a:ext cx="205739" cy="198881"/>
            </a:xfrm>
            <a:prstGeom prst="pentagon">
              <a:avLst/>
            </a:prstGeom>
            <a:solidFill>
              <a:srgbClr val="1D355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6" name="Oval 235"/>
            <p:cNvSpPr/>
            <p:nvPr/>
          </p:nvSpPr>
          <p:spPr>
            <a:xfrm rot="19500000">
              <a:off x="8051292" y="5079492"/>
              <a:ext cx="82296" cy="5486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238" name="Rounded Rectangle 237"/>
          <p:cNvSpPr/>
          <p:nvPr/>
        </p:nvSpPr>
        <p:spPr>
          <a:xfrm>
            <a:off x="5623560" y="4224528"/>
            <a:ext cx="5212080" cy="10972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444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000" b="1">
                <a:solidFill>
                  <a:srgbClr val="007A5A"/>
                </a:solidFill>
                <a:latin typeface="PT Sans"/>
              </a:rPr>
              <a:t>ГОЛ!</a:t>
            </a:r>
          </a:p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2 + 7 = 9</a:t>
            </a:r>
          </a:p>
        </p:txBody>
      </p:sp>
      <p:sp>
        <p:nvSpPr>
          <p:cNvPr id="239" name="Rounded Rectangle 238"/>
          <p:cNvSpPr/>
          <p:nvPr/>
        </p:nvSpPr>
        <p:spPr>
          <a:xfrm>
            <a:off x="5257800" y="4224528"/>
            <a:ext cx="5943600" cy="120700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444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3400" b="1">
                <a:solidFill>
                  <a:srgbClr val="A84400"/>
                </a:solidFill>
                <a:latin typeface="PT Sans"/>
              </a:rPr>
              <a:t>Кармап калды!</a:t>
            </a:r>
          </a:p>
          <a:p>
            <a:pPr algn="ctr"/>
            <a:r>
              <a:rPr sz="1900" b="1">
                <a:solidFill>
                  <a:srgbClr val="1D3557"/>
                </a:solidFill>
                <a:latin typeface="PT Sans"/>
              </a:rPr>
              <a:t>Туура жооп: 2 + 7 = 9</a:t>
            </a:r>
          </a:p>
          <a:p>
            <a:pPr algn="ctr"/>
            <a:r>
              <a:rPr sz="1200" b="0">
                <a:solidFill>
                  <a:srgbClr val="1F2430"/>
                </a:solidFill>
                <a:latin typeface="PT Sans"/>
              </a:rPr>
              <a:t>Кеңеш: ар бир буюмду бир жолу гана санайбыз.</a:t>
            </a:r>
          </a:p>
        </p:txBody>
      </p:sp>
      <p:sp>
        <p:nvSpPr>
          <p:cNvPr id="240" name="Rounded Rectangle 239"/>
          <p:cNvSpPr/>
          <p:nvPr/>
        </p:nvSpPr>
        <p:spPr>
          <a:xfrm>
            <a:off x="5257800" y="4224528"/>
            <a:ext cx="5943600" cy="120700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444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3400" b="1">
                <a:solidFill>
                  <a:srgbClr val="A84400"/>
                </a:solidFill>
                <a:latin typeface="PT Sans"/>
              </a:rPr>
              <a:t>Кармап калды!</a:t>
            </a:r>
          </a:p>
          <a:p>
            <a:pPr algn="ctr"/>
            <a:r>
              <a:rPr sz="1900" b="1">
                <a:solidFill>
                  <a:srgbClr val="1D3557"/>
                </a:solidFill>
                <a:latin typeface="PT Sans"/>
              </a:rPr>
              <a:t>Туура жооп: 2 + 7 = 9</a:t>
            </a:r>
          </a:p>
          <a:p>
            <a:pPr algn="ctr"/>
            <a:r>
              <a:rPr sz="1200" b="0">
                <a:solidFill>
                  <a:srgbClr val="1F2430"/>
                </a:solidFill>
                <a:latin typeface="PT Sans"/>
              </a:rPr>
              <a:t>Кеңеш: ар бир буюмду бир жолу гана санайбыз.</a:t>
            </a:r>
          </a:p>
        </p:txBody>
      </p:sp>
      <p:sp>
        <p:nvSpPr>
          <p:cNvPr id="241" name="Rectangle 240"/>
          <p:cNvSpPr/>
          <p:nvPr/>
        </p:nvSpPr>
        <p:spPr>
          <a:xfrm>
            <a:off x="8183879" y="2697480"/>
            <a:ext cx="155448" cy="91440"/>
          </a:xfrm>
          <a:prstGeom prst="rect">
            <a:avLst/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8183879" y="2697480"/>
            <a:ext cx="155448" cy="91440"/>
          </a:xfrm>
          <a:prstGeom prst="rect">
            <a:avLst/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8183879" y="2697480"/>
            <a:ext cx="155448" cy="91440"/>
          </a:xfrm>
          <a:prstGeom prst="rect">
            <a:avLst/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8183879" y="2697480"/>
            <a:ext cx="155448" cy="91440"/>
          </a:xfrm>
          <a:prstGeom prst="rect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8183879" y="2697480"/>
            <a:ext cx="155448" cy="91440"/>
          </a:xfrm>
          <a:prstGeom prst="rect">
            <a:avLst/>
          </a:prstGeom>
          <a:solidFill>
            <a:srgbClr val="F2C9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8183879" y="2697480"/>
            <a:ext cx="155448" cy="91440"/>
          </a:xfrm>
          <a:prstGeom prst="rect">
            <a:avLst/>
          </a:prstGeom>
          <a:solidFill>
            <a:srgbClr val="B5E2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8183879" y="2697480"/>
            <a:ext cx="155448" cy="91440"/>
          </a:xfrm>
          <a:prstGeom prst="rect">
            <a:avLst/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8183879" y="2697480"/>
            <a:ext cx="155448" cy="91440"/>
          </a:xfrm>
          <a:prstGeom prst="rect">
            <a:avLst/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8183879" y="2697480"/>
            <a:ext cx="155448" cy="91440"/>
          </a:xfrm>
          <a:prstGeom prst="rect">
            <a:avLst/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8183879" y="2697480"/>
            <a:ext cx="155448" cy="91440"/>
          </a:xfrm>
          <a:prstGeom prst="rect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8183879" y="2697480"/>
            <a:ext cx="155448" cy="91440"/>
          </a:xfrm>
          <a:prstGeom prst="rect">
            <a:avLst/>
          </a:prstGeom>
          <a:solidFill>
            <a:srgbClr val="F2C9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Rectangle 251"/>
          <p:cNvSpPr/>
          <p:nvPr/>
        </p:nvSpPr>
        <p:spPr>
          <a:xfrm>
            <a:off x="8183879" y="2697480"/>
            <a:ext cx="155448" cy="91440"/>
          </a:xfrm>
          <a:prstGeom prst="rect">
            <a:avLst/>
          </a:prstGeom>
          <a:solidFill>
            <a:srgbClr val="B5E2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Rectangle 252"/>
          <p:cNvSpPr/>
          <p:nvPr/>
        </p:nvSpPr>
        <p:spPr>
          <a:xfrm>
            <a:off x="8183879" y="2697480"/>
            <a:ext cx="155448" cy="91440"/>
          </a:xfrm>
          <a:prstGeom prst="rect">
            <a:avLst/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Rectangle 253"/>
          <p:cNvSpPr/>
          <p:nvPr/>
        </p:nvSpPr>
        <p:spPr>
          <a:xfrm>
            <a:off x="8183879" y="2697480"/>
            <a:ext cx="155448" cy="91440"/>
          </a:xfrm>
          <a:prstGeom prst="rect">
            <a:avLst/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Pentagon 254">
            <a:hlinkClick action="ppaction://hlinksldjump" r:id="rId8"/>
          </p:cNvPr>
          <p:cNvSpPr/>
          <p:nvPr/>
        </p:nvSpPr>
        <p:spPr>
          <a:xfrm>
            <a:off x="8652967" y="5486400"/>
            <a:ext cx="3017520" cy="457200"/>
          </a:xfrm>
          <a:prstGeom prst="homePlate">
            <a:avLst/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Кийинки тепкич →</a:t>
            </a:r>
          </a:p>
        </p:txBody>
      </p:sp>
    </p:spTree>
  </p:cSld>
  <p:clrMapOvr>
    <a:masterClrMapping/>
  </p:clrMapOvr>
  <p:transition spd="med" advClick="0">
    <p:fade/>
    <p:sndAc>
      <p:stSnd>
        <p:snd r:embed="rId3" name="whistle.wav"/>
      </p:stSnd>
    </p:sndAc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180" fill="hold" autoRev="1" repeatCount="3000"/>
                                        <p:tgtEl>
                                          <p:spTgt spid="13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" presetID="1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" dur="2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2C9AC"/>
                                      </p:to>
                                    </p:animClr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"/>
                            </p:stCondLst>
                            <p:childTnLst>
                              <p:par>
                                <p:cTn id="13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5" dur="110" fill="hold" autoRev="1" repeatCount="3000"/>
                                        <p:tgtEl>
                                          <p:spTgt spid="237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150"/>
                            </p:stCondLst>
                            <p:childTnLst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6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6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8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25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0" presetClass="path" presetSubtype="0" accel="40000" decel="2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9281 -0.20700 -0.11813 -0.51520 -0.16875 -0.46000 E" pathEditMode="relative" rAng="0">
                                      <p:cBhvr>
                                        <p:cTn id="28" dur="600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k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9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31" dur="600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2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4" dur="600" fill="hold"/>
                                        <p:tgtEl>
                                          <p:spTgt spid="237"/>
                                        </p:tgtEl>
                                      </p:cBhvr>
                                      <p:by x="65000" y="6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200"/>
                            </p:stCondLst>
                            <p:childTnLst>
                              <p:par>
                                <p:cTn id="3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32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5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32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270"/>
                            </p:stCondLst>
                            <p:childTnLst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310"/>
                            </p:stCondLst>
                            <p:childTnLst>
                              <p:par>
                                <p:cTn id="4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25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33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329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390"/>
                            </p:stCondLst>
                            <p:childTnLst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430"/>
                            </p:stCondLst>
                            <p:childTnLst>
                              <p:par>
                                <p:cTn id="5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33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329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510"/>
                            </p:stCondLst>
                            <p:childTnLst>
                              <p:par>
                                <p:cTn id="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550"/>
                            </p:stCondLst>
                            <p:childTnLst>
                              <p:par>
                                <p:cTn id="6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33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329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630"/>
                            </p:stCondLst>
                            <p:childTnLst>
                              <p:par>
                                <p:cTn id="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670"/>
                            </p:stCondLst>
                            <p:childTnLst>
                              <p:par>
                                <p:cTn id="7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" dur="33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329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1700"/>
                            </p:stCondLst>
                            <p:childTnLst>
                              <p:par>
                                <p:cTn id="8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2" dur="140" fill="hold" autoRev="1" repeatCount="2000"/>
                                        <p:tgtEl>
                                          <p:spTgt spid="33"/>
                                        </p:tgtEl>
                                      </p:cBhvr>
                                      <p:by x="104000" y="104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720"/>
                            </p:stCondLst>
                            <p:childTnLst>
                              <p:par>
                                <p:cTn id="8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260" fill="hold"/>
                                        <p:tgtEl>
                                          <p:spTgt spid="2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260" fill="hold"/>
                                        <p:tgtEl>
                                          <p:spTgt spid="2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13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2" fill="hold">
                            <p:stCondLst>
                              <p:cond delay="1750"/>
                            </p:stCondLst>
                            <p:childTnLst>
                              <p:par>
                                <p:cTn id="9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450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450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225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5" presetID="1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7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B5E2D3"/>
                                      </p:to>
                                    </p:animClr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6588 -0.20137 -0.14118 -0.12082 -0.18824 0.17759 E" pathEditMode="relative" rAng="0">
                                      <p:cBhvr>
                                        <p:cTn id="104" dur="1300" fill="hold"/>
                                        <p:tgtEl>
                                          <p:spTgt spid="2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5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107" dur="1300" fill="hold"/>
                                        <p:tgtEl>
                                          <p:spTgt spid="2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6617 -0.15086 -0.14179 -0.09052 -0.18905 0.17517 E" pathEditMode="relative" rAng="0">
                                      <p:cBhvr>
                                        <p:cTn id="112" dur="1300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3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115" dur="1300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4580 -0.12156 -0.09813 -0.07294 -0.13084 0.10223 E" pathEditMode="relative" rAng="0">
                                      <p:cBhvr>
                                        <p:cTn id="120" dur="1300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1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123" dur="1300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3315 -0.13102 -0.07103 -0.07861 -0.09471 0.16738 E" pathEditMode="relative" rAng="0">
                                      <p:cBhvr>
                                        <p:cTn id="128" dur="130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9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131" dur="130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3081 -0.18025 -0.06602 -0.10815 -0.08802 0.19497 E" pathEditMode="relative" rAng="0">
                                      <p:cBhvr>
                                        <p:cTn id="136" dur="1300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7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139" dur="1300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1559 -0.15651 -0.03341 -0.09390 -0.04455 0.12298 E" pathEditMode="relative" rAng="0">
                                      <p:cBhvr>
                                        <p:cTn id="144" dur="1300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5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147" dur="1300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0371 -0.17864 -0.00796 -0.10719 -0.01061 0.13461 E" pathEditMode="relative" rAng="0">
                                      <p:cBhvr>
                                        <p:cTn id="152" dur="1300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3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155" dur="1300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0510 -0.17006 0.01092 -0.10203 0.01456 0.11445 E" pathEditMode="relative" rAng="0">
                                      <p:cBhvr>
                                        <p:cTn id="160" dur="1300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1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163" dur="1300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1183 -0.17307 0.02535 -0.10384 0.03380 0.09337 E" pathEditMode="relative" rAng="0">
                                      <p:cBhvr>
                                        <p:cTn id="168" dur="1300" fill="hold"/>
                                        <p:tgtEl>
                                          <p:spTgt spid="2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9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171" dur="1300" fill="hold"/>
                                        <p:tgtEl>
                                          <p:spTgt spid="24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4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2967 -0.19483 0.06357 -0.11690 0.08476 0.19041 E" pathEditMode="relative" rAng="0">
                                      <p:cBhvr>
                                        <p:cTn id="176" dur="1300" fill="hold"/>
                                        <p:tgtEl>
                                          <p:spTgt spid="2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7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179" dur="1300" fill="hold"/>
                                        <p:tgtEl>
                                          <p:spTgt spid="25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8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2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3547 -0.15871 0.07602 -0.09523 0.10135 0.20312 E" pathEditMode="relative" rAng="0">
                                      <p:cBhvr>
                                        <p:cTn id="184" dur="1300" fill="hold"/>
                                        <p:tgtEl>
                                          <p:spTgt spid="2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5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187" dur="1300" fill="hold"/>
                                        <p:tgtEl>
                                          <p:spTgt spid="25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8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0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4826 -0.21255 0.10342 -0.12753 0.13789 0.10666 E" pathEditMode="relative" rAng="0">
                                      <p:cBhvr>
                                        <p:cTn id="192" dur="1300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3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195" dur="1300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8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6724 -0.12382 0.14409 -0.07429 0.19212 0.16901 E" pathEditMode="relative" rAng="0">
                                      <p:cBhvr>
                                        <p:cTn id="200" dur="1300" fill="hold"/>
                                        <p:tgtEl>
                                          <p:spTgt spid="2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1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203" dur="1300" fill="hold"/>
                                        <p:tgtEl>
                                          <p:spTgt spid="25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0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6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7794 -0.17111 0.16701 -0.10267 0.22268 0.16436 E" pathEditMode="relative" rAng="0">
                                      <p:cBhvr>
                                        <p:cTn id="208" dur="1300" fill="hold"/>
                                        <p:tgtEl>
                                          <p:spTgt spid="2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9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211" dur="1300" fill="hold"/>
                                        <p:tgtEl>
                                          <p:spTgt spid="25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7" fill="hold">
                            <p:stCondLst>
                              <p:cond delay="2150"/>
                            </p:stCondLst>
                            <p:childTnLst>
                              <p:par>
                                <p:cTn id="21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5" dur="4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4" fill="hold">
                            <p:stCondLst>
                              <p:cond delay="2800"/>
                            </p:stCondLst>
                            <p:childTnLst>
                              <p:par>
                                <p:cTn id="21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0" dur="3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4" dur="3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8" dur="3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2" dur="3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6" dur="3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0" dur="3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4" dur="3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8" dur="3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2" dur="3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6" dur="3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0" dur="3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4" dur="3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8" dur="3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2" dur="3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8" fill="hold">
                            <p:stCondLst>
                              <p:cond delay="3000"/>
                            </p:stCondLst>
                            <p:childTnLst>
                              <p:par>
                                <p:cTn id="2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7" dur="4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279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0" fill="hold">
                      <p:stCondLst>
                        <p:cond delay="0"/>
                      </p:stCondLst>
                      <p:childTnLst>
                        <p:par>
                          <p:cTn id="289" fill="hold">
                            <p:stCondLst>
                              <p:cond delay="0"/>
                            </p:stCondLst>
                            <p:childTnLst>
                              <p:par>
                                <p:cTn id="281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83" dur="180" fill="hold" autoRev="1" repeatCount="3000"/>
                                        <p:tgtEl>
                                          <p:spTgt spid="14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8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84" presetID="1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6" dur="2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2C9AC"/>
                                      </p:to>
                                    </p:animClr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3" fill="hold">
                            <p:stCondLst>
                              <p:cond delay="300"/>
                            </p:stCondLst>
                            <p:childTnLst>
                              <p:par>
                                <p:cTn id="29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92" dur="110" fill="hold" autoRev="1" repeatCount="3000"/>
                                        <p:tgtEl>
                                          <p:spTgt spid="237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2" fill="hold">
                            <p:stCondLst>
                              <p:cond delay="1150"/>
                            </p:stCondLst>
                            <p:childTnLst>
                              <p:par>
                                <p:cTn id="29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6" dur="16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7" dur="16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8" dur="8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1" dur="25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0 -0.50667 L 0.06750 -0.56667 L 0.12825 -0.26000 E" pathEditMode="relative" rAng="0">
                                      <p:cBhvr>
                                        <p:cTn id="305" dur="1150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k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06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64800000">
                                      <p:cBhvr>
                                        <p:cTn id="308" dur="1150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09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11" dur="600" fill="hold"/>
                                        <p:tgtEl>
                                          <p:spTgt spid="237"/>
                                        </p:tgtEl>
                                      </p:cBhvr>
                                      <p:by x="65000" y="6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0" fill="hold">
                            <p:stCondLst>
                              <p:cond delay="1200"/>
                            </p:stCondLst>
                            <p:childTnLst>
                              <p:par>
                                <p:cTn id="3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6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8" dur="320" fill="hold"/>
                                        <p:tgtEl>
                                          <p:spTgt spid="2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9" dur="320" fill="hold"/>
                                        <p:tgtEl>
                                          <p:spTgt spid="2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3" fill="hold">
                            <p:stCondLst>
                              <p:cond delay="1270"/>
                            </p:stCondLst>
                            <p:childTnLst>
                              <p:par>
                                <p:cTn id="3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2" fill="hold">
                            <p:stCondLst>
                              <p:cond delay="1310"/>
                            </p:stCondLst>
                            <p:childTnLst>
                              <p:par>
                                <p:cTn id="32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6" dur="25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0" dur="33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329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5" fill="hold">
                            <p:stCondLst>
                              <p:cond delay="1390"/>
                            </p:stCondLst>
                            <p:childTnLst>
                              <p:par>
                                <p:cTn id="3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0" fill="hold">
                            <p:stCondLst>
                              <p:cond delay="1430"/>
                            </p:stCondLst>
                            <p:childTnLst>
                              <p:par>
                                <p:cTn id="33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8" dur="33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329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3" fill="hold">
                            <p:stCondLst>
                              <p:cond delay="1510"/>
                            </p:stCondLst>
                            <p:childTnLst>
                              <p:par>
                                <p:cTn id="3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8" fill="hold">
                            <p:stCondLst>
                              <p:cond delay="1550"/>
                            </p:stCondLst>
                            <p:childTnLst>
                              <p:par>
                                <p:cTn id="34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6" dur="33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329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1" fill="hold">
                            <p:stCondLst>
                              <p:cond delay="1630"/>
                            </p:stCondLst>
                            <p:childTnLst>
                              <p:par>
                                <p:cTn id="3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6" fill="hold">
                            <p:stCondLst>
                              <p:cond delay="1670"/>
                            </p:stCondLst>
                            <p:childTnLst>
                              <p:par>
                                <p:cTn id="35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4" dur="33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5" dur="1" fill="hold">
                                          <p:stCondLst>
                                            <p:cond delay="329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2" fill="hold">
                            <p:stCondLst>
                              <p:cond delay="1720"/>
                            </p:stCondLst>
                            <p:childTnLst>
                              <p:par>
                                <p:cTn id="35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9" dur="260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0" dur="260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1" dur="13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8" fill="hold">
                            <p:stCondLst>
                              <p:cond delay="1750"/>
                            </p:stCondLst>
                            <p:childTnLst>
                              <p:par>
                                <p:cTn id="36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5" dur="450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6" dur="450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7" dur="225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groa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73" fill="hold">
                            <p:stCondLst>
                              <p:cond delay="2150"/>
                            </p:stCondLst>
                            <p:childTnLst>
                              <p:par>
                                <p:cTn id="36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1" dur="4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2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9" fill="hold">
                            <p:stCondLst>
                              <p:cond delay="2300"/>
                            </p:stCondLst>
                            <p:childTnLst>
                              <p:par>
                                <p:cTn id="374" presetID="1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6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B5E2D3"/>
                                      </p:to>
                                    </p:animClr>
                                    <p:set>
                                      <p:cBhvr>
                                        <p:cTn id="3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3" fill="hold">
                            <p:stCondLst>
                              <p:cond delay="3000"/>
                            </p:stCondLst>
                            <p:childTnLst>
                              <p:par>
                                <p:cTn id="3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2" dur="4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384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5" fill="hold">
                      <p:stCondLst>
                        <p:cond delay="0"/>
                      </p:stCondLst>
                      <p:childTnLst>
                        <p:par>
                          <p:cTn id="394" fill="hold">
                            <p:stCondLst>
                              <p:cond delay="0"/>
                            </p:stCondLst>
                            <p:childTnLst>
                              <p:par>
                                <p:cTn id="386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88" dur="180" fill="hold" autoRev="1" repeatCount="3000"/>
                                        <p:tgtEl>
                                          <p:spTgt spid="15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8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89" presetID="1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1" dur="2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2C9AC"/>
                                      </p:to>
                                    </p:animClr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8" fill="hold">
                            <p:stCondLst>
                              <p:cond delay="300"/>
                            </p:stCondLst>
                            <p:childTnLst>
                              <p:par>
                                <p:cTn id="395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97" dur="110" fill="hold" autoRev="1" repeatCount="3000"/>
                                        <p:tgtEl>
                                          <p:spTgt spid="237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7" fill="hold">
                            <p:stCondLst>
                              <p:cond delay="1150"/>
                            </p:stCondLst>
                            <p:childTnLst>
                              <p:par>
                                <p:cTn id="39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1" dur="16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2" dur="16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3" dur="8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6" dur="25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7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8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6875 -0.46000 L 0.20626 -0.52000 L 0.24001 -0.21333 E" pathEditMode="relative" rAng="0">
                                      <p:cBhvr>
                                        <p:cTn id="410" dur="1150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k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11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64800000">
                                      <p:cBhvr>
                                        <p:cTn id="413" dur="1150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14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16" dur="600" fill="hold"/>
                                        <p:tgtEl>
                                          <p:spTgt spid="237"/>
                                        </p:tgtEl>
                                      </p:cBhvr>
                                      <p:by x="65000" y="6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5" fill="hold">
                            <p:stCondLst>
                              <p:cond delay="1200"/>
                            </p:stCondLst>
                            <p:childTnLst>
                              <p:par>
                                <p:cTn id="41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3" dur="32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5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4" dur="32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8" fill="hold">
                            <p:stCondLst>
                              <p:cond delay="1270"/>
                            </p:stCondLst>
                            <p:childTnLst>
                              <p:par>
                                <p:cTn id="4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7" fill="hold">
                            <p:stCondLst>
                              <p:cond delay="1310"/>
                            </p:stCondLst>
                            <p:childTnLst>
                              <p:par>
                                <p:cTn id="42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1" dur="25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5" dur="33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6" dur="1" fill="hold">
                                          <p:stCondLst>
                                            <p:cond delay="329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0" fill="hold">
                            <p:stCondLst>
                              <p:cond delay="1390"/>
                            </p:stCondLst>
                            <p:childTnLst>
                              <p:par>
                                <p:cTn id="4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5" fill="hold">
                            <p:stCondLst>
                              <p:cond delay="1430"/>
                            </p:stCondLst>
                            <p:childTnLst>
                              <p:par>
                                <p:cTn id="44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3" dur="33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4" dur="1" fill="hold">
                                          <p:stCondLst>
                                            <p:cond delay="329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8" fill="hold">
                            <p:stCondLst>
                              <p:cond delay="1510"/>
                            </p:stCondLst>
                            <p:childTnLst>
                              <p:par>
                                <p:cTn id="4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3" fill="hold">
                            <p:stCondLst>
                              <p:cond delay="1550"/>
                            </p:stCondLst>
                            <p:childTnLst>
                              <p:par>
                                <p:cTn id="44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1" dur="33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2" dur="1" fill="hold">
                                          <p:stCondLst>
                                            <p:cond delay="329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6" fill="hold">
                            <p:stCondLst>
                              <p:cond delay="1630"/>
                            </p:stCondLst>
                            <p:childTnLst>
                              <p:par>
                                <p:cTn id="4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1" fill="hold">
                            <p:stCondLst>
                              <p:cond delay="1670"/>
                            </p:stCondLst>
                            <p:childTnLst>
                              <p:par>
                                <p:cTn id="45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9" dur="33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0" dur="1" fill="hold">
                                          <p:stCondLst>
                                            <p:cond delay="329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7" fill="hold">
                            <p:stCondLst>
                              <p:cond delay="1720"/>
                            </p:stCondLst>
                            <p:childTnLst>
                              <p:par>
                                <p:cTn id="46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4" dur="260" fill="hold"/>
                                        <p:tgtEl>
                                          <p:spTgt spid="2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5" dur="260" fill="hold"/>
                                        <p:tgtEl>
                                          <p:spTgt spid="2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6" dur="13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3" fill="hold">
                            <p:stCondLst>
                              <p:cond delay="1750"/>
                            </p:stCondLst>
                            <p:childTnLst>
                              <p:par>
                                <p:cTn id="46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0" dur="45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1" dur="45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2" dur="225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6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groa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78" fill="hold">
                            <p:stCondLst>
                              <p:cond delay="2150"/>
                            </p:stCondLst>
                            <p:childTnLst>
                              <p:par>
                                <p:cTn id="47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6" dur="4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7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4" fill="hold">
                            <p:stCondLst>
                              <p:cond delay="2300"/>
                            </p:stCondLst>
                            <p:childTnLst>
                              <p:par>
                                <p:cTn id="479" presetID="1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81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B5E2D3"/>
                                      </p:to>
                                    </p:animClr>
                                    <p:set>
                                      <p:cBhvr>
                                        <p:cTn id="4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8" fill="hold">
                            <p:stCondLst>
                              <p:cond delay="3000"/>
                            </p:stCondLst>
                            <p:childTnLst>
                              <p:par>
                                <p:cTn id="4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7" dur="4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211" grpId="0" animBg="1"/>
      <p:bldP spid="212" grpId="0" animBg="1"/>
      <p:bldP spid="213" grpId="0" animBg="1"/>
      <p:bldP spid="214" grpId="0" animBg="1"/>
      <p:bldP spid="215" grpId="0" animBg="1"/>
      <p:bldP spid="216" grpId="0" animBg="1"/>
      <p:bldP spid="217" grpId="0" animBg="1"/>
      <p:bldP spid="218" grpId="0" animBg="1"/>
      <p:bldP spid="219" grpId="0" animBg="1"/>
      <p:bldP spid="220" grpId="0" animBg="1"/>
      <p:bldP spid="221" grpId="0" animBg="1"/>
      <p:bldP spid="222" grpId="0" animBg="1"/>
      <p:bldP spid="223" grpId="0" animBg="1"/>
      <p:bldP spid="224" grpId="0" animBg="1"/>
      <p:bldP spid="225" grpId="0" animBg="1"/>
      <p:bldP spid="226" grpId="0" animBg="1"/>
      <p:bldP spid="227" grpId="0" animBg="1"/>
      <p:bldP spid="238" grpId="0" animBg="1"/>
      <p:bldP spid="239" grpId="0" animBg="1"/>
      <p:bldP spid="240" grpId="0" animBg="1"/>
      <p:bldP spid="241" grpId="0" animBg="1"/>
      <p:bldP spid="242" grpId="0" animBg="1"/>
      <p:bldP spid="243" grpId="0" animBg="1"/>
      <p:bldP spid="244" grpId="0" animBg="1"/>
      <p:bldP spid="245" grpId="0" animBg="1"/>
      <p:bldP spid="246" grpId="0" animBg="1"/>
      <p:bldP spid="247" grpId="0" animBg="1"/>
      <p:bldP spid="248" grpId="0" animBg="1"/>
      <p:bldP spid="249" grpId="0" animBg="1"/>
      <p:bldP spid="250" grpId="0" animBg="1"/>
      <p:bldP spid="251" grpId="0" animBg="1"/>
      <p:bldP spid="252" grpId="0" animBg="1"/>
      <p:bldP spid="253" grpId="0" animBg="1"/>
      <p:bldP spid="254" grpId="0" animBg="1"/>
      <p:bldP spid="255" grpId="0" animBg="1"/>
    </p:bld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Пенальти!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 ичинде кошуу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6-тепкич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9/16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4069080" cy="1828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298448"/>
            <a:ext cx="27432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6B7280"/>
                </a:solidFill>
                <a:latin typeface="PT Sans"/>
              </a:rPr>
              <a:t>СУРОО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" y="1554480"/>
            <a:ext cx="4069080" cy="1417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5 + 5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" y="3246120"/>
            <a:ext cx="4069080" cy="713232"/>
          </a:xfrm>
          <a:prstGeom prst="roundRect">
            <a:avLst>
              <a:gd name="adj" fmla="val 30000"/>
            </a:avLst>
          </a:prstGeom>
          <a:solidFill>
            <a:srgbClr val="BFCBE9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3200" b="1">
                <a:solidFill>
                  <a:srgbClr val="1D3557"/>
                </a:solidFill>
                <a:latin typeface="PT Sans"/>
              </a:rPr>
              <a:t>55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" y="4087368"/>
            <a:ext cx="4069080" cy="713232"/>
          </a:xfrm>
          <a:prstGeom prst="roundRect">
            <a:avLst>
              <a:gd name="adj" fmla="val 30000"/>
            </a:avLst>
          </a:prstGeom>
          <a:solidFill>
            <a:srgbClr val="BFCBE9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3200" b="1">
                <a:solidFill>
                  <a:srgbClr val="1D3557"/>
                </a:solidFill>
                <a:latin typeface="PT Sans"/>
              </a:rPr>
              <a:t>10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" y="4928616"/>
            <a:ext cx="4069080" cy="713232"/>
          </a:xfrm>
          <a:prstGeom prst="roundRect">
            <a:avLst>
              <a:gd name="adj" fmla="val 30000"/>
            </a:avLst>
          </a:prstGeom>
          <a:solidFill>
            <a:srgbClr val="BFCBE9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3200" b="1">
                <a:solidFill>
                  <a:srgbClr val="1D3557"/>
                </a:solidFill>
                <a:latin typeface="PT Sans"/>
              </a:rPr>
              <a:t>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" y="5760720"/>
            <a:ext cx="406908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007A5A"/>
                </a:solidFill>
                <a:latin typeface="PT Sans"/>
              </a:rPr>
              <a:t>Жоопту бас · «Кантип таптың?» +1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54880" y="1234440"/>
            <a:ext cx="7007047" cy="4800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846320" y="4160520"/>
            <a:ext cx="6824167" cy="1783080"/>
          </a:xfrm>
          <a:prstGeom prst="roundRect">
            <a:avLst>
              <a:gd name="adj" fmla="val 4000"/>
            </a:avLst>
          </a:prstGeom>
          <a:solidFill>
            <a:srgbClr val="B5E2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3" name="Group 32"/>
          <p:cNvGrpSpPr/>
          <p:nvPr/>
        </p:nvGrpSpPr>
        <p:grpSpPr>
          <a:xfrm>
            <a:off x="5394960" y="1417320"/>
            <a:ext cx="5669280" cy="2743200"/>
            <a:chOff x="5394960" y="1417320"/>
            <a:chExt cx="5669280" cy="2743200"/>
          </a:xfrm>
        </p:grpSpPr>
        <p:cxnSp>
          <p:nvCxnSpPr>
            <p:cNvPr id="19" name="Connector 18"/>
            <p:cNvCxnSpPr/>
            <p:nvPr/>
          </p:nvCxnSpPr>
          <p:spPr>
            <a:xfrm>
              <a:off x="5961888" y="1417320"/>
              <a:ext cx="0" cy="2743200"/>
            </a:xfrm>
            <a:prstGeom prst="line">
              <a:avLst/>
            </a:prstGeom>
            <a:ln w="9525">
              <a:solidFill>
                <a:srgbClr val="BFCB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or 19"/>
            <p:cNvCxnSpPr/>
            <p:nvPr/>
          </p:nvCxnSpPr>
          <p:spPr>
            <a:xfrm>
              <a:off x="6528816" y="1417320"/>
              <a:ext cx="0" cy="2743200"/>
            </a:xfrm>
            <a:prstGeom prst="line">
              <a:avLst/>
            </a:prstGeom>
            <a:ln w="9525">
              <a:solidFill>
                <a:srgbClr val="BFCB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 20"/>
            <p:cNvCxnSpPr/>
            <p:nvPr/>
          </p:nvCxnSpPr>
          <p:spPr>
            <a:xfrm>
              <a:off x="7095744" y="1417320"/>
              <a:ext cx="0" cy="2743200"/>
            </a:xfrm>
            <a:prstGeom prst="line">
              <a:avLst/>
            </a:prstGeom>
            <a:ln w="9525">
              <a:solidFill>
                <a:srgbClr val="BFCB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or 21"/>
            <p:cNvCxnSpPr/>
            <p:nvPr/>
          </p:nvCxnSpPr>
          <p:spPr>
            <a:xfrm>
              <a:off x="7662672" y="1417320"/>
              <a:ext cx="0" cy="2743200"/>
            </a:xfrm>
            <a:prstGeom prst="line">
              <a:avLst/>
            </a:prstGeom>
            <a:ln w="9525">
              <a:solidFill>
                <a:srgbClr val="BFCB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or 22"/>
            <p:cNvCxnSpPr/>
            <p:nvPr/>
          </p:nvCxnSpPr>
          <p:spPr>
            <a:xfrm>
              <a:off x="8229600" y="1417320"/>
              <a:ext cx="0" cy="2743200"/>
            </a:xfrm>
            <a:prstGeom prst="line">
              <a:avLst/>
            </a:prstGeom>
            <a:ln w="9525">
              <a:solidFill>
                <a:srgbClr val="BFCB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or 23"/>
            <p:cNvCxnSpPr/>
            <p:nvPr/>
          </p:nvCxnSpPr>
          <p:spPr>
            <a:xfrm>
              <a:off x="8796528" y="1417320"/>
              <a:ext cx="0" cy="2743200"/>
            </a:xfrm>
            <a:prstGeom prst="line">
              <a:avLst/>
            </a:prstGeom>
            <a:ln w="9525">
              <a:solidFill>
                <a:srgbClr val="BFCB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nector 24"/>
            <p:cNvCxnSpPr/>
            <p:nvPr/>
          </p:nvCxnSpPr>
          <p:spPr>
            <a:xfrm>
              <a:off x="9363456" y="1417320"/>
              <a:ext cx="0" cy="2743200"/>
            </a:xfrm>
            <a:prstGeom prst="line">
              <a:avLst/>
            </a:prstGeom>
            <a:ln w="9525">
              <a:solidFill>
                <a:srgbClr val="BFCB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nector 25"/>
            <p:cNvCxnSpPr/>
            <p:nvPr/>
          </p:nvCxnSpPr>
          <p:spPr>
            <a:xfrm>
              <a:off x="9930384" y="1417320"/>
              <a:ext cx="0" cy="2743200"/>
            </a:xfrm>
            <a:prstGeom prst="line">
              <a:avLst/>
            </a:prstGeom>
            <a:ln w="9525">
              <a:solidFill>
                <a:srgbClr val="BFCB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nector 26"/>
            <p:cNvCxnSpPr/>
            <p:nvPr/>
          </p:nvCxnSpPr>
          <p:spPr>
            <a:xfrm>
              <a:off x="10497312" y="1417320"/>
              <a:ext cx="0" cy="2743200"/>
            </a:xfrm>
            <a:prstGeom prst="line">
              <a:avLst/>
            </a:prstGeom>
            <a:ln w="9525">
              <a:solidFill>
                <a:srgbClr val="BFCB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nector 27"/>
            <p:cNvCxnSpPr/>
            <p:nvPr/>
          </p:nvCxnSpPr>
          <p:spPr>
            <a:xfrm>
              <a:off x="5394960" y="1874519"/>
              <a:ext cx="5669280" cy="0"/>
            </a:xfrm>
            <a:prstGeom prst="line">
              <a:avLst/>
            </a:prstGeom>
            <a:ln w="9525">
              <a:solidFill>
                <a:srgbClr val="BFCB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nector 28"/>
            <p:cNvCxnSpPr/>
            <p:nvPr/>
          </p:nvCxnSpPr>
          <p:spPr>
            <a:xfrm>
              <a:off x="5394960" y="2331720"/>
              <a:ext cx="5669280" cy="0"/>
            </a:xfrm>
            <a:prstGeom prst="line">
              <a:avLst/>
            </a:prstGeom>
            <a:ln w="9525">
              <a:solidFill>
                <a:srgbClr val="BFCB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nector 29"/>
            <p:cNvCxnSpPr/>
            <p:nvPr/>
          </p:nvCxnSpPr>
          <p:spPr>
            <a:xfrm>
              <a:off x="5394960" y="2788920"/>
              <a:ext cx="5669280" cy="0"/>
            </a:xfrm>
            <a:prstGeom prst="line">
              <a:avLst/>
            </a:prstGeom>
            <a:ln w="9525">
              <a:solidFill>
                <a:srgbClr val="BFCB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nector 30"/>
            <p:cNvCxnSpPr/>
            <p:nvPr/>
          </p:nvCxnSpPr>
          <p:spPr>
            <a:xfrm>
              <a:off x="5394960" y="3246120"/>
              <a:ext cx="5669280" cy="0"/>
            </a:xfrm>
            <a:prstGeom prst="line">
              <a:avLst/>
            </a:prstGeom>
            <a:ln w="9525">
              <a:solidFill>
                <a:srgbClr val="BFCB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nector 31"/>
            <p:cNvCxnSpPr/>
            <p:nvPr/>
          </p:nvCxnSpPr>
          <p:spPr>
            <a:xfrm>
              <a:off x="5394960" y="3703320"/>
              <a:ext cx="5669280" cy="0"/>
            </a:xfrm>
            <a:prstGeom prst="line">
              <a:avLst/>
            </a:prstGeom>
            <a:ln w="9525">
              <a:solidFill>
                <a:srgbClr val="BFCB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4" name="Connector 33"/>
          <p:cNvCxnSpPr/>
          <p:nvPr/>
        </p:nvCxnSpPr>
        <p:spPr>
          <a:xfrm flipV="1">
            <a:off x="5394960" y="1417320"/>
            <a:ext cx="0" cy="2743200"/>
          </a:xfrm>
          <a:prstGeom prst="line">
            <a:avLst/>
          </a:prstGeom>
          <a:ln w="889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358384" y="1417320"/>
            <a:ext cx="5742432" cy="0"/>
          </a:xfrm>
          <a:prstGeom prst="line">
            <a:avLst/>
          </a:prstGeom>
          <a:ln w="889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1064240" y="1417320"/>
            <a:ext cx="0" cy="2743200"/>
          </a:xfrm>
          <a:prstGeom prst="line">
            <a:avLst/>
          </a:prstGeom>
          <a:ln w="889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4846320" y="4160520"/>
            <a:ext cx="6824167" cy="0"/>
          </a:xfrm>
          <a:prstGeom prst="line">
            <a:avLst/>
          </a:prstGeom>
          <a:ln w="3810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8147304" y="5532120"/>
            <a:ext cx="164592" cy="731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81" name="Group 80"/>
          <p:cNvGrpSpPr/>
          <p:nvPr/>
        </p:nvGrpSpPr>
        <p:grpSpPr>
          <a:xfrm>
            <a:off x="7363114" y="1990100"/>
            <a:ext cx="1732971" cy="2195656"/>
            <a:chOff x="7363114" y="1990100"/>
            <a:chExt cx="1732971" cy="2195656"/>
          </a:xfrm>
        </p:grpSpPr>
        <p:cxnSp>
          <p:nvCxnSpPr>
            <p:cNvPr id="39" name="Connector 38"/>
            <p:cNvCxnSpPr/>
            <p:nvPr/>
          </p:nvCxnSpPr>
          <p:spPr>
            <a:xfrm flipH="1">
              <a:off x="7977225" y="3361334"/>
              <a:ext cx="109362" cy="378562"/>
            </a:xfrm>
            <a:prstGeom prst="line">
              <a:avLst/>
            </a:prstGeom>
            <a:ln w="160274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or 39"/>
            <p:cNvCxnSpPr/>
            <p:nvPr/>
          </p:nvCxnSpPr>
          <p:spPr>
            <a:xfrm flipH="1">
              <a:off x="7977225" y="3361334"/>
              <a:ext cx="109362" cy="378562"/>
            </a:xfrm>
            <a:prstGeom prst="line">
              <a:avLst/>
            </a:prstGeom>
            <a:ln w="128524" cap="rnd">
              <a:solidFill>
                <a:srgbClr val="E8B98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nector 40"/>
            <p:cNvCxnSpPr/>
            <p:nvPr/>
          </p:nvCxnSpPr>
          <p:spPr>
            <a:xfrm flipH="1">
              <a:off x="7909925" y="3739896"/>
              <a:ext cx="67300" cy="344911"/>
            </a:xfrm>
            <a:prstGeom prst="line">
              <a:avLst/>
            </a:prstGeom>
            <a:ln w="160274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nector 41"/>
            <p:cNvCxnSpPr/>
            <p:nvPr/>
          </p:nvCxnSpPr>
          <p:spPr>
            <a:xfrm flipH="1">
              <a:off x="7909925" y="3739896"/>
              <a:ext cx="67300" cy="344911"/>
            </a:xfrm>
            <a:prstGeom prst="line">
              <a:avLst/>
            </a:prstGeom>
            <a:ln w="128524" cap="rnd">
              <a:solidFill>
                <a:srgbClr val="F6B25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Rounded Rectangle 42"/>
            <p:cNvSpPr/>
            <p:nvPr/>
          </p:nvSpPr>
          <p:spPr>
            <a:xfrm>
              <a:off x="7716438" y="4051157"/>
              <a:ext cx="286024" cy="134599"/>
            </a:xfrm>
            <a:prstGeom prst="roundRect">
              <a:avLst/>
            </a:prstGeom>
            <a:solidFill>
              <a:srgbClr val="1F2430"/>
            </a:solidFill>
            <a:ln w="12700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4" name="Connector 43"/>
            <p:cNvCxnSpPr/>
            <p:nvPr/>
          </p:nvCxnSpPr>
          <p:spPr>
            <a:xfrm>
              <a:off x="8372612" y="3361334"/>
              <a:ext cx="109362" cy="378562"/>
            </a:xfrm>
            <a:prstGeom prst="line">
              <a:avLst/>
            </a:prstGeom>
            <a:ln w="160274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nector 44"/>
            <p:cNvCxnSpPr/>
            <p:nvPr/>
          </p:nvCxnSpPr>
          <p:spPr>
            <a:xfrm>
              <a:off x="8372612" y="3361334"/>
              <a:ext cx="109362" cy="378562"/>
            </a:xfrm>
            <a:prstGeom prst="line">
              <a:avLst/>
            </a:prstGeom>
            <a:ln w="128524" cap="rnd">
              <a:solidFill>
                <a:srgbClr val="E8B98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nector 45"/>
            <p:cNvCxnSpPr/>
            <p:nvPr/>
          </p:nvCxnSpPr>
          <p:spPr>
            <a:xfrm>
              <a:off x="8481974" y="3739896"/>
              <a:ext cx="67300" cy="344911"/>
            </a:xfrm>
            <a:prstGeom prst="line">
              <a:avLst/>
            </a:prstGeom>
            <a:ln w="160274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onnector 46"/>
            <p:cNvCxnSpPr/>
            <p:nvPr/>
          </p:nvCxnSpPr>
          <p:spPr>
            <a:xfrm>
              <a:off x="8481974" y="3739896"/>
              <a:ext cx="67300" cy="344911"/>
            </a:xfrm>
            <a:prstGeom prst="line">
              <a:avLst/>
            </a:prstGeom>
            <a:ln w="128524" cap="rnd">
              <a:solidFill>
                <a:srgbClr val="F6B25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Rounded Rectangle 47"/>
            <p:cNvSpPr/>
            <p:nvPr/>
          </p:nvSpPr>
          <p:spPr>
            <a:xfrm>
              <a:off x="8456736" y="4051157"/>
              <a:ext cx="286024" cy="134599"/>
            </a:xfrm>
            <a:prstGeom prst="roundRect">
              <a:avLst/>
            </a:prstGeom>
            <a:solidFill>
              <a:srgbClr val="1F2430"/>
            </a:solidFill>
            <a:ln w="12700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Rounded Rectangle 48"/>
            <p:cNvSpPr/>
            <p:nvPr/>
          </p:nvSpPr>
          <p:spPr>
            <a:xfrm>
              <a:off x="7918338" y="3235147"/>
              <a:ext cx="622523" cy="302849"/>
            </a:xfrm>
            <a:prstGeom prst="roundRect">
              <a:avLst/>
            </a:prstGeom>
            <a:solidFill>
              <a:srgbClr val="1D3557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50" name="Connector 49"/>
            <p:cNvCxnSpPr/>
            <p:nvPr/>
          </p:nvCxnSpPr>
          <p:spPr>
            <a:xfrm flipV="1">
              <a:off x="8229600" y="2419136"/>
              <a:ext cx="0" cy="143012"/>
            </a:xfrm>
            <a:prstGeom prst="line">
              <a:avLst/>
            </a:prstGeom>
            <a:ln w="136906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nector 50"/>
            <p:cNvCxnSpPr/>
            <p:nvPr/>
          </p:nvCxnSpPr>
          <p:spPr>
            <a:xfrm flipV="1">
              <a:off x="8229600" y="2419136"/>
              <a:ext cx="0" cy="143012"/>
            </a:xfrm>
            <a:prstGeom prst="line">
              <a:avLst/>
            </a:prstGeom>
            <a:ln w="105156" cap="rnd">
              <a:solidFill>
                <a:srgbClr val="E8B98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Round Same Side Corner Rectangle 51"/>
            <p:cNvSpPr/>
            <p:nvPr/>
          </p:nvSpPr>
          <p:spPr>
            <a:xfrm>
              <a:off x="7901513" y="2536911"/>
              <a:ext cx="656173" cy="824423"/>
            </a:xfrm>
            <a:prstGeom prst="round2SameRect">
              <a:avLst>
                <a:gd name="adj1" fmla="val 30000"/>
                <a:gd name="adj2" fmla="val 12000"/>
              </a:avLst>
            </a:prstGeom>
            <a:solidFill>
              <a:srgbClr val="F28C28"/>
            </a:solidFill>
            <a:ln w="22225">
              <a:solidFill>
                <a:srgbClr val="A844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Rounded Rectangle 52"/>
            <p:cNvSpPr/>
            <p:nvPr/>
          </p:nvSpPr>
          <p:spPr>
            <a:xfrm>
              <a:off x="7918338" y="3273003"/>
              <a:ext cx="622523" cy="75712"/>
            </a:xfrm>
            <a:prstGeom prst="roundRect">
              <a:avLst/>
            </a:prstGeom>
            <a:solidFill>
              <a:srgbClr val="A844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Chord 53"/>
            <p:cNvSpPr/>
            <p:nvPr/>
          </p:nvSpPr>
          <p:spPr>
            <a:xfrm>
              <a:off x="8103412" y="2461199"/>
              <a:ext cx="252374" cy="168249"/>
            </a:xfrm>
            <a:prstGeom prst="chord">
              <a:avLst>
                <a:gd name="adj1" fmla="val 0"/>
                <a:gd name="adj2" fmla="val 10800000"/>
              </a:avLst>
            </a:prstGeom>
            <a:solidFill>
              <a:srgbClr val="FFFFFF"/>
            </a:solidFill>
            <a:ln w="12700">
              <a:solidFill>
                <a:srgbClr val="A844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7977225" y="2705160"/>
              <a:ext cx="504748" cy="47109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2300" b="1">
                  <a:solidFill>
                    <a:srgbClr val="FFFFFF"/>
                  </a:solidFill>
                  <a:latin typeface="PT Sans"/>
                </a:rPr>
                <a:t>1</a:t>
              </a:r>
            </a:p>
          </p:txBody>
        </p:sp>
        <p:cxnSp>
          <p:nvCxnSpPr>
            <p:cNvPr id="56" name="Connector 55"/>
            <p:cNvCxnSpPr/>
            <p:nvPr/>
          </p:nvCxnSpPr>
          <p:spPr>
            <a:xfrm flipH="1">
              <a:off x="7657551" y="2587386"/>
              <a:ext cx="269199" cy="269199"/>
            </a:xfrm>
            <a:prstGeom prst="line">
              <a:avLst/>
            </a:prstGeom>
            <a:ln w="148590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Connector 56"/>
            <p:cNvCxnSpPr/>
            <p:nvPr/>
          </p:nvCxnSpPr>
          <p:spPr>
            <a:xfrm flipH="1">
              <a:off x="7657551" y="2587386"/>
              <a:ext cx="269199" cy="269199"/>
            </a:xfrm>
            <a:prstGeom prst="line">
              <a:avLst/>
            </a:prstGeom>
            <a:ln w="116840" cap="rnd">
              <a:solidFill>
                <a:srgbClr val="F28C2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Connector 57"/>
            <p:cNvCxnSpPr/>
            <p:nvPr/>
          </p:nvCxnSpPr>
          <p:spPr>
            <a:xfrm flipH="1" flipV="1">
              <a:off x="7506126" y="2469611"/>
              <a:ext cx="151425" cy="386974"/>
            </a:xfrm>
            <a:prstGeom prst="line">
              <a:avLst/>
            </a:prstGeom>
            <a:ln w="148590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nector 58"/>
            <p:cNvCxnSpPr/>
            <p:nvPr/>
          </p:nvCxnSpPr>
          <p:spPr>
            <a:xfrm flipH="1" flipV="1">
              <a:off x="7506126" y="2469611"/>
              <a:ext cx="151425" cy="386974"/>
            </a:xfrm>
            <a:prstGeom prst="line">
              <a:avLst/>
            </a:prstGeom>
            <a:ln w="116840" cap="rnd">
              <a:solidFill>
                <a:srgbClr val="F28C2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nector 59"/>
            <p:cNvCxnSpPr/>
            <p:nvPr/>
          </p:nvCxnSpPr>
          <p:spPr>
            <a:xfrm>
              <a:off x="8532449" y="2587386"/>
              <a:ext cx="269199" cy="269199"/>
            </a:xfrm>
            <a:prstGeom prst="line">
              <a:avLst/>
            </a:prstGeom>
            <a:ln w="148590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nector 60"/>
            <p:cNvCxnSpPr/>
            <p:nvPr/>
          </p:nvCxnSpPr>
          <p:spPr>
            <a:xfrm>
              <a:off x="8532449" y="2587386"/>
              <a:ext cx="269199" cy="269199"/>
            </a:xfrm>
            <a:prstGeom prst="line">
              <a:avLst/>
            </a:prstGeom>
            <a:ln w="116840" cap="rnd">
              <a:solidFill>
                <a:srgbClr val="F28C2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Connector 61"/>
            <p:cNvCxnSpPr/>
            <p:nvPr/>
          </p:nvCxnSpPr>
          <p:spPr>
            <a:xfrm flipV="1">
              <a:off x="8801648" y="2469611"/>
              <a:ext cx="151425" cy="386974"/>
            </a:xfrm>
            <a:prstGeom prst="line">
              <a:avLst/>
            </a:prstGeom>
            <a:ln w="148590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nector 62"/>
            <p:cNvCxnSpPr/>
            <p:nvPr/>
          </p:nvCxnSpPr>
          <p:spPr>
            <a:xfrm flipV="1">
              <a:off x="8801648" y="2469611"/>
              <a:ext cx="151425" cy="386974"/>
            </a:xfrm>
            <a:prstGeom prst="line">
              <a:avLst/>
            </a:prstGeom>
            <a:ln w="116840" cap="rnd">
              <a:solidFill>
                <a:srgbClr val="F28C2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Oval 63"/>
            <p:cNvSpPr/>
            <p:nvPr/>
          </p:nvSpPr>
          <p:spPr>
            <a:xfrm>
              <a:off x="7973019" y="2179380"/>
              <a:ext cx="92537" cy="126187"/>
            </a:xfrm>
            <a:prstGeom prst="ellipse">
              <a:avLst/>
            </a:prstGeom>
            <a:solidFill>
              <a:srgbClr val="E8B98E"/>
            </a:solidFill>
            <a:ln w="12700">
              <a:solidFill>
                <a:srgbClr val="A86E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Oval 64"/>
            <p:cNvSpPr/>
            <p:nvPr/>
          </p:nvSpPr>
          <p:spPr>
            <a:xfrm>
              <a:off x="8393643" y="2179380"/>
              <a:ext cx="92537" cy="126187"/>
            </a:xfrm>
            <a:prstGeom prst="ellipse">
              <a:avLst/>
            </a:prstGeom>
            <a:solidFill>
              <a:srgbClr val="E8B98E"/>
            </a:solidFill>
            <a:ln w="12700">
              <a:solidFill>
                <a:srgbClr val="A86E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" name="Oval 65"/>
            <p:cNvSpPr/>
            <p:nvPr/>
          </p:nvSpPr>
          <p:spPr>
            <a:xfrm>
              <a:off x="8002463" y="1990100"/>
              <a:ext cx="454273" cy="370149"/>
            </a:xfrm>
            <a:prstGeom prst="ellipse">
              <a:avLst/>
            </a:prstGeom>
            <a:solidFill>
              <a:srgbClr val="3A2A22"/>
            </a:solidFill>
            <a:ln w="15875">
              <a:solidFill>
                <a:srgbClr val="3A2A2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Oval 66"/>
            <p:cNvSpPr/>
            <p:nvPr/>
          </p:nvSpPr>
          <p:spPr>
            <a:xfrm>
              <a:off x="8031906" y="2078431"/>
              <a:ext cx="395386" cy="395386"/>
            </a:xfrm>
            <a:prstGeom prst="ellipse">
              <a:avLst/>
            </a:prstGeom>
            <a:solidFill>
              <a:srgbClr val="E8B98E"/>
            </a:solidFill>
            <a:ln w="15875">
              <a:solidFill>
                <a:srgbClr val="A86E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Chord 67"/>
            <p:cNvSpPr/>
            <p:nvPr/>
          </p:nvSpPr>
          <p:spPr>
            <a:xfrm>
              <a:off x="8031906" y="2032162"/>
              <a:ext cx="395386" cy="185074"/>
            </a:xfrm>
            <a:prstGeom prst="chord">
              <a:avLst>
                <a:gd name="adj1" fmla="val 10800000"/>
                <a:gd name="adj2" fmla="val 0"/>
              </a:avLst>
            </a:prstGeom>
            <a:solidFill>
              <a:srgbClr val="3A2A2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Oval 68"/>
            <p:cNvSpPr/>
            <p:nvPr/>
          </p:nvSpPr>
          <p:spPr>
            <a:xfrm>
              <a:off x="8113928" y="2221443"/>
              <a:ext cx="63093" cy="75712"/>
            </a:xfrm>
            <a:prstGeom prst="ellipse">
              <a:avLst/>
            </a:prstGeom>
            <a:solidFill>
              <a:srgbClr val="1F243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" name="Oval 69"/>
            <p:cNvSpPr/>
            <p:nvPr/>
          </p:nvSpPr>
          <p:spPr>
            <a:xfrm>
              <a:off x="8147578" y="2236165"/>
              <a:ext cx="21031" cy="2103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Rounded Rectangle 70"/>
            <p:cNvSpPr/>
            <p:nvPr/>
          </p:nvSpPr>
          <p:spPr>
            <a:xfrm>
              <a:off x="8103412" y="2181484"/>
              <a:ext cx="84124" cy="21031"/>
            </a:xfrm>
            <a:prstGeom prst="roundRect">
              <a:avLst/>
            </a:prstGeom>
            <a:solidFill>
              <a:srgbClr val="3A2A2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Oval 71"/>
            <p:cNvSpPr/>
            <p:nvPr/>
          </p:nvSpPr>
          <p:spPr>
            <a:xfrm>
              <a:off x="8282178" y="2221443"/>
              <a:ext cx="63093" cy="75712"/>
            </a:xfrm>
            <a:prstGeom prst="ellipse">
              <a:avLst/>
            </a:prstGeom>
            <a:solidFill>
              <a:srgbClr val="1F243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" name="Oval 72"/>
            <p:cNvSpPr/>
            <p:nvPr/>
          </p:nvSpPr>
          <p:spPr>
            <a:xfrm>
              <a:off x="8315827" y="2236165"/>
              <a:ext cx="21031" cy="2103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Rounded Rectangle 73"/>
            <p:cNvSpPr/>
            <p:nvPr/>
          </p:nvSpPr>
          <p:spPr>
            <a:xfrm>
              <a:off x="8271662" y="2181484"/>
              <a:ext cx="84124" cy="21031"/>
            </a:xfrm>
            <a:prstGeom prst="roundRect">
              <a:avLst/>
            </a:prstGeom>
            <a:solidFill>
              <a:srgbClr val="3A2A2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Oval 74"/>
            <p:cNvSpPr/>
            <p:nvPr/>
          </p:nvSpPr>
          <p:spPr>
            <a:xfrm>
              <a:off x="8208568" y="2292949"/>
              <a:ext cx="42062" cy="33649"/>
            </a:xfrm>
            <a:prstGeom prst="ellipse">
              <a:avLst/>
            </a:prstGeom>
            <a:solidFill>
              <a:srgbClr val="A86E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" name="Chord 75"/>
            <p:cNvSpPr/>
            <p:nvPr/>
          </p:nvSpPr>
          <p:spPr>
            <a:xfrm>
              <a:off x="8153887" y="2309774"/>
              <a:ext cx="151424" cy="100949"/>
            </a:xfrm>
            <a:prstGeom prst="chord">
              <a:avLst>
                <a:gd name="adj1" fmla="val 0"/>
                <a:gd name="adj2" fmla="val 10800000"/>
              </a:avLst>
            </a:prstGeom>
            <a:solidFill>
              <a:srgbClr val="FFFFFF"/>
            </a:solidFill>
            <a:ln w="12700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" name="Oval 76"/>
            <p:cNvSpPr/>
            <p:nvPr/>
          </p:nvSpPr>
          <p:spPr>
            <a:xfrm>
              <a:off x="7363114" y="2318186"/>
              <a:ext cx="286024" cy="302849"/>
            </a:xfrm>
            <a:prstGeom prst="ellipse">
              <a:avLst/>
            </a:prstGeom>
            <a:solidFill>
              <a:srgbClr val="B5E2D3"/>
            </a:solidFill>
            <a:ln w="28575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" name="Oval 77"/>
            <p:cNvSpPr/>
            <p:nvPr/>
          </p:nvSpPr>
          <p:spPr>
            <a:xfrm rot="4117763">
              <a:off x="7502425" y="2590078"/>
              <a:ext cx="134599" cy="84124"/>
            </a:xfrm>
            <a:prstGeom prst="ellipse">
              <a:avLst/>
            </a:prstGeom>
            <a:solidFill>
              <a:srgbClr val="007A5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" name="Oval 78"/>
            <p:cNvSpPr/>
            <p:nvPr/>
          </p:nvSpPr>
          <p:spPr>
            <a:xfrm>
              <a:off x="8810061" y="2318186"/>
              <a:ext cx="286024" cy="302849"/>
            </a:xfrm>
            <a:prstGeom prst="ellipse">
              <a:avLst/>
            </a:prstGeom>
            <a:solidFill>
              <a:srgbClr val="B5E2D3"/>
            </a:solidFill>
            <a:ln w="28575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" name="Oval 79"/>
            <p:cNvSpPr/>
            <p:nvPr/>
          </p:nvSpPr>
          <p:spPr>
            <a:xfrm rot="6682237">
              <a:off x="8822175" y="2590078"/>
              <a:ext cx="134599" cy="84124"/>
            </a:xfrm>
            <a:prstGeom prst="ellipse">
              <a:avLst/>
            </a:prstGeom>
            <a:solidFill>
              <a:srgbClr val="007A5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4" name="Group 123"/>
          <p:cNvGrpSpPr/>
          <p:nvPr/>
        </p:nvGrpSpPr>
        <p:grpSpPr>
          <a:xfrm>
            <a:off x="5992793" y="1839684"/>
            <a:ext cx="2553036" cy="1197033"/>
            <a:chOff x="5992793" y="1839684"/>
            <a:chExt cx="2553036" cy="1197033"/>
          </a:xfrm>
        </p:grpSpPr>
        <p:cxnSp>
          <p:nvCxnSpPr>
            <p:cNvPr id="82" name="Connector 81"/>
            <p:cNvCxnSpPr/>
            <p:nvPr/>
          </p:nvCxnSpPr>
          <p:spPr>
            <a:xfrm>
              <a:off x="7632146" y="2727857"/>
              <a:ext cx="389033" cy="82177"/>
            </a:xfrm>
            <a:prstGeom prst="line">
              <a:avLst/>
            </a:prstGeom>
            <a:ln w="160274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Connector 82"/>
            <p:cNvCxnSpPr/>
            <p:nvPr/>
          </p:nvCxnSpPr>
          <p:spPr>
            <a:xfrm>
              <a:off x="7632146" y="2727857"/>
              <a:ext cx="389033" cy="82177"/>
            </a:xfrm>
            <a:prstGeom prst="line">
              <a:avLst/>
            </a:prstGeom>
            <a:ln w="128524" cap="rnd">
              <a:solidFill>
                <a:srgbClr val="E8B98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Connector 83"/>
            <p:cNvCxnSpPr/>
            <p:nvPr/>
          </p:nvCxnSpPr>
          <p:spPr>
            <a:xfrm>
              <a:off x="8021179" y="2810034"/>
              <a:ext cx="365233" cy="100981"/>
            </a:xfrm>
            <a:prstGeom prst="line">
              <a:avLst/>
            </a:prstGeom>
            <a:ln w="160274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Connector 84"/>
            <p:cNvCxnSpPr/>
            <p:nvPr/>
          </p:nvCxnSpPr>
          <p:spPr>
            <a:xfrm>
              <a:off x="8021179" y="2810034"/>
              <a:ext cx="365233" cy="100981"/>
            </a:xfrm>
            <a:prstGeom prst="line">
              <a:avLst/>
            </a:prstGeom>
            <a:ln w="128524" cap="rnd">
              <a:solidFill>
                <a:srgbClr val="F6B25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Rounded Rectangle 85"/>
            <p:cNvSpPr/>
            <p:nvPr/>
          </p:nvSpPr>
          <p:spPr>
            <a:xfrm rot="17280000">
              <a:off x="8259805" y="2902118"/>
              <a:ext cx="286024" cy="134599"/>
            </a:xfrm>
            <a:prstGeom prst="roundRect">
              <a:avLst/>
            </a:prstGeom>
            <a:solidFill>
              <a:srgbClr val="1F2430"/>
            </a:solidFill>
            <a:ln w="12700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87" name="Connector 86"/>
            <p:cNvCxnSpPr/>
            <p:nvPr/>
          </p:nvCxnSpPr>
          <p:spPr>
            <a:xfrm flipV="1">
              <a:off x="7720533" y="2389604"/>
              <a:ext cx="313416" cy="66228"/>
            </a:xfrm>
            <a:prstGeom prst="line">
              <a:avLst/>
            </a:prstGeom>
            <a:ln w="160274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Connector 87"/>
            <p:cNvCxnSpPr/>
            <p:nvPr/>
          </p:nvCxnSpPr>
          <p:spPr>
            <a:xfrm flipV="1">
              <a:off x="7720533" y="2389604"/>
              <a:ext cx="313416" cy="66228"/>
            </a:xfrm>
            <a:prstGeom prst="line">
              <a:avLst/>
            </a:prstGeom>
            <a:ln w="128524" cap="rnd">
              <a:solidFill>
                <a:srgbClr val="E8B98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Connector 88"/>
            <p:cNvCxnSpPr/>
            <p:nvPr/>
          </p:nvCxnSpPr>
          <p:spPr>
            <a:xfrm>
              <a:off x="8033949" y="2389604"/>
              <a:ext cx="249235" cy="240199"/>
            </a:xfrm>
            <a:prstGeom prst="line">
              <a:avLst/>
            </a:prstGeom>
            <a:ln w="160274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Connector 89"/>
            <p:cNvCxnSpPr/>
            <p:nvPr/>
          </p:nvCxnSpPr>
          <p:spPr>
            <a:xfrm>
              <a:off x="8033949" y="2389604"/>
              <a:ext cx="249235" cy="240199"/>
            </a:xfrm>
            <a:prstGeom prst="line">
              <a:avLst/>
            </a:prstGeom>
            <a:ln w="128524" cap="rnd">
              <a:solidFill>
                <a:srgbClr val="F6B25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Rounded Rectangle 90"/>
            <p:cNvSpPr/>
            <p:nvPr/>
          </p:nvSpPr>
          <p:spPr>
            <a:xfrm rot="17280000">
              <a:off x="8187773" y="2524897"/>
              <a:ext cx="286024" cy="134599"/>
            </a:xfrm>
            <a:prstGeom prst="roundRect">
              <a:avLst/>
            </a:prstGeom>
            <a:solidFill>
              <a:srgbClr val="1F2430"/>
            </a:solidFill>
            <a:ln w="12700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2" name="Rounded Rectangle 91"/>
            <p:cNvSpPr/>
            <p:nvPr/>
          </p:nvSpPr>
          <p:spPr>
            <a:xfrm rot="17280000">
              <a:off x="7389080" y="2448218"/>
              <a:ext cx="622523" cy="302849"/>
            </a:xfrm>
            <a:prstGeom prst="roundRect">
              <a:avLst/>
            </a:prstGeom>
            <a:solidFill>
              <a:srgbClr val="1D3557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93" name="Connector 92"/>
            <p:cNvCxnSpPr/>
            <p:nvPr/>
          </p:nvCxnSpPr>
          <p:spPr>
            <a:xfrm flipH="1" flipV="1">
              <a:off x="6780256" y="2300689"/>
              <a:ext cx="136013" cy="44193"/>
            </a:xfrm>
            <a:prstGeom prst="line">
              <a:avLst/>
            </a:prstGeom>
            <a:ln w="136906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Connector 93"/>
            <p:cNvCxnSpPr/>
            <p:nvPr/>
          </p:nvCxnSpPr>
          <p:spPr>
            <a:xfrm flipH="1" flipV="1">
              <a:off x="6780256" y="2300689"/>
              <a:ext cx="136013" cy="44193"/>
            </a:xfrm>
            <a:prstGeom prst="line">
              <a:avLst/>
            </a:prstGeom>
            <a:ln w="105156" cap="rnd">
              <a:solidFill>
                <a:srgbClr val="E8B98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5" name="Round Same Side Corner Rectangle 94"/>
            <p:cNvSpPr/>
            <p:nvPr/>
          </p:nvSpPr>
          <p:spPr>
            <a:xfrm rot="17280000">
              <a:off x="6956216" y="2052252"/>
              <a:ext cx="656173" cy="824423"/>
            </a:xfrm>
            <a:prstGeom prst="round2SameRect">
              <a:avLst>
                <a:gd name="adj1" fmla="val 30000"/>
                <a:gd name="adj2" fmla="val 12000"/>
              </a:avLst>
            </a:prstGeom>
            <a:solidFill>
              <a:srgbClr val="F28C28"/>
            </a:solidFill>
            <a:ln w="22225">
              <a:solidFill>
                <a:srgbClr val="A844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6" name="Rounded Rectangle 95"/>
            <p:cNvSpPr/>
            <p:nvPr/>
          </p:nvSpPr>
          <p:spPr>
            <a:xfrm rot="17280000">
              <a:off x="7317073" y="2538390"/>
              <a:ext cx="622523" cy="75712"/>
            </a:xfrm>
            <a:prstGeom prst="roundRect">
              <a:avLst/>
            </a:prstGeom>
            <a:solidFill>
              <a:srgbClr val="A844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7" name="Chord 96"/>
            <p:cNvSpPr/>
            <p:nvPr/>
          </p:nvSpPr>
          <p:spPr>
            <a:xfrm rot="17280000">
              <a:off x="6774080" y="2255558"/>
              <a:ext cx="252374" cy="168249"/>
            </a:xfrm>
            <a:prstGeom prst="chord">
              <a:avLst>
                <a:gd name="adj1" fmla="val 0"/>
                <a:gd name="adj2" fmla="val 10800000"/>
              </a:avLst>
            </a:prstGeom>
            <a:solidFill>
              <a:srgbClr val="FFFFFF"/>
            </a:solidFill>
            <a:ln w="12700">
              <a:solidFill>
                <a:srgbClr val="A844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8" name="TextBox 97"/>
            <p:cNvSpPr txBox="1"/>
            <p:nvPr/>
          </p:nvSpPr>
          <p:spPr>
            <a:xfrm rot="17280000">
              <a:off x="7023928" y="2226315"/>
              <a:ext cx="504748" cy="47109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2300" b="1">
                  <a:solidFill>
                    <a:srgbClr val="FFFFFF"/>
                  </a:solidFill>
                  <a:latin typeface="PT Sans"/>
                </a:rPr>
                <a:t>1</a:t>
              </a:r>
            </a:p>
          </p:txBody>
        </p:sp>
        <p:cxnSp>
          <p:nvCxnSpPr>
            <p:cNvPr id="99" name="Connector 98"/>
            <p:cNvCxnSpPr/>
            <p:nvPr/>
          </p:nvCxnSpPr>
          <p:spPr>
            <a:xfrm flipH="1" flipV="1">
              <a:off x="6451242" y="2414921"/>
              <a:ext cx="395443" cy="225787"/>
            </a:xfrm>
            <a:prstGeom prst="line">
              <a:avLst/>
            </a:prstGeom>
            <a:ln w="148590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Connector 99"/>
            <p:cNvCxnSpPr/>
            <p:nvPr/>
          </p:nvCxnSpPr>
          <p:spPr>
            <a:xfrm flipH="1" flipV="1">
              <a:off x="6451242" y="2414921"/>
              <a:ext cx="395443" cy="225787"/>
            </a:xfrm>
            <a:prstGeom prst="line">
              <a:avLst/>
            </a:prstGeom>
            <a:ln w="116840" cap="rnd">
              <a:solidFill>
                <a:srgbClr val="F28C2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Connector 100"/>
            <p:cNvCxnSpPr/>
            <p:nvPr/>
          </p:nvCxnSpPr>
          <p:spPr>
            <a:xfrm flipH="1" flipV="1">
              <a:off x="6135805" y="2215130"/>
              <a:ext cx="315437" cy="199791"/>
            </a:xfrm>
            <a:prstGeom prst="line">
              <a:avLst/>
            </a:prstGeom>
            <a:ln w="148590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Connector 101"/>
            <p:cNvCxnSpPr/>
            <p:nvPr/>
          </p:nvCxnSpPr>
          <p:spPr>
            <a:xfrm flipH="1" flipV="1">
              <a:off x="6135805" y="2215130"/>
              <a:ext cx="315437" cy="199791"/>
            </a:xfrm>
            <a:prstGeom prst="line">
              <a:avLst/>
            </a:prstGeom>
            <a:ln w="116840" cap="rnd">
              <a:solidFill>
                <a:srgbClr val="F28C2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Connector 102"/>
            <p:cNvCxnSpPr/>
            <p:nvPr/>
          </p:nvCxnSpPr>
          <p:spPr>
            <a:xfrm flipH="1" flipV="1">
              <a:off x="6581221" y="2014884"/>
              <a:ext cx="452635" cy="49770"/>
            </a:xfrm>
            <a:prstGeom prst="line">
              <a:avLst/>
            </a:prstGeom>
            <a:ln w="148590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Connector 103"/>
            <p:cNvCxnSpPr/>
            <p:nvPr/>
          </p:nvCxnSpPr>
          <p:spPr>
            <a:xfrm flipH="1" flipV="1">
              <a:off x="6581221" y="2014884"/>
              <a:ext cx="452635" cy="49770"/>
            </a:xfrm>
            <a:prstGeom prst="line">
              <a:avLst/>
            </a:prstGeom>
            <a:ln w="116840" cap="rnd">
              <a:solidFill>
                <a:srgbClr val="F28C2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Connector 104"/>
            <p:cNvCxnSpPr/>
            <p:nvPr/>
          </p:nvCxnSpPr>
          <p:spPr>
            <a:xfrm flipH="1" flipV="1">
              <a:off x="6208594" y="1991109"/>
              <a:ext cx="372627" cy="23775"/>
            </a:xfrm>
            <a:prstGeom prst="line">
              <a:avLst/>
            </a:prstGeom>
            <a:ln w="148590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Connector 105"/>
            <p:cNvCxnSpPr/>
            <p:nvPr/>
          </p:nvCxnSpPr>
          <p:spPr>
            <a:xfrm flipH="1" flipV="1">
              <a:off x="6208594" y="1991109"/>
              <a:ext cx="372627" cy="23775"/>
            </a:xfrm>
            <a:prstGeom prst="line">
              <a:avLst/>
            </a:prstGeom>
            <a:ln w="116840" cap="rnd">
              <a:solidFill>
                <a:srgbClr val="F28C2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7" name="Oval 106"/>
            <p:cNvSpPr/>
            <p:nvPr/>
          </p:nvSpPr>
          <p:spPr>
            <a:xfrm rot="17280000">
              <a:off x="6500982" y="2383022"/>
              <a:ext cx="92537" cy="126187"/>
            </a:xfrm>
            <a:prstGeom prst="ellipse">
              <a:avLst/>
            </a:prstGeom>
            <a:solidFill>
              <a:srgbClr val="E8B98E"/>
            </a:solidFill>
            <a:ln w="12700">
              <a:solidFill>
                <a:srgbClr val="A86E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8" name="Oval 107"/>
            <p:cNvSpPr/>
            <p:nvPr/>
          </p:nvSpPr>
          <p:spPr>
            <a:xfrm rot="17280000">
              <a:off x="6630962" y="1982985"/>
              <a:ext cx="92537" cy="126187"/>
            </a:xfrm>
            <a:prstGeom prst="ellipse">
              <a:avLst/>
            </a:prstGeom>
            <a:solidFill>
              <a:srgbClr val="E8B98E"/>
            </a:solidFill>
            <a:ln w="12700">
              <a:solidFill>
                <a:srgbClr val="A86E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9" name="Oval 108"/>
            <p:cNvSpPr/>
            <p:nvPr/>
          </p:nvSpPr>
          <p:spPr>
            <a:xfrm rot="17280000">
              <a:off x="6321098" y="2040226"/>
              <a:ext cx="454273" cy="370149"/>
            </a:xfrm>
            <a:prstGeom prst="ellipse">
              <a:avLst/>
            </a:prstGeom>
            <a:solidFill>
              <a:srgbClr val="3A2A22"/>
            </a:solidFill>
            <a:ln w="15875">
              <a:solidFill>
                <a:srgbClr val="3A2A2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0" name="Oval 109"/>
            <p:cNvSpPr/>
            <p:nvPr/>
          </p:nvSpPr>
          <p:spPr>
            <a:xfrm rot="17280000">
              <a:off x="6446550" y="2058803"/>
              <a:ext cx="395386" cy="395386"/>
            </a:xfrm>
            <a:prstGeom prst="ellipse">
              <a:avLst/>
            </a:prstGeom>
            <a:solidFill>
              <a:srgbClr val="E8B98E"/>
            </a:solidFill>
            <a:ln w="15875">
              <a:solidFill>
                <a:srgbClr val="A86E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1" name="Chord 110"/>
            <p:cNvSpPr/>
            <p:nvPr/>
          </p:nvSpPr>
          <p:spPr>
            <a:xfrm rot="17280000">
              <a:off x="6302537" y="2117166"/>
              <a:ext cx="395386" cy="185074"/>
            </a:xfrm>
            <a:prstGeom prst="chord">
              <a:avLst>
                <a:gd name="adj1" fmla="val 10800000"/>
                <a:gd name="adj2" fmla="val 0"/>
              </a:avLst>
            </a:prstGeom>
            <a:solidFill>
              <a:srgbClr val="3A2A2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2" name="Oval 111"/>
            <p:cNvSpPr/>
            <p:nvPr/>
          </p:nvSpPr>
          <p:spPr>
            <a:xfrm rot="17280000">
              <a:off x="6570699" y="2293448"/>
              <a:ext cx="63093" cy="75712"/>
            </a:xfrm>
            <a:prstGeom prst="ellipse">
              <a:avLst/>
            </a:prstGeom>
            <a:solidFill>
              <a:srgbClr val="1F243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3" name="Oval 112"/>
            <p:cNvSpPr/>
            <p:nvPr/>
          </p:nvSpPr>
          <p:spPr>
            <a:xfrm rot="17280000">
              <a:off x="6583629" y="2304888"/>
              <a:ext cx="21031" cy="2103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4" name="Rounded Rectangle 113"/>
            <p:cNvSpPr/>
            <p:nvPr/>
          </p:nvSpPr>
          <p:spPr>
            <a:xfrm rot="17280000">
              <a:off x="6496178" y="2299992"/>
              <a:ext cx="84124" cy="21031"/>
            </a:xfrm>
            <a:prstGeom prst="roundRect">
              <a:avLst/>
            </a:prstGeom>
            <a:solidFill>
              <a:srgbClr val="3A2A2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5" name="Oval 114"/>
            <p:cNvSpPr/>
            <p:nvPr/>
          </p:nvSpPr>
          <p:spPr>
            <a:xfrm rot="17280000">
              <a:off x="6622691" y="2133433"/>
              <a:ext cx="63093" cy="75712"/>
            </a:xfrm>
            <a:prstGeom prst="ellipse">
              <a:avLst/>
            </a:prstGeom>
            <a:solidFill>
              <a:srgbClr val="1F243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6" name="Oval 115"/>
            <p:cNvSpPr/>
            <p:nvPr/>
          </p:nvSpPr>
          <p:spPr>
            <a:xfrm rot="17280000">
              <a:off x="6635621" y="2144873"/>
              <a:ext cx="21031" cy="2103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7" name="Rounded Rectangle 116"/>
            <p:cNvSpPr/>
            <p:nvPr/>
          </p:nvSpPr>
          <p:spPr>
            <a:xfrm rot="17280000">
              <a:off x="6548170" y="2139977"/>
              <a:ext cx="84124" cy="21031"/>
            </a:xfrm>
            <a:prstGeom prst="roundRect">
              <a:avLst/>
            </a:prstGeom>
            <a:solidFill>
              <a:srgbClr val="3A2A2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8" name="Oval 117"/>
            <p:cNvSpPr/>
            <p:nvPr/>
          </p:nvSpPr>
          <p:spPr>
            <a:xfrm rot="17280000">
              <a:off x="6655215" y="2250069"/>
              <a:ext cx="42062" cy="33649"/>
            </a:xfrm>
            <a:prstGeom prst="ellipse">
              <a:avLst/>
            </a:prstGeom>
            <a:solidFill>
              <a:srgbClr val="A86E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9" name="Chord 118"/>
            <p:cNvSpPr/>
            <p:nvPr/>
          </p:nvSpPr>
          <p:spPr>
            <a:xfrm rot="17280000">
              <a:off x="6648539" y="2232017"/>
              <a:ext cx="151424" cy="100949"/>
            </a:xfrm>
            <a:prstGeom prst="chord">
              <a:avLst>
                <a:gd name="adj1" fmla="val 0"/>
                <a:gd name="adj2" fmla="val 10800000"/>
              </a:avLst>
            </a:prstGeom>
            <a:solidFill>
              <a:srgbClr val="FFFFFF"/>
            </a:solidFill>
            <a:ln w="12700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0" name="Oval 119"/>
            <p:cNvSpPr/>
            <p:nvPr/>
          </p:nvSpPr>
          <p:spPr>
            <a:xfrm rot="17280000">
              <a:off x="5992793" y="2063705"/>
              <a:ext cx="286024" cy="302849"/>
            </a:xfrm>
            <a:prstGeom prst="ellipse">
              <a:avLst/>
            </a:prstGeom>
            <a:solidFill>
              <a:srgbClr val="B5E2D3"/>
            </a:solidFill>
            <a:ln w="28575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1" name="Oval 120"/>
            <p:cNvSpPr/>
            <p:nvPr/>
          </p:nvSpPr>
          <p:spPr>
            <a:xfrm rot="1940960">
              <a:off x="6200989" y="2256980"/>
              <a:ext cx="134599" cy="84124"/>
            </a:xfrm>
            <a:prstGeom prst="ellipse">
              <a:avLst/>
            </a:prstGeom>
            <a:solidFill>
              <a:srgbClr val="007A5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2" name="Oval 121"/>
            <p:cNvSpPr/>
            <p:nvPr/>
          </p:nvSpPr>
          <p:spPr>
            <a:xfrm rot="17280000">
              <a:off x="6065582" y="1839684"/>
              <a:ext cx="286024" cy="302849"/>
            </a:xfrm>
            <a:prstGeom prst="ellipse">
              <a:avLst/>
            </a:prstGeom>
            <a:solidFill>
              <a:srgbClr val="B5E2D3"/>
            </a:solidFill>
            <a:ln w="28575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3" name="Oval 122"/>
            <p:cNvSpPr/>
            <p:nvPr/>
          </p:nvSpPr>
          <p:spPr>
            <a:xfrm rot="219040">
              <a:off x="6297798" y="1959032"/>
              <a:ext cx="134599" cy="84124"/>
            </a:xfrm>
            <a:prstGeom prst="ellipse">
              <a:avLst/>
            </a:prstGeom>
            <a:solidFill>
              <a:srgbClr val="007A5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67" name="Group 166"/>
          <p:cNvGrpSpPr/>
          <p:nvPr/>
        </p:nvGrpSpPr>
        <p:grpSpPr>
          <a:xfrm>
            <a:off x="7830182" y="1839684"/>
            <a:ext cx="2636224" cy="1203848"/>
            <a:chOff x="7830182" y="1839684"/>
            <a:chExt cx="2636224" cy="1203848"/>
          </a:xfrm>
        </p:grpSpPr>
        <p:cxnSp>
          <p:nvCxnSpPr>
            <p:cNvPr id="125" name="Connector 124"/>
            <p:cNvCxnSpPr/>
            <p:nvPr/>
          </p:nvCxnSpPr>
          <p:spPr>
            <a:xfrm flipH="1">
              <a:off x="8375629" y="2455832"/>
              <a:ext cx="363037" cy="162184"/>
            </a:xfrm>
            <a:prstGeom prst="line">
              <a:avLst/>
            </a:prstGeom>
            <a:ln w="160274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Connector 125"/>
            <p:cNvCxnSpPr/>
            <p:nvPr/>
          </p:nvCxnSpPr>
          <p:spPr>
            <a:xfrm flipH="1">
              <a:off x="8375629" y="2455832"/>
              <a:ext cx="363037" cy="162184"/>
            </a:xfrm>
            <a:prstGeom prst="line">
              <a:avLst/>
            </a:prstGeom>
            <a:ln w="128524" cap="rnd">
              <a:solidFill>
                <a:srgbClr val="E8B98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Connector 126"/>
            <p:cNvCxnSpPr/>
            <p:nvPr/>
          </p:nvCxnSpPr>
          <p:spPr>
            <a:xfrm flipH="1">
              <a:off x="8020795" y="2618016"/>
              <a:ext cx="354834" cy="132984"/>
            </a:xfrm>
            <a:prstGeom prst="line">
              <a:avLst/>
            </a:prstGeom>
            <a:ln w="160274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Connector 127"/>
            <p:cNvCxnSpPr/>
            <p:nvPr/>
          </p:nvCxnSpPr>
          <p:spPr>
            <a:xfrm flipH="1">
              <a:off x="8020795" y="2618016"/>
              <a:ext cx="354834" cy="132984"/>
            </a:xfrm>
            <a:prstGeom prst="line">
              <a:avLst/>
            </a:prstGeom>
            <a:ln w="128524" cap="rnd">
              <a:solidFill>
                <a:srgbClr val="F6B25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9" name="Rounded Rectangle 128"/>
            <p:cNvSpPr/>
            <p:nvPr/>
          </p:nvSpPr>
          <p:spPr>
            <a:xfrm rot="4320000">
              <a:off x="7830182" y="2646094"/>
              <a:ext cx="286024" cy="134599"/>
            </a:xfrm>
            <a:prstGeom prst="roundRect">
              <a:avLst/>
            </a:prstGeom>
            <a:solidFill>
              <a:srgbClr val="1F2430"/>
            </a:solidFill>
            <a:ln w="12700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30" name="Connector 129"/>
            <p:cNvCxnSpPr/>
            <p:nvPr/>
          </p:nvCxnSpPr>
          <p:spPr>
            <a:xfrm flipH="1">
              <a:off x="8612421" y="2727857"/>
              <a:ext cx="214632" cy="237801"/>
            </a:xfrm>
            <a:prstGeom prst="line">
              <a:avLst/>
            </a:prstGeom>
            <a:ln w="160274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or 130"/>
            <p:cNvCxnSpPr/>
            <p:nvPr/>
          </p:nvCxnSpPr>
          <p:spPr>
            <a:xfrm flipH="1">
              <a:off x="8612421" y="2727857"/>
              <a:ext cx="214632" cy="237801"/>
            </a:xfrm>
            <a:prstGeom prst="line">
              <a:avLst/>
            </a:prstGeom>
            <a:ln w="128524" cap="rnd">
              <a:solidFill>
                <a:srgbClr val="E8B98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Connector 131"/>
            <p:cNvCxnSpPr/>
            <p:nvPr/>
          </p:nvCxnSpPr>
          <p:spPr>
            <a:xfrm flipH="1" flipV="1">
              <a:off x="8269600" y="2917830"/>
              <a:ext cx="342821" cy="47828"/>
            </a:xfrm>
            <a:prstGeom prst="line">
              <a:avLst/>
            </a:prstGeom>
            <a:ln w="160274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Connector 132"/>
            <p:cNvCxnSpPr/>
            <p:nvPr/>
          </p:nvCxnSpPr>
          <p:spPr>
            <a:xfrm flipH="1" flipV="1">
              <a:off x="8269600" y="2917830"/>
              <a:ext cx="342821" cy="47828"/>
            </a:xfrm>
            <a:prstGeom prst="line">
              <a:avLst/>
            </a:prstGeom>
            <a:ln w="128524" cap="rnd">
              <a:solidFill>
                <a:srgbClr val="F6B25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4" name="Rounded Rectangle 133"/>
            <p:cNvSpPr/>
            <p:nvPr/>
          </p:nvSpPr>
          <p:spPr>
            <a:xfrm rot="4320000">
              <a:off x="8110183" y="2908933"/>
              <a:ext cx="286024" cy="134599"/>
            </a:xfrm>
            <a:prstGeom prst="roundRect">
              <a:avLst/>
            </a:prstGeom>
            <a:solidFill>
              <a:srgbClr val="1F2430"/>
            </a:solidFill>
            <a:ln w="12700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5" name="Rounded Rectangle 134"/>
            <p:cNvSpPr/>
            <p:nvPr/>
          </p:nvSpPr>
          <p:spPr>
            <a:xfrm rot="4320000">
              <a:off x="8447596" y="2448218"/>
              <a:ext cx="622523" cy="302849"/>
            </a:xfrm>
            <a:prstGeom prst="roundRect">
              <a:avLst/>
            </a:prstGeom>
            <a:solidFill>
              <a:srgbClr val="1D3557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36" name="Connector 135"/>
            <p:cNvCxnSpPr/>
            <p:nvPr/>
          </p:nvCxnSpPr>
          <p:spPr>
            <a:xfrm flipV="1">
              <a:off x="9542930" y="2300689"/>
              <a:ext cx="136013" cy="44193"/>
            </a:xfrm>
            <a:prstGeom prst="line">
              <a:avLst/>
            </a:prstGeom>
            <a:ln w="136906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Connector 136"/>
            <p:cNvCxnSpPr/>
            <p:nvPr/>
          </p:nvCxnSpPr>
          <p:spPr>
            <a:xfrm flipV="1">
              <a:off x="9542930" y="2300689"/>
              <a:ext cx="136013" cy="44193"/>
            </a:xfrm>
            <a:prstGeom prst="line">
              <a:avLst/>
            </a:prstGeom>
            <a:ln w="105156" cap="rnd">
              <a:solidFill>
                <a:srgbClr val="E8B98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8" name="Round Same Side Corner Rectangle 137"/>
            <p:cNvSpPr/>
            <p:nvPr/>
          </p:nvSpPr>
          <p:spPr>
            <a:xfrm rot="4320000">
              <a:off x="8846809" y="2052252"/>
              <a:ext cx="656173" cy="824423"/>
            </a:xfrm>
            <a:prstGeom prst="round2SameRect">
              <a:avLst>
                <a:gd name="adj1" fmla="val 30000"/>
                <a:gd name="adj2" fmla="val 12000"/>
              </a:avLst>
            </a:prstGeom>
            <a:solidFill>
              <a:srgbClr val="F28C28"/>
            </a:solidFill>
            <a:ln w="22225">
              <a:solidFill>
                <a:srgbClr val="A844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9" name="Rounded Rectangle 138"/>
            <p:cNvSpPr/>
            <p:nvPr/>
          </p:nvSpPr>
          <p:spPr>
            <a:xfrm rot="4320000">
              <a:off x="8519602" y="2538390"/>
              <a:ext cx="622523" cy="75712"/>
            </a:xfrm>
            <a:prstGeom prst="roundRect">
              <a:avLst/>
            </a:prstGeom>
            <a:solidFill>
              <a:srgbClr val="A844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0" name="Chord 139"/>
            <p:cNvSpPr/>
            <p:nvPr/>
          </p:nvSpPr>
          <p:spPr>
            <a:xfrm rot="4320000">
              <a:off x="9432745" y="2255558"/>
              <a:ext cx="252374" cy="168249"/>
            </a:xfrm>
            <a:prstGeom prst="chord">
              <a:avLst>
                <a:gd name="adj1" fmla="val 0"/>
                <a:gd name="adj2" fmla="val 10800000"/>
              </a:avLst>
            </a:prstGeom>
            <a:solidFill>
              <a:srgbClr val="FFFFFF"/>
            </a:solidFill>
            <a:ln w="12700">
              <a:solidFill>
                <a:srgbClr val="A844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1" name="TextBox 140"/>
            <p:cNvSpPr txBox="1"/>
            <p:nvPr/>
          </p:nvSpPr>
          <p:spPr>
            <a:xfrm rot="4320000">
              <a:off x="8930522" y="2226315"/>
              <a:ext cx="504748" cy="47109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2300" b="1">
                  <a:solidFill>
                    <a:srgbClr val="FFFFFF"/>
                  </a:solidFill>
                  <a:latin typeface="PT Sans"/>
                </a:rPr>
                <a:t>1</a:t>
              </a:r>
            </a:p>
          </p:txBody>
        </p:sp>
        <p:cxnSp>
          <p:nvCxnSpPr>
            <p:cNvPr id="142" name="Connector 141"/>
            <p:cNvCxnSpPr/>
            <p:nvPr/>
          </p:nvCxnSpPr>
          <p:spPr>
            <a:xfrm flipV="1">
              <a:off x="9425343" y="2014884"/>
              <a:ext cx="452635" cy="49770"/>
            </a:xfrm>
            <a:prstGeom prst="line">
              <a:avLst/>
            </a:prstGeom>
            <a:ln w="148590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Connector 142"/>
            <p:cNvCxnSpPr/>
            <p:nvPr/>
          </p:nvCxnSpPr>
          <p:spPr>
            <a:xfrm flipV="1">
              <a:off x="9425343" y="2014884"/>
              <a:ext cx="452635" cy="49770"/>
            </a:xfrm>
            <a:prstGeom prst="line">
              <a:avLst/>
            </a:prstGeom>
            <a:ln w="116840" cap="rnd">
              <a:solidFill>
                <a:srgbClr val="F28C2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Connector 143"/>
            <p:cNvCxnSpPr/>
            <p:nvPr/>
          </p:nvCxnSpPr>
          <p:spPr>
            <a:xfrm flipV="1">
              <a:off x="9877978" y="1991109"/>
              <a:ext cx="372627" cy="23775"/>
            </a:xfrm>
            <a:prstGeom prst="line">
              <a:avLst/>
            </a:prstGeom>
            <a:ln w="148590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Connector 144"/>
            <p:cNvCxnSpPr/>
            <p:nvPr/>
          </p:nvCxnSpPr>
          <p:spPr>
            <a:xfrm flipV="1">
              <a:off x="9877978" y="1991109"/>
              <a:ext cx="372627" cy="23775"/>
            </a:xfrm>
            <a:prstGeom prst="line">
              <a:avLst/>
            </a:prstGeom>
            <a:ln w="116840" cap="rnd">
              <a:solidFill>
                <a:srgbClr val="F28C2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Connector 145"/>
            <p:cNvCxnSpPr/>
            <p:nvPr/>
          </p:nvCxnSpPr>
          <p:spPr>
            <a:xfrm flipV="1">
              <a:off x="9612514" y="2414921"/>
              <a:ext cx="395443" cy="225787"/>
            </a:xfrm>
            <a:prstGeom prst="line">
              <a:avLst/>
            </a:prstGeom>
            <a:ln w="148590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Connector 146"/>
            <p:cNvCxnSpPr/>
            <p:nvPr/>
          </p:nvCxnSpPr>
          <p:spPr>
            <a:xfrm flipV="1">
              <a:off x="9612514" y="2414921"/>
              <a:ext cx="395443" cy="225787"/>
            </a:xfrm>
            <a:prstGeom prst="line">
              <a:avLst/>
            </a:prstGeom>
            <a:ln w="116840" cap="rnd">
              <a:solidFill>
                <a:srgbClr val="F28C2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Connector 147"/>
            <p:cNvCxnSpPr/>
            <p:nvPr/>
          </p:nvCxnSpPr>
          <p:spPr>
            <a:xfrm flipV="1">
              <a:off x="10007957" y="2215130"/>
              <a:ext cx="315437" cy="199791"/>
            </a:xfrm>
            <a:prstGeom prst="line">
              <a:avLst/>
            </a:prstGeom>
            <a:ln w="148590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Connector 148"/>
            <p:cNvCxnSpPr/>
            <p:nvPr/>
          </p:nvCxnSpPr>
          <p:spPr>
            <a:xfrm flipV="1">
              <a:off x="10007957" y="2215130"/>
              <a:ext cx="315437" cy="199791"/>
            </a:xfrm>
            <a:prstGeom prst="line">
              <a:avLst/>
            </a:prstGeom>
            <a:ln w="116840" cap="rnd">
              <a:solidFill>
                <a:srgbClr val="F28C2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0" name="Oval 149"/>
            <p:cNvSpPr/>
            <p:nvPr/>
          </p:nvSpPr>
          <p:spPr>
            <a:xfrm rot="4320000">
              <a:off x="9735700" y="1982985"/>
              <a:ext cx="92537" cy="126187"/>
            </a:xfrm>
            <a:prstGeom prst="ellipse">
              <a:avLst/>
            </a:prstGeom>
            <a:solidFill>
              <a:srgbClr val="E8B98E"/>
            </a:solidFill>
            <a:ln w="12700">
              <a:solidFill>
                <a:srgbClr val="A86E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1" name="Oval 150"/>
            <p:cNvSpPr/>
            <p:nvPr/>
          </p:nvSpPr>
          <p:spPr>
            <a:xfrm rot="4320000">
              <a:off x="9865680" y="2383022"/>
              <a:ext cx="92537" cy="126187"/>
            </a:xfrm>
            <a:prstGeom prst="ellipse">
              <a:avLst/>
            </a:prstGeom>
            <a:solidFill>
              <a:srgbClr val="E8B98E"/>
            </a:solidFill>
            <a:ln w="12700">
              <a:solidFill>
                <a:srgbClr val="A86E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2" name="Oval 151"/>
            <p:cNvSpPr/>
            <p:nvPr/>
          </p:nvSpPr>
          <p:spPr>
            <a:xfrm rot="4320000">
              <a:off x="9683828" y="2040226"/>
              <a:ext cx="454273" cy="370149"/>
            </a:xfrm>
            <a:prstGeom prst="ellipse">
              <a:avLst/>
            </a:prstGeom>
            <a:solidFill>
              <a:srgbClr val="3A2A22"/>
            </a:solidFill>
            <a:ln w="15875">
              <a:solidFill>
                <a:srgbClr val="3A2A2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3" name="Oval 152"/>
            <p:cNvSpPr/>
            <p:nvPr/>
          </p:nvSpPr>
          <p:spPr>
            <a:xfrm rot="4320000">
              <a:off x="9617262" y="2058803"/>
              <a:ext cx="395386" cy="395386"/>
            </a:xfrm>
            <a:prstGeom prst="ellipse">
              <a:avLst/>
            </a:prstGeom>
            <a:solidFill>
              <a:srgbClr val="E8B98E"/>
            </a:solidFill>
            <a:ln w="15875">
              <a:solidFill>
                <a:srgbClr val="A86E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4" name="Chord 153"/>
            <p:cNvSpPr/>
            <p:nvPr/>
          </p:nvSpPr>
          <p:spPr>
            <a:xfrm rot="4320000">
              <a:off x="9761276" y="2117166"/>
              <a:ext cx="395386" cy="185074"/>
            </a:xfrm>
            <a:prstGeom prst="chord">
              <a:avLst>
                <a:gd name="adj1" fmla="val 10800000"/>
                <a:gd name="adj2" fmla="val 0"/>
              </a:avLst>
            </a:prstGeom>
            <a:solidFill>
              <a:srgbClr val="3A2A2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5" name="Oval 154"/>
            <p:cNvSpPr/>
            <p:nvPr/>
          </p:nvSpPr>
          <p:spPr>
            <a:xfrm rot="4320000">
              <a:off x="9773414" y="2133433"/>
              <a:ext cx="63093" cy="75712"/>
            </a:xfrm>
            <a:prstGeom prst="ellipse">
              <a:avLst/>
            </a:prstGeom>
            <a:solidFill>
              <a:srgbClr val="1F243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6" name="Oval 155"/>
            <p:cNvSpPr/>
            <p:nvPr/>
          </p:nvSpPr>
          <p:spPr>
            <a:xfrm rot="4320000">
              <a:off x="9810346" y="2168875"/>
              <a:ext cx="21031" cy="2103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7" name="Rounded Rectangle 156"/>
            <p:cNvSpPr/>
            <p:nvPr/>
          </p:nvSpPr>
          <p:spPr>
            <a:xfrm rot="4320000">
              <a:off x="9826905" y="2139977"/>
              <a:ext cx="84124" cy="21031"/>
            </a:xfrm>
            <a:prstGeom prst="roundRect">
              <a:avLst/>
            </a:prstGeom>
            <a:solidFill>
              <a:srgbClr val="3A2A2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8" name="Oval 157"/>
            <p:cNvSpPr/>
            <p:nvPr/>
          </p:nvSpPr>
          <p:spPr>
            <a:xfrm rot="4320000">
              <a:off x="9825406" y="2293448"/>
              <a:ext cx="63093" cy="75712"/>
            </a:xfrm>
            <a:prstGeom prst="ellipse">
              <a:avLst/>
            </a:prstGeom>
            <a:solidFill>
              <a:srgbClr val="1F243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9" name="Oval 158"/>
            <p:cNvSpPr/>
            <p:nvPr/>
          </p:nvSpPr>
          <p:spPr>
            <a:xfrm rot="4320000">
              <a:off x="9862338" y="2328890"/>
              <a:ext cx="21031" cy="2103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0" name="Rounded Rectangle 159"/>
            <p:cNvSpPr/>
            <p:nvPr/>
          </p:nvSpPr>
          <p:spPr>
            <a:xfrm rot="4320000">
              <a:off x="9878897" y="2299992"/>
              <a:ext cx="84124" cy="21031"/>
            </a:xfrm>
            <a:prstGeom prst="roundRect">
              <a:avLst/>
            </a:prstGeom>
            <a:solidFill>
              <a:srgbClr val="3A2A2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1" name="Oval 160"/>
            <p:cNvSpPr/>
            <p:nvPr/>
          </p:nvSpPr>
          <p:spPr>
            <a:xfrm rot="4320000">
              <a:off x="9761921" y="2250069"/>
              <a:ext cx="42062" cy="33649"/>
            </a:xfrm>
            <a:prstGeom prst="ellipse">
              <a:avLst/>
            </a:prstGeom>
            <a:solidFill>
              <a:srgbClr val="A86E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2" name="Chord 161"/>
            <p:cNvSpPr/>
            <p:nvPr/>
          </p:nvSpPr>
          <p:spPr>
            <a:xfrm rot="4320000">
              <a:off x="9659236" y="2232017"/>
              <a:ext cx="151424" cy="100949"/>
            </a:xfrm>
            <a:prstGeom prst="chord">
              <a:avLst>
                <a:gd name="adj1" fmla="val 0"/>
                <a:gd name="adj2" fmla="val 10800000"/>
              </a:avLst>
            </a:prstGeom>
            <a:solidFill>
              <a:srgbClr val="FFFFFF"/>
            </a:solidFill>
            <a:ln w="12700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3" name="Oval 162"/>
            <p:cNvSpPr/>
            <p:nvPr/>
          </p:nvSpPr>
          <p:spPr>
            <a:xfrm rot="4320000">
              <a:off x="10107593" y="1839684"/>
              <a:ext cx="286024" cy="302849"/>
            </a:xfrm>
            <a:prstGeom prst="ellipse">
              <a:avLst/>
            </a:prstGeom>
            <a:solidFill>
              <a:srgbClr val="B5E2D3"/>
            </a:solidFill>
            <a:ln w="28575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4" name="Oval 163"/>
            <p:cNvSpPr/>
            <p:nvPr/>
          </p:nvSpPr>
          <p:spPr>
            <a:xfrm rot="10580960">
              <a:off x="10026802" y="1959032"/>
              <a:ext cx="134599" cy="84124"/>
            </a:xfrm>
            <a:prstGeom prst="ellipse">
              <a:avLst/>
            </a:prstGeom>
            <a:solidFill>
              <a:srgbClr val="007A5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5" name="Oval 164"/>
            <p:cNvSpPr/>
            <p:nvPr/>
          </p:nvSpPr>
          <p:spPr>
            <a:xfrm rot="4320000">
              <a:off x="10180382" y="2063705"/>
              <a:ext cx="286024" cy="302849"/>
            </a:xfrm>
            <a:prstGeom prst="ellipse">
              <a:avLst/>
            </a:prstGeom>
            <a:solidFill>
              <a:srgbClr val="B5E2D3"/>
            </a:solidFill>
            <a:ln w="28575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6" name="Oval 165"/>
            <p:cNvSpPr/>
            <p:nvPr/>
          </p:nvSpPr>
          <p:spPr>
            <a:xfrm rot="8859040">
              <a:off x="10123611" y="2256980"/>
              <a:ext cx="134599" cy="84124"/>
            </a:xfrm>
            <a:prstGeom prst="ellipse">
              <a:avLst/>
            </a:prstGeom>
            <a:solidFill>
              <a:srgbClr val="007A5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211" name="Oval 210"/>
          <p:cNvSpPr/>
          <p:nvPr/>
        </p:nvSpPr>
        <p:spPr>
          <a:xfrm>
            <a:off x="7903845" y="5497830"/>
            <a:ext cx="651509" cy="137160"/>
          </a:xfrm>
          <a:prstGeom prst="ellipse">
            <a:avLst/>
          </a:prstGeom>
          <a:solidFill>
            <a:srgbClr val="8CB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Explosion 211"/>
          <p:cNvSpPr/>
          <p:nvPr/>
        </p:nvSpPr>
        <p:spPr>
          <a:xfrm>
            <a:off x="7680960" y="5017770"/>
            <a:ext cx="1097280" cy="754380"/>
          </a:xfrm>
          <a:prstGeom prst="irregularSeal2">
            <a:avLst/>
          </a:prstGeom>
          <a:solidFill>
            <a:srgbClr val="FFFFFF"/>
          </a:solidFill>
          <a:ln w="1587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Explosion 212"/>
          <p:cNvSpPr/>
          <p:nvPr/>
        </p:nvSpPr>
        <p:spPr>
          <a:xfrm>
            <a:off x="5646420" y="1668779"/>
            <a:ext cx="1051560" cy="868680"/>
          </a:xfrm>
          <a:prstGeom prst="irregularSeal2">
            <a:avLst/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7563002" y="4371746"/>
            <a:ext cx="510235" cy="51023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FCB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7170724" y="3760012"/>
            <a:ext cx="471830" cy="47183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FCB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6778447" y="3148279"/>
            <a:ext cx="433425" cy="43342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FCB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6386169" y="2536545"/>
            <a:ext cx="395020" cy="3950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FCB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Explosion 217"/>
          <p:cNvSpPr/>
          <p:nvPr/>
        </p:nvSpPr>
        <p:spPr>
          <a:xfrm>
            <a:off x="7452360" y="1120140"/>
            <a:ext cx="1554480" cy="1325880"/>
          </a:xfrm>
          <a:prstGeom prst="irregularSeal1">
            <a:avLst/>
          </a:prstGeom>
          <a:solidFill>
            <a:srgbClr val="FFEBB5"/>
          </a:solidFill>
          <a:ln w="317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7658465" y="4000851"/>
            <a:ext cx="510235" cy="51023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FCB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7638166" y="3003211"/>
            <a:ext cx="471830" cy="47183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FCB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7775874" y="2159015"/>
            <a:ext cx="433425" cy="43342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FCB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7953085" y="1636717"/>
            <a:ext cx="395020" cy="3950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FCB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Explosion 222"/>
          <p:cNvSpPr/>
          <p:nvPr/>
        </p:nvSpPr>
        <p:spPr>
          <a:xfrm>
            <a:off x="9761220" y="1668779"/>
            <a:ext cx="1051560" cy="868680"/>
          </a:xfrm>
          <a:prstGeom prst="irregularSeal2">
            <a:avLst/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8385962" y="4371746"/>
            <a:ext cx="510235" cy="51023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FCB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8816644" y="3760012"/>
            <a:ext cx="471830" cy="47183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FCB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9247327" y="3148279"/>
            <a:ext cx="433425" cy="43342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FCB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9678009" y="2536545"/>
            <a:ext cx="395020" cy="3950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FCB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237" name="Group 236"/>
          <p:cNvGrpSpPr/>
          <p:nvPr/>
        </p:nvGrpSpPr>
        <p:grpSpPr>
          <a:xfrm>
            <a:off x="7886700" y="4914900"/>
            <a:ext cx="685800" cy="685800"/>
            <a:chOff x="7886700" y="4914900"/>
            <a:chExt cx="685800" cy="685800"/>
          </a:xfrm>
        </p:grpSpPr>
        <p:sp>
          <p:nvSpPr>
            <p:cNvPr id="228" name="Oval 227"/>
            <p:cNvSpPr/>
            <p:nvPr/>
          </p:nvSpPr>
          <p:spPr>
            <a:xfrm>
              <a:off x="7886700" y="4914900"/>
              <a:ext cx="685800" cy="685800"/>
            </a:xfrm>
            <a:prstGeom prst="ellipse">
              <a:avLst/>
            </a:prstGeom>
            <a:solidFill>
              <a:srgbClr val="FFFFFF"/>
            </a:solidFill>
            <a:ln w="2222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9" name="Chord 228"/>
            <p:cNvSpPr/>
            <p:nvPr/>
          </p:nvSpPr>
          <p:spPr>
            <a:xfrm>
              <a:off x="7910702" y="4938903"/>
              <a:ext cx="637794" cy="637794"/>
            </a:xfrm>
            <a:prstGeom prst="chord">
              <a:avLst>
                <a:gd name="adj1" fmla="val 18900000"/>
                <a:gd name="adj2" fmla="val 8100000"/>
              </a:avLst>
            </a:prstGeom>
            <a:solidFill>
              <a:srgbClr val="E3E7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0" name="Regular Pentagon 229"/>
            <p:cNvSpPr/>
            <p:nvPr/>
          </p:nvSpPr>
          <p:spPr>
            <a:xfrm rot="2160000">
              <a:off x="8161020" y="4945761"/>
              <a:ext cx="137160" cy="130302"/>
            </a:xfrm>
            <a:prstGeom prst="pentagon">
              <a:avLst/>
            </a:prstGeom>
            <a:solidFill>
              <a:srgbClr val="1D355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1" name="Regular Pentagon 230"/>
            <p:cNvSpPr/>
            <p:nvPr/>
          </p:nvSpPr>
          <p:spPr>
            <a:xfrm rot="6480000">
              <a:off x="8395824" y="5116356"/>
              <a:ext cx="137160" cy="130302"/>
            </a:xfrm>
            <a:prstGeom prst="pentagon">
              <a:avLst/>
            </a:prstGeom>
            <a:solidFill>
              <a:srgbClr val="1D355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2" name="Regular Pentagon 231"/>
            <p:cNvSpPr/>
            <p:nvPr/>
          </p:nvSpPr>
          <p:spPr>
            <a:xfrm rot="10800000">
              <a:off x="8306137" y="5392385"/>
              <a:ext cx="137160" cy="130302"/>
            </a:xfrm>
            <a:prstGeom prst="pentagon">
              <a:avLst/>
            </a:prstGeom>
            <a:solidFill>
              <a:srgbClr val="1D355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3" name="Regular Pentagon 232"/>
            <p:cNvSpPr/>
            <p:nvPr/>
          </p:nvSpPr>
          <p:spPr>
            <a:xfrm rot="15120000">
              <a:off x="8015902" y="5392385"/>
              <a:ext cx="137160" cy="130302"/>
            </a:xfrm>
            <a:prstGeom prst="pentagon">
              <a:avLst/>
            </a:prstGeom>
            <a:solidFill>
              <a:srgbClr val="1D355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4" name="Regular Pentagon 233"/>
            <p:cNvSpPr/>
            <p:nvPr/>
          </p:nvSpPr>
          <p:spPr>
            <a:xfrm rot="19440000">
              <a:off x="7926215" y="5116356"/>
              <a:ext cx="137160" cy="130302"/>
            </a:xfrm>
            <a:prstGeom prst="pentagon">
              <a:avLst/>
            </a:prstGeom>
            <a:solidFill>
              <a:srgbClr val="1D355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5" name="Regular Pentagon 234"/>
            <p:cNvSpPr/>
            <p:nvPr/>
          </p:nvSpPr>
          <p:spPr>
            <a:xfrm>
              <a:off x="8126729" y="5158359"/>
              <a:ext cx="205739" cy="198881"/>
            </a:xfrm>
            <a:prstGeom prst="pentagon">
              <a:avLst/>
            </a:prstGeom>
            <a:solidFill>
              <a:srgbClr val="1D355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6" name="Oval 235"/>
            <p:cNvSpPr/>
            <p:nvPr/>
          </p:nvSpPr>
          <p:spPr>
            <a:xfrm rot="19500000">
              <a:off x="8051292" y="5079492"/>
              <a:ext cx="82296" cy="5486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238" name="Rounded Rectangle 237"/>
          <p:cNvSpPr/>
          <p:nvPr/>
        </p:nvSpPr>
        <p:spPr>
          <a:xfrm>
            <a:off x="5623560" y="4224528"/>
            <a:ext cx="5212080" cy="10972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444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000" b="1">
                <a:solidFill>
                  <a:srgbClr val="007A5A"/>
                </a:solidFill>
                <a:latin typeface="PT Sans"/>
              </a:rPr>
              <a:t>ГОЛ!</a:t>
            </a:r>
          </a:p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5 + 5 = 10</a:t>
            </a:r>
          </a:p>
        </p:txBody>
      </p:sp>
      <p:sp>
        <p:nvSpPr>
          <p:cNvPr id="239" name="Rounded Rectangle 238"/>
          <p:cNvSpPr/>
          <p:nvPr/>
        </p:nvSpPr>
        <p:spPr>
          <a:xfrm>
            <a:off x="5257800" y="4224528"/>
            <a:ext cx="5943600" cy="120700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444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3400" b="1">
                <a:solidFill>
                  <a:srgbClr val="A84400"/>
                </a:solidFill>
                <a:latin typeface="PT Sans"/>
              </a:rPr>
              <a:t>Кармап калды!</a:t>
            </a:r>
          </a:p>
          <a:p>
            <a:pPr algn="ctr"/>
            <a:r>
              <a:rPr sz="1900" b="1">
                <a:solidFill>
                  <a:srgbClr val="1D3557"/>
                </a:solidFill>
                <a:latin typeface="PT Sans"/>
              </a:rPr>
              <a:t>Туура жооп: 5 + 5 = 10</a:t>
            </a:r>
          </a:p>
          <a:p>
            <a:pPr algn="ctr"/>
            <a:r>
              <a:rPr sz="1200" b="0">
                <a:solidFill>
                  <a:srgbClr val="1F2430"/>
                </a:solidFill>
                <a:latin typeface="PT Sans"/>
              </a:rPr>
              <a:t>Кеңеш: «+» эмнени билдирет? Эки топту бириктирип санайбыз.</a:t>
            </a:r>
          </a:p>
        </p:txBody>
      </p:sp>
      <p:sp>
        <p:nvSpPr>
          <p:cNvPr id="240" name="Rounded Rectangle 239"/>
          <p:cNvSpPr/>
          <p:nvPr/>
        </p:nvSpPr>
        <p:spPr>
          <a:xfrm>
            <a:off x="5257800" y="4224528"/>
            <a:ext cx="5943600" cy="120700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444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3400" b="1">
                <a:solidFill>
                  <a:srgbClr val="A84400"/>
                </a:solidFill>
                <a:latin typeface="PT Sans"/>
              </a:rPr>
              <a:t>Кармап калды!</a:t>
            </a:r>
          </a:p>
          <a:p>
            <a:pPr algn="ctr"/>
            <a:r>
              <a:rPr sz="1900" b="1">
                <a:solidFill>
                  <a:srgbClr val="1D3557"/>
                </a:solidFill>
                <a:latin typeface="PT Sans"/>
              </a:rPr>
              <a:t>Туура жооп: 5 + 5 = 10</a:t>
            </a:r>
          </a:p>
          <a:p>
            <a:pPr algn="ctr"/>
            <a:r>
              <a:rPr sz="1200" b="0">
                <a:solidFill>
                  <a:srgbClr val="1F2430"/>
                </a:solidFill>
                <a:latin typeface="PT Sans"/>
              </a:rPr>
              <a:t>Кеңеш: ар бир буюмду бир жолу гана санайбыз.</a:t>
            </a:r>
          </a:p>
        </p:txBody>
      </p:sp>
      <p:sp>
        <p:nvSpPr>
          <p:cNvPr id="241" name="Rectangle 240"/>
          <p:cNvSpPr/>
          <p:nvPr/>
        </p:nvSpPr>
        <p:spPr>
          <a:xfrm>
            <a:off x="8183879" y="2697480"/>
            <a:ext cx="155448" cy="91440"/>
          </a:xfrm>
          <a:prstGeom prst="rect">
            <a:avLst/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8183879" y="2697480"/>
            <a:ext cx="155448" cy="91440"/>
          </a:xfrm>
          <a:prstGeom prst="rect">
            <a:avLst/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8183879" y="2697480"/>
            <a:ext cx="155448" cy="91440"/>
          </a:xfrm>
          <a:prstGeom prst="rect">
            <a:avLst/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8183879" y="2697480"/>
            <a:ext cx="155448" cy="91440"/>
          </a:xfrm>
          <a:prstGeom prst="rect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8183879" y="2697480"/>
            <a:ext cx="155448" cy="91440"/>
          </a:xfrm>
          <a:prstGeom prst="rect">
            <a:avLst/>
          </a:prstGeom>
          <a:solidFill>
            <a:srgbClr val="F2C9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8183879" y="2697480"/>
            <a:ext cx="155448" cy="91440"/>
          </a:xfrm>
          <a:prstGeom prst="rect">
            <a:avLst/>
          </a:prstGeom>
          <a:solidFill>
            <a:srgbClr val="B5E2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8183879" y="2697480"/>
            <a:ext cx="155448" cy="91440"/>
          </a:xfrm>
          <a:prstGeom prst="rect">
            <a:avLst/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8183879" y="2697480"/>
            <a:ext cx="155448" cy="91440"/>
          </a:xfrm>
          <a:prstGeom prst="rect">
            <a:avLst/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8183879" y="2697480"/>
            <a:ext cx="155448" cy="91440"/>
          </a:xfrm>
          <a:prstGeom prst="rect">
            <a:avLst/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8183879" y="2697480"/>
            <a:ext cx="155448" cy="91440"/>
          </a:xfrm>
          <a:prstGeom prst="rect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8183879" y="2697480"/>
            <a:ext cx="155448" cy="91440"/>
          </a:xfrm>
          <a:prstGeom prst="rect">
            <a:avLst/>
          </a:prstGeom>
          <a:solidFill>
            <a:srgbClr val="F2C9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Rectangle 251"/>
          <p:cNvSpPr/>
          <p:nvPr/>
        </p:nvSpPr>
        <p:spPr>
          <a:xfrm>
            <a:off x="8183879" y="2697480"/>
            <a:ext cx="155448" cy="91440"/>
          </a:xfrm>
          <a:prstGeom prst="rect">
            <a:avLst/>
          </a:prstGeom>
          <a:solidFill>
            <a:srgbClr val="B5E2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Rectangle 252"/>
          <p:cNvSpPr/>
          <p:nvPr/>
        </p:nvSpPr>
        <p:spPr>
          <a:xfrm>
            <a:off x="8183879" y="2697480"/>
            <a:ext cx="155448" cy="91440"/>
          </a:xfrm>
          <a:prstGeom prst="rect">
            <a:avLst/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Rectangle 253"/>
          <p:cNvSpPr/>
          <p:nvPr/>
        </p:nvSpPr>
        <p:spPr>
          <a:xfrm>
            <a:off x="8183879" y="2697480"/>
            <a:ext cx="155448" cy="91440"/>
          </a:xfrm>
          <a:prstGeom prst="rect">
            <a:avLst/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Pentagon 254">
            <a:hlinkClick action="ppaction://hlinksldjump" r:id="rId8"/>
          </p:cNvPr>
          <p:cNvSpPr/>
          <p:nvPr/>
        </p:nvSpPr>
        <p:spPr>
          <a:xfrm>
            <a:off x="8652967" y="5486400"/>
            <a:ext cx="3017520" cy="457200"/>
          </a:xfrm>
          <a:prstGeom prst="homePlate">
            <a:avLst/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Кийинки тепкич →</a:t>
            </a:r>
          </a:p>
        </p:txBody>
      </p:sp>
    </p:spTree>
  </p:cSld>
  <p:clrMapOvr>
    <a:masterClrMapping/>
  </p:clrMapOvr>
  <p:transition spd="med" advClick="0">
    <p:fade/>
    <p:sndAc>
      <p:stSnd>
        <p:snd r:embed="rId3" name="whistle.wav"/>
      </p:stSnd>
    </p:sndAc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180" fill="hold" autoRev="1" repeatCount="3000"/>
                                        <p:tgtEl>
                                          <p:spTgt spid="13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" presetID="1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" dur="2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2C9AC"/>
                                      </p:to>
                                    </p:animClr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"/>
                            </p:stCondLst>
                            <p:childTnLst>
                              <p:par>
                                <p:cTn id="13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5" dur="110" fill="hold" autoRev="1" repeatCount="3000"/>
                                        <p:tgtEl>
                                          <p:spTgt spid="237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150"/>
                            </p:stCondLst>
                            <p:childTnLst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6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6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8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25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16875 -0.46000 L -0.20626 -0.52000 L -0.24001 -0.21333 E" pathEditMode="relative" rAng="0">
                                      <p:cBhvr>
                                        <p:cTn id="28" dur="1150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k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9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64800000">
                                      <p:cBhvr>
                                        <p:cTn id="31" dur="1150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2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4" dur="600" fill="hold"/>
                                        <p:tgtEl>
                                          <p:spTgt spid="237"/>
                                        </p:tgtEl>
                                      </p:cBhvr>
                                      <p:by x="65000" y="6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200"/>
                            </p:stCondLst>
                            <p:childTnLst>
                              <p:par>
                                <p:cTn id="3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32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045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32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270"/>
                            </p:stCondLst>
                            <p:childTnLst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310"/>
                            </p:stCondLst>
                            <p:childTnLst>
                              <p:par>
                                <p:cTn id="4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25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33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329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390"/>
                            </p:stCondLst>
                            <p:childTnLst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430"/>
                            </p:stCondLst>
                            <p:childTnLst>
                              <p:par>
                                <p:cTn id="5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33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329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510"/>
                            </p:stCondLst>
                            <p:childTnLst>
                              <p:par>
                                <p:cTn id="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550"/>
                            </p:stCondLst>
                            <p:childTnLst>
                              <p:par>
                                <p:cTn id="6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33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329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630"/>
                            </p:stCondLst>
                            <p:childTnLst>
                              <p:par>
                                <p:cTn id="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670"/>
                            </p:stCondLst>
                            <p:childTnLst>
                              <p:par>
                                <p:cTn id="7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" dur="33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329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720"/>
                            </p:stCondLst>
                            <p:childTnLst>
                              <p:par>
                                <p:cTn id="8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260" fill="hold"/>
                                        <p:tgtEl>
                                          <p:spTgt spid="2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260" fill="hold"/>
                                        <p:tgtEl>
                                          <p:spTgt spid="2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13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1750"/>
                            </p:stCondLst>
                            <p:childTnLst>
                              <p:par>
                                <p:cTn id="8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450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450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225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groa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2150"/>
                            </p:stCondLst>
                            <p:childTnLst>
                              <p:par>
                                <p:cTn id="9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4" dur="4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2300"/>
                            </p:stCondLst>
                            <p:childTnLst>
                              <p:par>
                                <p:cTn id="97" presetID="1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9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B5E2D3"/>
                                      </p:to>
                                    </p:animClr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3000"/>
                            </p:stCondLst>
                            <p:childTnLst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4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107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8" fill="hold">
                      <p:stCondLst>
                        <p:cond delay="0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11" dur="180" fill="hold" autoRev="1" repeatCount="3000"/>
                                        <p:tgtEl>
                                          <p:spTgt spid="14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2" presetID="1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4" dur="2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2C9AC"/>
                                      </p:to>
                                    </p:animClr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300"/>
                            </p:stCondLst>
                            <p:childTnLst>
                              <p:par>
                                <p:cTn id="118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20" dur="110" fill="hold" autoRev="1" repeatCount="3000"/>
                                        <p:tgtEl>
                                          <p:spTgt spid="237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1150"/>
                            </p:stCondLst>
                            <p:childTnLst>
                              <p:par>
                                <p:cTn id="12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4" dur="16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" dur="16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6" dur="8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9" dur="25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0" presetClass="path" presetSubtype="0" accel="40000" decel="2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6750 -0.22800 0.00000 -0.56747 0.00000 -0.50667 E" pathEditMode="relative" rAng="0">
                                      <p:cBhvr>
                                        <p:cTn id="133" dur="600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k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34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136" dur="600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7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39" dur="600" fill="hold"/>
                                        <p:tgtEl>
                                          <p:spTgt spid="237"/>
                                        </p:tgtEl>
                                      </p:cBhvr>
                                      <p:by x="65000" y="6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1200"/>
                            </p:stCondLst>
                            <p:childTnLst>
                              <p:par>
                                <p:cTn id="14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6" dur="32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5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7" dur="32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1270"/>
                            </p:stCondLst>
                            <p:childTnLst>
                              <p:par>
                                <p:cTn id="1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>
                            <p:stCondLst>
                              <p:cond delay="1310"/>
                            </p:stCondLst>
                            <p:childTnLst>
                              <p:par>
                                <p:cTn id="15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4" dur="25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8" dur="33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329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1390"/>
                            </p:stCondLst>
                            <p:childTnLst>
                              <p:par>
                                <p:cTn id="1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" fill="hold">
                            <p:stCondLst>
                              <p:cond delay="1430"/>
                            </p:stCondLst>
                            <p:childTnLst>
                              <p:par>
                                <p:cTn id="16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6" dur="33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329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1" fill="hold">
                            <p:stCondLst>
                              <p:cond delay="1510"/>
                            </p:stCondLst>
                            <p:childTnLst>
                              <p:par>
                                <p:cTn id="1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6" fill="hold">
                            <p:stCondLst>
                              <p:cond delay="1550"/>
                            </p:stCondLst>
                            <p:childTnLst>
                              <p:par>
                                <p:cTn id="17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4" dur="33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329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9" fill="hold">
                            <p:stCondLst>
                              <p:cond delay="1630"/>
                            </p:stCondLst>
                            <p:childTnLst>
                              <p:par>
                                <p:cTn id="1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4" fill="hold">
                            <p:stCondLst>
                              <p:cond delay="1670"/>
                            </p:stCondLst>
                            <p:childTnLst>
                              <p:par>
                                <p:cTn id="18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2" dur="33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329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8" fill="hold">
                            <p:stCondLst>
                              <p:cond delay="1700"/>
                            </p:stCondLst>
                            <p:childTnLst>
                              <p:par>
                                <p:cTn id="185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87" dur="140" fill="hold" autoRev="1" repeatCount="2000"/>
                                        <p:tgtEl>
                                          <p:spTgt spid="33"/>
                                        </p:tgtEl>
                                      </p:cBhvr>
                                      <p:by x="104000" y="104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4" fill="hold">
                            <p:stCondLst>
                              <p:cond delay="1720"/>
                            </p:stCondLst>
                            <p:childTnLst>
                              <p:par>
                                <p:cTn id="18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1" dur="260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2" dur="260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3" dur="13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7" fill="hold">
                            <p:stCondLst>
                              <p:cond delay="1750"/>
                            </p:stCondLst>
                            <p:childTnLst>
                              <p:par>
                                <p:cTn id="19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7" dur="450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8" dur="450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9" dur="225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he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00" presetID="1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2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B5E2D3"/>
                                      </p:to>
                                    </p:animClr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6717 -0.15258 -0.14394 -0.09155 -0.19192 0.18543 E" pathEditMode="relative" rAng="0">
                                      <p:cBhvr>
                                        <p:cTn id="209" dur="1300" fill="hold"/>
                                        <p:tgtEl>
                                          <p:spTgt spid="2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0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212" dur="1300" fill="hold"/>
                                        <p:tgtEl>
                                          <p:spTgt spid="2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5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5476 -0.14914 -0.11735 -0.08948 -0.15647 0.18244 E" pathEditMode="relative" rAng="0">
                                      <p:cBhvr>
                                        <p:cTn id="217" dur="1300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8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220" dur="1300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5323 -0.13529 -0.11406 -0.08117 -0.15209 0.12644 E" pathEditMode="relative" rAng="0">
                                      <p:cBhvr>
                                        <p:cTn id="225" dur="1300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6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228" dur="1300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1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3542 -0.13377 -0.07590 -0.08026 -0.10120 0.16790 E" pathEditMode="relative" rAng="0">
                                      <p:cBhvr>
                                        <p:cTn id="233" dur="130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4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236" dur="130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9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3047 -0.13578 -0.06529 -0.08147 -0.08705 0.13735 E" pathEditMode="relative" rAng="0">
                                      <p:cBhvr>
                                        <p:cTn id="241" dur="1300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2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244" dur="1300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7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1866 -0.16297 -0.03999 -0.09778 -0.05332 0.19748 E" pathEditMode="relative" rAng="0">
                                      <p:cBhvr>
                                        <p:cTn id="249" dur="1300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0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252" dur="1300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5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0100 -0.14121 0.00213 -0.08473 0.00284 0.21171 E" pathEditMode="relative" rAng="0">
                                      <p:cBhvr>
                                        <p:cTn id="257" dur="1300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8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260" dur="1300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3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0739 -0.20958 0.01583 -0.12575 0.02111 0.18890 E" pathEditMode="relative" rAng="0">
                                      <p:cBhvr>
                                        <p:cTn id="265" dur="1300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66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268" dur="1300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1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1728 -0.14341 0.03703 -0.08605 0.04937 0.20392 E" pathEditMode="relative" rAng="0">
                                      <p:cBhvr>
                                        <p:cTn id="273" dur="1300" fill="hold"/>
                                        <p:tgtEl>
                                          <p:spTgt spid="2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74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276" dur="1300" fill="hold"/>
                                        <p:tgtEl>
                                          <p:spTgt spid="24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9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3599 -0.17832 0.07712 -0.10699 0.10282 0.09553 E" pathEditMode="relative" rAng="0">
                                      <p:cBhvr>
                                        <p:cTn id="281" dur="1300" fill="hold"/>
                                        <p:tgtEl>
                                          <p:spTgt spid="2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2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284" dur="1300" fill="hold"/>
                                        <p:tgtEl>
                                          <p:spTgt spid="25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7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4447 -0.19143 0.09528 -0.11486 0.12705 0.19731 E" pathEditMode="relative" rAng="0">
                                      <p:cBhvr>
                                        <p:cTn id="289" dur="1300" fill="hold"/>
                                        <p:tgtEl>
                                          <p:spTgt spid="2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90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292" dur="1300" fill="hold"/>
                                        <p:tgtEl>
                                          <p:spTgt spid="25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5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5813 -0.21107 0.12456 -0.12664 0.16608 0.17816 E" pathEditMode="relative" rAng="0">
                                      <p:cBhvr>
                                        <p:cTn id="297" dur="1300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98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300" dur="1300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3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6018 -0.16967 0.12896 -0.10180 0.17195 0.14730 E" pathEditMode="relative" rAng="0">
                                      <p:cBhvr>
                                        <p:cTn id="305" dur="1300" fill="hold"/>
                                        <p:tgtEl>
                                          <p:spTgt spid="2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06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308" dur="1300" fill="hold"/>
                                        <p:tgtEl>
                                          <p:spTgt spid="25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1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7723 -0.17845 0.16549 -0.10707 0.22065 0.19015 E" pathEditMode="relative" rAng="0">
                                      <p:cBhvr>
                                        <p:cTn id="313" dur="1300" fill="hold"/>
                                        <p:tgtEl>
                                          <p:spTgt spid="2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14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316" dur="1300" fill="hold"/>
                                        <p:tgtEl>
                                          <p:spTgt spid="25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2" fill="hold">
                            <p:stCondLst>
                              <p:cond delay="2150"/>
                            </p:stCondLst>
                            <p:childTnLst>
                              <p:par>
                                <p:cTn id="31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0" dur="4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9" fill="hold">
                            <p:stCondLst>
                              <p:cond delay="2800"/>
                            </p:stCondLst>
                            <p:childTnLst>
                              <p:par>
                                <p:cTn id="32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5" dur="3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9" dur="3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3" dur="3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7" dur="3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1" dur="3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5" dur="3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9" dur="3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3" dur="3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7" dur="3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1" dur="3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5" dur="3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9" dur="3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3" dur="3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7" dur="3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3" fill="hold">
                            <p:stCondLst>
                              <p:cond delay="3000"/>
                            </p:stCondLst>
                            <p:childTnLst>
                              <p:par>
                                <p:cTn id="3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2" dur="4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384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5" fill="hold">
                      <p:stCondLst>
                        <p:cond delay="0"/>
                      </p:stCondLst>
                      <p:childTnLst>
                        <p:par>
                          <p:cTn id="394" fill="hold">
                            <p:stCondLst>
                              <p:cond delay="0"/>
                            </p:stCondLst>
                            <p:childTnLst>
                              <p:par>
                                <p:cTn id="386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88" dur="180" fill="hold" autoRev="1" repeatCount="3000"/>
                                        <p:tgtEl>
                                          <p:spTgt spid="15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8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89" presetID="1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1" dur="2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2C9AC"/>
                                      </p:to>
                                    </p:animClr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8" fill="hold">
                            <p:stCondLst>
                              <p:cond delay="300"/>
                            </p:stCondLst>
                            <p:childTnLst>
                              <p:par>
                                <p:cTn id="395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97" dur="110" fill="hold" autoRev="1" repeatCount="3000"/>
                                        <p:tgtEl>
                                          <p:spTgt spid="237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7" fill="hold">
                            <p:stCondLst>
                              <p:cond delay="1150"/>
                            </p:stCondLst>
                            <p:childTnLst>
                              <p:par>
                                <p:cTn id="39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1" dur="16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2" dur="16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3" dur="8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6" dur="25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7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8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6875 -0.46000 L 0.20626 -0.52000 L 0.24001 -0.21333 E" pathEditMode="relative" rAng="0">
                                      <p:cBhvr>
                                        <p:cTn id="410" dur="1150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k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11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64800000">
                                      <p:cBhvr>
                                        <p:cTn id="413" dur="1150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14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16" dur="600" fill="hold"/>
                                        <p:tgtEl>
                                          <p:spTgt spid="237"/>
                                        </p:tgtEl>
                                      </p:cBhvr>
                                      <p:by x="65000" y="6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5" fill="hold">
                            <p:stCondLst>
                              <p:cond delay="1200"/>
                            </p:stCondLst>
                            <p:childTnLst>
                              <p:par>
                                <p:cTn id="41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3" dur="32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5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4" dur="32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8" fill="hold">
                            <p:stCondLst>
                              <p:cond delay="1270"/>
                            </p:stCondLst>
                            <p:childTnLst>
                              <p:par>
                                <p:cTn id="4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7" fill="hold">
                            <p:stCondLst>
                              <p:cond delay="1310"/>
                            </p:stCondLst>
                            <p:childTnLst>
                              <p:par>
                                <p:cTn id="42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1" dur="25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5" dur="33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6" dur="1" fill="hold">
                                          <p:stCondLst>
                                            <p:cond delay="329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0" fill="hold">
                            <p:stCondLst>
                              <p:cond delay="1390"/>
                            </p:stCondLst>
                            <p:childTnLst>
                              <p:par>
                                <p:cTn id="4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5" fill="hold">
                            <p:stCondLst>
                              <p:cond delay="1430"/>
                            </p:stCondLst>
                            <p:childTnLst>
                              <p:par>
                                <p:cTn id="44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3" dur="33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4" dur="1" fill="hold">
                                          <p:stCondLst>
                                            <p:cond delay="329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8" fill="hold">
                            <p:stCondLst>
                              <p:cond delay="1510"/>
                            </p:stCondLst>
                            <p:childTnLst>
                              <p:par>
                                <p:cTn id="4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3" fill="hold">
                            <p:stCondLst>
                              <p:cond delay="1550"/>
                            </p:stCondLst>
                            <p:childTnLst>
                              <p:par>
                                <p:cTn id="44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1" dur="33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2" dur="1" fill="hold">
                                          <p:stCondLst>
                                            <p:cond delay="329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6" fill="hold">
                            <p:stCondLst>
                              <p:cond delay="1630"/>
                            </p:stCondLst>
                            <p:childTnLst>
                              <p:par>
                                <p:cTn id="4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1" fill="hold">
                            <p:stCondLst>
                              <p:cond delay="1670"/>
                            </p:stCondLst>
                            <p:childTnLst>
                              <p:par>
                                <p:cTn id="45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9" dur="33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0" dur="1" fill="hold">
                                          <p:stCondLst>
                                            <p:cond delay="329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7" fill="hold">
                            <p:stCondLst>
                              <p:cond delay="1720"/>
                            </p:stCondLst>
                            <p:childTnLst>
                              <p:par>
                                <p:cTn id="46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4" dur="260" fill="hold"/>
                                        <p:tgtEl>
                                          <p:spTgt spid="2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5" dur="260" fill="hold"/>
                                        <p:tgtEl>
                                          <p:spTgt spid="2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6" dur="13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3" fill="hold">
                            <p:stCondLst>
                              <p:cond delay="1750"/>
                            </p:stCondLst>
                            <p:childTnLst>
                              <p:par>
                                <p:cTn id="46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0" dur="45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1" dur="45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2" dur="225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6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groa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78" fill="hold">
                            <p:stCondLst>
                              <p:cond delay="2150"/>
                            </p:stCondLst>
                            <p:childTnLst>
                              <p:par>
                                <p:cTn id="47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6" dur="4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7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4" fill="hold">
                            <p:stCondLst>
                              <p:cond delay="2300"/>
                            </p:stCondLst>
                            <p:childTnLst>
                              <p:par>
                                <p:cTn id="479" presetID="1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81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B5E2D3"/>
                                      </p:to>
                                    </p:animClr>
                                    <p:set>
                                      <p:cBhvr>
                                        <p:cTn id="4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8" fill="hold">
                            <p:stCondLst>
                              <p:cond delay="3000"/>
                            </p:stCondLst>
                            <p:childTnLst>
                              <p:par>
                                <p:cTn id="4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7" dur="4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211" grpId="0" animBg="1"/>
      <p:bldP spid="212" grpId="0" animBg="1"/>
      <p:bldP spid="213" grpId="0" animBg="1"/>
      <p:bldP spid="214" grpId="0" animBg="1"/>
      <p:bldP spid="215" grpId="0" animBg="1"/>
      <p:bldP spid="216" grpId="0" animBg="1"/>
      <p:bldP spid="217" grpId="0" animBg="1"/>
      <p:bldP spid="218" grpId="0" animBg="1"/>
      <p:bldP spid="219" grpId="0" animBg="1"/>
      <p:bldP spid="220" grpId="0" animBg="1"/>
      <p:bldP spid="221" grpId="0" animBg="1"/>
      <p:bldP spid="222" grpId="0" animBg="1"/>
      <p:bldP spid="223" grpId="0" animBg="1"/>
      <p:bldP spid="224" grpId="0" animBg="1"/>
      <p:bldP spid="225" grpId="0" animBg="1"/>
      <p:bldP spid="226" grpId="0" animBg="1"/>
      <p:bldP spid="227" grpId="0" animBg="1"/>
      <p:bldP spid="238" grpId="0" animBg="1"/>
      <p:bldP spid="239" grpId="0" animBg="1"/>
      <p:bldP spid="240" grpId="0" animBg="1"/>
      <p:bldP spid="241" grpId="0" animBg="1"/>
      <p:bldP spid="242" grpId="0" animBg="1"/>
      <p:bldP spid="243" grpId="0" animBg="1"/>
      <p:bldP spid="244" grpId="0" animBg="1"/>
      <p:bldP spid="245" grpId="0" animBg="1"/>
      <p:bldP spid="246" grpId="0" animBg="1"/>
      <p:bldP spid="247" grpId="0" animBg="1"/>
      <p:bldP spid="248" grpId="0" animBg="1"/>
      <p:bldP spid="249" grpId="0" animBg="1"/>
      <p:bldP spid="250" grpId="0" animBg="1"/>
      <p:bldP spid="251" grpId="0" animBg="1"/>
      <p:bldP spid="252" grpId="0" animBg="1"/>
      <p:bldP spid="253" grpId="0" animBg="1"/>
      <p:bldP spid="254" grpId="0" animBg="1"/>
      <p:bldP spid="255" grpId="0" animBg="1"/>
    </p:bld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Пенальти!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 ичинде кошуу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7-тепкич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10/16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4069080" cy="1828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298448"/>
            <a:ext cx="27432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6B7280"/>
                </a:solidFill>
                <a:latin typeface="PT Sans"/>
              </a:rPr>
              <a:t>СУРОО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" y="1554480"/>
            <a:ext cx="4069080" cy="1417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4200" b="1" i="0">
                <a:solidFill>
                  <a:srgbClr val="1F2430"/>
                </a:solidFill>
                <a:latin typeface="PT Sans"/>
              </a:rPr>
              <a:t>1 + 3 + 2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" y="3246120"/>
            <a:ext cx="4069080" cy="713232"/>
          </a:xfrm>
          <a:prstGeom prst="roundRect">
            <a:avLst>
              <a:gd name="adj" fmla="val 30000"/>
            </a:avLst>
          </a:prstGeom>
          <a:solidFill>
            <a:srgbClr val="BFCBE9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3200" b="1">
                <a:solidFill>
                  <a:srgbClr val="1D3557"/>
                </a:solidFill>
                <a:latin typeface="PT Sans"/>
              </a:rPr>
              <a:t>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" y="4087368"/>
            <a:ext cx="4069080" cy="713232"/>
          </a:xfrm>
          <a:prstGeom prst="roundRect">
            <a:avLst>
              <a:gd name="adj" fmla="val 30000"/>
            </a:avLst>
          </a:prstGeom>
          <a:solidFill>
            <a:srgbClr val="BFCBE9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3200" b="1">
                <a:solidFill>
                  <a:srgbClr val="1D3557"/>
                </a:solidFill>
                <a:latin typeface="PT Sans"/>
              </a:rPr>
              <a:t>7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" y="4928616"/>
            <a:ext cx="4069080" cy="713232"/>
          </a:xfrm>
          <a:prstGeom prst="roundRect">
            <a:avLst>
              <a:gd name="adj" fmla="val 30000"/>
            </a:avLst>
          </a:prstGeom>
          <a:solidFill>
            <a:srgbClr val="BFCBE9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3200" b="1">
                <a:solidFill>
                  <a:srgbClr val="1D3557"/>
                </a:solidFill>
                <a:latin typeface="PT Sans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" y="5760720"/>
            <a:ext cx="406908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007A5A"/>
                </a:solidFill>
                <a:latin typeface="PT Sans"/>
              </a:rPr>
              <a:t>Жоопту бас · «Кантип таптың?» +1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54880" y="1234440"/>
            <a:ext cx="7007047" cy="4800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846320" y="4160520"/>
            <a:ext cx="6824167" cy="1783080"/>
          </a:xfrm>
          <a:prstGeom prst="roundRect">
            <a:avLst>
              <a:gd name="adj" fmla="val 4000"/>
            </a:avLst>
          </a:prstGeom>
          <a:solidFill>
            <a:srgbClr val="B5E2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3" name="Group 32"/>
          <p:cNvGrpSpPr/>
          <p:nvPr/>
        </p:nvGrpSpPr>
        <p:grpSpPr>
          <a:xfrm>
            <a:off x="5394960" y="1417320"/>
            <a:ext cx="5669280" cy="2743200"/>
            <a:chOff x="5394960" y="1417320"/>
            <a:chExt cx="5669280" cy="2743200"/>
          </a:xfrm>
        </p:grpSpPr>
        <p:cxnSp>
          <p:nvCxnSpPr>
            <p:cNvPr id="19" name="Connector 18"/>
            <p:cNvCxnSpPr/>
            <p:nvPr/>
          </p:nvCxnSpPr>
          <p:spPr>
            <a:xfrm>
              <a:off x="5961888" y="1417320"/>
              <a:ext cx="0" cy="2743200"/>
            </a:xfrm>
            <a:prstGeom prst="line">
              <a:avLst/>
            </a:prstGeom>
            <a:ln w="9525">
              <a:solidFill>
                <a:srgbClr val="BFCB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or 19"/>
            <p:cNvCxnSpPr/>
            <p:nvPr/>
          </p:nvCxnSpPr>
          <p:spPr>
            <a:xfrm>
              <a:off x="6528816" y="1417320"/>
              <a:ext cx="0" cy="2743200"/>
            </a:xfrm>
            <a:prstGeom prst="line">
              <a:avLst/>
            </a:prstGeom>
            <a:ln w="9525">
              <a:solidFill>
                <a:srgbClr val="BFCB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 20"/>
            <p:cNvCxnSpPr/>
            <p:nvPr/>
          </p:nvCxnSpPr>
          <p:spPr>
            <a:xfrm>
              <a:off x="7095744" y="1417320"/>
              <a:ext cx="0" cy="2743200"/>
            </a:xfrm>
            <a:prstGeom prst="line">
              <a:avLst/>
            </a:prstGeom>
            <a:ln w="9525">
              <a:solidFill>
                <a:srgbClr val="BFCB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or 21"/>
            <p:cNvCxnSpPr/>
            <p:nvPr/>
          </p:nvCxnSpPr>
          <p:spPr>
            <a:xfrm>
              <a:off x="7662672" y="1417320"/>
              <a:ext cx="0" cy="2743200"/>
            </a:xfrm>
            <a:prstGeom prst="line">
              <a:avLst/>
            </a:prstGeom>
            <a:ln w="9525">
              <a:solidFill>
                <a:srgbClr val="BFCB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or 22"/>
            <p:cNvCxnSpPr/>
            <p:nvPr/>
          </p:nvCxnSpPr>
          <p:spPr>
            <a:xfrm>
              <a:off x="8229600" y="1417320"/>
              <a:ext cx="0" cy="2743200"/>
            </a:xfrm>
            <a:prstGeom prst="line">
              <a:avLst/>
            </a:prstGeom>
            <a:ln w="9525">
              <a:solidFill>
                <a:srgbClr val="BFCB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or 23"/>
            <p:cNvCxnSpPr/>
            <p:nvPr/>
          </p:nvCxnSpPr>
          <p:spPr>
            <a:xfrm>
              <a:off x="8796528" y="1417320"/>
              <a:ext cx="0" cy="2743200"/>
            </a:xfrm>
            <a:prstGeom prst="line">
              <a:avLst/>
            </a:prstGeom>
            <a:ln w="9525">
              <a:solidFill>
                <a:srgbClr val="BFCB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nector 24"/>
            <p:cNvCxnSpPr/>
            <p:nvPr/>
          </p:nvCxnSpPr>
          <p:spPr>
            <a:xfrm>
              <a:off x="9363456" y="1417320"/>
              <a:ext cx="0" cy="2743200"/>
            </a:xfrm>
            <a:prstGeom prst="line">
              <a:avLst/>
            </a:prstGeom>
            <a:ln w="9525">
              <a:solidFill>
                <a:srgbClr val="BFCB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nector 25"/>
            <p:cNvCxnSpPr/>
            <p:nvPr/>
          </p:nvCxnSpPr>
          <p:spPr>
            <a:xfrm>
              <a:off x="9930384" y="1417320"/>
              <a:ext cx="0" cy="2743200"/>
            </a:xfrm>
            <a:prstGeom prst="line">
              <a:avLst/>
            </a:prstGeom>
            <a:ln w="9525">
              <a:solidFill>
                <a:srgbClr val="BFCB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nector 26"/>
            <p:cNvCxnSpPr/>
            <p:nvPr/>
          </p:nvCxnSpPr>
          <p:spPr>
            <a:xfrm>
              <a:off x="10497312" y="1417320"/>
              <a:ext cx="0" cy="2743200"/>
            </a:xfrm>
            <a:prstGeom prst="line">
              <a:avLst/>
            </a:prstGeom>
            <a:ln w="9525">
              <a:solidFill>
                <a:srgbClr val="BFCB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nector 27"/>
            <p:cNvCxnSpPr/>
            <p:nvPr/>
          </p:nvCxnSpPr>
          <p:spPr>
            <a:xfrm>
              <a:off x="5394960" y="1874519"/>
              <a:ext cx="5669280" cy="0"/>
            </a:xfrm>
            <a:prstGeom prst="line">
              <a:avLst/>
            </a:prstGeom>
            <a:ln w="9525">
              <a:solidFill>
                <a:srgbClr val="BFCB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nector 28"/>
            <p:cNvCxnSpPr/>
            <p:nvPr/>
          </p:nvCxnSpPr>
          <p:spPr>
            <a:xfrm>
              <a:off x="5394960" y="2331720"/>
              <a:ext cx="5669280" cy="0"/>
            </a:xfrm>
            <a:prstGeom prst="line">
              <a:avLst/>
            </a:prstGeom>
            <a:ln w="9525">
              <a:solidFill>
                <a:srgbClr val="BFCB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nector 29"/>
            <p:cNvCxnSpPr/>
            <p:nvPr/>
          </p:nvCxnSpPr>
          <p:spPr>
            <a:xfrm>
              <a:off x="5394960" y="2788920"/>
              <a:ext cx="5669280" cy="0"/>
            </a:xfrm>
            <a:prstGeom prst="line">
              <a:avLst/>
            </a:prstGeom>
            <a:ln w="9525">
              <a:solidFill>
                <a:srgbClr val="BFCB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nector 30"/>
            <p:cNvCxnSpPr/>
            <p:nvPr/>
          </p:nvCxnSpPr>
          <p:spPr>
            <a:xfrm>
              <a:off x="5394960" y="3246120"/>
              <a:ext cx="5669280" cy="0"/>
            </a:xfrm>
            <a:prstGeom prst="line">
              <a:avLst/>
            </a:prstGeom>
            <a:ln w="9525">
              <a:solidFill>
                <a:srgbClr val="BFCB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nector 31"/>
            <p:cNvCxnSpPr/>
            <p:nvPr/>
          </p:nvCxnSpPr>
          <p:spPr>
            <a:xfrm>
              <a:off x="5394960" y="3703320"/>
              <a:ext cx="5669280" cy="0"/>
            </a:xfrm>
            <a:prstGeom prst="line">
              <a:avLst/>
            </a:prstGeom>
            <a:ln w="9525">
              <a:solidFill>
                <a:srgbClr val="BFCB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4" name="Connector 33"/>
          <p:cNvCxnSpPr/>
          <p:nvPr/>
        </p:nvCxnSpPr>
        <p:spPr>
          <a:xfrm flipV="1">
            <a:off x="5394960" y="1417320"/>
            <a:ext cx="0" cy="2743200"/>
          </a:xfrm>
          <a:prstGeom prst="line">
            <a:avLst/>
          </a:prstGeom>
          <a:ln w="889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358384" y="1417320"/>
            <a:ext cx="5742432" cy="0"/>
          </a:xfrm>
          <a:prstGeom prst="line">
            <a:avLst/>
          </a:prstGeom>
          <a:ln w="889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1064240" y="1417320"/>
            <a:ext cx="0" cy="2743200"/>
          </a:xfrm>
          <a:prstGeom prst="line">
            <a:avLst/>
          </a:prstGeom>
          <a:ln w="889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4846320" y="4160520"/>
            <a:ext cx="6824167" cy="0"/>
          </a:xfrm>
          <a:prstGeom prst="line">
            <a:avLst/>
          </a:prstGeom>
          <a:ln w="3810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8147304" y="5532120"/>
            <a:ext cx="164592" cy="731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81" name="Group 80"/>
          <p:cNvGrpSpPr/>
          <p:nvPr/>
        </p:nvGrpSpPr>
        <p:grpSpPr>
          <a:xfrm>
            <a:off x="7363114" y="1990100"/>
            <a:ext cx="1732971" cy="2195656"/>
            <a:chOff x="7363114" y="1990100"/>
            <a:chExt cx="1732971" cy="2195656"/>
          </a:xfrm>
        </p:grpSpPr>
        <p:cxnSp>
          <p:nvCxnSpPr>
            <p:cNvPr id="39" name="Connector 38"/>
            <p:cNvCxnSpPr/>
            <p:nvPr/>
          </p:nvCxnSpPr>
          <p:spPr>
            <a:xfrm flipH="1">
              <a:off x="7977225" y="3361334"/>
              <a:ext cx="109362" cy="378562"/>
            </a:xfrm>
            <a:prstGeom prst="line">
              <a:avLst/>
            </a:prstGeom>
            <a:ln w="160274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or 39"/>
            <p:cNvCxnSpPr/>
            <p:nvPr/>
          </p:nvCxnSpPr>
          <p:spPr>
            <a:xfrm flipH="1">
              <a:off x="7977225" y="3361334"/>
              <a:ext cx="109362" cy="378562"/>
            </a:xfrm>
            <a:prstGeom prst="line">
              <a:avLst/>
            </a:prstGeom>
            <a:ln w="128524" cap="rnd">
              <a:solidFill>
                <a:srgbClr val="E8B98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nector 40"/>
            <p:cNvCxnSpPr/>
            <p:nvPr/>
          </p:nvCxnSpPr>
          <p:spPr>
            <a:xfrm flipH="1">
              <a:off x="7909925" y="3739896"/>
              <a:ext cx="67300" cy="344911"/>
            </a:xfrm>
            <a:prstGeom prst="line">
              <a:avLst/>
            </a:prstGeom>
            <a:ln w="160274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nector 41"/>
            <p:cNvCxnSpPr/>
            <p:nvPr/>
          </p:nvCxnSpPr>
          <p:spPr>
            <a:xfrm flipH="1">
              <a:off x="7909925" y="3739896"/>
              <a:ext cx="67300" cy="344911"/>
            </a:xfrm>
            <a:prstGeom prst="line">
              <a:avLst/>
            </a:prstGeom>
            <a:ln w="128524" cap="rnd">
              <a:solidFill>
                <a:srgbClr val="F6B25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Rounded Rectangle 42"/>
            <p:cNvSpPr/>
            <p:nvPr/>
          </p:nvSpPr>
          <p:spPr>
            <a:xfrm>
              <a:off x="7716438" y="4051157"/>
              <a:ext cx="286024" cy="134599"/>
            </a:xfrm>
            <a:prstGeom prst="roundRect">
              <a:avLst/>
            </a:prstGeom>
            <a:solidFill>
              <a:srgbClr val="1F2430"/>
            </a:solidFill>
            <a:ln w="12700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4" name="Connector 43"/>
            <p:cNvCxnSpPr/>
            <p:nvPr/>
          </p:nvCxnSpPr>
          <p:spPr>
            <a:xfrm>
              <a:off x="8372612" y="3361334"/>
              <a:ext cx="109362" cy="378562"/>
            </a:xfrm>
            <a:prstGeom prst="line">
              <a:avLst/>
            </a:prstGeom>
            <a:ln w="160274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nector 44"/>
            <p:cNvCxnSpPr/>
            <p:nvPr/>
          </p:nvCxnSpPr>
          <p:spPr>
            <a:xfrm>
              <a:off x="8372612" y="3361334"/>
              <a:ext cx="109362" cy="378562"/>
            </a:xfrm>
            <a:prstGeom prst="line">
              <a:avLst/>
            </a:prstGeom>
            <a:ln w="128524" cap="rnd">
              <a:solidFill>
                <a:srgbClr val="E8B98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nector 45"/>
            <p:cNvCxnSpPr/>
            <p:nvPr/>
          </p:nvCxnSpPr>
          <p:spPr>
            <a:xfrm>
              <a:off x="8481974" y="3739896"/>
              <a:ext cx="67300" cy="344911"/>
            </a:xfrm>
            <a:prstGeom prst="line">
              <a:avLst/>
            </a:prstGeom>
            <a:ln w="160274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onnector 46"/>
            <p:cNvCxnSpPr/>
            <p:nvPr/>
          </p:nvCxnSpPr>
          <p:spPr>
            <a:xfrm>
              <a:off x="8481974" y="3739896"/>
              <a:ext cx="67300" cy="344911"/>
            </a:xfrm>
            <a:prstGeom prst="line">
              <a:avLst/>
            </a:prstGeom>
            <a:ln w="128524" cap="rnd">
              <a:solidFill>
                <a:srgbClr val="F6B25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Rounded Rectangle 47"/>
            <p:cNvSpPr/>
            <p:nvPr/>
          </p:nvSpPr>
          <p:spPr>
            <a:xfrm>
              <a:off x="8456736" y="4051157"/>
              <a:ext cx="286024" cy="134599"/>
            </a:xfrm>
            <a:prstGeom prst="roundRect">
              <a:avLst/>
            </a:prstGeom>
            <a:solidFill>
              <a:srgbClr val="1F2430"/>
            </a:solidFill>
            <a:ln w="12700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Rounded Rectangle 48"/>
            <p:cNvSpPr/>
            <p:nvPr/>
          </p:nvSpPr>
          <p:spPr>
            <a:xfrm>
              <a:off x="7918338" y="3235147"/>
              <a:ext cx="622523" cy="302849"/>
            </a:xfrm>
            <a:prstGeom prst="roundRect">
              <a:avLst/>
            </a:prstGeom>
            <a:solidFill>
              <a:srgbClr val="1D3557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50" name="Connector 49"/>
            <p:cNvCxnSpPr/>
            <p:nvPr/>
          </p:nvCxnSpPr>
          <p:spPr>
            <a:xfrm flipV="1">
              <a:off x="8229600" y="2419136"/>
              <a:ext cx="0" cy="143012"/>
            </a:xfrm>
            <a:prstGeom prst="line">
              <a:avLst/>
            </a:prstGeom>
            <a:ln w="136906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nector 50"/>
            <p:cNvCxnSpPr/>
            <p:nvPr/>
          </p:nvCxnSpPr>
          <p:spPr>
            <a:xfrm flipV="1">
              <a:off x="8229600" y="2419136"/>
              <a:ext cx="0" cy="143012"/>
            </a:xfrm>
            <a:prstGeom prst="line">
              <a:avLst/>
            </a:prstGeom>
            <a:ln w="105156" cap="rnd">
              <a:solidFill>
                <a:srgbClr val="E8B98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Round Same Side Corner Rectangle 51"/>
            <p:cNvSpPr/>
            <p:nvPr/>
          </p:nvSpPr>
          <p:spPr>
            <a:xfrm>
              <a:off x="7901513" y="2536911"/>
              <a:ext cx="656173" cy="824423"/>
            </a:xfrm>
            <a:prstGeom prst="round2SameRect">
              <a:avLst>
                <a:gd name="adj1" fmla="val 30000"/>
                <a:gd name="adj2" fmla="val 12000"/>
              </a:avLst>
            </a:prstGeom>
            <a:solidFill>
              <a:srgbClr val="F28C28"/>
            </a:solidFill>
            <a:ln w="22225">
              <a:solidFill>
                <a:srgbClr val="A844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Rounded Rectangle 52"/>
            <p:cNvSpPr/>
            <p:nvPr/>
          </p:nvSpPr>
          <p:spPr>
            <a:xfrm>
              <a:off x="7918338" y="3273003"/>
              <a:ext cx="622523" cy="75712"/>
            </a:xfrm>
            <a:prstGeom prst="roundRect">
              <a:avLst/>
            </a:prstGeom>
            <a:solidFill>
              <a:srgbClr val="A844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Chord 53"/>
            <p:cNvSpPr/>
            <p:nvPr/>
          </p:nvSpPr>
          <p:spPr>
            <a:xfrm>
              <a:off x="8103412" y="2461199"/>
              <a:ext cx="252374" cy="168249"/>
            </a:xfrm>
            <a:prstGeom prst="chord">
              <a:avLst>
                <a:gd name="adj1" fmla="val 0"/>
                <a:gd name="adj2" fmla="val 10800000"/>
              </a:avLst>
            </a:prstGeom>
            <a:solidFill>
              <a:srgbClr val="FFFFFF"/>
            </a:solidFill>
            <a:ln w="12700">
              <a:solidFill>
                <a:srgbClr val="A844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7977225" y="2705160"/>
              <a:ext cx="504748" cy="47109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2300" b="1">
                  <a:solidFill>
                    <a:srgbClr val="FFFFFF"/>
                  </a:solidFill>
                  <a:latin typeface="PT Sans"/>
                </a:rPr>
                <a:t>1</a:t>
              </a:r>
            </a:p>
          </p:txBody>
        </p:sp>
        <p:cxnSp>
          <p:nvCxnSpPr>
            <p:cNvPr id="56" name="Connector 55"/>
            <p:cNvCxnSpPr/>
            <p:nvPr/>
          </p:nvCxnSpPr>
          <p:spPr>
            <a:xfrm flipH="1">
              <a:off x="7657551" y="2587386"/>
              <a:ext cx="269199" cy="269199"/>
            </a:xfrm>
            <a:prstGeom prst="line">
              <a:avLst/>
            </a:prstGeom>
            <a:ln w="148590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Connector 56"/>
            <p:cNvCxnSpPr/>
            <p:nvPr/>
          </p:nvCxnSpPr>
          <p:spPr>
            <a:xfrm flipH="1">
              <a:off x="7657551" y="2587386"/>
              <a:ext cx="269199" cy="269199"/>
            </a:xfrm>
            <a:prstGeom prst="line">
              <a:avLst/>
            </a:prstGeom>
            <a:ln w="116840" cap="rnd">
              <a:solidFill>
                <a:srgbClr val="F28C2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Connector 57"/>
            <p:cNvCxnSpPr/>
            <p:nvPr/>
          </p:nvCxnSpPr>
          <p:spPr>
            <a:xfrm flipH="1" flipV="1">
              <a:off x="7506126" y="2469611"/>
              <a:ext cx="151425" cy="386974"/>
            </a:xfrm>
            <a:prstGeom prst="line">
              <a:avLst/>
            </a:prstGeom>
            <a:ln w="148590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nector 58"/>
            <p:cNvCxnSpPr/>
            <p:nvPr/>
          </p:nvCxnSpPr>
          <p:spPr>
            <a:xfrm flipH="1" flipV="1">
              <a:off x="7506126" y="2469611"/>
              <a:ext cx="151425" cy="386974"/>
            </a:xfrm>
            <a:prstGeom prst="line">
              <a:avLst/>
            </a:prstGeom>
            <a:ln w="116840" cap="rnd">
              <a:solidFill>
                <a:srgbClr val="F28C2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nector 59"/>
            <p:cNvCxnSpPr/>
            <p:nvPr/>
          </p:nvCxnSpPr>
          <p:spPr>
            <a:xfrm>
              <a:off x="8532449" y="2587386"/>
              <a:ext cx="269199" cy="269199"/>
            </a:xfrm>
            <a:prstGeom prst="line">
              <a:avLst/>
            </a:prstGeom>
            <a:ln w="148590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nector 60"/>
            <p:cNvCxnSpPr/>
            <p:nvPr/>
          </p:nvCxnSpPr>
          <p:spPr>
            <a:xfrm>
              <a:off x="8532449" y="2587386"/>
              <a:ext cx="269199" cy="269199"/>
            </a:xfrm>
            <a:prstGeom prst="line">
              <a:avLst/>
            </a:prstGeom>
            <a:ln w="116840" cap="rnd">
              <a:solidFill>
                <a:srgbClr val="F28C2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Connector 61"/>
            <p:cNvCxnSpPr/>
            <p:nvPr/>
          </p:nvCxnSpPr>
          <p:spPr>
            <a:xfrm flipV="1">
              <a:off x="8801648" y="2469611"/>
              <a:ext cx="151425" cy="386974"/>
            </a:xfrm>
            <a:prstGeom prst="line">
              <a:avLst/>
            </a:prstGeom>
            <a:ln w="148590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nector 62"/>
            <p:cNvCxnSpPr/>
            <p:nvPr/>
          </p:nvCxnSpPr>
          <p:spPr>
            <a:xfrm flipV="1">
              <a:off x="8801648" y="2469611"/>
              <a:ext cx="151425" cy="386974"/>
            </a:xfrm>
            <a:prstGeom prst="line">
              <a:avLst/>
            </a:prstGeom>
            <a:ln w="116840" cap="rnd">
              <a:solidFill>
                <a:srgbClr val="F28C2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Oval 63"/>
            <p:cNvSpPr/>
            <p:nvPr/>
          </p:nvSpPr>
          <p:spPr>
            <a:xfrm>
              <a:off x="7973019" y="2179380"/>
              <a:ext cx="92537" cy="126187"/>
            </a:xfrm>
            <a:prstGeom prst="ellipse">
              <a:avLst/>
            </a:prstGeom>
            <a:solidFill>
              <a:srgbClr val="E8B98E"/>
            </a:solidFill>
            <a:ln w="12700">
              <a:solidFill>
                <a:srgbClr val="A86E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Oval 64"/>
            <p:cNvSpPr/>
            <p:nvPr/>
          </p:nvSpPr>
          <p:spPr>
            <a:xfrm>
              <a:off x="8393643" y="2179380"/>
              <a:ext cx="92537" cy="126187"/>
            </a:xfrm>
            <a:prstGeom prst="ellipse">
              <a:avLst/>
            </a:prstGeom>
            <a:solidFill>
              <a:srgbClr val="E8B98E"/>
            </a:solidFill>
            <a:ln w="12700">
              <a:solidFill>
                <a:srgbClr val="A86E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" name="Oval 65"/>
            <p:cNvSpPr/>
            <p:nvPr/>
          </p:nvSpPr>
          <p:spPr>
            <a:xfrm>
              <a:off x="8002463" y="1990100"/>
              <a:ext cx="454273" cy="370149"/>
            </a:xfrm>
            <a:prstGeom prst="ellipse">
              <a:avLst/>
            </a:prstGeom>
            <a:solidFill>
              <a:srgbClr val="3A2A22"/>
            </a:solidFill>
            <a:ln w="15875">
              <a:solidFill>
                <a:srgbClr val="3A2A2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Oval 66"/>
            <p:cNvSpPr/>
            <p:nvPr/>
          </p:nvSpPr>
          <p:spPr>
            <a:xfrm>
              <a:off x="8031906" y="2078431"/>
              <a:ext cx="395386" cy="395386"/>
            </a:xfrm>
            <a:prstGeom prst="ellipse">
              <a:avLst/>
            </a:prstGeom>
            <a:solidFill>
              <a:srgbClr val="E8B98E"/>
            </a:solidFill>
            <a:ln w="15875">
              <a:solidFill>
                <a:srgbClr val="A86E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Chord 67"/>
            <p:cNvSpPr/>
            <p:nvPr/>
          </p:nvSpPr>
          <p:spPr>
            <a:xfrm>
              <a:off x="8031906" y="2032162"/>
              <a:ext cx="395386" cy="185074"/>
            </a:xfrm>
            <a:prstGeom prst="chord">
              <a:avLst>
                <a:gd name="adj1" fmla="val 10800000"/>
                <a:gd name="adj2" fmla="val 0"/>
              </a:avLst>
            </a:prstGeom>
            <a:solidFill>
              <a:srgbClr val="3A2A2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Oval 68"/>
            <p:cNvSpPr/>
            <p:nvPr/>
          </p:nvSpPr>
          <p:spPr>
            <a:xfrm>
              <a:off x="8113928" y="2221443"/>
              <a:ext cx="63093" cy="75712"/>
            </a:xfrm>
            <a:prstGeom prst="ellipse">
              <a:avLst/>
            </a:prstGeom>
            <a:solidFill>
              <a:srgbClr val="1F243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" name="Oval 69"/>
            <p:cNvSpPr/>
            <p:nvPr/>
          </p:nvSpPr>
          <p:spPr>
            <a:xfrm>
              <a:off x="8147578" y="2236165"/>
              <a:ext cx="21031" cy="2103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Rounded Rectangle 70"/>
            <p:cNvSpPr/>
            <p:nvPr/>
          </p:nvSpPr>
          <p:spPr>
            <a:xfrm>
              <a:off x="8103412" y="2181484"/>
              <a:ext cx="84124" cy="21031"/>
            </a:xfrm>
            <a:prstGeom prst="roundRect">
              <a:avLst/>
            </a:prstGeom>
            <a:solidFill>
              <a:srgbClr val="3A2A2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Oval 71"/>
            <p:cNvSpPr/>
            <p:nvPr/>
          </p:nvSpPr>
          <p:spPr>
            <a:xfrm>
              <a:off x="8282178" y="2221443"/>
              <a:ext cx="63093" cy="75712"/>
            </a:xfrm>
            <a:prstGeom prst="ellipse">
              <a:avLst/>
            </a:prstGeom>
            <a:solidFill>
              <a:srgbClr val="1F243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" name="Oval 72"/>
            <p:cNvSpPr/>
            <p:nvPr/>
          </p:nvSpPr>
          <p:spPr>
            <a:xfrm>
              <a:off x="8315827" y="2236165"/>
              <a:ext cx="21031" cy="2103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Rounded Rectangle 73"/>
            <p:cNvSpPr/>
            <p:nvPr/>
          </p:nvSpPr>
          <p:spPr>
            <a:xfrm>
              <a:off x="8271662" y="2181484"/>
              <a:ext cx="84124" cy="21031"/>
            </a:xfrm>
            <a:prstGeom prst="roundRect">
              <a:avLst/>
            </a:prstGeom>
            <a:solidFill>
              <a:srgbClr val="3A2A2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Oval 74"/>
            <p:cNvSpPr/>
            <p:nvPr/>
          </p:nvSpPr>
          <p:spPr>
            <a:xfrm>
              <a:off x="8208568" y="2292949"/>
              <a:ext cx="42062" cy="33649"/>
            </a:xfrm>
            <a:prstGeom prst="ellipse">
              <a:avLst/>
            </a:prstGeom>
            <a:solidFill>
              <a:srgbClr val="A86E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" name="Chord 75"/>
            <p:cNvSpPr/>
            <p:nvPr/>
          </p:nvSpPr>
          <p:spPr>
            <a:xfrm>
              <a:off x="8153887" y="2309774"/>
              <a:ext cx="151424" cy="100949"/>
            </a:xfrm>
            <a:prstGeom prst="chord">
              <a:avLst>
                <a:gd name="adj1" fmla="val 0"/>
                <a:gd name="adj2" fmla="val 10800000"/>
              </a:avLst>
            </a:prstGeom>
            <a:solidFill>
              <a:srgbClr val="FFFFFF"/>
            </a:solidFill>
            <a:ln w="12700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" name="Oval 76"/>
            <p:cNvSpPr/>
            <p:nvPr/>
          </p:nvSpPr>
          <p:spPr>
            <a:xfrm>
              <a:off x="7363114" y="2318186"/>
              <a:ext cx="286024" cy="302849"/>
            </a:xfrm>
            <a:prstGeom prst="ellipse">
              <a:avLst/>
            </a:prstGeom>
            <a:solidFill>
              <a:srgbClr val="B5E2D3"/>
            </a:solidFill>
            <a:ln w="28575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" name="Oval 77"/>
            <p:cNvSpPr/>
            <p:nvPr/>
          </p:nvSpPr>
          <p:spPr>
            <a:xfrm rot="4117763">
              <a:off x="7502425" y="2590078"/>
              <a:ext cx="134599" cy="84124"/>
            </a:xfrm>
            <a:prstGeom prst="ellipse">
              <a:avLst/>
            </a:prstGeom>
            <a:solidFill>
              <a:srgbClr val="007A5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" name="Oval 78"/>
            <p:cNvSpPr/>
            <p:nvPr/>
          </p:nvSpPr>
          <p:spPr>
            <a:xfrm>
              <a:off x="8810061" y="2318186"/>
              <a:ext cx="286024" cy="302849"/>
            </a:xfrm>
            <a:prstGeom prst="ellipse">
              <a:avLst/>
            </a:prstGeom>
            <a:solidFill>
              <a:srgbClr val="B5E2D3"/>
            </a:solidFill>
            <a:ln w="28575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" name="Oval 79"/>
            <p:cNvSpPr/>
            <p:nvPr/>
          </p:nvSpPr>
          <p:spPr>
            <a:xfrm rot="6682237">
              <a:off x="8822175" y="2590078"/>
              <a:ext cx="134599" cy="84124"/>
            </a:xfrm>
            <a:prstGeom prst="ellipse">
              <a:avLst/>
            </a:prstGeom>
            <a:solidFill>
              <a:srgbClr val="007A5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4" name="Group 123"/>
          <p:cNvGrpSpPr/>
          <p:nvPr/>
        </p:nvGrpSpPr>
        <p:grpSpPr>
          <a:xfrm>
            <a:off x="5992793" y="1839684"/>
            <a:ext cx="2553036" cy="1197033"/>
            <a:chOff x="5992793" y="1839684"/>
            <a:chExt cx="2553036" cy="1197033"/>
          </a:xfrm>
        </p:grpSpPr>
        <p:cxnSp>
          <p:nvCxnSpPr>
            <p:cNvPr id="82" name="Connector 81"/>
            <p:cNvCxnSpPr/>
            <p:nvPr/>
          </p:nvCxnSpPr>
          <p:spPr>
            <a:xfrm>
              <a:off x="7632146" y="2727857"/>
              <a:ext cx="389033" cy="82177"/>
            </a:xfrm>
            <a:prstGeom prst="line">
              <a:avLst/>
            </a:prstGeom>
            <a:ln w="160274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Connector 82"/>
            <p:cNvCxnSpPr/>
            <p:nvPr/>
          </p:nvCxnSpPr>
          <p:spPr>
            <a:xfrm>
              <a:off x="7632146" y="2727857"/>
              <a:ext cx="389033" cy="82177"/>
            </a:xfrm>
            <a:prstGeom prst="line">
              <a:avLst/>
            </a:prstGeom>
            <a:ln w="128524" cap="rnd">
              <a:solidFill>
                <a:srgbClr val="E8B98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Connector 83"/>
            <p:cNvCxnSpPr/>
            <p:nvPr/>
          </p:nvCxnSpPr>
          <p:spPr>
            <a:xfrm>
              <a:off x="8021179" y="2810034"/>
              <a:ext cx="365233" cy="100981"/>
            </a:xfrm>
            <a:prstGeom prst="line">
              <a:avLst/>
            </a:prstGeom>
            <a:ln w="160274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Connector 84"/>
            <p:cNvCxnSpPr/>
            <p:nvPr/>
          </p:nvCxnSpPr>
          <p:spPr>
            <a:xfrm>
              <a:off x="8021179" y="2810034"/>
              <a:ext cx="365233" cy="100981"/>
            </a:xfrm>
            <a:prstGeom prst="line">
              <a:avLst/>
            </a:prstGeom>
            <a:ln w="128524" cap="rnd">
              <a:solidFill>
                <a:srgbClr val="F6B25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Rounded Rectangle 85"/>
            <p:cNvSpPr/>
            <p:nvPr/>
          </p:nvSpPr>
          <p:spPr>
            <a:xfrm rot="17280000">
              <a:off x="8259805" y="2902118"/>
              <a:ext cx="286024" cy="134599"/>
            </a:xfrm>
            <a:prstGeom prst="roundRect">
              <a:avLst/>
            </a:prstGeom>
            <a:solidFill>
              <a:srgbClr val="1F2430"/>
            </a:solidFill>
            <a:ln w="12700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87" name="Connector 86"/>
            <p:cNvCxnSpPr/>
            <p:nvPr/>
          </p:nvCxnSpPr>
          <p:spPr>
            <a:xfrm flipV="1">
              <a:off x="7720533" y="2389604"/>
              <a:ext cx="313416" cy="66228"/>
            </a:xfrm>
            <a:prstGeom prst="line">
              <a:avLst/>
            </a:prstGeom>
            <a:ln w="160274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Connector 87"/>
            <p:cNvCxnSpPr/>
            <p:nvPr/>
          </p:nvCxnSpPr>
          <p:spPr>
            <a:xfrm flipV="1">
              <a:off x="7720533" y="2389604"/>
              <a:ext cx="313416" cy="66228"/>
            </a:xfrm>
            <a:prstGeom prst="line">
              <a:avLst/>
            </a:prstGeom>
            <a:ln w="128524" cap="rnd">
              <a:solidFill>
                <a:srgbClr val="E8B98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Connector 88"/>
            <p:cNvCxnSpPr/>
            <p:nvPr/>
          </p:nvCxnSpPr>
          <p:spPr>
            <a:xfrm>
              <a:off x="8033949" y="2389604"/>
              <a:ext cx="249235" cy="240199"/>
            </a:xfrm>
            <a:prstGeom prst="line">
              <a:avLst/>
            </a:prstGeom>
            <a:ln w="160274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Connector 89"/>
            <p:cNvCxnSpPr/>
            <p:nvPr/>
          </p:nvCxnSpPr>
          <p:spPr>
            <a:xfrm>
              <a:off x="8033949" y="2389604"/>
              <a:ext cx="249235" cy="240199"/>
            </a:xfrm>
            <a:prstGeom prst="line">
              <a:avLst/>
            </a:prstGeom>
            <a:ln w="128524" cap="rnd">
              <a:solidFill>
                <a:srgbClr val="F6B25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Rounded Rectangle 90"/>
            <p:cNvSpPr/>
            <p:nvPr/>
          </p:nvSpPr>
          <p:spPr>
            <a:xfrm rot="17280000">
              <a:off x="8187773" y="2524897"/>
              <a:ext cx="286024" cy="134599"/>
            </a:xfrm>
            <a:prstGeom prst="roundRect">
              <a:avLst/>
            </a:prstGeom>
            <a:solidFill>
              <a:srgbClr val="1F2430"/>
            </a:solidFill>
            <a:ln w="12700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2" name="Rounded Rectangle 91"/>
            <p:cNvSpPr/>
            <p:nvPr/>
          </p:nvSpPr>
          <p:spPr>
            <a:xfrm rot="17280000">
              <a:off x="7389080" y="2448218"/>
              <a:ext cx="622523" cy="302849"/>
            </a:xfrm>
            <a:prstGeom prst="roundRect">
              <a:avLst/>
            </a:prstGeom>
            <a:solidFill>
              <a:srgbClr val="1D3557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93" name="Connector 92"/>
            <p:cNvCxnSpPr/>
            <p:nvPr/>
          </p:nvCxnSpPr>
          <p:spPr>
            <a:xfrm flipH="1" flipV="1">
              <a:off x="6780256" y="2300689"/>
              <a:ext cx="136013" cy="44193"/>
            </a:xfrm>
            <a:prstGeom prst="line">
              <a:avLst/>
            </a:prstGeom>
            <a:ln w="136906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Connector 93"/>
            <p:cNvCxnSpPr/>
            <p:nvPr/>
          </p:nvCxnSpPr>
          <p:spPr>
            <a:xfrm flipH="1" flipV="1">
              <a:off x="6780256" y="2300689"/>
              <a:ext cx="136013" cy="44193"/>
            </a:xfrm>
            <a:prstGeom prst="line">
              <a:avLst/>
            </a:prstGeom>
            <a:ln w="105156" cap="rnd">
              <a:solidFill>
                <a:srgbClr val="E8B98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5" name="Round Same Side Corner Rectangle 94"/>
            <p:cNvSpPr/>
            <p:nvPr/>
          </p:nvSpPr>
          <p:spPr>
            <a:xfrm rot="17280000">
              <a:off x="6956216" y="2052252"/>
              <a:ext cx="656173" cy="824423"/>
            </a:xfrm>
            <a:prstGeom prst="round2SameRect">
              <a:avLst>
                <a:gd name="adj1" fmla="val 30000"/>
                <a:gd name="adj2" fmla="val 12000"/>
              </a:avLst>
            </a:prstGeom>
            <a:solidFill>
              <a:srgbClr val="F28C28"/>
            </a:solidFill>
            <a:ln w="22225">
              <a:solidFill>
                <a:srgbClr val="A844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6" name="Rounded Rectangle 95"/>
            <p:cNvSpPr/>
            <p:nvPr/>
          </p:nvSpPr>
          <p:spPr>
            <a:xfrm rot="17280000">
              <a:off x="7317073" y="2538390"/>
              <a:ext cx="622523" cy="75712"/>
            </a:xfrm>
            <a:prstGeom prst="roundRect">
              <a:avLst/>
            </a:prstGeom>
            <a:solidFill>
              <a:srgbClr val="A844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7" name="Chord 96"/>
            <p:cNvSpPr/>
            <p:nvPr/>
          </p:nvSpPr>
          <p:spPr>
            <a:xfrm rot="17280000">
              <a:off x="6774080" y="2255558"/>
              <a:ext cx="252374" cy="168249"/>
            </a:xfrm>
            <a:prstGeom prst="chord">
              <a:avLst>
                <a:gd name="adj1" fmla="val 0"/>
                <a:gd name="adj2" fmla="val 10800000"/>
              </a:avLst>
            </a:prstGeom>
            <a:solidFill>
              <a:srgbClr val="FFFFFF"/>
            </a:solidFill>
            <a:ln w="12700">
              <a:solidFill>
                <a:srgbClr val="A844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8" name="TextBox 97"/>
            <p:cNvSpPr txBox="1"/>
            <p:nvPr/>
          </p:nvSpPr>
          <p:spPr>
            <a:xfrm rot="17280000">
              <a:off x="7023928" y="2226315"/>
              <a:ext cx="504748" cy="47109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2300" b="1">
                  <a:solidFill>
                    <a:srgbClr val="FFFFFF"/>
                  </a:solidFill>
                  <a:latin typeface="PT Sans"/>
                </a:rPr>
                <a:t>1</a:t>
              </a:r>
            </a:p>
          </p:txBody>
        </p:sp>
        <p:cxnSp>
          <p:nvCxnSpPr>
            <p:cNvPr id="99" name="Connector 98"/>
            <p:cNvCxnSpPr/>
            <p:nvPr/>
          </p:nvCxnSpPr>
          <p:spPr>
            <a:xfrm flipH="1" flipV="1">
              <a:off x="6451242" y="2414921"/>
              <a:ext cx="395443" cy="225787"/>
            </a:xfrm>
            <a:prstGeom prst="line">
              <a:avLst/>
            </a:prstGeom>
            <a:ln w="148590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Connector 99"/>
            <p:cNvCxnSpPr/>
            <p:nvPr/>
          </p:nvCxnSpPr>
          <p:spPr>
            <a:xfrm flipH="1" flipV="1">
              <a:off x="6451242" y="2414921"/>
              <a:ext cx="395443" cy="225787"/>
            </a:xfrm>
            <a:prstGeom prst="line">
              <a:avLst/>
            </a:prstGeom>
            <a:ln w="116840" cap="rnd">
              <a:solidFill>
                <a:srgbClr val="F28C2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Connector 100"/>
            <p:cNvCxnSpPr/>
            <p:nvPr/>
          </p:nvCxnSpPr>
          <p:spPr>
            <a:xfrm flipH="1" flipV="1">
              <a:off x="6135805" y="2215130"/>
              <a:ext cx="315437" cy="199791"/>
            </a:xfrm>
            <a:prstGeom prst="line">
              <a:avLst/>
            </a:prstGeom>
            <a:ln w="148590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Connector 101"/>
            <p:cNvCxnSpPr/>
            <p:nvPr/>
          </p:nvCxnSpPr>
          <p:spPr>
            <a:xfrm flipH="1" flipV="1">
              <a:off x="6135805" y="2215130"/>
              <a:ext cx="315437" cy="199791"/>
            </a:xfrm>
            <a:prstGeom prst="line">
              <a:avLst/>
            </a:prstGeom>
            <a:ln w="116840" cap="rnd">
              <a:solidFill>
                <a:srgbClr val="F28C2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Connector 102"/>
            <p:cNvCxnSpPr/>
            <p:nvPr/>
          </p:nvCxnSpPr>
          <p:spPr>
            <a:xfrm flipH="1" flipV="1">
              <a:off x="6581221" y="2014884"/>
              <a:ext cx="452635" cy="49770"/>
            </a:xfrm>
            <a:prstGeom prst="line">
              <a:avLst/>
            </a:prstGeom>
            <a:ln w="148590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Connector 103"/>
            <p:cNvCxnSpPr/>
            <p:nvPr/>
          </p:nvCxnSpPr>
          <p:spPr>
            <a:xfrm flipH="1" flipV="1">
              <a:off x="6581221" y="2014884"/>
              <a:ext cx="452635" cy="49770"/>
            </a:xfrm>
            <a:prstGeom prst="line">
              <a:avLst/>
            </a:prstGeom>
            <a:ln w="116840" cap="rnd">
              <a:solidFill>
                <a:srgbClr val="F28C2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Connector 104"/>
            <p:cNvCxnSpPr/>
            <p:nvPr/>
          </p:nvCxnSpPr>
          <p:spPr>
            <a:xfrm flipH="1" flipV="1">
              <a:off x="6208594" y="1991109"/>
              <a:ext cx="372627" cy="23775"/>
            </a:xfrm>
            <a:prstGeom prst="line">
              <a:avLst/>
            </a:prstGeom>
            <a:ln w="148590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Connector 105"/>
            <p:cNvCxnSpPr/>
            <p:nvPr/>
          </p:nvCxnSpPr>
          <p:spPr>
            <a:xfrm flipH="1" flipV="1">
              <a:off x="6208594" y="1991109"/>
              <a:ext cx="372627" cy="23775"/>
            </a:xfrm>
            <a:prstGeom prst="line">
              <a:avLst/>
            </a:prstGeom>
            <a:ln w="116840" cap="rnd">
              <a:solidFill>
                <a:srgbClr val="F28C2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7" name="Oval 106"/>
            <p:cNvSpPr/>
            <p:nvPr/>
          </p:nvSpPr>
          <p:spPr>
            <a:xfrm rot="17280000">
              <a:off x="6500982" y="2383022"/>
              <a:ext cx="92537" cy="126187"/>
            </a:xfrm>
            <a:prstGeom prst="ellipse">
              <a:avLst/>
            </a:prstGeom>
            <a:solidFill>
              <a:srgbClr val="E8B98E"/>
            </a:solidFill>
            <a:ln w="12700">
              <a:solidFill>
                <a:srgbClr val="A86E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8" name="Oval 107"/>
            <p:cNvSpPr/>
            <p:nvPr/>
          </p:nvSpPr>
          <p:spPr>
            <a:xfrm rot="17280000">
              <a:off x="6630962" y="1982985"/>
              <a:ext cx="92537" cy="126187"/>
            </a:xfrm>
            <a:prstGeom prst="ellipse">
              <a:avLst/>
            </a:prstGeom>
            <a:solidFill>
              <a:srgbClr val="E8B98E"/>
            </a:solidFill>
            <a:ln w="12700">
              <a:solidFill>
                <a:srgbClr val="A86E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9" name="Oval 108"/>
            <p:cNvSpPr/>
            <p:nvPr/>
          </p:nvSpPr>
          <p:spPr>
            <a:xfrm rot="17280000">
              <a:off x="6321098" y="2040226"/>
              <a:ext cx="454273" cy="370149"/>
            </a:xfrm>
            <a:prstGeom prst="ellipse">
              <a:avLst/>
            </a:prstGeom>
            <a:solidFill>
              <a:srgbClr val="3A2A22"/>
            </a:solidFill>
            <a:ln w="15875">
              <a:solidFill>
                <a:srgbClr val="3A2A2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0" name="Oval 109"/>
            <p:cNvSpPr/>
            <p:nvPr/>
          </p:nvSpPr>
          <p:spPr>
            <a:xfrm rot="17280000">
              <a:off x="6446550" y="2058803"/>
              <a:ext cx="395386" cy="395386"/>
            </a:xfrm>
            <a:prstGeom prst="ellipse">
              <a:avLst/>
            </a:prstGeom>
            <a:solidFill>
              <a:srgbClr val="E8B98E"/>
            </a:solidFill>
            <a:ln w="15875">
              <a:solidFill>
                <a:srgbClr val="A86E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1" name="Chord 110"/>
            <p:cNvSpPr/>
            <p:nvPr/>
          </p:nvSpPr>
          <p:spPr>
            <a:xfrm rot="17280000">
              <a:off x="6302537" y="2117166"/>
              <a:ext cx="395386" cy="185074"/>
            </a:xfrm>
            <a:prstGeom prst="chord">
              <a:avLst>
                <a:gd name="adj1" fmla="val 10800000"/>
                <a:gd name="adj2" fmla="val 0"/>
              </a:avLst>
            </a:prstGeom>
            <a:solidFill>
              <a:srgbClr val="3A2A2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2" name="Oval 111"/>
            <p:cNvSpPr/>
            <p:nvPr/>
          </p:nvSpPr>
          <p:spPr>
            <a:xfrm rot="17280000">
              <a:off x="6570699" y="2293448"/>
              <a:ext cx="63093" cy="75712"/>
            </a:xfrm>
            <a:prstGeom prst="ellipse">
              <a:avLst/>
            </a:prstGeom>
            <a:solidFill>
              <a:srgbClr val="1F243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3" name="Oval 112"/>
            <p:cNvSpPr/>
            <p:nvPr/>
          </p:nvSpPr>
          <p:spPr>
            <a:xfrm rot="17280000">
              <a:off x="6583629" y="2304888"/>
              <a:ext cx="21031" cy="2103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4" name="Rounded Rectangle 113"/>
            <p:cNvSpPr/>
            <p:nvPr/>
          </p:nvSpPr>
          <p:spPr>
            <a:xfrm rot="17280000">
              <a:off x="6496178" y="2299992"/>
              <a:ext cx="84124" cy="21031"/>
            </a:xfrm>
            <a:prstGeom prst="roundRect">
              <a:avLst/>
            </a:prstGeom>
            <a:solidFill>
              <a:srgbClr val="3A2A2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5" name="Oval 114"/>
            <p:cNvSpPr/>
            <p:nvPr/>
          </p:nvSpPr>
          <p:spPr>
            <a:xfrm rot="17280000">
              <a:off x="6622691" y="2133433"/>
              <a:ext cx="63093" cy="75712"/>
            </a:xfrm>
            <a:prstGeom prst="ellipse">
              <a:avLst/>
            </a:prstGeom>
            <a:solidFill>
              <a:srgbClr val="1F243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6" name="Oval 115"/>
            <p:cNvSpPr/>
            <p:nvPr/>
          </p:nvSpPr>
          <p:spPr>
            <a:xfrm rot="17280000">
              <a:off x="6635621" y="2144873"/>
              <a:ext cx="21031" cy="2103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7" name="Rounded Rectangle 116"/>
            <p:cNvSpPr/>
            <p:nvPr/>
          </p:nvSpPr>
          <p:spPr>
            <a:xfrm rot="17280000">
              <a:off x="6548170" y="2139977"/>
              <a:ext cx="84124" cy="21031"/>
            </a:xfrm>
            <a:prstGeom prst="roundRect">
              <a:avLst/>
            </a:prstGeom>
            <a:solidFill>
              <a:srgbClr val="3A2A2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8" name="Oval 117"/>
            <p:cNvSpPr/>
            <p:nvPr/>
          </p:nvSpPr>
          <p:spPr>
            <a:xfrm rot="17280000">
              <a:off x="6655215" y="2250069"/>
              <a:ext cx="42062" cy="33649"/>
            </a:xfrm>
            <a:prstGeom prst="ellipse">
              <a:avLst/>
            </a:prstGeom>
            <a:solidFill>
              <a:srgbClr val="A86E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9" name="Chord 118"/>
            <p:cNvSpPr/>
            <p:nvPr/>
          </p:nvSpPr>
          <p:spPr>
            <a:xfrm rot="17280000">
              <a:off x="6648539" y="2232017"/>
              <a:ext cx="151424" cy="100949"/>
            </a:xfrm>
            <a:prstGeom prst="chord">
              <a:avLst>
                <a:gd name="adj1" fmla="val 0"/>
                <a:gd name="adj2" fmla="val 10800000"/>
              </a:avLst>
            </a:prstGeom>
            <a:solidFill>
              <a:srgbClr val="FFFFFF"/>
            </a:solidFill>
            <a:ln w="12700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0" name="Oval 119"/>
            <p:cNvSpPr/>
            <p:nvPr/>
          </p:nvSpPr>
          <p:spPr>
            <a:xfrm rot="17280000">
              <a:off x="5992793" y="2063705"/>
              <a:ext cx="286024" cy="302849"/>
            </a:xfrm>
            <a:prstGeom prst="ellipse">
              <a:avLst/>
            </a:prstGeom>
            <a:solidFill>
              <a:srgbClr val="B5E2D3"/>
            </a:solidFill>
            <a:ln w="28575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1" name="Oval 120"/>
            <p:cNvSpPr/>
            <p:nvPr/>
          </p:nvSpPr>
          <p:spPr>
            <a:xfrm rot="1940960">
              <a:off x="6200989" y="2256980"/>
              <a:ext cx="134599" cy="84124"/>
            </a:xfrm>
            <a:prstGeom prst="ellipse">
              <a:avLst/>
            </a:prstGeom>
            <a:solidFill>
              <a:srgbClr val="007A5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2" name="Oval 121"/>
            <p:cNvSpPr/>
            <p:nvPr/>
          </p:nvSpPr>
          <p:spPr>
            <a:xfrm rot="17280000">
              <a:off x="6065582" y="1839684"/>
              <a:ext cx="286024" cy="302849"/>
            </a:xfrm>
            <a:prstGeom prst="ellipse">
              <a:avLst/>
            </a:prstGeom>
            <a:solidFill>
              <a:srgbClr val="B5E2D3"/>
            </a:solidFill>
            <a:ln w="28575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3" name="Oval 122"/>
            <p:cNvSpPr/>
            <p:nvPr/>
          </p:nvSpPr>
          <p:spPr>
            <a:xfrm rot="219040">
              <a:off x="6297798" y="1959032"/>
              <a:ext cx="134599" cy="84124"/>
            </a:xfrm>
            <a:prstGeom prst="ellipse">
              <a:avLst/>
            </a:prstGeom>
            <a:solidFill>
              <a:srgbClr val="007A5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10" name="Group 209"/>
          <p:cNvGrpSpPr/>
          <p:nvPr/>
        </p:nvGrpSpPr>
        <p:grpSpPr>
          <a:xfrm>
            <a:off x="7867863" y="1631655"/>
            <a:ext cx="723473" cy="2355494"/>
            <a:chOff x="7867863" y="1631655"/>
            <a:chExt cx="723473" cy="2355494"/>
          </a:xfrm>
        </p:grpSpPr>
        <p:cxnSp>
          <p:nvCxnSpPr>
            <p:cNvPr id="168" name="Connector 167"/>
            <p:cNvCxnSpPr/>
            <p:nvPr/>
          </p:nvCxnSpPr>
          <p:spPr>
            <a:xfrm flipH="1">
              <a:off x="7943575" y="3347801"/>
              <a:ext cx="143012" cy="252374"/>
            </a:xfrm>
            <a:prstGeom prst="line">
              <a:avLst/>
            </a:prstGeom>
            <a:ln w="160274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Connector 168"/>
            <p:cNvCxnSpPr/>
            <p:nvPr/>
          </p:nvCxnSpPr>
          <p:spPr>
            <a:xfrm flipH="1">
              <a:off x="7943575" y="3347801"/>
              <a:ext cx="143012" cy="252374"/>
            </a:xfrm>
            <a:prstGeom prst="line">
              <a:avLst/>
            </a:prstGeom>
            <a:ln w="128524" cap="rnd">
              <a:solidFill>
                <a:srgbClr val="E8B98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Connector 169"/>
            <p:cNvCxnSpPr/>
            <p:nvPr/>
          </p:nvCxnSpPr>
          <p:spPr>
            <a:xfrm>
              <a:off x="7943575" y="3600175"/>
              <a:ext cx="117775" cy="286025"/>
            </a:xfrm>
            <a:prstGeom prst="line">
              <a:avLst/>
            </a:prstGeom>
            <a:ln w="160274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Connector 170"/>
            <p:cNvCxnSpPr/>
            <p:nvPr/>
          </p:nvCxnSpPr>
          <p:spPr>
            <a:xfrm>
              <a:off x="7943575" y="3600175"/>
              <a:ext cx="117775" cy="286025"/>
            </a:xfrm>
            <a:prstGeom prst="line">
              <a:avLst/>
            </a:prstGeom>
            <a:ln w="128524" cap="rnd">
              <a:solidFill>
                <a:srgbClr val="F6B25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2" name="Rounded Rectangle 171"/>
            <p:cNvSpPr/>
            <p:nvPr/>
          </p:nvSpPr>
          <p:spPr>
            <a:xfrm>
              <a:off x="7867863" y="3852550"/>
              <a:ext cx="286024" cy="134599"/>
            </a:xfrm>
            <a:prstGeom prst="roundRect">
              <a:avLst/>
            </a:prstGeom>
            <a:solidFill>
              <a:srgbClr val="1F2430"/>
            </a:solidFill>
            <a:ln w="12700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73" name="Connector 172"/>
            <p:cNvCxnSpPr/>
            <p:nvPr/>
          </p:nvCxnSpPr>
          <p:spPr>
            <a:xfrm>
              <a:off x="8372612" y="3347801"/>
              <a:ext cx="143012" cy="252374"/>
            </a:xfrm>
            <a:prstGeom prst="line">
              <a:avLst/>
            </a:prstGeom>
            <a:ln w="160274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Connector 173"/>
            <p:cNvCxnSpPr/>
            <p:nvPr/>
          </p:nvCxnSpPr>
          <p:spPr>
            <a:xfrm>
              <a:off x="8372612" y="3347801"/>
              <a:ext cx="143012" cy="252374"/>
            </a:xfrm>
            <a:prstGeom prst="line">
              <a:avLst/>
            </a:prstGeom>
            <a:ln w="128524" cap="rnd">
              <a:solidFill>
                <a:srgbClr val="E8B98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Connector 174"/>
            <p:cNvCxnSpPr/>
            <p:nvPr/>
          </p:nvCxnSpPr>
          <p:spPr>
            <a:xfrm flipH="1">
              <a:off x="8397849" y="3600175"/>
              <a:ext cx="117775" cy="286025"/>
            </a:xfrm>
            <a:prstGeom prst="line">
              <a:avLst/>
            </a:prstGeom>
            <a:ln w="160274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Connector 175"/>
            <p:cNvCxnSpPr/>
            <p:nvPr/>
          </p:nvCxnSpPr>
          <p:spPr>
            <a:xfrm flipH="1">
              <a:off x="8397849" y="3600175"/>
              <a:ext cx="117775" cy="286025"/>
            </a:xfrm>
            <a:prstGeom prst="line">
              <a:avLst/>
            </a:prstGeom>
            <a:ln w="128524" cap="rnd">
              <a:solidFill>
                <a:srgbClr val="F6B25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7" name="Rounded Rectangle 176"/>
            <p:cNvSpPr/>
            <p:nvPr/>
          </p:nvSpPr>
          <p:spPr>
            <a:xfrm>
              <a:off x="8305312" y="3852550"/>
              <a:ext cx="286024" cy="134599"/>
            </a:xfrm>
            <a:prstGeom prst="roundRect">
              <a:avLst/>
            </a:prstGeom>
            <a:solidFill>
              <a:srgbClr val="1F2430"/>
            </a:solidFill>
            <a:ln w="12700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8" name="Rounded Rectangle 177"/>
            <p:cNvSpPr/>
            <p:nvPr/>
          </p:nvSpPr>
          <p:spPr>
            <a:xfrm>
              <a:off x="7918338" y="3221614"/>
              <a:ext cx="622523" cy="302849"/>
            </a:xfrm>
            <a:prstGeom prst="roundRect">
              <a:avLst/>
            </a:prstGeom>
            <a:solidFill>
              <a:srgbClr val="1D3557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79" name="Connector 178"/>
            <p:cNvCxnSpPr/>
            <p:nvPr/>
          </p:nvCxnSpPr>
          <p:spPr>
            <a:xfrm flipV="1">
              <a:off x="8229600" y="2405603"/>
              <a:ext cx="0" cy="143012"/>
            </a:xfrm>
            <a:prstGeom prst="line">
              <a:avLst/>
            </a:prstGeom>
            <a:ln w="136906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Connector 179"/>
            <p:cNvCxnSpPr/>
            <p:nvPr/>
          </p:nvCxnSpPr>
          <p:spPr>
            <a:xfrm flipV="1">
              <a:off x="8229600" y="2405603"/>
              <a:ext cx="0" cy="143012"/>
            </a:xfrm>
            <a:prstGeom prst="line">
              <a:avLst/>
            </a:prstGeom>
            <a:ln w="105156" cap="rnd">
              <a:solidFill>
                <a:srgbClr val="E8B98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1" name="Round Same Side Corner Rectangle 180"/>
            <p:cNvSpPr/>
            <p:nvPr/>
          </p:nvSpPr>
          <p:spPr>
            <a:xfrm>
              <a:off x="7901513" y="2523378"/>
              <a:ext cx="656173" cy="824423"/>
            </a:xfrm>
            <a:prstGeom prst="round2SameRect">
              <a:avLst>
                <a:gd name="adj1" fmla="val 30000"/>
                <a:gd name="adj2" fmla="val 12000"/>
              </a:avLst>
            </a:prstGeom>
            <a:solidFill>
              <a:srgbClr val="F28C28"/>
            </a:solidFill>
            <a:ln w="22225">
              <a:solidFill>
                <a:srgbClr val="A844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2" name="Rounded Rectangle 181"/>
            <p:cNvSpPr/>
            <p:nvPr/>
          </p:nvSpPr>
          <p:spPr>
            <a:xfrm>
              <a:off x="7918338" y="3259470"/>
              <a:ext cx="622523" cy="75712"/>
            </a:xfrm>
            <a:prstGeom prst="roundRect">
              <a:avLst/>
            </a:prstGeom>
            <a:solidFill>
              <a:srgbClr val="A844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3" name="Chord 182"/>
            <p:cNvSpPr/>
            <p:nvPr/>
          </p:nvSpPr>
          <p:spPr>
            <a:xfrm>
              <a:off x="8103412" y="2447665"/>
              <a:ext cx="252374" cy="168249"/>
            </a:xfrm>
            <a:prstGeom prst="chord">
              <a:avLst>
                <a:gd name="adj1" fmla="val 0"/>
                <a:gd name="adj2" fmla="val 10800000"/>
              </a:avLst>
            </a:prstGeom>
            <a:solidFill>
              <a:srgbClr val="FFFFFF"/>
            </a:solidFill>
            <a:ln w="12700">
              <a:solidFill>
                <a:srgbClr val="A844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4" name="TextBox 183"/>
            <p:cNvSpPr txBox="1"/>
            <p:nvPr/>
          </p:nvSpPr>
          <p:spPr>
            <a:xfrm>
              <a:off x="7977225" y="2691627"/>
              <a:ext cx="504748" cy="47109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2300" b="1">
                  <a:solidFill>
                    <a:srgbClr val="FFFFFF"/>
                  </a:solidFill>
                  <a:latin typeface="PT Sans"/>
                </a:rPr>
                <a:t>1</a:t>
              </a:r>
            </a:p>
          </p:txBody>
        </p:sp>
        <p:cxnSp>
          <p:nvCxnSpPr>
            <p:cNvPr id="185" name="Connector 184"/>
            <p:cNvCxnSpPr/>
            <p:nvPr/>
          </p:nvCxnSpPr>
          <p:spPr>
            <a:xfrm flipH="1" flipV="1">
              <a:off x="7893100" y="2153229"/>
              <a:ext cx="33650" cy="420624"/>
            </a:xfrm>
            <a:prstGeom prst="line">
              <a:avLst/>
            </a:prstGeom>
            <a:ln w="148590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Connector 185"/>
            <p:cNvCxnSpPr/>
            <p:nvPr/>
          </p:nvCxnSpPr>
          <p:spPr>
            <a:xfrm flipH="1" flipV="1">
              <a:off x="7893100" y="2153229"/>
              <a:ext cx="33650" cy="420624"/>
            </a:xfrm>
            <a:prstGeom prst="line">
              <a:avLst/>
            </a:prstGeom>
            <a:ln w="116840" cap="rnd">
              <a:solidFill>
                <a:srgbClr val="F28C2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Connector 186"/>
            <p:cNvCxnSpPr/>
            <p:nvPr/>
          </p:nvCxnSpPr>
          <p:spPr>
            <a:xfrm flipV="1">
              <a:off x="7893100" y="1783080"/>
              <a:ext cx="117775" cy="370149"/>
            </a:xfrm>
            <a:prstGeom prst="line">
              <a:avLst/>
            </a:prstGeom>
            <a:ln w="148590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Connector 187"/>
            <p:cNvCxnSpPr/>
            <p:nvPr/>
          </p:nvCxnSpPr>
          <p:spPr>
            <a:xfrm flipV="1">
              <a:off x="7893100" y="1783080"/>
              <a:ext cx="117775" cy="370149"/>
            </a:xfrm>
            <a:prstGeom prst="line">
              <a:avLst/>
            </a:prstGeom>
            <a:ln w="116840" cap="rnd">
              <a:solidFill>
                <a:srgbClr val="F28C2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Connector 188"/>
            <p:cNvCxnSpPr/>
            <p:nvPr/>
          </p:nvCxnSpPr>
          <p:spPr>
            <a:xfrm flipV="1">
              <a:off x="8532449" y="2153229"/>
              <a:ext cx="33650" cy="420624"/>
            </a:xfrm>
            <a:prstGeom prst="line">
              <a:avLst/>
            </a:prstGeom>
            <a:ln w="148590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Connector 189"/>
            <p:cNvCxnSpPr/>
            <p:nvPr/>
          </p:nvCxnSpPr>
          <p:spPr>
            <a:xfrm flipV="1">
              <a:off x="8532449" y="2153229"/>
              <a:ext cx="33650" cy="420624"/>
            </a:xfrm>
            <a:prstGeom prst="line">
              <a:avLst/>
            </a:prstGeom>
            <a:ln w="116840" cap="rnd">
              <a:solidFill>
                <a:srgbClr val="F28C2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Connector 190"/>
            <p:cNvCxnSpPr/>
            <p:nvPr/>
          </p:nvCxnSpPr>
          <p:spPr>
            <a:xfrm flipH="1" flipV="1">
              <a:off x="8448324" y="1783080"/>
              <a:ext cx="117775" cy="370149"/>
            </a:xfrm>
            <a:prstGeom prst="line">
              <a:avLst/>
            </a:prstGeom>
            <a:ln w="148590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Connector 191"/>
            <p:cNvCxnSpPr/>
            <p:nvPr/>
          </p:nvCxnSpPr>
          <p:spPr>
            <a:xfrm flipH="1" flipV="1">
              <a:off x="8448324" y="1783080"/>
              <a:ext cx="117775" cy="370149"/>
            </a:xfrm>
            <a:prstGeom prst="line">
              <a:avLst/>
            </a:prstGeom>
            <a:ln w="116840" cap="rnd">
              <a:solidFill>
                <a:srgbClr val="F28C2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3" name="Oval 192"/>
            <p:cNvSpPr/>
            <p:nvPr/>
          </p:nvSpPr>
          <p:spPr>
            <a:xfrm>
              <a:off x="7973019" y="2165847"/>
              <a:ext cx="92537" cy="126187"/>
            </a:xfrm>
            <a:prstGeom prst="ellipse">
              <a:avLst/>
            </a:prstGeom>
            <a:solidFill>
              <a:srgbClr val="E8B98E"/>
            </a:solidFill>
            <a:ln w="12700">
              <a:solidFill>
                <a:srgbClr val="A86E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4" name="Oval 193"/>
            <p:cNvSpPr/>
            <p:nvPr/>
          </p:nvSpPr>
          <p:spPr>
            <a:xfrm>
              <a:off x="8393643" y="2165847"/>
              <a:ext cx="92537" cy="126187"/>
            </a:xfrm>
            <a:prstGeom prst="ellipse">
              <a:avLst/>
            </a:prstGeom>
            <a:solidFill>
              <a:srgbClr val="E8B98E"/>
            </a:solidFill>
            <a:ln w="12700">
              <a:solidFill>
                <a:srgbClr val="A86E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5" name="Oval 194"/>
            <p:cNvSpPr/>
            <p:nvPr/>
          </p:nvSpPr>
          <p:spPr>
            <a:xfrm>
              <a:off x="8002463" y="1976567"/>
              <a:ext cx="454273" cy="370149"/>
            </a:xfrm>
            <a:prstGeom prst="ellipse">
              <a:avLst/>
            </a:prstGeom>
            <a:solidFill>
              <a:srgbClr val="3A2A22"/>
            </a:solidFill>
            <a:ln w="15875">
              <a:solidFill>
                <a:srgbClr val="3A2A2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6" name="Oval 195"/>
            <p:cNvSpPr/>
            <p:nvPr/>
          </p:nvSpPr>
          <p:spPr>
            <a:xfrm>
              <a:off x="8031906" y="2064898"/>
              <a:ext cx="395386" cy="395386"/>
            </a:xfrm>
            <a:prstGeom prst="ellipse">
              <a:avLst/>
            </a:prstGeom>
            <a:solidFill>
              <a:srgbClr val="E8B98E"/>
            </a:solidFill>
            <a:ln w="15875">
              <a:solidFill>
                <a:srgbClr val="A86E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7" name="Chord 196"/>
            <p:cNvSpPr/>
            <p:nvPr/>
          </p:nvSpPr>
          <p:spPr>
            <a:xfrm>
              <a:off x="8031906" y="2018629"/>
              <a:ext cx="395386" cy="185074"/>
            </a:xfrm>
            <a:prstGeom prst="chord">
              <a:avLst>
                <a:gd name="adj1" fmla="val 10800000"/>
                <a:gd name="adj2" fmla="val 0"/>
              </a:avLst>
            </a:prstGeom>
            <a:solidFill>
              <a:srgbClr val="3A2A2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8" name="Oval 197"/>
            <p:cNvSpPr/>
            <p:nvPr/>
          </p:nvSpPr>
          <p:spPr>
            <a:xfrm>
              <a:off x="8113928" y="2207910"/>
              <a:ext cx="63093" cy="75712"/>
            </a:xfrm>
            <a:prstGeom prst="ellipse">
              <a:avLst/>
            </a:prstGeom>
            <a:solidFill>
              <a:srgbClr val="1F243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9" name="Oval 198"/>
            <p:cNvSpPr/>
            <p:nvPr/>
          </p:nvSpPr>
          <p:spPr>
            <a:xfrm>
              <a:off x="8147578" y="2222632"/>
              <a:ext cx="21031" cy="2103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0" name="Rounded Rectangle 199"/>
            <p:cNvSpPr/>
            <p:nvPr/>
          </p:nvSpPr>
          <p:spPr>
            <a:xfrm>
              <a:off x="8103412" y="2167950"/>
              <a:ext cx="84124" cy="21031"/>
            </a:xfrm>
            <a:prstGeom prst="roundRect">
              <a:avLst/>
            </a:prstGeom>
            <a:solidFill>
              <a:srgbClr val="3A2A2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1" name="Oval 200"/>
            <p:cNvSpPr/>
            <p:nvPr/>
          </p:nvSpPr>
          <p:spPr>
            <a:xfrm>
              <a:off x="8282178" y="2207910"/>
              <a:ext cx="63093" cy="75712"/>
            </a:xfrm>
            <a:prstGeom prst="ellipse">
              <a:avLst/>
            </a:prstGeom>
            <a:solidFill>
              <a:srgbClr val="1F243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2" name="Oval 201"/>
            <p:cNvSpPr/>
            <p:nvPr/>
          </p:nvSpPr>
          <p:spPr>
            <a:xfrm>
              <a:off x="8315827" y="2222632"/>
              <a:ext cx="21031" cy="2103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3" name="Rounded Rectangle 202"/>
            <p:cNvSpPr/>
            <p:nvPr/>
          </p:nvSpPr>
          <p:spPr>
            <a:xfrm>
              <a:off x="8271662" y="2167950"/>
              <a:ext cx="84124" cy="21031"/>
            </a:xfrm>
            <a:prstGeom prst="roundRect">
              <a:avLst/>
            </a:prstGeom>
            <a:solidFill>
              <a:srgbClr val="3A2A2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4" name="Oval 203"/>
            <p:cNvSpPr/>
            <p:nvPr/>
          </p:nvSpPr>
          <p:spPr>
            <a:xfrm>
              <a:off x="8208568" y="2279416"/>
              <a:ext cx="42062" cy="33649"/>
            </a:xfrm>
            <a:prstGeom prst="ellipse">
              <a:avLst/>
            </a:prstGeom>
            <a:solidFill>
              <a:srgbClr val="A86E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5" name="Chord 204"/>
            <p:cNvSpPr/>
            <p:nvPr/>
          </p:nvSpPr>
          <p:spPr>
            <a:xfrm>
              <a:off x="8153887" y="2296241"/>
              <a:ext cx="151424" cy="100949"/>
            </a:xfrm>
            <a:prstGeom prst="chord">
              <a:avLst>
                <a:gd name="adj1" fmla="val 0"/>
                <a:gd name="adj2" fmla="val 10800000"/>
              </a:avLst>
            </a:prstGeom>
            <a:solidFill>
              <a:srgbClr val="FFFFFF"/>
            </a:solidFill>
            <a:ln w="12700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6" name="Oval 205"/>
            <p:cNvSpPr/>
            <p:nvPr/>
          </p:nvSpPr>
          <p:spPr>
            <a:xfrm>
              <a:off x="7867863" y="1631655"/>
              <a:ext cx="286024" cy="302849"/>
            </a:xfrm>
            <a:prstGeom prst="ellipse">
              <a:avLst/>
            </a:prstGeom>
            <a:solidFill>
              <a:srgbClr val="B5E2D3"/>
            </a:solidFill>
            <a:ln w="28575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7" name="Oval 206"/>
            <p:cNvSpPr/>
            <p:nvPr/>
          </p:nvSpPr>
          <p:spPr>
            <a:xfrm rot="6459007">
              <a:off x="7894110" y="1896480"/>
              <a:ext cx="134599" cy="84124"/>
            </a:xfrm>
            <a:prstGeom prst="ellipse">
              <a:avLst/>
            </a:prstGeom>
            <a:solidFill>
              <a:srgbClr val="007A5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8" name="Oval 207"/>
            <p:cNvSpPr/>
            <p:nvPr/>
          </p:nvSpPr>
          <p:spPr>
            <a:xfrm>
              <a:off x="8305312" y="1631655"/>
              <a:ext cx="286024" cy="302849"/>
            </a:xfrm>
            <a:prstGeom prst="ellipse">
              <a:avLst/>
            </a:prstGeom>
            <a:solidFill>
              <a:srgbClr val="B5E2D3"/>
            </a:solidFill>
            <a:ln w="28575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9" name="Oval 208"/>
            <p:cNvSpPr/>
            <p:nvPr/>
          </p:nvSpPr>
          <p:spPr>
            <a:xfrm rot="4340993">
              <a:off x="8430490" y="1896480"/>
              <a:ext cx="134599" cy="84124"/>
            </a:xfrm>
            <a:prstGeom prst="ellipse">
              <a:avLst/>
            </a:prstGeom>
            <a:solidFill>
              <a:srgbClr val="007A5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211" name="Oval 210"/>
          <p:cNvSpPr/>
          <p:nvPr/>
        </p:nvSpPr>
        <p:spPr>
          <a:xfrm>
            <a:off x="7903845" y="5497830"/>
            <a:ext cx="651509" cy="137160"/>
          </a:xfrm>
          <a:prstGeom prst="ellipse">
            <a:avLst/>
          </a:prstGeom>
          <a:solidFill>
            <a:srgbClr val="8CB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Explosion 211"/>
          <p:cNvSpPr/>
          <p:nvPr/>
        </p:nvSpPr>
        <p:spPr>
          <a:xfrm>
            <a:off x="7680960" y="5017770"/>
            <a:ext cx="1097280" cy="754380"/>
          </a:xfrm>
          <a:prstGeom prst="irregularSeal2">
            <a:avLst/>
          </a:prstGeom>
          <a:solidFill>
            <a:srgbClr val="FFFFFF"/>
          </a:solidFill>
          <a:ln w="1587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Explosion 212"/>
          <p:cNvSpPr/>
          <p:nvPr/>
        </p:nvSpPr>
        <p:spPr>
          <a:xfrm>
            <a:off x="5646420" y="1668779"/>
            <a:ext cx="1051560" cy="868680"/>
          </a:xfrm>
          <a:prstGeom prst="irregularSeal2">
            <a:avLst/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7563002" y="4371746"/>
            <a:ext cx="510235" cy="51023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FCB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7170724" y="3760012"/>
            <a:ext cx="471830" cy="47183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FCB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6778447" y="3148279"/>
            <a:ext cx="433425" cy="43342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FCB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6386169" y="2536545"/>
            <a:ext cx="395020" cy="3950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FCB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Explosion 217"/>
          <p:cNvSpPr/>
          <p:nvPr/>
        </p:nvSpPr>
        <p:spPr>
          <a:xfrm>
            <a:off x="7703820" y="1348740"/>
            <a:ext cx="1051560" cy="868680"/>
          </a:xfrm>
          <a:prstGeom prst="irregularSeal2">
            <a:avLst/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7974482" y="4307738"/>
            <a:ext cx="510235" cy="51023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FCB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7993684" y="3631996"/>
            <a:ext cx="471830" cy="47183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FCB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8012887" y="2956255"/>
            <a:ext cx="433425" cy="43342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FCB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8032089" y="2280513"/>
            <a:ext cx="395020" cy="3950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FCB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Explosion 222"/>
          <p:cNvSpPr/>
          <p:nvPr/>
        </p:nvSpPr>
        <p:spPr>
          <a:xfrm>
            <a:off x="9509760" y="1440179"/>
            <a:ext cx="1554480" cy="1325880"/>
          </a:xfrm>
          <a:prstGeom prst="irregularSeal1">
            <a:avLst/>
          </a:prstGeom>
          <a:solidFill>
            <a:srgbClr val="FFEBB5"/>
          </a:solidFill>
          <a:ln w="317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8563721" y="4093125"/>
            <a:ext cx="510235" cy="51023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FCB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9028968" y="3189141"/>
            <a:ext cx="471830" cy="47183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FCB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9405335" y="2424469"/>
            <a:ext cx="433425" cy="43342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FCB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9747138" y="1952046"/>
            <a:ext cx="395020" cy="3950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FCB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237" name="Group 236"/>
          <p:cNvGrpSpPr/>
          <p:nvPr/>
        </p:nvGrpSpPr>
        <p:grpSpPr>
          <a:xfrm>
            <a:off x="7886700" y="4914900"/>
            <a:ext cx="685800" cy="685800"/>
            <a:chOff x="7886700" y="4914900"/>
            <a:chExt cx="685800" cy="685800"/>
          </a:xfrm>
        </p:grpSpPr>
        <p:sp>
          <p:nvSpPr>
            <p:cNvPr id="228" name="Oval 227"/>
            <p:cNvSpPr/>
            <p:nvPr/>
          </p:nvSpPr>
          <p:spPr>
            <a:xfrm>
              <a:off x="7886700" y="4914900"/>
              <a:ext cx="685800" cy="685800"/>
            </a:xfrm>
            <a:prstGeom prst="ellipse">
              <a:avLst/>
            </a:prstGeom>
            <a:solidFill>
              <a:srgbClr val="FFFFFF"/>
            </a:solidFill>
            <a:ln w="2222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9" name="Chord 228"/>
            <p:cNvSpPr/>
            <p:nvPr/>
          </p:nvSpPr>
          <p:spPr>
            <a:xfrm>
              <a:off x="7910702" y="4938903"/>
              <a:ext cx="637794" cy="637794"/>
            </a:xfrm>
            <a:prstGeom prst="chord">
              <a:avLst>
                <a:gd name="adj1" fmla="val 18900000"/>
                <a:gd name="adj2" fmla="val 8100000"/>
              </a:avLst>
            </a:prstGeom>
            <a:solidFill>
              <a:srgbClr val="E3E7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0" name="Regular Pentagon 229"/>
            <p:cNvSpPr/>
            <p:nvPr/>
          </p:nvSpPr>
          <p:spPr>
            <a:xfrm rot="2160000">
              <a:off x="8161020" y="4945761"/>
              <a:ext cx="137160" cy="130302"/>
            </a:xfrm>
            <a:prstGeom prst="pentagon">
              <a:avLst/>
            </a:prstGeom>
            <a:solidFill>
              <a:srgbClr val="1D355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1" name="Regular Pentagon 230"/>
            <p:cNvSpPr/>
            <p:nvPr/>
          </p:nvSpPr>
          <p:spPr>
            <a:xfrm rot="6480000">
              <a:off x="8395824" y="5116356"/>
              <a:ext cx="137160" cy="130302"/>
            </a:xfrm>
            <a:prstGeom prst="pentagon">
              <a:avLst/>
            </a:prstGeom>
            <a:solidFill>
              <a:srgbClr val="1D355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2" name="Regular Pentagon 231"/>
            <p:cNvSpPr/>
            <p:nvPr/>
          </p:nvSpPr>
          <p:spPr>
            <a:xfrm rot="10800000">
              <a:off x="8306137" y="5392385"/>
              <a:ext cx="137160" cy="130302"/>
            </a:xfrm>
            <a:prstGeom prst="pentagon">
              <a:avLst/>
            </a:prstGeom>
            <a:solidFill>
              <a:srgbClr val="1D355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3" name="Regular Pentagon 232"/>
            <p:cNvSpPr/>
            <p:nvPr/>
          </p:nvSpPr>
          <p:spPr>
            <a:xfrm rot="15120000">
              <a:off x="8015902" y="5392385"/>
              <a:ext cx="137160" cy="130302"/>
            </a:xfrm>
            <a:prstGeom prst="pentagon">
              <a:avLst/>
            </a:prstGeom>
            <a:solidFill>
              <a:srgbClr val="1D355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4" name="Regular Pentagon 233"/>
            <p:cNvSpPr/>
            <p:nvPr/>
          </p:nvSpPr>
          <p:spPr>
            <a:xfrm rot="19440000">
              <a:off x="7926215" y="5116356"/>
              <a:ext cx="137160" cy="130302"/>
            </a:xfrm>
            <a:prstGeom prst="pentagon">
              <a:avLst/>
            </a:prstGeom>
            <a:solidFill>
              <a:srgbClr val="1D355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5" name="Regular Pentagon 234"/>
            <p:cNvSpPr/>
            <p:nvPr/>
          </p:nvSpPr>
          <p:spPr>
            <a:xfrm>
              <a:off x="8126729" y="5158359"/>
              <a:ext cx="205739" cy="198881"/>
            </a:xfrm>
            <a:prstGeom prst="pentagon">
              <a:avLst/>
            </a:prstGeom>
            <a:solidFill>
              <a:srgbClr val="1D355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6" name="Oval 235"/>
            <p:cNvSpPr/>
            <p:nvPr/>
          </p:nvSpPr>
          <p:spPr>
            <a:xfrm rot="19500000">
              <a:off x="8051292" y="5079492"/>
              <a:ext cx="82296" cy="5486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238" name="Rounded Rectangle 237"/>
          <p:cNvSpPr/>
          <p:nvPr/>
        </p:nvSpPr>
        <p:spPr>
          <a:xfrm>
            <a:off x="5623560" y="4224528"/>
            <a:ext cx="5212080" cy="10972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444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000" b="1">
                <a:solidFill>
                  <a:srgbClr val="007A5A"/>
                </a:solidFill>
                <a:latin typeface="PT Sans"/>
              </a:rPr>
              <a:t>ГОЛ!</a:t>
            </a:r>
          </a:p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1 + 3 + 2 = 6</a:t>
            </a:r>
          </a:p>
        </p:txBody>
      </p:sp>
      <p:sp>
        <p:nvSpPr>
          <p:cNvPr id="239" name="Rounded Rectangle 238"/>
          <p:cNvSpPr/>
          <p:nvPr/>
        </p:nvSpPr>
        <p:spPr>
          <a:xfrm>
            <a:off x="5257800" y="4224528"/>
            <a:ext cx="5943600" cy="120700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444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3400" b="1">
                <a:solidFill>
                  <a:srgbClr val="A84400"/>
                </a:solidFill>
                <a:latin typeface="PT Sans"/>
              </a:rPr>
              <a:t>Кармап калды!</a:t>
            </a:r>
          </a:p>
          <a:p>
            <a:pPr algn="ctr"/>
            <a:r>
              <a:rPr sz="1900" b="1">
                <a:solidFill>
                  <a:srgbClr val="1D3557"/>
                </a:solidFill>
                <a:latin typeface="PT Sans"/>
              </a:rPr>
              <a:t>Туура жооп: 1 + 3 + 2 = 6</a:t>
            </a:r>
          </a:p>
          <a:p>
            <a:pPr algn="ctr"/>
            <a:r>
              <a:rPr sz="1200" b="0">
                <a:solidFill>
                  <a:srgbClr val="1F2430"/>
                </a:solidFill>
                <a:latin typeface="PT Sans"/>
              </a:rPr>
              <a:t>Кеңеш: бардык сандарды коштуңбу? Бирин да унутпа.</a:t>
            </a:r>
          </a:p>
        </p:txBody>
      </p:sp>
      <p:sp>
        <p:nvSpPr>
          <p:cNvPr id="240" name="Rounded Rectangle 239"/>
          <p:cNvSpPr/>
          <p:nvPr/>
        </p:nvSpPr>
        <p:spPr>
          <a:xfrm>
            <a:off x="5257800" y="4224528"/>
            <a:ext cx="5943600" cy="120700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444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3400" b="1">
                <a:solidFill>
                  <a:srgbClr val="A84400"/>
                </a:solidFill>
                <a:latin typeface="PT Sans"/>
              </a:rPr>
              <a:t>Кармап калды!</a:t>
            </a:r>
          </a:p>
          <a:p>
            <a:pPr algn="ctr"/>
            <a:r>
              <a:rPr sz="1900" b="1">
                <a:solidFill>
                  <a:srgbClr val="1D3557"/>
                </a:solidFill>
                <a:latin typeface="PT Sans"/>
              </a:rPr>
              <a:t>Туура жооп: 1 + 3 + 2 = 6</a:t>
            </a:r>
          </a:p>
          <a:p>
            <a:pPr algn="ctr"/>
            <a:r>
              <a:rPr sz="1200" b="0">
                <a:solidFill>
                  <a:srgbClr val="1F2430"/>
                </a:solidFill>
                <a:latin typeface="PT Sans"/>
              </a:rPr>
              <a:t>Кеңеш: ар бир буюмду бир жолу гана санайбыз.</a:t>
            </a:r>
          </a:p>
        </p:txBody>
      </p:sp>
      <p:sp>
        <p:nvSpPr>
          <p:cNvPr id="241" name="Rectangle 240"/>
          <p:cNvSpPr/>
          <p:nvPr/>
        </p:nvSpPr>
        <p:spPr>
          <a:xfrm>
            <a:off x="8183879" y="2697480"/>
            <a:ext cx="155448" cy="91440"/>
          </a:xfrm>
          <a:prstGeom prst="rect">
            <a:avLst/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8183879" y="2697480"/>
            <a:ext cx="155448" cy="91440"/>
          </a:xfrm>
          <a:prstGeom prst="rect">
            <a:avLst/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8183879" y="2697480"/>
            <a:ext cx="155448" cy="91440"/>
          </a:xfrm>
          <a:prstGeom prst="rect">
            <a:avLst/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8183879" y="2697480"/>
            <a:ext cx="155448" cy="91440"/>
          </a:xfrm>
          <a:prstGeom prst="rect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8183879" y="2697480"/>
            <a:ext cx="155448" cy="91440"/>
          </a:xfrm>
          <a:prstGeom prst="rect">
            <a:avLst/>
          </a:prstGeom>
          <a:solidFill>
            <a:srgbClr val="F2C9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8183879" y="2697480"/>
            <a:ext cx="155448" cy="91440"/>
          </a:xfrm>
          <a:prstGeom prst="rect">
            <a:avLst/>
          </a:prstGeom>
          <a:solidFill>
            <a:srgbClr val="B5E2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8183879" y="2697480"/>
            <a:ext cx="155448" cy="91440"/>
          </a:xfrm>
          <a:prstGeom prst="rect">
            <a:avLst/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8183879" y="2697480"/>
            <a:ext cx="155448" cy="91440"/>
          </a:xfrm>
          <a:prstGeom prst="rect">
            <a:avLst/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8183879" y="2697480"/>
            <a:ext cx="155448" cy="91440"/>
          </a:xfrm>
          <a:prstGeom prst="rect">
            <a:avLst/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8183879" y="2697480"/>
            <a:ext cx="155448" cy="91440"/>
          </a:xfrm>
          <a:prstGeom prst="rect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8183879" y="2697480"/>
            <a:ext cx="155448" cy="91440"/>
          </a:xfrm>
          <a:prstGeom prst="rect">
            <a:avLst/>
          </a:prstGeom>
          <a:solidFill>
            <a:srgbClr val="F2C9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Rectangle 251"/>
          <p:cNvSpPr/>
          <p:nvPr/>
        </p:nvSpPr>
        <p:spPr>
          <a:xfrm>
            <a:off x="8183879" y="2697480"/>
            <a:ext cx="155448" cy="91440"/>
          </a:xfrm>
          <a:prstGeom prst="rect">
            <a:avLst/>
          </a:prstGeom>
          <a:solidFill>
            <a:srgbClr val="B5E2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Rectangle 252"/>
          <p:cNvSpPr/>
          <p:nvPr/>
        </p:nvSpPr>
        <p:spPr>
          <a:xfrm>
            <a:off x="8183879" y="2697480"/>
            <a:ext cx="155448" cy="91440"/>
          </a:xfrm>
          <a:prstGeom prst="rect">
            <a:avLst/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Rectangle 253"/>
          <p:cNvSpPr/>
          <p:nvPr/>
        </p:nvSpPr>
        <p:spPr>
          <a:xfrm>
            <a:off x="8183879" y="2697480"/>
            <a:ext cx="155448" cy="91440"/>
          </a:xfrm>
          <a:prstGeom prst="rect">
            <a:avLst/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Pentagon 254">
            <a:hlinkClick action="ppaction://hlinksldjump" r:id="rId8"/>
          </p:cNvPr>
          <p:cNvSpPr/>
          <p:nvPr/>
        </p:nvSpPr>
        <p:spPr>
          <a:xfrm>
            <a:off x="8652967" y="5486400"/>
            <a:ext cx="3017520" cy="457200"/>
          </a:xfrm>
          <a:prstGeom prst="homePlate">
            <a:avLst/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Кийинки тепкич →</a:t>
            </a:r>
          </a:p>
        </p:txBody>
      </p:sp>
    </p:spTree>
  </p:cSld>
  <p:clrMapOvr>
    <a:masterClrMapping/>
  </p:clrMapOvr>
  <p:transition spd="med" advClick="0">
    <p:fade/>
    <p:sndAc>
      <p:stSnd>
        <p:snd r:embed="rId3" name="whistle.wav"/>
      </p:stSnd>
    </p:sndAc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180" fill="hold" autoRev="1" repeatCount="3000"/>
                                        <p:tgtEl>
                                          <p:spTgt spid="13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" presetID="1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" dur="2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2C9AC"/>
                                      </p:to>
                                    </p:animClr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"/>
                            </p:stCondLst>
                            <p:childTnLst>
                              <p:par>
                                <p:cTn id="13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5" dur="110" fill="hold" autoRev="1" repeatCount="3000"/>
                                        <p:tgtEl>
                                          <p:spTgt spid="237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150"/>
                            </p:stCondLst>
                            <p:childTnLst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6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6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8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25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16875 -0.46000 L -0.20626 -0.52000 L -0.24001 -0.21333 E" pathEditMode="relative" rAng="0">
                                      <p:cBhvr>
                                        <p:cTn id="28" dur="1150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k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9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64800000">
                                      <p:cBhvr>
                                        <p:cTn id="31" dur="1150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2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4" dur="600" fill="hold"/>
                                        <p:tgtEl>
                                          <p:spTgt spid="237"/>
                                        </p:tgtEl>
                                      </p:cBhvr>
                                      <p:by x="65000" y="6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200"/>
                            </p:stCondLst>
                            <p:childTnLst>
                              <p:par>
                                <p:cTn id="3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32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045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32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270"/>
                            </p:stCondLst>
                            <p:childTnLst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310"/>
                            </p:stCondLst>
                            <p:childTnLst>
                              <p:par>
                                <p:cTn id="4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25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33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329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390"/>
                            </p:stCondLst>
                            <p:childTnLst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430"/>
                            </p:stCondLst>
                            <p:childTnLst>
                              <p:par>
                                <p:cTn id="5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33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329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510"/>
                            </p:stCondLst>
                            <p:childTnLst>
                              <p:par>
                                <p:cTn id="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550"/>
                            </p:stCondLst>
                            <p:childTnLst>
                              <p:par>
                                <p:cTn id="6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33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329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630"/>
                            </p:stCondLst>
                            <p:childTnLst>
                              <p:par>
                                <p:cTn id="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670"/>
                            </p:stCondLst>
                            <p:childTnLst>
                              <p:par>
                                <p:cTn id="7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" dur="33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329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720"/>
                            </p:stCondLst>
                            <p:childTnLst>
                              <p:par>
                                <p:cTn id="8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260" fill="hold"/>
                                        <p:tgtEl>
                                          <p:spTgt spid="2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260" fill="hold"/>
                                        <p:tgtEl>
                                          <p:spTgt spid="2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13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1750"/>
                            </p:stCondLst>
                            <p:childTnLst>
                              <p:par>
                                <p:cTn id="8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450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450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225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groa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2150"/>
                            </p:stCondLst>
                            <p:childTnLst>
                              <p:par>
                                <p:cTn id="9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4" dur="4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2300"/>
                            </p:stCondLst>
                            <p:childTnLst>
                              <p:par>
                                <p:cTn id="97" presetID="1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9" dur="3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B5E2D3"/>
                                      </p:to>
                                    </p:animClr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3000"/>
                            </p:stCondLst>
                            <p:childTnLst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4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107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8" fill="hold">
                      <p:stCondLst>
                        <p:cond delay="0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11" dur="180" fill="hold" autoRev="1" repeatCount="3000"/>
                                        <p:tgtEl>
                                          <p:spTgt spid="14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2" presetID="1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4" dur="2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2C9AC"/>
                                      </p:to>
                                    </p:animClr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300"/>
                            </p:stCondLst>
                            <p:childTnLst>
                              <p:par>
                                <p:cTn id="118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20" dur="110" fill="hold" autoRev="1" repeatCount="3000"/>
                                        <p:tgtEl>
                                          <p:spTgt spid="237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1150"/>
                            </p:stCondLst>
                            <p:childTnLst>
                              <p:par>
                                <p:cTn id="12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4" dur="16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" dur="16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6" dur="8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9" dur="25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0 -0.50667 L 0.06750 -0.56667 L 0.12825 -0.26000 E" pathEditMode="relative" rAng="0">
                                      <p:cBhvr>
                                        <p:cTn id="133" dur="1150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k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34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64800000">
                                      <p:cBhvr>
                                        <p:cTn id="136" dur="1150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7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39" dur="600" fill="hold"/>
                                        <p:tgtEl>
                                          <p:spTgt spid="237"/>
                                        </p:tgtEl>
                                      </p:cBhvr>
                                      <p:by x="65000" y="6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1200"/>
                            </p:stCondLst>
                            <p:childTnLst>
                              <p:par>
                                <p:cTn id="14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6" dur="320" fill="hold"/>
                                        <p:tgtEl>
                                          <p:spTgt spid="2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7" dur="320" fill="hold"/>
                                        <p:tgtEl>
                                          <p:spTgt spid="2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1270"/>
                            </p:stCondLst>
                            <p:childTnLst>
                              <p:par>
                                <p:cTn id="1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>
                            <p:stCondLst>
                              <p:cond delay="1310"/>
                            </p:stCondLst>
                            <p:childTnLst>
                              <p:par>
                                <p:cTn id="15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4" dur="25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8" dur="33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329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1390"/>
                            </p:stCondLst>
                            <p:childTnLst>
                              <p:par>
                                <p:cTn id="1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" fill="hold">
                            <p:stCondLst>
                              <p:cond delay="1430"/>
                            </p:stCondLst>
                            <p:childTnLst>
                              <p:par>
                                <p:cTn id="16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6" dur="33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329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1" fill="hold">
                            <p:stCondLst>
                              <p:cond delay="1510"/>
                            </p:stCondLst>
                            <p:childTnLst>
                              <p:par>
                                <p:cTn id="1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6" fill="hold">
                            <p:stCondLst>
                              <p:cond delay="1550"/>
                            </p:stCondLst>
                            <p:childTnLst>
                              <p:par>
                                <p:cTn id="17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4" dur="33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329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9" fill="hold">
                            <p:stCondLst>
                              <p:cond delay="1630"/>
                            </p:stCondLst>
                            <p:childTnLst>
                              <p:par>
                                <p:cTn id="1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4" fill="hold">
                            <p:stCondLst>
                              <p:cond delay="1670"/>
                            </p:stCondLst>
                            <p:childTnLst>
                              <p:par>
                                <p:cTn id="18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2" dur="33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329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>
                            <p:stCondLst>
                              <p:cond delay="1720"/>
                            </p:stCondLst>
                            <p:childTnLst>
                              <p:par>
                                <p:cTn id="18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7" dur="260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8" dur="260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9" dur="13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6" fill="hold">
                            <p:stCondLst>
                              <p:cond delay="1750"/>
                            </p:stCondLst>
                            <p:childTnLst>
                              <p:par>
                                <p:cTn id="19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3" dur="45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4" dur="45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5" dur="225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groa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01" fill="hold">
                            <p:stCondLst>
                              <p:cond delay="2150"/>
                            </p:stCondLst>
                            <p:childTnLst>
                              <p:par>
                                <p:cTn id="19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9" dur="4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7" fill="hold">
                            <p:stCondLst>
                              <p:cond delay="2300"/>
                            </p:stCondLst>
                            <p:childTnLst>
                              <p:par>
                                <p:cTn id="202" presetID="1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4" dur="3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B5E2D3"/>
                                      </p:to>
                                    </p:animClr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1" fill="hold">
                            <p:stCondLst>
                              <p:cond delay="3000"/>
                            </p:stCondLst>
                            <p:childTnLst>
                              <p:par>
                                <p:cTn id="2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" dur="4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21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3" fill="hold">
                      <p:stCondLst>
                        <p:cond delay="0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16" dur="180" fill="hold" autoRev="1" repeatCount="3000"/>
                                        <p:tgtEl>
                                          <p:spTgt spid="15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17" presetID="1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9" dur="2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2C9AC"/>
                                      </p:to>
                                    </p:animClr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6" fill="hold">
                            <p:stCondLst>
                              <p:cond delay="300"/>
                            </p:stCondLst>
                            <p:childTnLst>
                              <p:par>
                                <p:cTn id="223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25" dur="110" fill="hold" autoRev="1" repeatCount="3000"/>
                                        <p:tgtEl>
                                          <p:spTgt spid="237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5" fill="hold">
                            <p:stCondLst>
                              <p:cond delay="1150"/>
                            </p:stCondLst>
                            <p:childTnLst>
                              <p:par>
                                <p:cTn id="22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9" dur="16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0" dur="16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1" dur="8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4" dur="25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6" presetID="0" presetClass="path" presetSubtype="0" accel="40000" decel="2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9281 -0.20700 0.11813 -0.51520 0.16875 -0.46000 E" pathEditMode="relative" rAng="0">
                                      <p:cBhvr>
                                        <p:cTn id="238" dur="600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k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39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241" dur="600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42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44" dur="600" fill="hold"/>
                                        <p:tgtEl>
                                          <p:spTgt spid="237"/>
                                        </p:tgtEl>
                                      </p:cBhvr>
                                      <p:by x="65000" y="6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3" fill="hold">
                            <p:stCondLst>
                              <p:cond delay="1200"/>
                            </p:stCondLst>
                            <p:childTnLst>
                              <p:par>
                                <p:cTn id="24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1" dur="32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045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2" dur="32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6" fill="hold">
                            <p:stCondLst>
                              <p:cond delay="1270"/>
                            </p:stCondLst>
                            <p:childTnLst>
                              <p:par>
                                <p:cTn id="2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5" fill="hold">
                            <p:stCondLst>
                              <p:cond delay="1310"/>
                            </p:stCondLst>
                            <p:childTnLst>
                              <p:par>
                                <p:cTn id="25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9" dur="25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3" dur="33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329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8" fill="hold">
                            <p:stCondLst>
                              <p:cond delay="1390"/>
                            </p:stCondLst>
                            <p:childTnLst>
                              <p:par>
                                <p:cTn id="2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3" fill="hold">
                            <p:stCondLst>
                              <p:cond delay="1430"/>
                            </p:stCondLst>
                            <p:childTnLst>
                              <p:par>
                                <p:cTn id="26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1" dur="33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329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6" fill="hold">
                            <p:stCondLst>
                              <p:cond delay="1510"/>
                            </p:stCondLst>
                            <p:childTnLst>
                              <p:par>
                                <p:cTn id="27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1" fill="hold">
                            <p:stCondLst>
                              <p:cond delay="1550"/>
                            </p:stCondLst>
                            <p:childTnLst>
                              <p:par>
                                <p:cTn id="27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9" dur="33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329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4" fill="hold">
                            <p:stCondLst>
                              <p:cond delay="1630"/>
                            </p:stCondLst>
                            <p:childTnLst>
                              <p:par>
                                <p:cTn id="28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9" fill="hold">
                            <p:stCondLst>
                              <p:cond delay="1670"/>
                            </p:stCondLst>
                            <p:childTnLst>
                              <p:par>
                                <p:cTn id="28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7" dur="33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329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3" fill="hold">
                            <p:stCondLst>
                              <p:cond delay="1700"/>
                            </p:stCondLst>
                            <p:childTnLst>
                              <p:par>
                                <p:cTn id="29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92" dur="140" fill="hold" autoRev="1" repeatCount="2000"/>
                                        <p:tgtEl>
                                          <p:spTgt spid="33"/>
                                        </p:tgtEl>
                                      </p:cBhvr>
                                      <p:by x="104000" y="104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9" fill="hold">
                            <p:stCondLst>
                              <p:cond delay="1720"/>
                            </p:stCondLst>
                            <p:childTnLst>
                              <p:par>
                                <p:cTn id="29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6" dur="260" fill="hold"/>
                                        <p:tgtEl>
                                          <p:spTgt spid="2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7" dur="260" fill="hold"/>
                                        <p:tgtEl>
                                          <p:spTgt spid="2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8" dur="13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2" fill="hold">
                            <p:stCondLst>
                              <p:cond delay="1750"/>
                            </p:stCondLst>
                            <p:childTnLst>
                              <p:par>
                                <p:cTn id="30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2" dur="450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3" dur="450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4" dur="225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he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05" presetID="1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7" dur="3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B5E2D3"/>
                                      </p:to>
                                    </p:animClr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2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6981 -0.20410 -0.14959 -0.12246 -0.19945 0.08224 E" pathEditMode="relative" rAng="0">
                                      <p:cBhvr>
                                        <p:cTn id="314" dur="1300" fill="hold"/>
                                        <p:tgtEl>
                                          <p:spTgt spid="2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15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317" dur="1300" fill="hold"/>
                                        <p:tgtEl>
                                          <p:spTgt spid="2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0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5491 -0.19663 -0.11767 -0.11798 -0.15690 0.08756 E" pathEditMode="relative" rAng="0">
                                      <p:cBhvr>
                                        <p:cTn id="322" dur="1300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23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325" dur="1300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8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4580 -0.19509 -0.09815 -0.11705 -0.13086 0.10503 E" pathEditMode="relative" rAng="0">
                                      <p:cBhvr>
                                        <p:cTn id="330" dur="1300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31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333" dur="1300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6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3195 -0.15397 -0.06847 -0.09238 -0.09129 0.14012 E" pathEditMode="relative" rAng="0">
                                      <p:cBhvr>
                                        <p:cTn id="338" dur="130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39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341" dur="130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4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2570 -0.18442 -0.05508 -0.11065 -0.07344 0.17954 E" pathEditMode="relative" rAng="0">
                                      <p:cBhvr>
                                        <p:cTn id="346" dur="1300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47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349" dur="1300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2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2037 -0.16517 -0.04365 -0.09910 -0.05820 0.09832 E" pathEditMode="relative" rAng="0">
                                      <p:cBhvr>
                                        <p:cTn id="354" dur="1300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55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357" dur="1300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0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0917 -0.16580 -0.01965 -0.09948 -0.02621 0.08993 E" pathEditMode="relative" rAng="0">
                                      <p:cBhvr>
                                        <p:cTn id="362" dur="1300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63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365" dur="1300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8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0324 -0.19607 0.00695 -0.11764 0.00927 0.10384 E" pathEditMode="relative" rAng="0">
                                      <p:cBhvr>
                                        <p:cTn id="370" dur="1300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71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373" dur="1300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6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1583 -0.12349 0.03392 -0.07410 0.04522 0.17833 E" pathEditMode="relative" rAng="0">
                                      <p:cBhvr>
                                        <p:cTn id="378" dur="1300" fill="hold"/>
                                        <p:tgtEl>
                                          <p:spTgt spid="2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79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381" dur="1300" fill="hold"/>
                                        <p:tgtEl>
                                          <p:spTgt spid="24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8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4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2183 -0.13697 0.04677 -0.08218 0.06237 0.17938 E" pathEditMode="relative" rAng="0">
                                      <p:cBhvr>
                                        <p:cTn id="386" dur="1300" fill="hold"/>
                                        <p:tgtEl>
                                          <p:spTgt spid="2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87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389" dur="1300" fill="hold"/>
                                        <p:tgtEl>
                                          <p:spTgt spid="25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9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2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3847 -0.17162 0.08243 -0.10297 0.10990 0.16123 E" pathEditMode="relative" rAng="0">
                                      <p:cBhvr>
                                        <p:cTn id="394" dur="1300" fill="hold"/>
                                        <p:tgtEl>
                                          <p:spTgt spid="2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95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397" dur="1300" fill="hold"/>
                                        <p:tgtEl>
                                          <p:spTgt spid="25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9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0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5057 -0.15964 0.10837 -0.09578 0.14450 0.10046 E" pathEditMode="relative" rAng="0">
                                      <p:cBhvr>
                                        <p:cTn id="402" dur="1300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03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405" dur="1300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0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8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5624 -0.13902 0.12052 -0.08341 0.16069 0.11262 E" pathEditMode="relative" rAng="0">
                                      <p:cBhvr>
                                        <p:cTn id="410" dur="1300" fill="hold"/>
                                        <p:tgtEl>
                                          <p:spTgt spid="2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11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413" dur="1300" fill="hold"/>
                                        <p:tgtEl>
                                          <p:spTgt spid="25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6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7031 -0.20324 0.15067 -0.12194 0.20090 0.10847 E" pathEditMode="relative" rAng="0">
                                      <p:cBhvr>
                                        <p:cTn id="418" dur="1300" fill="hold"/>
                                        <p:tgtEl>
                                          <p:spTgt spid="2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19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421" dur="1300" fill="hold"/>
                                        <p:tgtEl>
                                          <p:spTgt spid="25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7" fill="hold">
                            <p:stCondLst>
                              <p:cond delay="2150"/>
                            </p:stCondLst>
                            <p:childTnLst>
                              <p:par>
                                <p:cTn id="42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5" dur="4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4" fill="hold">
                            <p:stCondLst>
                              <p:cond delay="2800"/>
                            </p:stCondLst>
                            <p:childTnLst>
                              <p:par>
                                <p:cTn id="42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0" dur="3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1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4" dur="3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5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8" dur="3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9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2" dur="3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3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6" dur="3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7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0" dur="3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1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4" dur="3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5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8" dur="3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9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2" dur="3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3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6" dur="3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7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0" dur="3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1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4" dur="3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5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8" dur="3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9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2" dur="3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3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8" fill="hold">
                            <p:stCondLst>
                              <p:cond delay="3000"/>
                            </p:stCondLst>
                            <p:childTnLst>
                              <p:par>
                                <p:cTn id="4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7" dur="4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211" grpId="0" animBg="1"/>
      <p:bldP spid="212" grpId="0" animBg="1"/>
      <p:bldP spid="213" grpId="0" animBg="1"/>
      <p:bldP spid="214" grpId="0" animBg="1"/>
      <p:bldP spid="215" grpId="0" animBg="1"/>
      <p:bldP spid="216" grpId="0" animBg="1"/>
      <p:bldP spid="217" grpId="0" animBg="1"/>
      <p:bldP spid="218" grpId="0" animBg="1"/>
      <p:bldP spid="219" grpId="0" animBg="1"/>
      <p:bldP spid="220" grpId="0" animBg="1"/>
      <p:bldP spid="221" grpId="0" animBg="1"/>
      <p:bldP spid="222" grpId="0" animBg="1"/>
      <p:bldP spid="223" grpId="0" animBg="1"/>
      <p:bldP spid="224" grpId="0" animBg="1"/>
      <p:bldP spid="225" grpId="0" animBg="1"/>
      <p:bldP spid="226" grpId="0" animBg="1"/>
      <p:bldP spid="227" grpId="0" animBg="1"/>
      <p:bldP spid="238" grpId="0" animBg="1"/>
      <p:bldP spid="239" grpId="0" animBg="1"/>
      <p:bldP spid="240" grpId="0" animBg="1"/>
      <p:bldP spid="241" grpId="0" animBg="1"/>
      <p:bldP spid="242" grpId="0" animBg="1"/>
      <p:bldP spid="243" grpId="0" animBg="1"/>
      <p:bldP spid="244" grpId="0" animBg="1"/>
      <p:bldP spid="245" grpId="0" animBg="1"/>
      <p:bldP spid="246" grpId="0" animBg="1"/>
      <p:bldP spid="247" grpId="0" animBg="1"/>
      <p:bldP spid="248" grpId="0" animBg="1"/>
      <p:bldP spid="249" grpId="0" animBg="1"/>
      <p:bldP spid="250" grpId="0" animBg="1"/>
      <p:bldP spid="251" grpId="0" animBg="1"/>
      <p:bldP spid="252" grpId="0" animBg="1"/>
      <p:bldP spid="253" grpId="0" animBg="1"/>
      <p:bldP spid="254" grpId="0" animBg="1"/>
      <p:bldP spid="255" grpId="0" animBg="1"/>
    </p:bld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Пенальти!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 ичинде кошуу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8-тепкич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11/16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4069080" cy="1828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298448"/>
            <a:ext cx="27432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6B7280"/>
                </a:solidFill>
                <a:latin typeface="PT Sans"/>
              </a:rPr>
              <a:t>СУРОО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" y="1554480"/>
            <a:ext cx="4069080" cy="1417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4200" b="1" i="0">
                <a:solidFill>
                  <a:srgbClr val="1F2430"/>
                </a:solidFill>
                <a:latin typeface="PT Sans"/>
              </a:rPr>
              <a:t>4 + 2 + 2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" y="3246120"/>
            <a:ext cx="4069080" cy="713232"/>
          </a:xfrm>
          <a:prstGeom prst="roundRect">
            <a:avLst>
              <a:gd name="adj" fmla="val 30000"/>
            </a:avLst>
          </a:prstGeom>
          <a:solidFill>
            <a:srgbClr val="BFCBE9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3200" b="1">
                <a:solidFill>
                  <a:srgbClr val="1D3557"/>
                </a:solidFill>
                <a:latin typeface="PT Sans"/>
              </a:rPr>
              <a:t>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" y="4087368"/>
            <a:ext cx="4069080" cy="713232"/>
          </a:xfrm>
          <a:prstGeom prst="roundRect">
            <a:avLst>
              <a:gd name="adj" fmla="val 30000"/>
            </a:avLst>
          </a:prstGeom>
          <a:solidFill>
            <a:srgbClr val="BFCBE9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3200" b="1">
                <a:solidFill>
                  <a:srgbClr val="1D3557"/>
                </a:solidFill>
                <a:latin typeface="PT Sans"/>
              </a:rPr>
              <a:t>7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" y="4928616"/>
            <a:ext cx="4069080" cy="713232"/>
          </a:xfrm>
          <a:prstGeom prst="roundRect">
            <a:avLst>
              <a:gd name="adj" fmla="val 30000"/>
            </a:avLst>
          </a:prstGeom>
          <a:solidFill>
            <a:srgbClr val="BFCBE9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3200" b="1">
                <a:solidFill>
                  <a:srgbClr val="1D3557"/>
                </a:solidFill>
                <a:latin typeface="PT Sans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" y="5760720"/>
            <a:ext cx="406908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007A5A"/>
                </a:solidFill>
                <a:latin typeface="PT Sans"/>
              </a:rPr>
              <a:t>Жоопту бас · «Кантип таптың?» +1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54880" y="1234440"/>
            <a:ext cx="7007047" cy="4800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846320" y="4160520"/>
            <a:ext cx="6824167" cy="1783080"/>
          </a:xfrm>
          <a:prstGeom prst="roundRect">
            <a:avLst>
              <a:gd name="adj" fmla="val 4000"/>
            </a:avLst>
          </a:prstGeom>
          <a:solidFill>
            <a:srgbClr val="B5E2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3" name="Group 32"/>
          <p:cNvGrpSpPr/>
          <p:nvPr/>
        </p:nvGrpSpPr>
        <p:grpSpPr>
          <a:xfrm>
            <a:off x="5394960" y="1417320"/>
            <a:ext cx="5669280" cy="2743200"/>
            <a:chOff x="5394960" y="1417320"/>
            <a:chExt cx="5669280" cy="2743200"/>
          </a:xfrm>
        </p:grpSpPr>
        <p:cxnSp>
          <p:nvCxnSpPr>
            <p:cNvPr id="19" name="Connector 18"/>
            <p:cNvCxnSpPr/>
            <p:nvPr/>
          </p:nvCxnSpPr>
          <p:spPr>
            <a:xfrm>
              <a:off x="5961888" y="1417320"/>
              <a:ext cx="0" cy="2743200"/>
            </a:xfrm>
            <a:prstGeom prst="line">
              <a:avLst/>
            </a:prstGeom>
            <a:ln w="9525">
              <a:solidFill>
                <a:srgbClr val="BFCB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or 19"/>
            <p:cNvCxnSpPr/>
            <p:nvPr/>
          </p:nvCxnSpPr>
          <p:spPr>
            <a:xfrm>
              <a:off x="6528816" y="1417320"/>
              <a:ext cx="0" cy="2743200"/>
            </a:xfrm>
            <a:prstGeom prst="line">
              <a:avLst/>
            </a:prstGeom>
            <a:ln w="9525">
              <a:solidFill>
                <a:srgbClr val="BFCB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 20"/>
            <p:cNvCxnSpPr/>
            <p:nvPr/>
          </p:nvCxnSpPr>
          <p:spPr>
            <a:xfrm>
              <a:off x="7095744" y="1417320"/>
              <a:ext cx="0" cy="2743200"/>
            </a:xfrm>
            <a:prstGeom prst="line">
              <a:avLst/>
            </a:prstGeom>
            <a:ln w="9525">
              <a:solidFill>
                <a:srgbClr val="BFCB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or 21"/>
            <p:cNvCxnSpPr/>
            <p:nvPr/>
          </p:nvCxnSpPr>
          <p:spPr>
            <a:xfrm>
              <a:off x="7662672" y="1417320"/>
              <a:ext cx="0" cy="2743200"/>
            </a:xfrm>
            <a:prstGeom prst="line">
              <a:avLst/>
            </a:prstGeom>
            <a:ln w="9525">
              <a:solidFill>
                <a:srgbClr val="BFCB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or 22"/>
            <p:cNvCxnSpPr/>
            <p:nvPr/>
          </p:nvCxnSpPr>
          <p:spPr>
            <a:xfrm>
              <a:off x="8229600" y="1417320"/>
              <a:ext cx="0" cy="2743200"/>
            </a:xfrm>
            <a:prstGeom prst="line">
              <a:avLst/>
            </a:prstGeom>
            <a:ln w="9525">
              <a:solidFill>
                <a:srgbClr val="BFCB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or 23"/>
            <p:cNvCxnSpPr/>
            <p:nvPr/>
          </p:nvCxnSpPr>
          <p:spPr>
            <a:xfrm>
              <a:off x="8796528" y="1417320"/>
              <a:ext cx="0" cy="2743200"/>
            </a:xfrm>
            <a:prstGeom prst="line">
              <a:avLst/>
            </a:prstGeom>
            <a:ln w="9525">
              <a:solidFill>
                <a:srgbClr val="BFCB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nector 24"/>
            <p:cNvCxnSpPr/>
            <p:nvPr/>
          </p:nvCxnSpPr>
          <p:spPr>
            <a:xfrm>
              <a:off x="9363456" y="1417320"/>
              <a:ext cx="0" cy="2743200"/>
            </a:xfrm>
            <a:prstGeom prst="line">
              <a:avLst/>
            </a:prstGeom>
            <a:ln w="9525">
              <a:solidFill>
                <a:srgbClr val="BFCB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nector 25"/>
            <p:cNvCxnSpPr/>
            <p:nvPr/>
          </p:nvCxnSpPr>
          <p:spPr>
            <a:xfrm>
              <a:off x="9930384" y="1417320"/>
              <a:ext cx="0" cy="2743200"/>
            </a:xfrm>
            <a:prstGeom prst="line">
              <a:avLst/>
            </a:prstGeom>
            <a:ln w="9525">
              <a:solidFill>
                <a:srgbClr val="BFCB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nector 26"/>
            <p:cNvCxnSpPr/>
            <p:nvPr/>
          </p:nvCxnSpPr>
          <p:spPr>
            <a:xfrm>
              <a:off x="10497312" y="1417320"/>
              <a:ext cx="0" cy="2743200"/>
            </a:xfrm>
            <a:prstGeom prst="line">
              <a:avLst/>
            </a:prstGeom>
            <a:ln w="9525">
              <a:solidFill>
                <a:srgbClr val="BFCB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nector 27"/>
            <p:cNvCxnSpPr/>
            <p:nvPr/>
          </p:nvCxnSpPr>
          <p:spPr>
            <a:xfrm>
              <a:off x="5394960" y="1874519"/>
              <a:ext cx="5669280" cy="0"/>
            </a:xfrm>
            <a:prstGeom prst="line">
              <a:avLst/>
            </a:prstGeom>
            <a:ln w="9525">
              <a:solidFill>
                <a:srgbClr val="BFCB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nector 28"/>
            <p:cNvCxnSpPr/>
            <p:nvPr/>
          </p:nvCxnSpPr>
          <p:spPr>
            <a:xfrm>
              <a:off x="5394960" y="2331720"/>
              <a:ext cx="5669280" cy="0"/>
            </a:xfrm>
            <a:prstGeom prst="line">
              <a:avLst/>
            </a:prstGeom>
            <a:ln w="9525">
              <a:solidFill>
                <a:srgbClr val="BFCB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nector 29"/>
            <p:cNvCxnSpPr/>
            <p:nvPr/>
          </p:nvCxnSpPr>
          <p:spPr>
            <a:xfrm>
              <a:off x="5394960" y="2788920"/>
              <a:ext cx="5669280" cy="0"/>
            </a:xfrm>
            <a:prstGeom prst="line">
              <a:avLst/>
            </a:prstGeom>
            <a:ln w="9525">
              <a:solidFill>
                <a:srgbClr val="BFCB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nector 30"/>
            <p:cNvCxnSpPr/>
            <p:nvPr/>
          </p:nvCxnSpPr>
          <p:spPr>
            <a:xfrm>
              <a:off x="5394960" y="3246120"/>
              <a:ext cx="5669280" cy="0"/>
            </a:xfrm>
            <a:prstGeom prst="line">
              <a:avLst/>
            </a:prstGeom>
            <a:ln w="9525">
              <a:solidFill>
                <a:srgbClr val="BFCB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nector 31"/>
            <p:cNvCxnSpPr/>
            <p:nvPr/>
          </p:nvCxnSpPr>
          <p:spPr>
            <a:xfrm>
              <a:off x="5394960" y="3703320"/>
              <a:ext cx="5669280" cy="0"/>
            </a:xfrm>
            <a:prstGeom prst="line">
              <a:avLst/>
            </a:prstGeom>
            <a:ln w="9525">
              <a:solidFill>
                <a:srgbClr val="BFCB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4" name="Connector 33"/>
          <p:cNvCxnSpPr/>
          <p:nvPr/>
        </p:nvCxnSpPr>
        <p:spPr>
          <a:xfrm flipV="1">
            <a:off x="5394960" y="1417320"/>
            <a:ext cx="0" cy="2743200"/>
          </a:xfrm>
          <a:prstGeom prst="line">
            <a:avLst/>
          </a:prstGeom>
          <a:ln w="889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358384" y="1417320"/>
            <a:ext cx="5742432" cy="0"/>
          </a:xfrm>
          <a:prstGeom prst="line">
            <a:avLst/>
          </a:prstGeom>
          <a:ln w="889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1064240" y="1417320"/>
            <a:ext cx="0" cy="2743200"/>
          </a:xfrm>
          <a:prstGeom prst="line">
            <a:avLst/>
          </a:prstGeom>
          <a:ln w="889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4846320" y="4160520"/>
            <a:ext cx="6824167" cy="0"/>
          </a:xfrm>
          <a:prstGeom prst="line">
            <a:avLst/>
          </a:prstGeom>
          <a:ln w="3810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8147304" y="5532120"/>
            <a:ext cx="164592" cy="731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81" name="Group 80"/>
          <p:cNvGrpSpPr/>
          <p:nvPr/>
        </p:nvGrpSpPr>
        <p:grpSpPr>
          <a:xfrm>
            <a:off x="7363114" y="1990100"/>
            <a:ext cx="1732971" cy="2195656"/>
            <a:chOff x="7363114" y="1990100"/>
            <a:chExt cx="1732971" cy="2195656"/>
          </a:xfrm>
        </p:grpSpPr>
        <p:cxnSp>
          <p:nvCxnSpPr>
            <p:cNvPr id="39" name="Connector 38"/>
            <p:cNvCxnSpPr/>
            <p:nvPr/>
          </p:nvCxnSpPr>
          <p:spPr>
            <a:xfrm flipH="1">
              <a:off x="7977225" y="3361334"/>
              <a:ext cx="109362" cy="378562"/>
            </a:xfrm>
            <a:prstGeom prst="line">
              <a:avLst/>
            </a:prstGeom>
            <a:ln w="160274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or 39"/>
            <p:cNvCxnSpPr/>
            <p:nvPr/>
          </p:nvCxnSpPr>
          <p:spPr>
            <a:xfrm flipH="1">
              <a:off x="7977225" y="3361334"/>
              <a:ext cx="109362" cy="378562"/>
            </a:xfrm>
            <a:prstGeom prst="line">
              <a:avLst/>
            </a:prstGeom>
            <a:ln w="128524" cap="rnd">
              <a:solidFill>
                <a:srgbClr val="E8B98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nector 40"/>
            <p:cNvCxnSpPr/>
            <p:nvPr/>
          </p:nvCxnSpPr>
          <p:spPr>
            <a:xfrm flipH="1">
              <a:off x="7909925" y="3739896"/>
              <a:ext cx="67300" cy="344911"/>
            </a:xfrm>
            <a:prstGeom prst="line">
              <a:avLst/>
            </a:prstGeom>
            <a:ln w="160274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nector 41"/>
            <p:cNvCxnSpPr/>
            <p:nvPr/>
          </p:nvCxnSpPr>
          <p:spPr>
            <a:xfrm flipH="1">
              <a:off x="7909925" y="3739896"/>
              <a:ext cx="67300" cy="344911"/>
            </a:xfrm>
            <a:prstGeom prst="line">
              <a:avLst/>
            </a:prstGeom>
            <a:ln w="128524" cap="rnd">
              <a:solidFill>
                <a:srgbClr val="F6B25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Rounded Rectangle 42"/>
            <p:cNvSpPr/>
            <p:nvPr/>
          </p:nvSpPr>
          <p:spPr>
            <a:xfrm>
              <a:off x="7716438" y="4051157"/>
              <a:ext cx="286024" cy="134599"/>
            </a:xfrm>
            <a:prstGeom prst="roundRect">
              <a:avLst/>
            </a:prstGeom>
            <a:solidFill>
              <a:srgbClr val="1F2430"/>
            </a:solidFill>
            <a:ln w="12700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4" name="Connector 43"/>
            <p:cNvCxnSpPr/>
            <p:nvPr/>
          </p:nvCxnSpPr>
          <p:spPr>
            <a:xfrm>
              <a:off x="8372612" y="3361334"/>
              <a:ext cx="109362" cy="378562"/>
            </a:xfrm>
            <a:prstGeom prst="line">
              <a:avLst/>
            </a:prstGeom>
            <a:ln w="160274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nector 44"/>
            <p:cNvCxnSpPr/>
            <p:nvPr/>
          </p:nvCxnSpPr>
          <p:spPr>
            <a:xfrm>
              <a:off x="8372612" y="3361334"/>
              <a:ext cx="109362" cy="378562"/>
            </a:xfrm>
            <a:prstGeom prst="line">
              <a:avLst/>
            </a:prstGeom>
            <a:ln w="128524" cap="rnd">
              <a:solidFill>
                <a:srgbClr val="E8B98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nector 45"/>
            <p:cNvCxnSpPr/>
            <p:nvPr/>
          </p:nvCxnSpPr>
          <p:spPr>
            <a:xfrm>
              <a:off x="8481974" y="3739896"/>
              <a:ext cx="67300" cy="344911"/>
            </a:xfrm>
            <a:prstGeom prst="line">
              <a:avLst/>
            </a:prstGeom>
            <a:ln w="160274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onnector 46"/>
            <p:cNvCxnSpPr/>
            <p:nvPr/>
          </p:nvCxnSpPr>
          <p:spPr>
            <a:xfrm>
              <a:off x="8481974" y="3739896"/>
              <a:ext cx="67300" cy="344911"/>
            </a:xfrm>
            <a:prstGeom prst="line">
              <a:avLst/>
            </a:prstGeom>
            <a:ln w="128524" cap="rnd">
              <a:solidFill>
                <a:srgbClr val="F6B25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Rounded Rectangle 47"/>
            <p:cNvSpPr/>
            <p:nvPr/>
          </p:nvSpPr>
          <p:spPr>
            <a:xfrm>
              <a:off x="8456736" y="4051157"/>
              <a:ext cx="286024" cy="134599"/>
            </a:xfrm>
            <a:prstGeom prst="roundRect">
              <a:avLst/>
            </a:prstGeom>
            <a:solidFill>
              <a:srgbClr val="1F2430"/>
            </a:solidFill>
            <a:ln w="12700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Rounded Rectangle 48"/>
            <p:cNvSpPr/>
            <p:nvPr/>
          </p:nvSpPr>
          <p:spPr>
            <a:xfrm>
              <a:off x="7918338" y="3235147"/>
              <a:ext cx="622523" cy="302849"/>
            </a:xfrm>
            <a:prstGeom prst="roundRect">
              <a:avLst/>
            </a:prstGeom>
            <a:solidFill>
              <a:srgbClr val="1D3557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50" name="Connector 49"/>
            <p:cNvCxnSpPr/>
            <p:nvPr/>
          </p:nvCxnSpPr>
          <p:spPr>
            <a:xfrm flipV="1">
              <a:off x="8229600" y="2419136"/>
              <a:ext cx="0" cy="143012"/>
            </a:xfrm>
            <a:prstGeom prst="line">
              <a:avLst/>
            </a:prstGeom>
            <a:ln w="136906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nector 50"/>
            <p:cNvCxnSpPr/>
            <p:nvPr/>
          </p:nvCxnSpPr>
          <p:spPr>
            <a:xfrm flipV="1">
              <a:off x="8229600" y="2419136"/>
              <a:ext cx="0" cy="143012"/>
            </a:xfrm>
            <a:prstGeom prst="line">
              <a:avLst/>
            </a:prstGeom>
            <a:ln w="105156" cap="rnd">
              <a:solidFill>
                <a:srgbClr val="E8B98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Round Same Side Corner Rectangle 51"/>
            <p:cNvSpPr/>
            <p:nvPr/>
          </p:nvSpPr>
          <p:spPr>
            <a:xfrm>
              <a:off x="7901513" y="2536911"/>
              <a:ext cx="656173" cy="824423"/>
            </a:xfrm>
            <a:prstGeom prst="round2SameRect">
              <a:avLst>
                <a:gd name="adj1" fmla="val 30000"/>
                <a:gd name="adj2" fmla="val 12000"/>
              </a:avLst>
            </a:prstGeom>
            <a:solidFill>
              <a:srgbClr val="F28C28"/>
            </a:solidFill>
            <a:ln w="22225">
              <a:solidFill>
                <a:srgbClr val="A844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Rounded Rectangle 52"/>
            <p:cNvSpPr/>
            <p:nvPr/>
          </p:nvSpPr>
          <p:spPr>
            <a:xfrm>
              <a:off x="7918338" y="3273003"/>
              <a:ext cx="622523" cy="75712"/>
            </a:xfrm>
            <a:prstGeom prst="roundRect">
              <a:avLst/>
            </a:prstGeom>
            <a:solidFill>
              <a:srgbClr val="A844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Chord 53"/>
            <p:cNvSpPr/>
            <p:nvPr/>
          </p:nvSpPr>
          <p:spPr>
            <a:xfrm>
              <a:off x="8103412" y="2461199"/>
              <a:ext cx="252374" cy="168249"/>
            </a:xfrm>
            <a:prstGeom prst="chord">
              <a:avLst>
                <a:gd name="adj1" fmla="val 0"/>
                <a:gd name="adj2" fmla="val 10800000"/>
              </a:avLst>
            </a:prstGeom>
            <a:solidFill>
              <a:srgbClr val="FFFFFF"/>
            </a:solidFill>
            <a:ln w="12700">
              <a:solidFill>
                <a:srgbClr val="A844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7977225" y="2705160"/>
              <a:ext cx="504748" cy="47109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2300" b="1">
                  <a:solidFill>
                    <a:srgbClr val="FFFFFF"/>
                  </a:solidFill>
                  <a:latin typeface="PT Sans"/>
                </a:rPr>
                <a:t>1</a:t>
              </a:r>
            </a:p>
          </p:txBody>
        </p:sp>
        <p:cxnSp>
          <p:nvCxnSpPr>
            <p:cNvPr id="56" name="Connector 55"/>
            <p:cNvCxnSpPr/>
            <p:nvPr/>
          </p:nvCxnSpPr>
          <p:spPr>
            <a:xfrm flipH="1">
              <a:off x="7657551" y="2587386"/>
              <a:ext cx="269199" cy="269199"/>
            </a:xfrm>
            <a:prstGeom prst="line">
              <a:avLst/>
            </a:prstGeom>
            <a:ln w="148590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Connector 56"/>
            <p:cNvCxnSpPr/>
            <p:nvPr/>
          </p:nvCxnSpPr>
          <p:spPr>
            <a:xfrm flipH="1">
              <a:off x="7657551" y="2587386"/>
              <a:ext cx="269199" cy="269199"/>
            </a:xfrm>
            <a:prstGeom prst="line">
              <a:avLst/>
            </a:prstGeom>
            <a:ln w="116840" cap="rnd">
              <a:solidFill>
                <a:srgbClr val="F28C2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Connector 57"/>
            <p:cNvCxnSpPr/>
            <p:nvPr/>
          </p:nvCxnSpPr>
          <p:spPr>
            <a:xfrm flipH="1" flipV="1">
              <a:off x="7506126" y="2469611"/>
              <a:ext cx="151425" cy="386974"/>
            </a:xfrm>
            <a:prstGeom prst="line">
              <a:avLst/>
            </a:prstGeom>
            <a:ln w="148590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nector 58"/>
            <p:cNvCxnSpPr/>
            <p:nvPr/>
          </p:nvCxnSpPr>
          <p:spPr>
            <a:xfrm flipH="1" flipV="1">
              <a:off x="7506126" y="2469611"/>
              <a:ext cx="151425" cy="386974"/>
            </a:xfrm>
            <a:prstGeom prst="line">
              <a:avLst/>
            </a:prstGeom>
            <a:ln w="116840" cap="rnd">
              <a:solidFill>
                <a:srgbClr val="F28C2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nector 59"/>
            <p:cNvCxnSpPr/>
            <p:nvPr/>
          </p:nvCxnSpPr>
          <p:spPr>
            <a:xfrm>
              <a:off x="8532449" y="2587386"/>
              <a:ext cx="269199" cy="269199"/>
            </a:xfrm>
            <a:prstGeom prst="line">
              <a:avLst/>
            </a:prstGeom>
            <a:ln w="148590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nector 60"/>
            <p:cNvCxnSpPr/>
            <p:nvPr/>
          </p:nvCxnSpPr>
          <p:spPr>
            <a:xfrm>
              <a:off x="8532449" y="2587386"/>
              <a:ext cx="269199" cy="269199"/>
            </a:xfrm>
            <a:prstGeom prst="line">
              <a:avLst/>
            </a:prstGeom>
            <a:ln w="116840" cap="rnd">
              <a:solidFill>
                <a:srgbClr val="F28C2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Connector 61"/>
            <p:cNvCxnSpPr/>
            <p:nvPr/>
          </p:nvCxnSpPr>
          <p:spPr>
            <a:xfrm flipV="1">
              <a:off x="8801648" y="2469611"/>
              <a:ext cx="151425" cy="386974"/>
            </a:xfrm>
            <a:prstGeom prst="line">
              <a:avLst/>
            </a:prstGeom>
            <a:ln w="148590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nector 62"/>
            <p:cNvCxnSpPr/>
            <p:nvPr/>
          </p:nvCxnSpPr>
          <p:spPr>
            <a:xfrm flipV="1">
              <a:off x="8801648" y="2469611"/>
              <a:ext cx="151425" cy="386974"/>
            </a:xfrm>
            <a:prstGeom prst="line">
              <a:avLst/>
            </a:prstGeom>
            <a:ln w="116840" cap="rnd">
              <a:solidFill>
                <a:srgbClr val="F28C2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Oval 63"/>
            <p:cNvSpPr/>
            <p:nvPr/>
          </p:nvSpPr>
          <p:spPr>
            <a:xfrm>
              <a:off x="7973019" y="2179380"/>
              <a:ext cx="92537" cy="126187"/>
            </a:xfrm>
            <a:prstGeom prst="ellipse">
              <a:avLst/>
            </a:prstGeom>
            <a:solidFill>
              <a:srgbClr val="E8B98E"/>
            </a:solidFill>
            <a:ln w="12700">
              <a:solidFill>
                <a:srgbClr val="A86E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Oval 64"/>
            <p:cNvSpPr/>
            <p:nvPr/>
          </p:nvSpPr>
          <p:spPr>
            <a:xfrm>
              <a:off x="8393643" y="2179380"/>
              <a:ext cx="92537" cy="126187"/>
            </a:xfrm>
            <a:prstGeom prst="ellipse">
              <a:avLst/>
            </a:prstGeom>
            <a:solidFill>
              <a:srgbClr val="E8B98E"/>
            </a:solidFill>
            <a:ln w="12700">
              <a:solidFill>
                <a:srgbClr val="A86E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" name="Oval 65"/>
            <p:cNvSpPr/>
            <p:nvPr/>
          </p:nvSpPr>
          <p:spPr>
            <a:xfrm>
              <a:off x="8002463" y="1990100"/>
              <a:ext cx="454273" cy="370149"/>
            </a:xfrm>
            <a:prstGeom prst="ellipse">
              <a:avLst/>
            </a:prstGeom>
            <a:solidFill>
              <a:srgbClr val="3A2A22"/>
            </a:solidFill>
            <a:ln w="15875">
              <a:solidFill>
                <a:srgbClr val="3A2A2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Oval 66"/>
            <p:cNvSpPr/>
            <p:nvPr/>
          </p:nvSpPr>
          <p:spPr>
            <a:xfrm>
              <a:off x="8031906" y="2078431"/>
              <a:ext cx="395386" cy="395386"/>
            </a:xfrm>
            <a:prstGeom prst="ellipse">
              <a:avLst/>
            </a:prstGeom>
            <a:solidFill>
              <a:srgbClr val="E8B98E"/>
            </a:solidFill>
            <a:ln w="15875">
              <a:solidFill>
                <a:srgbClr val="A86E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Chord 67"/>
            <p:cNvSpPr/>
            <p:nvPr/>
          </p:nvSpPr>
          <p:spPr>
            <a:xfrm>
              <a:off x="8031906" y="2032162"/>
              <a:ext cx="395386" cy="185074"/>
            </a:xfrm>
            <a:prstGeom prst="chord">
              <a:avLst>
                <a:gd name="adj1" fmla="val 10800000"/>
                <a:gd name="adj2" fmla="val 0"/>
              </a:avLst>
            </a:prstGeom>
            <a:solidFill>
              <a:srgbClr val="3A2A2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Oval 68"/>
            <p:cNvSpPr/>
            <p:nvPr/>
          </p:nvSpPr>
          <p:spPr>
            <a:xfrm>
              <a:off x="8113928" y="2221443"/>
              <a:ext cx="63093" cy="75712"/>
            </a:xfrm>
            <a:prstGeom prst="ellipse">
              <a:avLst/>
            </a:prstGeom>
            <a:solidFill>
              <a:srgbClr val="1F243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" name="Oval 69"/>
            <p:cNvSpPr/>
            <p:nvPr/>
          </p:nvSpPr>
          <p:spPr>
            <a:xfrm>
              <a:off x="8147578" y="2236165"/>
              <a:ext cx="21031" cy="2103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Rounded Rectangle 70"/>
            <p:cNvSpPr/>
            <p:nvPr/>
          </p:nvSpPr>
          <p:spPr>
            <a:xfrm>
              <a:off x="8103412" y="2181484"/>
              <a:ext cx="84124" cy="21031"/>
            </a:xfrm>
            <a:prstGeom prst="roundRect">
              <a:avLst/>
            </a:prstGeom>
            <a:solidFill>
              <a:srgbClr val="3A2A2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Oval 71"/>
            <p:cNvSpPr/>
            <p:nvPr/>
          </p:nvSpPr>
          <p:spPr>
            <a:xfrm>
              <a:off x="8282178" y="2221443"/>
              <a:ext cx="63093" cy="75712"/>
            </a:xfrm>
            <a:prstGeom prst="ellipse">
              <a:avLst/>
            </a:prstGeom>
            <a:solidFill>
              <a:srgbClr val="1F243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" name="Oval 72"/>
            <p:cNvSpPr/>
            <p:nvPr/>
          </p:nvSpPr>
          <p:spPr>
            <a:xfrm>
              <a:off x="8315827" y="2236165"/>
              <a:ext cx="21031" cy="2103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Rounded Rectangle 73"/>
            <p:cNvSpPr/>
            <p:nvPr/>
          </p:nvSpPr>
          <p:spPr>
            <a:xfrm>
              <a:off x="8271662" y="2181484"/>
              <a:ext cx="84124" cy="21031"/>
            </a:xfrm>
            <a:prstGeom prst="roundRect">
              <a:avLst/>
            </a:prstGeom>
            <a:solidFill>
              <a:srgbClr val="3A2A2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Oval 74"/>
            <p:cNvSpPr/>
            <p:nvPr/>
          </p:nvSpPr>
          <p:spPr>
            <a:xfrm>
              <a:off x="8208568" y="2292949"/>
              <a:ext cx="42062" cy="33649"/>
            </a:xfrm>
            <a:prstGeom prst="ellipse">
              <a:avLst/>
            </a:prstGeom>
            <a:solidFill>
              <a:srgbClr val="A86E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" name="Chord 75"/>
            <p:cNvSpPr/>
            <p:nvPr/>
          </p:nvSpPr>
          <p:spPr>
            <a:xfrm>
              <a:off x="8153887" y="2309774"/>
              <a:ext cx="151424" cy="100949"/>
            </a:xfrm>
            <a:prstGeom prst="chord">
              <a:avLst>
                <a:gd name="adj1" fmla="val 0"/>
                <a:gd name="adj2" fmla="val 10800000"/>
              </a:avLst>
            </a:prstGeom>
            <a:solidFill>
              <a:srgbClr val="FFFFFF"/>
            </a:solidFill>
            <a:ln w="12700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" name="Oval 76"/>
            <p:cNvSpPr/>
            <p:nvPr/>
          </p:nvSpPr>
          <p:spPr>
            <a:xfrm>
              <a:off x="7363114" y="2318186"/>
              <a:ext cx="286024" cy="302849"/>
            </a:xfrm>
            <a:prstGeom prst="ellipse">
              <a:avLst/>
            </a:prstGeom>
            <a:solidFill>
              <a:srgbClr val="B5E2D3"/>
            </a:solidFill>
            <a:ln w="28575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" name="Oval 77"/>
            <p:cNvSpPr/>
            <p:nvPr/>
          </p:nvSpPr>
          <p:spPr>
            <a:xfrm rot="4117763">
              <a:off x="7502425" y="2590078"/>
              <a:ext cx="134599" cy="84124"/>
            </a:xfrm>
            <a:prstGeom prst="ellipse">
              <a:avLst/>
            </a:prstGeom>
            <a:solidFill>
              <a:srgbClr val="007A5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" name="Oval 78"/>
            <p:cNvSpPr/>
            <p:nvPr/>
          </p:nvSpPr>
          <p:spPr>
            <a:xfrm>
              <a:off x="8810061" y="2318186"/>
              <a:ext cx="286024" cy="302849"/>
            </a:xfrm>
            <a:prstGeom prst="ellipse">
              <a:avLst/>
            </a:prstGeom>
            <a:solidFill>
              <a:srgbClr val="B5E2D3"/>
            </a:solidFill>
            <a:ln w="28575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" name="Oval 79"/>
            <p:cNvSpPr/>
            <p:nvPr/>
          </p:nvSpPr>
          <p:spPr>
            <a:xfrm rot="6682237">
              <a:off x="8822175" y="2590078"/>
              <a:ext cx="134599" cy="84124"/>
            </a:xfrm>
            <a:prstGeom prst="ellipse">
              <a:avLst/>
            </a:prstGeom>
            <a:solidFill>
              <a:srgbClr val="007A5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67" name="Group 166"/>
          <p:cNvGrpSpPr/>
          <p:nvPr/>
        </p:nvGrpSpPr>
        <p:grpSpPr>
          <a:xfrm>
            <a:off x="7830182" y="1839684"/>
            <a:ext cx="2636224" cy="1203848"/>
            <a:chOff x="7830182" y="1839684"/>
            <a:chExt cx="2636224" cy="1203848"/>
          </a:xfrm>
        </p:grpSpPr>
        <p:cxnSp>
          <p:nvCxnSpPr>
            <p:cNvPr id="125" name="Connector 124"/>
            <p:cNvCxnSpPr/>
            <p:nvPr/>
          </p:nvCxnSpPr>
          <p:spPr>
            <a:xfrm flipH="1">
              <a:off x="8375629" y="2455832"/>
              <a:ext cx="363037" cy="162184"/>
            </a:xfrm>
            <a:prstGeom prst="line">
              <a:avLst/>
            </a:prstGeom>
            <a:ln w="160274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Connector 125"/>
            <p:cNvCxnSpPr/>
            <p:nvPr/>
          </p:nvCxnSpPr>
          <p:spPr>
            <a:xfrm flipH="1">
              <a:off x="8375629" y="2455832"/>
              <a:ext cx="363037" cy="162184"/>
            </a:xfrm>
            <a:prstGeom prst="line">
              <a:avLst/>
            </a:prstGeom>
            <a:ln w="128524" cap="rnd">
              <a:solidFill>
                <a:srgbClr val="E8B98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Connector 126"/>
            <p:cNvCxnSpPr/>
            <p:nvPr/>
          </p:nvCxnSpPr>
          <p:spPr>
            <a:xfrm flipH="1">
              <a:off x="8020795" y="2618016"/>
              <a:ext cx="354834" cy="132984"/>
            </a:xfrm>
            <a:prstGeom prst="line">
              <a:avLst/>
            </a:prstGeom>
            <a:ln w="160274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Connector 127"/>
            <p:cNvCxnSpPr/>
            <p:nvPr/>
          </p:nvCxnSpPr>
          <p:spPr>
            <a:xfrm flipH="1">
              <a:off x="8020795" y="2618016"/>
              <a:ext cx="354834" cy="132984"/>
            </a:xfrm>
            <a:prstGeom prst="line">
              <a:avLst/>
            </a:prstGeom>
            <a:ln w="128524" cap="rnd">
              <a:solidFill>
                <a:srgbClr val="F6B25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9" name="Rounded Rectangle 128"/>
            <p:cNvSpPr/>
            <p:nvPr/>
          </p:nvSpPr>
          <p:spPr>
            <a:xfrm rot="4320000">
              <a:off x="7830182" y="2646094"/>
              <a:ext cx="286024" cy="134599"/>
            </a:xfrm>
            <a:prstGeom prst="roundRect">
              <a:avLst/>
            </a:prstGeom>
            <a:solidFill>
              <a:srgbClr val="1F2430"/>
            </a:solidFill>
            <a:ln w="12700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30" name="Connector 129"/>
            <p:cNvCxnSpPr/>
            <p:nvPr/>
          </p:nvCxnSpPr>
          <p:spPr>
            <a:xfrm flipH="1">
              <a:off x="8612421" y="2727857"/>
              <a:ext cx="214632" cy="237801"/>
            </a:xfrm>
            <a:prstGeom prst="line">
              <a:avLst/>
            </a:prstGeom>
            <a:ln w="160274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or 130"/>
            <p:cNvCxnSpPr/>
            <p:nvPr/>
          </p:nvCxnSpPr>
          <p:spPr>
            <a:xfrm flipH="1">
              <a:off x="8612421" y="2727857"/>
              <a:ext cx="214632" cy="237801"/>
            </a:xfrm>
            <a:prstGeom prst="line">
              <a:avLst/>
            </a:prstGeom>
            <a:ln w="128524" cap="rnd">
              <a:solidFill>
                <a:srgbClr val="E8B98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Connector 131"/>
            <p:cNvCxnSpPr/>
            <p:nvPr/>
          </p:nvCxnSpPr>
          <p:spPr>
            <a:xfrm flipH="1" flipV="1">
              <a:off x="8269600" y="2917830"/>
              <a:ext cx="342821" cy="47828"/>
            </a:xfrm>
            <a:prstGeom prst="line">
              <a:avLst/>
            </a:prstGeom>
            <a:ln w="160274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Connector 132"/>
            <p:cNvCxnSpPr/>
            <p:nvPr/>
          </p:nvCxnSpPr>
          <p:spPr>
            <a:xfrm flipH="1" flipV="1">
              <a:off x="8269600" y="2917830"/>
              <a:ext cx="342821" cy="47828"/>
            </a:xfrm>
            <a:prstGeom prst="line">
              <a:avLst/>
            </a:prstGeom>
            <a:ln w="128524" cap="rnd">
              <a:solidFill>
                <a:srgbClr val="F6B25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4" name="Rounded Rectangle 133"/>
            <p:cNvSpPr/>
            <p:nvPr/>
          </p:nvSpPr>
          <p:spPr>
            <a:xfrm rot="4320000">
              <a:off x="8110183" y="2908933"/>
              <a:ext cx="286024" cy="134599"/>
            </a:xfrm>
            <a:prstGeom prst="roundRect">
              <a:avLst/>
            </a:prstGeom>
            <a:solidFill>
              <a:srgbClr val="1F2430"/>
            </a:solidFill>
            <a:ln w="12700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5" name="Rounded Rectangle 134"/>
            <p:cNvSpPr/>
            <p:nvPr/>
          </p:nvSpPr>
          <p:spPr>
            <a:xfrm rot="4320000">
              <a:off x="8447596" y="2448218"/>
              <a:ext cx="622523" cy="302849"/>
            </a:xfrm>
            <a:prstGeom prst="roundRect">
              <a:avLst/>
            </a:prstGeom>
            <a:solidFill>
              <a:srgbClr val="1D3557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36" name="Connector 135"/>
            <p:cNvCxnSpPr/>
            <p:nvPr/>
          </p:nvCxnSpPr>
          <p:spPr>
            <a:xfrm flipV="1">
              <a:off x="9542930" y="2300689"/>
              <a:ext cx="136013" cy="44193"/>
            </a:xfrm>
            <a:prstGeom prst="line">
              <a:avLst/>
            </a:prstGeom>
            <a:ln w="136906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Connector 136"/>
            <p:cNvCxnSpPr/>
            <p:nvPr/>
          </p:nvCxnSpPr>
          <p:spPr>
            <a:xfrm flipV="1">
              <a:off x="9542930" y="2300689"/>
              <a:ext cx="136013" cy="44193"/>
            </a:xfrm>
            <a:prstGeom prst="line">
              <a:avLst/>
            </a:prstGeom>
            <a:ln w="105156" cap="rnd">
              <a:solidFill>
                <a:srgbClr val="E8B98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8" name="Round Same Side Corner Rectangle 137"/>
            <p:cNvSpPr/>
            <p:nvPr/>
          </p:nvSpPr>
          <p:spPr>
            <a:xfrm rot="4320000">
              <a:off x="8846809" y="2052252"/>
              <a:ext cx="656173" cy="824423"/>
            </a:xfrm>
            <a:prstGeom prst="round2SameRect">
              <a:avLst>
                <a:gd name="adj1" fmla="val 30000"/>
                <a:gd name="adj2" fmla="val 12000"/>
              </a:avLst>
            </a:prstGeom>
            <a:solidFill>
              <a:srgbClr val="F28C28"/>
            </a:solidFill>
            <a:ln w="22225">
              <a:solidFill>
                <a:srgbClr val="A844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9" name="Rounded Rectangle 138"/>
            <p:cNvSpPr/>
            <p:nvPr/>
          </p:nvSpPr>
          <p:spPr>
            <a:xfrm rot="4320000">
              <a:off x="8519602" y="2538390"/>
              <a:ext cx="622523" cy="75712"/>
            </a:xfrm>
            <a:prstGeom prst="roundRect">
              <a:avLst/>
            </a:prstGeom>
            <a:solidFill>
              <a:srgbClr val="A844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0" name="Chord 139"/>
            <p:cNvSpPr/>
            <p:nvPr/>
          </p:nvSpPr>
          <p:spPr>
            <a:xfrm rot="4320000">
              <a:off x="9432745" y="2255558"/>
              <a:ext cx="252374" cy="168249"/>
            </a:xfrm>
            <a:prstGeom prst="chord">
              <a:avLst>
                <a:gd name="adj1" fmla="val 0"/>
                <a:gd name="adj2" fmla="val 10800000"/>
              </a:avLst>
            </a:prstGeom>
            <a:solidFill>
              <a:srgbClr val="FFFFFF"/>
            </a:solidFill>
            <a:ln w="12700">
              <a:solidFill>
                <a:srgbClr val="A844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1" name="TextBox 140"/>
            <p:cNvSpPr txBox="1"/>
            <p:nvPr/>
          </p:nvSpPr>
          <p:spPr>
            <a:xfrm rot="4320000">
              <a:off x="8930522" y="2226315"/>
              <a:ext cx="504748" cy="47109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2300" b="1">
                  <a:solidFill>
                    <a:srgbClr val="FFFFFF"/>
                  </a:solidFill>
                  <a:latin typeface="PT Sans"/>
                </a:rPr>
                <a:t>1</a:t>
              </a:r>
            </a:p>
          </p:txBody>
        </p:sp>
        <p:cxnSp>
          <p:nvCxnSpPr>
            <p:cNvPr id="142" name="Connector 141"/>
            <p:cNvCxnSpPr/>
            <p:nvPr/>
          </p:nvCxnSpPr>
          <p:spPr>
            <a:xfrm flipV="1">
              <a:off x="9425343" y="2014884"/>
              <a:ext cx="452635" cy="49770"/>
            </a:xfrm>
            <a:prstGeom prst="line">
              <a:avLst/>
            </a:prstGeom>
            <a:ln w="148590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Connector 142"/>
            <p:cNvCxnSpPr/>
            <p:nvPr/>
          </p:nvCxnSpPr>
          <p:spPr>
            <a:xfrm flipV="1">
              <a:off x="9425343" y="2014884"/>
              <a:ext cx="452635" cy="49770"/>
            </a:xfrm>
            <a:prstGeom prst="line">
              <a:avLst/>
            </a:prstGeom>
            <a:ln w="116840" cap="rnd">
              <a:solidFill>
                <a:srgbClr val="F28C2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Connector 143"/>
            <p:cNvCxnSpPr/>
            <p:nvPr/>
          </p:nvCxnSpPr>
          <p:spPr>
            <a:xfrm flipV="1">
              <a:off x="9877978" y="1991109"/>
              <a:ext cx="372627" cy="23775"/>
            </a:xfrm>
            <a:prstGeom prst="line">
              <a:avLst/>
            </a:prstGeom>
            <a:ln w="148590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Connector 144"/>
            <p:cNvCxnSpPr/>
            <p:nvPr/>
          </p:nvCxnSpPr>
          <p:spPr>
            <a:xfrm flipV="1">
              <a:off x="9877978" y="1991109"/>
              <a:ext cx="372627" cy="23775"/>
            </a:xfrm>
            <a:prstGeom prst="line">
              <a:avLst/>
            </a:prstGeom>
            <a:ln w="116840" cap="rnd">
              <a:solidFill>
                <a:srgbClr val="F28C2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Connector 145"/>
            <p:cNvCxnSpPr/>
            <p:nvPr/>
          </p:nvCxnSpPr>
          <p:spPr>
            <a:xfrm flipV="1">
              <a:off x="9612514" y="2414921"/>
              <a:ext cx="395443" cy="225787"/>
            </a:xfrm>
            <a:prstGeom prst="line">
              <a:avLst/>
            </a:prstGeom>
            <a:ln w="148590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Connector 146"/>
            <p:cNvCxnSpPr/>
            <p:nvPr/>
          </p:nvCxnSpPr>
          <p:spPr>
            <a:xfrm flipV="1">
              <a:off x="9612514" y="2414921"/>
              <a:ext cx="395443" cy="225787"/>
            </a:xfrm>
            <a:prstGeom prst="line">
              <a:avLst/>
            </a:prstGeom>
            <a:ln w="116840" cap="rnd">
              <a:solidFill>
                <a:srgbClr val="F28C2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Connector 147"/>
            <p:cNvCxnSpPr/>
            <p:nvPr/>
          </p:nvCxnSpPr>
          <p:spPr>
            <a:xfrm flipV="1">
              <a:off x="10007957" y="2215130"/>
              <a:ext cx="315437" cy="199791"/>
            </a:xfrm>
            <a:prstGeom prst="line">
              <a:avLst/>
            </a:prstGeom>
            <a:ln w="148590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Connector 148"/>
            <p:cNvCxnSpPr/>
            <p:nvPr/>
          </p:nvCxnSpPr>
          <p:spPr>
            <a:xfrm flipV="1">
              <a:off x="10007957" y="2215130"/>
              <a:ext cx="315437" cy="199791"/>
            </a:xfrm>
            <a:prstGeom prst="line">
              <a:avLst/>
            </a:prstGeom>
            <a:ln w="116840" cap="rnd">
              <a:solidFill>
                <a:srgbClr val="F28C2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0" name="Oval 149"/>
            <p:cNvSpPr/>
            <p:nvPr/>
          </p:nvSpPr>
          <p:spPr>
            <a:xfrm rot="4320000">
              <a:off x="9735700" y="1982985"/>
              <a:ext cx="92537" cy="126187"/>
            </a:xfrm>
            <a:prstGeom prst="ellipse">
              <a:avLst/>
            </a:prstGeom>
            <a:solidFill>
              <a:srgbClr val="E8B98E"/>
            </a:solidFill>
            <a:ln w="12700">
              <a:solidFill>
                <a:srgbClr val="A86E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1" name="Oval 150"/>
            <p:cNvSpPr/>
            <p:nvPr/>
          </p:nvSpPr>
          <p:spPr>
            <a:xfrm rot="4320000">
              <a:off x="9865680" y="2383022"/>
              <a:ext cx="92537" cy="126187"/>
            </a:xfrm>
            <a:prstGeom prst="ellipse">
              <a:avLst/>
            </a:prstGeom>
            <a:solidFill>
              <a:srgbClr val="E8B98E"/>
            </a:solidFill>
            <a:ln w="12700">
              <a:solidFill>
                <a:srgbClr val="A86E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2" name="Oval 151"/>
            <p:cNvSpPr/>
            <p:nvPr/>
          </p:nvSpPr>
          <p:spPr>
            <a:xfrm rot="4320000">
              <a:off x="9683828" y="2040226"/>
              <a:ext cx="454273" cy="370149"/>
            </a:xfrm>
            <a:prstGeom prst="ellipse">
              <a:avLst/>
            </a:prstGeom>
            <a:solidFill>
              <a:srgbClr val="3A2A22"/>
            </a:solidFill>
            <a:ln w="15875">
              <a:solidFill>
                <a:srgbClr val="3A2A2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3" name="Oval 152"/>
            <p:cNvSpPr/>
            <p:nvPr/>
          </p:nvSpPr>
          <p:spPr>
            <a:xfrm rot="4320000">
              <a:off x="9617262" y="2058803"/>
              <a:ext cx="395386" cy="395386"/>
            </a:xfrm>
            <a:prstGeom prst="ellipse">
              <a:avLst/>
            </a:prstGeom>
            <a:solidFill>
              <a:srgbClr val="E8B98E"/>
            </a:solidFill>
            <a:ln w="15875">
              <a:solidFill>
                <a:srgbClr val="A86E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4" name="Chord 153"/>
            <p:cNvSpPr/>
            <p:nvPr/>
          </p:nvSpPr>
          <p:spPr>
            <a:xfrm rot="4320000">
              <a:off x="9761276" y="2117166"/>
              <a:ext cx="395386" cy="185074"/>
            </a:xfrm>
            <a:prstGeom prst="chord">
              <a:avLst>
                <a:gd name="adj1" fmla="val 10800000"/>
                <a:gd name="adj2" fmla="val 0"/>
              </a:avLst>
            </a:prstGeom>
            <a:solidFill>
              <a:srgbClr val="3A2A2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5" name="Oval 154"/>
            <p:cNvSpPr/>
            <p:nvPr/>
          </p:nvSpPr>
          <p:spPr>
            <a:xfrm rot="4320000">
              <a:off x="9773414" y="2133433"/>
              <a:ext cx="63093" cy="75712"/>
            </a:xfrm>
            <a:prstGeom prst="ellipse">
              <a:avLst/>
            </a:prstGeom>
            <a:solidFill>
              <a:srgbClr val="1F243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6" name="Oval 155"/>
            <p:cNvSpPr/>
            <p:nvPr/>
          </p:nvSpPr>
          <p:spPr>
            <a:xfrm rot="4320000">
              <a:off x="9810346" y="2168875"/>
              <a:ext cx="21031" cy="2103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7" name="Rounded Rectangle 156"/>
            <p:cNvSpPr/>
            <p:nvPr/>
          </p:nvSpPr>
          <p:spPr>
            <a:xfrm rot="4320000">
              <a:off x="9826905" y="2139977"/>
              <a:ext cx="84124" cy="21031"/>
            </a:xfrm>
            <a:prstGeom prst="roundRect">
              <a:avLst/>
            </a:prstGeom>
            <a:solidFill>
              <a:srgbClr val="3A2A2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8" name="Oval 157"/>
            <p:cNvSpPr/>
            <p:nvPr/>
          </p:nvSpPr>
          <p:spPr>
            <a:xfrm rot="4320000">
              <a:off x="9825406" y="2293448"/>
              <a:ext cx="63093" cy="75712"/>
            </a:xfrm>
            <a:prstGeom prst="ellipse">
              <a:avLst/>
            </a:prstGeom>
            <a:solidFill>
              <a:srgbClr val="1F243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9" name="Oval 158"/>
            <p:cNvSpPr/>
            <p:nvPr/>
          </p:nvSpPr>
          <p:spPr>
            <a:xfrm rot="4320000">
              <a:off x="9862338" y="2328890"/>
              <a:ext cx="21031" cy="2103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0" name="Rounded Rectangle 159"/>
            <p:cNvSpPr/>
            <p:nvPr/>
          </p:nvSpPr>
          <p:spPr>
            <a:xfrm rot="4320000">
              <a:off x="9878897" y="2299992"/>
              <a:ext cx="84124" cy="21031"/>
            </a:xfrm>
            <a:prstGeom prst="roundRect">
              <a:avLst/>
            </a:prstGeom>
            <a:solidFill>
              <a:srgbClr val="3A2A2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1" name="Oval 160"/>
            <p:cNvSpPr/>
            <p:nvPr/>
          </p:nvSpPr>
          <p:spPr>
            <a:xfrm rot="4320000">
              <a:off x="9761921" y="2250069"/>
              <a:ext cx="42062" cy="33649"/>
            </a:xfrm>
            <a:prstGeom prst="ellipse">
              <a:avLst/>
            </a:prstGeom>
            <a:solidFill>
              <a:srgbClr val="A86E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2" name="Chord 161"/>
            <p:cNvSpPr/>
            <p:nvPr/>
          </p:nvSpPr>
          <p:spPr>
            <a:xfrm rot="4320000">
              <a:off x="9659236" y="2232017"/>
              <a:ext cx="151424" cy="100949"/>
            </a:xfrm>
            <a:prstGeom prst="chord">
              <a:avLst>
                <a:gd name="adj1" fmla="val 0"/>
                <a:gd name="adj2" fmla="val 10800000"/>
              </a:avLst>
            </a:prstGeom>
            <a:solidFill>
              <a:srgbClr val="FFFFFF"/>
            </a:solidFill>
            <a:ln w="12700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3" name="Oval 162"/>
            <p:cNvSpPr/>
            <p:nvPr/>
          </p:nvSpPr>
          <p:spPr>
            <a:xfrm rot="4320000">
              <a:off x="10107593" y="1839684"/>
              <a:ext cx="286024" cy="302849"/>
            </a:xfrm>
            <a:prstGeom prst="ellipse">
              <a:avLst/>
            </a:prstGeom>
            <a:solidFill>
              <a:srgbClr val="B5E2D3"/>
            </a:solidFill>
            <a:ln w="28575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4" name="Oval 163"/>
            <p:cNvSpPr/>
            <p:nvPr/>
          </p:nvSpPr>
          <p:spPr>
            <a:xfrm rot="10580960">
              <a:off x="10026802" y="1959032"/>
              <a:ext cx="134599" cy="84124"/>
            </a:xfrm>
            <a:prstGeom prst="ellipse">
              <a:avLst/>
            </a:prstGeom>
            <a:solidFill>
              <a:srgbClr val="007A5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5" name="Oval 164"/>
            <p:cNvSpPr/>
            <p:nvPr/>
          </p:nvSpPr>
          <p:spPr>
            <a:xfrm rot="4320000">
              <a:off x="10180382" y="2063705"/>
              <a:ext cx="286024" cy="302849"/>
            </a:xfrm>
            <a:prstGeom prst="ellipse">
              <a:avLst/>
            </a:prstGeom>
            <a:solidFill>
              <a:srgbClr val="B5E2D3"/>
            </a:solidFill>
            <a:ln w="28575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6" name="Oval 165"/>
            <p:cNvSpPr/>
            <p:nvPr/>
          </p:nvSpPr>
          <p:spPr>
            <a:xfrm rot="8859040">
              <a:off x="10123611" y="2256980"/>
              <a:ext cx="134599" cy="84124"/>
            </a:xfrm>
            <a:prstGeom prst="ellipse">
              <a:avLst/>
            </a:prstGeom>
            <a:solidFill>
              <a:srgbClr val="007A5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10" name="Group 209"/>
          <p:cNvGrpSpPr/>
          <p:nvPr/>
        </p:nvGrpSpPr>
        <p:grpSpPr>
          <a:xfrm>
            <a:off x="7867863" y="1631655"/>
            <a:ext cx="723473" cy="2355494"/>
            <a:chOff x="7867863" y="1631655"/>
            <a:chExt cx="723473" cy="2355494"/>
          </a:xfrm>
        </p:grpSpPr>
        <p:cxnSp>
          <p:nvCxnSpPr>
            <p:cNvPr id="168" name="Connector 167"/>
            <p:cNvCxnSpPr/>
            <p:nvPr/>
          </p:nvCxnSpPr>
          <p:spPr>
            <a:xfrm flipH="1">
              <a:off x="7943575" y="3347801"/>
              <a:ext cx="143012" cy="252374"/>
            </a:xfrm>
            <a:prstGeom prst="line">
              <a:avLst/>
            </a:prstGeom>
            <a:ln w="160274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Connector 168"/>
            <p:cNvCxnSpPr/>
            <p:nvPr/>
          </p:nvCxnSpPr>
          <p:spPr>
            <a:xfrm flipH="1">
              <a:off x="7943575" y="3347801"/>
              <a:ext cx="143012" cy="252374"/>
            </a:xfrm>
            <a:prstGeom prst="line">
              <a:avLst/>
            </a:prstGeom>
            <a:ln w="128524" cap="rnd">
              <a:solidFill>
                <a:srgbClr val="E8B98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Connector 169"/>
            <p:cNvCxnSpPr/>
            <p:nvPr/>
          </p:nvCxnSpPr>
          <p:spPr>
            <a:xfrm>
              <a:off x="7943575" y="3600175"/>
              <a:ext cx="117775" cy="286025"/>
            </a:xfrm>
            <a:prstGeom prst="line">
              <a:avLst/>
            </a:prstGeom>
            <a:ln w="160274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Connector 170"/>
            <p:cNvCxnSpPr/>
            <p:nvPr/>
          </p:nvCxnSpPr>
          <p:spPr>
            <a:xfrm>
              <a:off x="7943575" y="3600175"/>
              <a:ext cx="117775" cy="286025"/>
            </a:xfrm>
            <a:prstGeom prst="line">
              <a:avLst/>
            </a:prstGeom>
            <a:ln w="128524" cap="rnd">
              <a:solidFill>
                <a:srgbClr val="F6B25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2" name="Rounded Rectangle 171"/>
            <p:cNvSpPr/>
            <p:nvPr/>
          </p:nvSpPr>
          <p:spPr>
            <a:xfrm>
              <a:off x="7867863" y="3852550"/>
              <a:ext cx="286024" cy="134599"/>
            </a:xfrm>
            <a:prstGeom prst="roundRect">
              <a:avLst/>
            </a:prstGeom>
            <a:solidFill>
              <a:srgbClr val="1F2430"/>
            </a:solidFill>
            <a:ln w="12700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73" name="Connector 172"/>
            <p:cNvCxnSpPr/>
            <p:nvPr/>
          </p:nvCxnSpPr>
          <p:spPr>
            <a:xfrm>
              <a:off x="8372612" y="3347801"/>
              <a:ext cx="143012" cy="252374"/>
            </a:xfrm>
            <a:prstGeom prst="line">
              <a:avLst/>
            </a:prstGeom>
            <a:ln w="160274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Connector 173"/>
            <p:cNvCxnSpPr/>
            <p:nvPr/>
          </p:nvCxnSpPr>
          <p:spPr>
            <a:xfrm>
              <a:off x="8372612" y="3347801"/>
              <a:ext cx="143012" cy="252374"/>
            </a:xfrm>
            <a:prstGeom prst="line">
              <a:avLst/>
            </a:prstGeom>
            <a:ln w="128524" cap="rnd">
              <a:solidFill>
                <a:srgbClr val="E8B98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Connector 174"/>
            <p:cNvCxnSpPr/>
            <p:nvPr/>
          </p:nvCxnSpPr>
          <p:spPr>
            <a:xfrm flipH="1">
              <a:off x="8397849" y="3600175"/>
              <a:ext cx="117775" cy="286025"/>
            </a:xfrm>
            <a:prstGeom prst="line">
              <a:avLst/>
            </a:prstGeom>
            <a:ln w="160274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Connector 175"/>
            <p:cNvCxnSpPr/>
            <p:nvPr/>
          </p:nvCxnSpPr>
          <p:spPr>
            <a:xfrm flipH="1">
              <a:off x="8397849" y="3600175"/>
              <a:ext cx="117775" cy="286025"/>
            </a:xfrm>
            <a:prstGeom prst="line">
              <a:avLst/>
            </a:prstGeom>
            <a:ln w="128524" cap="rnd">
              <a:solidFill>
                <a:srgbClr val="F6B25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7" name="Rounded Rectangle 176"/>
            <p:cNvSpPr/>
            <p:nvPr/>
          </p:nvSpPr>
          <p:spPr>
            <a:xfrm>
              <a:off x="8305312" y="3852550"/>
              <a:ext cx="286024" cy="134599"/>
            </a:xfrm>
            <a:prstGeom prst="roundRect">
              <a:avLst/>
            </a:prstGeom>
            <a:solidFill>
              <a:srgbClr val="1F2430"/>
            </a:solidFill>
            <a:ln w="12700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8" name="Rounded Rectangle 177"/>
            <p:cNvSpPr/>
            <p:nvPr/>
          </p:nvSpPr>
          <p:spPr>
            <a:xfrm>
              <a:off x="7918338" y="3221614"/>
              <a:ext cx="622523" cy="302849"/>
            </a:xfrm>
            <a:prstGeom prst="roundRect">
              <a:avLst/>
            </a:prstGeom>
            <a:solidFill>
              <a:srgbClr val="1D3557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79" name="Connector 178"/>
            <p:cNvCxnSpPr/>
            <p:nvPr/>
          </p:nvCxnSpPr>
          <p:spPr>
            <a:xfrm flipV="1">
              <a:off x="8229600" y="2405603"/>
              <a:ext cx="0" cy="143012"/>
            </a:xfrm>
            <a:prstGeom prst="line">
              <a:avLst/>
            </a:prstGeom>
            <a:ln w="136906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Connector 179"/>
            <p:cNvCxnSpPr/>
            <p:nvPr/>
          </p:nvCxnSpPr>
          <p:spPr>
            <a:xfrm flipV="1">
              <a:off x="8229600" y="2405603"/>
              <a:ext cx="0" cy="143012"/>
            </a:xfrm>
            <a:prstGeom prst="line">
              <a:avLst/>
            </a:prstGeom>
            <a:ln w="105156" cap="rnd">
              <a:solidFill>
                <a:srgbClr val="E8B98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1" name="Round Same Side Corner Rectangle 180"/>
            <p:cNvSpPr/>
            <p:nvPr/>
          </p:nvSpPr>
          <p:spPr>
            <a:xfrm>
              <a:off x="7901513" y="2523378"/>
              <a:ext cx="656173" cy="824423"/>
            </a:xfrm>
            <a:prstGeom prst="round2SameRect">
              <a:avLst>
                <a:gd name="adj1" fmla="val 30000"/>
                <a:gd name="adj2" fmla="val 12000"/>
              </a:avLst>
            </a:prstGeom>
            <a:solidFill>
              <a:srgbClr val="F28C28"/>
            </a:solidFill>
            <a:ln w="22225">
              <a:solidFill>
                <a:srgbClr val="A844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2" name="Rounded Rectangle 181"/>
            <p:cNvSpPr/>
            <p:nvPr/>
          </p:nvSpPr>
          <p:spPr>
            <a:xfrm>
              <a:off x="7918338" y="3259470"/>
              <a:ext cx="622523" cy="75712"/>
            </a:xfrm>
            <a:prstGeom prst="roundRect">
              <a:avLst/>
            </a:prstGeom>
            <a:solidFill>
              <a:srgbClr val="A844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3" name="Chord 182"/>
            <p:cNvSpPr/>
            <p:nvPr/>
          </p:nvSpPr>
          <p:spPr>
            <a:xfrm>
              <a:off x="8103412" y="2447665"/>
              <a:ext cx="252374" cy="168249"/>
            </a:xfrm>
            <a:prstGeom prst="chord">
              <a:avLst>
                <a:gd name="adj1" fmla="val 0"/>
                <a:gd name="adj2" fmla="val 10800000"/>
              </a:avLst>
            </a:prstGeom>
            <a:solidFill>
              <a:srgbClr val="FFFFFF"/>
            </a:solidFill>
            <a:ln w="12700">
              <a:solidFill>
                <a:srgbClr val="A844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4" name="TextBox 183"/>
            <p:cNvSpPr txBox="1"/>
            <p:nvPr/>
          </p:nvSpPr>
          <p:spPr>
            <a:xfrm>
              <a:off x="7977225" y="2691627"/>
              <a:ext cx="504748" cy="47109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2300" b="1">
                  <a:solidFill>
                    <a:srgbClr val="FFFFFF"/>
                  </a:solidFill>
                  <a:latin typeface="PT Sans"/>
                </a:rPr>
                <a:t>1</a:t>
              </a:r>
            </a:p>
          </p:txBody>
        </p:sp>
        <p:cxnSp>
          <p:nvCxnSpPr>
            <p:cNvPr id="185" name="Connector 184"/>
            <p:cNvCxnSpPr/>
            <p:nvPr/>
          </p:nvCxnSpPr>
          <p:spPr>
            <a:xfrm flipH="1" flipV="1">
              <a:off x="7893100" y="2153229"/>
              <a:ext cx="33650" cy="420624"/>
            </a:xfrm>
            <a:prstGeom prst="line">
              <a:avLst/>
            </a:prstGeom>
            <a:ln w="148590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Connector 185"/>
            <p:cNvCxnSpPr/>
            <p:nvPr/>
          </p:nvCxnSpPr>
          <p:spPr>
            <a:xfrm flipH="1" flipV="1">
              <a:off x="7893100" y="2153229"/>
              <a:ext cx="33650" cy="420624"/>
            </a:xfrm>
            <a:prstGeom prst="line">
              <a:avLst/>
            </a:prstGeom>
            <a:ln w="116840" cap="rnd">
              <a:solidFill>
                <a:srgbClr val="F28C2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Connector 186"/>
            <p:cNvCxnSpPr/>
            <p:nvPr/>
          </p:nvCxnSpPr>
          <p:spPr>
            <a:xfrm flipV="1">
              <a:off x="7893100" y="1783080"/>
              <a:ext cx="117775" cy="370149"/>
            </a:xfrm>
            <a:prstGeom prst="line">
              <a:avLst/>
            </a:prstGeom>
            <a:ln w="148590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Connector 187"/>
            <p:cNvCxnSpPr/>
            <p:nvPr/>
          </p:nvCxnSpPr>
          <p:spPr>
            <a:xfrm flipV="1">
              <a:off x="7893100" y="1783080"/>
              <a:ext cx="117775" cy="370149"/>
            </a:xfrm>
            <a:prstGeom prst="line">
              <a:avLst/>
            </a:prstGeom>
            <a:ln w="116840" cap="rnd">
              <a:solidFill>
                <a:srgbClr val="F28C2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Connector 188"/>
            <p:cNvCxnSpPr/>
            <p:nvPr/>
          </p:nvCxnSpPr>
          <p:spPr>
            <a:xfrm flipV="1">
              <a:off x="8532449" y="2153229"/>
              <a:ext cx="33650" cy="420624"/>
            </a:xfrm>
            <a:prstGeom prst="line">
              <a:avLst/>
            </a:prstGeom>
            <a:ln w="148590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Connector 189"/>
            <p:cNvCxnSpPr/>
            <p:nvPr/>
          </p:nvCxnSpPr>
          <p:spPr>
            <a:xfrm flipV="1">
              <a:off x="8532449" y="2153229"/>
              <a:ext cx="33650" cy="420624"/>
            </a:xfrm>
            <a:prstGeom prst="line">
              <a:avLst/>
            </a:prstGeom>
            <a:ln w="116840" cap="rnd">
              <a:solidFill>
                <a:srgbClr val="F28C2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Connector 190"/>
            <p:cNvCxnSpPr/>
            <p:nvPr/>
          </p:nvCxnSpPr>
          <p:spPr>
            <a:xfrm flipH="1" flipV="1">
              <a:off x="8448324" y="1783080"/>
              <a:ext cx="117775" cy="370149"/>
            </a:xfrm>
            <a:prstGeom prst="line">
              <a:avLst/>
            </a:prstGeom>
            <a:ln w="148590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Connector 191"/>
            <p:cNvCxnSpPr/>
            <p:nvPr/>
          </p:nvCxnSpPr>
          <p:spPr>
            <a:xfrm flipH="1" flipV="1">
              <a:off x="8448324" y="1783080"/>
              <a:ext cx="117775" cy="370149"/>
            </a:xfrm>
            <a:prstGeom prst="line">
              <a:avLst/>
            </a:prstGeom>
            <a:ln w="116840" cap="rnd">
              <a:solidFill>
                <a:srgbClr val="F28C2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3" name="Oval 192"/>
            <p:cNvSpPr/>
            <p:nvPr/>
          </p:nvSpPr>
          <p:spPr>
            <a:xfrm>
              <a:off x="7973019" y="2165847"/>
              <a:ext cx="92537" cy="126187"/>
            </a:xfrm>
            <a:prstGeom prst="ellipse">
              <a:avLst/>
            </a:prstGeom>
            <a:solidFill>
              <a:srgbClr val="E8B98E"/>
            </a:solidFill>
            <a:ln w="12700">
              <a:solidFill>
                <a:srgbClr val="A86E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4" name="Oval 193"/>
            <p:cNvSpPr/>
            <p:nvPr/>
          </p:nvSpPr>
          <p:spPr>
            <a:xfrm>
              <a:off x="8393643" y="2165847"/>
              <a:ext cx="92537" cy="126187"/>
            </a:xfrm>
            <a:prstGeom prst="ellipse">
              <a:avLst/>
            </a:prstGeom>
            <a:solidFill>
              <a:srgbClr val="E8B98E"/>
            </a:solidFill>
            <a:ln w="12700">
              <a:solidFill>
                <a:srgbClr val="A86E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5" name="Oval 194"/>
            <p:cNvSpPr/>
            <p:nvPr/>
          </p:nvSpPr>
          <p:spPr>
            <a:xfrm>
              <a:off x="8002463" y="1976567"/>
              <a:ext cx="454273" cy="370149"/>
            </a:xfrm>
            <a:prstGeom prst="ellipse">
              <a:avLst/>
            </a:prstGeom>
            <a:solidFill>
              <a:srgbClr val="3A2A22"/>
            </a:solidFill>
            <a:ln w="15875">
              <a:solidFill>
                <a:srgbClr val="3A2A2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6" name="Oval 195"/>
            <p:cNvSpPr/>
            <p:nvPr/>
          </p:nvSpPr>
          <p:spPr>
            <a:xfrm>
              <a:off x="8031906" y="2064898"/>
              <a:ext cx="395386" cy="395386"/>
            </a:xfrm>
            <a:prstGeom prst="ellipse">
              <a:avLst/>
            </a:prstGeom>
            <a:solidFill>
              <a:srgbClr val="E8B98E"/>
            </a:solidFill>
            <a:ln w="15875">
              <a:solidFill>
                <a:srgbClr val="A86E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7" name="Chord 196"/>
            <p:cNvSpPr/>
            <p:nvPr/>
          </p:nvSpPr>
          <p:spPr>
            <a:xfrm>
              <a:off x="8031906" y="2018629"/>
              <a:ext cx="395386" cy="185074"/>
            </a:xfrm>
            <a:prstGeom prst="chord">
              <a:avLst>
                <a:gd name="adj1" fmla="val 10800000"/>
                <a:gd name="adj2" fmla="val 0"/>
              </a:avLst>
            </a:prstGeom>
            <a:solidFill>
              <a:srgbClr val="3A2A2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8" name="Oval 197"/>
            <p:cNvSpPr/>
            <p:nvPr/>
          </p:nvSpPr>
          <p:spPr>
            <a:xfrm>
              <a:off x="8113928" y="2207910"/>
              <a:ext cx="63093" cy="75712"/>
            </a:xfrm>
            <a:prstGeom prst="ellipse">
              <a:avLst/>
            </a:prstGeom>
            <a:solidFill>
              <a:srgbClr val="1F243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9" name="Oval 198"/>
            <p:cNvSpPr/>
            <p:nvPr/>
          </p:nvSpPr>
          <p:spPr>
            <a:xfrm>
              <a:off x="8147578" y="2222632"/>
              <a:ext cx="21031" cy="2103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0" name="Rounded Rectangle 199"/>
            <p:cNvSpPr/>
            <p:nvPr/>
          </p:nvSpPr>
          <p:spPr>
            <a:xfrm>
              <a:off x="8103412" y="2167950"/>
              <a:ext cx="84124" cy="21031"/>
            </a:xfrm>
            <a:prstGeom prst="roundRect">
              <a:avLst/>
            </a:prstGeom>
            <a:solidFill>
              <a:srgbClr val="3A2A2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1" name="Oval 200"/>
            <p:cNvSpPr/>
            <p:nvPr/>
          </p:nvSpPr>
          <p:spPr>
            <a:xfrm>
              <a:off x="8282178" y="2207910"/>
              <a:ext cx="63093" cy="75712"/>
            </a:xfrm>
            <a:prstGeom prst="ellipse">
              <a:avLst/>
            </a:prstGeom>
            <a:solidFill>
              <a:srgbClr val="1F243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2" name="Oval 201"/>
            <p:cNvSpPr/>
            <p:nvPr/>
          </p:nvSpPr>
          <p:spPr>
            <a:xfrm>
              <a:off x="8315827" y="2222632"/>
              <a:ext cx="21031" cy="2103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3" name="Rounded Rectangle 202"/>
            <p:cNvSpPr/>
            <p:nvPr/>
          </p:nvSpPr>
          <p:spPr>
            <a:xfrm>
              <a:off x="8271662" y="2167950"/>
              <a:ext cx="84124" cy="21031"/>
            </a:xfrm>
            <a:prstGeom prst="roundRect">
              <a:avLst/>
            </a:prstGeom>
            <a:solidFill>
              <a:srgbClr val="3A2A2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4" name="Oval 203"/>
            <p:cNvSpPr/>
            <p:nvPr/>
          </p:nvSpPr>
          <p:spPr>
            <a:xfrm>
              <a:off x="8208568" y="2279416"/>
              <a:ext cx="42062" cy="33649"/>
            </a:xfrm>
            <a:prstGeom prst="ellipse">
              <a:avLst/>
            </a:prstGeom>
            <a:solidFill>
              <a:srgbClr val="A86E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5" name="Chord 204"/>
            <p:cNvSpPr/>
            <p:nvPr/>
          </p:nvSpPr>
          <p:spPr>
            <a:xfrm>
              <a:off x="8153887" y="2296241"/>
              <a:ext cx="151424" cy="100949"/>
            </a:xfrm>
            <a:prstGeom prst="chord">
              <a:avLst>
                <a:gd name="adj1" fmla="val 0"/>
                <a:gd name="adj2" fmla="val 10800000"/>
              </a:avLst>
            </a:prstGeom>
            <a:solidFill>
              <a:srgbClr val="FFFFFF"/>
            </a:solidFill>
            <a:ln w="12700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6" name="Oval 205"/>
            <p:cNvSpPr/>
            <p:nvPr/>
          </p:nvSpPr>
          <p:spPr>
            <a:xfrm>
              <a:off x="7867863" y="1631655"/>
              <a:ext cx="286024" cy="302849"/>
            </a:xfrm>
            <a:prstGeom prst="ellipse">
              <a:avLst/>
            </a:prstGeom>
            <a:solidFill>
              <a:srgbClr val="B5E2D3"/>
            </a:solidFill>
            <a:ln w="28575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7" name="Oval 206"/>
            <p:cNvSpPr/>
            <p:nvPr/>
          </p:nvSpPr>
          <p:spPr>
            <a:xfrm rot="6459007">
              <a:off x="7894110" y="1896480"/>
              <a:ext cx="134599" cy="84124"/>
            </a:xfrm>
            <a:prstGeom prst="ellipse">
              <a:avLst/>
            </a:prstGeom>
            <a:solidFill>
              <a:srgbClr val="007A5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8" name="Oval 207"/>
            <p:cNvSpPr/>
            <p:nvPr/>
          </p:nvSpPr>
          <p:spPr>
            <a:xfrm>
              <a:off x="8305312" y="1631655"/>
              <a:ext cx="286024" cy="302849"/>
            </a:xfrm>
            <a:prstGeom prst="ellipse">
              <a:avLst/>
            </a:prstGeom>
            <a:solidFill>
              <a:srgbClr val="B5E2D3"/>
            </a:solidFill>
            <a:ln w="28575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9" name="Oval 208"/>
            <p:cNvSpPr/>
            <p:nvPr/>
          </p:nvSpPr>
          <p:spPr>
            <a:xfrm rot="4340993">
              <a:off x="8430490" y="1896480"/>
              <a:ext cx="134599" cy="84124"/>
            </a:xfrm>
            <a:prstGeom prst="ellipse">
              <a:avLst/>
            </a:prstGeom>
            <a:solidFill>
              <a:srgbClr val="007A5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211" name="Oval 210"/>
          <p:cNvSpPr/>
          <p:nvPr/>
        </p:nvSpPr>
        <p:spPr>
          <a:xfrm>
            <a:off x="7903845" y="5497830"/>
            <a:ext cx="651509" cy="137160"/>
          </a:xfrm>
          <a:prstGeom prst="ellipse">
            <a:avLst/>
          </a:prstGeom>
          <a:solidFill>
            <a:srgbClr val="8CB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Explosion 211"/>
          <p:cNvSpPr/>
          <p:nvPr/>
        </p:nvSpPr>
        <p:spPr>
          <a:xfrm>
            <a:off x="7680960" y="5017770"/>
            <a:ext cx="1097280" cy="754380"/>
          </a:xfrm>
          <a:prstGeom prst="irregularSeal2">
            <a:avLst/>
          </a:prstGeom>
          <a:solidFill>
            <a:srgbClr val="FFFFFF"/>
          </a:solidFill>
          <a:ln w="1587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Explosion 212"/>
          <p:cNvSpPr/>
          <p:nvPr/>
        </p:nvSpPr>
        <p:spPr>
          <a:xfrm>
            <a:off x="5394960" y="1440179"/>
            <a:ext cx="1554480" cy="1325880"/>
          </a:xfrm>
          <a:prstGeom prst="irregularSeal1">
            <a:avLst/>
          </a:prstGeom>
          <a:solidFill>
            <a:srgbClr val="FFEBB5"/>
          </a:solidFill>
          <a:ln w="317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7385243" y="4093125"/>
            <a:ext cx="510235" cy="51023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FCB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6958401" y="3189141"/>
            <a:ext cx="471830" cy="47183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FCB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6620438" y="2424469"/>
            <a:ext cx="433425" cy="43342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FCB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6317040" y="1952046"/>
            <a:ext cx="395020" cy="3950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FCB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Explosion 217"/>
          <p:cNvSpPr/>
          <p:nvPr/>
        </p:nvSpPr>
        <p:spPr>
          <a:xfrm>
            <a:off x="7703820" y="1348740"/>
            <a:ext cx="1051560" cy="868680"/>
          </a:xfrm>
          <a:prstGeom prst="irregularSeal2">
            <a:avLst/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7974482" y="4307738"/>
            <a:ext cx="510235" cy="51023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FCB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7993684" y="3631996"/>
            <a:ext cx="471830" cy="47183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FCB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8012887" y="2956255"/>
            <a:ext cx="433425" cy="43342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FCB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8032089" y="2280513"/>
            <a:ext cx="395020" cy="3950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FCB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Explosion 222"/>
          <p:cNvSpPr/>
          <p:nvPr/>
        </p:nvSpPr>
        <p:spPr>
          <a:xfrm>
            <a:off x="9761220" y="1668779"/>
            <a:ext cx="1051560" cy="868680"/>
          </a:xfrm>
          <a:prstGeom prst="irregularSeal2">
            <a:avLst/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8385962" y="4371746"/>
            <a:ext cx="510235" cy="51023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FCB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8816644" y="3760012"/>
            <a:ext cx="471830" cy="47183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FCB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9247327" y="3148279"/>
            <a:ext cx="433425" cy="43342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FCB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9678009" y="2536545"/>
            <a:ext cx="395020" cy="3950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FCB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237" name="Group 236"/>
          <p:cNvGrpSpPr/>
          <p:nvPr/>
        </p:nvGrpSpPr>
        <p:grpSpPr>
          <a:xfrm>
            <a:off x="7886700" y="4914900"/>
            <a:ext cx="685800" cy="685800"/>
            <a:chOff x="7886700" y="4914900"/>
            <a:chExt cx="685800" cy="685800"/>
          </a:xfrm>
        </p:grpSpPr>
        <p:sp>
          <p:nvSpPr>
            <p:cNvPr id="228" name="Oval 227"/>
            <p:cNvSpPr/>
            <p:nvPr/>
          </p:nvSpPr>
          <p:spPr>
            <a:xfrm>
              <a:off x="7886700" y="4914900"/>
              <a:ext cx="685800" cy="685800"/>
            </a:xfrm>
            <a:prstGeom prst="ellipse">
              <a:avLst/>
            </a:prstGeom>
            <a:solidFill>
              <a:srgbClr val="FFFFFF"/>
            </a:solidFill>
            <a:ln w="2222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9" name="Chord 228"/>
            <p:cNvSpPr/>
            <p:nvPr/>
          </p:nvSpPr>
          <p:spPr>
            <a:xfrm>
              <a:off x="7910702" y="4938903"/>
              <a:ext cx="637794" cy="637794"/>
            </a:xfrm>
            <a:prstGeom prst="chord">
              <a:avLst>
                <a:gd name="adj1" fmla="val 18900000"/>
                <a:gd name="adj2" fmla="val 8100000"/>
              </a:avLst>
            </a:prstGeom>
            <a:solidFill>
              <a:srgbClr val="E3E7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0" name="Regular Pentagon 229"/>
            <p:cNvSpPr/>
            <p:nvPr/>
          </p:nvSpPr>
          <p:spPr>
            <a:xfrm rot="2160000">
              <a:off x="8161020" y="4945761"/>
              <a:ext cx="137160" cy="130302"/>
            </a:xfrm>
            <a:prstGeom prst="pentagon">
              <a:avLst/>
            </a:prstGeom>
            <a:solidFill>
              <a:srgbClr val="1D355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1" name="Regular Pentagon 230"/>
            <p:cNvSpPr/>
            <p:nvPr/>
          </p:nvSpPr>
          <p:spPr>
            <a:xfrm rot="6480000">
              <a:off x="8395824" y="5116356"/>
              <a:ext cx="137160" cy="130302"/>
            </a:xfrm>
            <a:prstGeom prst="pentagon">
              <a:avLst/>
            </a:prstGeom>
            <a:solidFill>
              <a:srgbClr val="1D355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2" name="Regular Pentagon 231"/>
            <p:cNvSpPr/>
            <p:nvPr/>
          </p:nvSpPr>
          <p:spPr>
            <a:xfrm rot="10800000">
              <a:off x="8306137" y="5392385"/>
              <a:ext cx="137160" cy="130302"/>
            </a:xfrm>
            <a:prstGeom prst="pentagon">
              <a:avLst/>
            </a:prstGeom>
            <a:solidFill>
              <a:srgbClr val="1D355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3" name="Regular Pentagon 232"/>
            <p:cNvSpPr/>
            <p:nvPr/>
          </p:nvSpPr>
          <p:spPr>
            <a:xfrm rot="15120000">
              <a:off x="8015902" y="5392385"/>
              <a:ext cx="137160" cy="130302"/>
            </a:xfrm>
            <a:prstGeom prst="pentagon">
              <a:avLst/>
            </a:prstGeom>
            <a:solidFill>
              <a:srgbClr val="1D355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4" name="Regular Pentagon 233"/>
            <p:cNvSpPr/>
            <p:nvPr/>
          </p:nvSpPr>
          <p:spPr>
            <a:xfrm rot="19440000">
              <a:off x="7926215" y="5116356"/>
              <a:ext cx="137160" cy="130302"/>
            </a:xfrm>
            <a:prstGeom prst="pentagon">
              <a:avLst/>
            </a:prstGeom>
            <a:solidFill>
              <a:srgbClr val="1D355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5" name="Regular Pentagon 234"/>
            <p:cNvSpPr/>
            <p:nvPr/>
          </p:nvSpPr>
          <p:spPr>
            <a:xfrm>
              <a:off x="8126729" y="5158359"/>
              <a:ext cx="205739" cy="198881"/>
            </a:xfrm>
            <a:prstGeom prst="pentagon">
              <a:avLst/>
            </a:prstGeom>
            <a:solidFill>
              <a:srgbClr val="1D355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6" name="Oval 235"/>
            <p:cNvSpPr/>
            <p:nvPr/>
          </p:nvSpPr>
          <p:spPr>
            <a:xfrm rot="19500000">
              <a:off x="8051292" y="5079492"/>
              <a:ext cx="82296" cy="5486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238" name="Rounded Rectangle 237"/>
          <p:cNvSpPr/>
          <p:nvPr/>
        </p:nvSpPr>
        <p:spPr>
          <a:xfrm>
            <a:off x="5623560" y="4224528"/>
            <a:ext cx="5212080" cy="10972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444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000" b="1">
                <a:solidFill>
                  <a:srgbClr val="007A5A"/>
                </a:solidFill>
                <a:latin typeface="PT Sans"/>
              </a:rPr>
              <a:t>ГОЛ!</a:t>
            </a:r>
          </a:p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4 + 2 + 2 = 8</a:t>
            </a:r>
          </a:p>
        </p:txBody>
      </p:sp>
      <p:sp>
        <p:nvSpPr>
          <p:cNvPr id="239" name="Rounded Rectangle 238"/>
          <p:cNvSpPr/>
          <p:nvPr/>
        </p:nvSpPr>
        <p:spPr>
          <a:xfrm>
            <a:off x="5257800" y="4224528"/>
            <a:ext cx="5943600" cy="120700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444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3400" b="1">
                <a:solidFill>
                  <a:srgbClr val="A84400"/>
                </a:solidFill>
                <a:latin typeface="PT Sans"/>
              </a:rPr>
              <a:t>Кармап калды!</a:t>
            </a:r>
          </a:p>
          <a:p>
            <a:pPr algn="ctr"/>
            <a:r>
              <a:rPr sz="1900" b="1">
                <a:solidFill>
                  <a:srgbClr val="1D3557"/>
                </a:solidFill>
                <a:latin typeface="PT Sans"/>
              </a:rPr>
              <a:t>Туура жооп: 4 + 2 + 2 = 8</a:t>
            </a:r>
          </a:p>
          <a:p>
            <a:pPr algn="ctr"/>
            <a:r>
              <a:rPr sz="1200" b="0">
                <a:solidFill>
                  <a:srgbClr val="1F2430"/>
                </a:solidFill>
                <a:latin typeface="PT Sans"/>
              </a:rPr>
              <a:t>Кеңеш: ар бир буюмду бир жолу гана санайбыз.</a:t>
            </a:r>
          </a:p>
        </p:txBody>
      </p:sp>
      <p:sp>
        <p:nvSpPr>
          <p:cNvPr id="240" name="Rounded Rectangle 239"/>
          <p:cNvSpPr/>
          <p:nvPr/>
        </p:nvSpPr>
        <p:spPr>
          <a:xfrm>
            <a:off x="5257800" y="4224528"/>
            <a:ext cx="5943600" cy="120700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444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3400" b="1">
                <a:solidFill>
                  <a:srgbClr val="A84400"/>
                </a:solidFill>
                <a:latin typeface="PT Sans"/>
              </a:rPr>
              <a:t>Кармап калды!</a:t>
            </a:r>
          </a:p>
          <a:p>
            <a:pPr algn="ctr"/>
            <a:r>
              <a:rPr sz="1900" b="1">
                <a:solidFill>
                  <a:srgbClr val="1D3557"/>
                </a:solidFill>
                <a:latin typeface="PT Sans"/>
              </a:rPr>
              <a:t>Туура жооп: 4 + 2 + 2 = 8</a:t>
            </a:r>
          </a:p>
          <a:p>
            <a:pPr algn="ctr"/>
            <a:r>
              <a:rPr sz="1200" b="0">
                <a:solidFill>
                  <a:srgbClr val="1F2430"/>
                </a:solidFill>
                <a:latin typeface="PT Sans"/>
              </a:rPr>
              <a:t>Кеңеш: бардык сандарды коштуңбу? Бирин да унутпа.</a:t>
            </a:r>
          </a:p>
        </p:txBody>
      </p:sp>
      <p:sp>
        <p:nvSpPr>
          <p:cNvPr id="241" name="Rectangle 240"/>
          <p:cNvSpPr/>
          <p:nvPr/>
        </p:nvSpPr>
        <p:spPr>
          <a:xfrm>
            <a:off x="8183879" y="2697480"/>
            <a:ext cx="155448" cy="91440"/>
          </a:xfrm>
          <a:prstGeom prst="rect">
            <a:avLst/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8183879" y="2697480"/>
            <a:ext cx="155448" cy="91440"/>
          </a:xfrm>
          <a:prstGeom prst="rect">
            <a:avLst/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8183879" y="2697480"/>
            <a:ext cx="155448" cy="91440"/>
          </a:xfrm>
          <a:prstGeom prst="rect">
            <a:avLst/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8183879" y="2697480"/>
            <a:ext cx="155448" cy="91440"/>
          </a:xfrm>
          <a:prstGeom prst="rect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8183879" y="2697480"/>
            <a:ext cx="155448" cy="91440"/>
          </a:xfrm>
          <a:prstGeom prst="rect">
            <a:avLst/>
          </a:prstGeom>
          <a:solidFill>
            <a:srgbClr val="F2C9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8183879" y="2697480"/>
            <a:ext cx="155448" cy="91440"/>
          </a:xfrm>
          <a:prstGeom prst="rect">
            <a:avLst/>
          </a:prstGeom>
          <a:solidFill>
            <a:srgbClr val="B5E2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8183879" y="2697480"/>
            <a:ext cx="155448" cy="91440"/>
          </a:xfrm>
          <a:prstGeom prst="rect">
            <a:avLst/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8183879" y="2697480"/>
            <a:ext cx="155448" cy="91440"/>
          </a:xfrm>
          <a:prstGeom prst="rect">
            <a:avLst/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8183879" y="2697480"/>
            <a:ext cx="155448" cy="91440"/>
          </a:xfrm>
          <a:prstGeom prst="rect">
            <a:avLst/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8183879" y="2697480"/>
            <a:ext cx="155448" cy="91440"/>
          </a:xfrm>
          <a:prstGeom prst="rect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8183879" y="2697480"/>
            <a:ext cx="155448" cy="91440"/>
          </a:xfrm>
          <a:prstGeom prst="rect">
            <a:avLst/>
          </a:prstGeom>
          <a:solidFill>
            <a:srgbClr val="F2C9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Rectangle 251"/>
          <p:cNvSpPr/>
          <p:nvPr/>
        </p:nvSpPr>
        <p:spPr>
          <a:xfrm>
            <a:off x="8183879" y="2697480"/>
            <a:ext cx="155448" cy="91440"/>
          </a:xfrm>
          <a:prstGeom prst="rect">
            <a:avLst/>
          </a:prstGeom>
          <a:solidFill>
            <a:srgbClr val="B5E2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Rectangle 252"/>
          <p:cNvSpPr/>
          <p:nvPr/>
        </p:nvSpPr>
        <p:spPr>
          <a:xfrm>
            <a:off x="8183879" y="2697480"/>
            <a:ext cx="155448" cy="91440"/>
          </a:xfrm>
          <a:prstGeom prst="rect">
            <a:avLst/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Rectangle 253"/>
          <p:cNvSpPr/>
          <p:nvPr/>
        </p:nvSpPr>
        <p:spPr>
          <a:xfrm>
            <a:off x="8183879" y="2697480"/>
            <a:ext cx="155448" cy="91440"/>
          </a:xfrm>
          <a:prstGeom prst="rect">
            <a:avLst/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Pentagon 254">
            <a:hlinkClick action="ppaction://hlinksldjump" r:id="rId8"/>
          </p:cNvPr>
          <p:cNvSpPr/>
          <p:nvPr/>
        </p:nvSpPr>
        <p:spPr>
          <a:xfrm>
            <a:off x="8652967" y="5486400"/>
            <a:ext cx="3017520" cy="457200"/>
          </a:xfrm>
          <a:prstGeom prst="homePlate">
            <a:avLst/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Кийинки тепкич →</a:t>
            </a:r>
          </a:p>
        </p:txBody>
      </p:sp>
    </p:spTree>
  </p:cSld>
  <p:clrMapOvr>
    <a:masterClrMapping/>
  </p:clrMapOvr>
  <p:transition spd="med" advClick="0">
    <p:fade/>
    <p:sndAc>
      <p:stSnd>
        <p:snd r:embed="rId3" name="whistle.wav"/>
      </p:stSnd>
    </p:sndAc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180" fill="hold" autoRev="1" repeatCount="3000"/>
                                        <p:tgtEl>
                                          <p:spTgt spid="13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" presetID="1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" dur="2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2C9AC"/>
                                      </p:to>
                                    </p:animClr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"/>
                            </p:stCondLst>
                            <p:childTnLst>
                              <p:par>
                                <p:cTn id="13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5" dur="110" fill="hold" autoRev="1" repeatCount="3000"/>
                                        <p:tgtEl>
                                          <p:spTgt spid="237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150"/>
                            </p:stCondLst>
                            <p:childTnLst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6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6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8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25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0" presetClass="path" presetSubtype="0" accel="40000" decel="2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9281 -0.20700 -0.11813 -0.51520 -0.16875 -0.46000 E" pathEditMode="relative" rAng="0">
                                      <p:cBhvr>
                                        <p:cTn id="28" dur="600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k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9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31" dur="600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2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4" dur="600" fill="hold"/>
                                        <p:tgtEl>
                                          <p:spTgt spid="237"/>
                                        </p:tgtEl>
                                      </p:cBhvr>
                                      <p:by x="65000" y="6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200"/>
                            </p:stCondLst>
                            <p:childTnLst>
                              <p:par>
                                <p:cTn id="3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32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5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32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270"/>
                            </p:stCondLst>
                            <p:childTnLst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310"/>
                            </p:stCondLst>
                            <p:childTnLst>
                              <p:par>
                                <p:cTn id="4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25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33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329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390"/>
                            </p:stCondLst>
                            <p:childTnLst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430"/>
                            </p:stCondLst>
                            <p:childTnLst>
                              <p:par>
                                <p:cTn id="5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33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329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510"/>
                            </p:stCondLst>
                            <p:childTnLst>
                              <p:par>
                                <p:cTn id="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550"/>
                            </p:stCondLst>
                            <p:childTnLst>
                              <p:par>
                                <p:cTn id="6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33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329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630"/>
                            </p:stCondLst>
                            <p:childTnLst>
                              <p:par>
                                <p:cTn id="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670"/>
                            </p:stCondLst>
                            <p:childTnLst>
                              <p:par>
                                <p:cTn id="7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" dur="33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329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1700"/>
                            </p:stCondLst>
                            <p:childTnLst>
                              <p:par>
                                <p:cTn id="8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2" dur="140" fill="hold" autoRev="1" repeatCount="2000"/>
                                        <p:tgtEl>
                                          <p:spTgt spid="33"/>
                                        </p:tgtEl>
                                      </p:cBhvr>
                                      <p:by x="104000" y="104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720"/>
                            </p:stCondLst>
                            <p:childTnLst>
                              <p:par>
                                <p:cTn id="8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260" fill="hold"/>
                                        <p:tgtEl>
                                          <p:spTgt spid="2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260" fill="hold"/>
                                        <p:tgtEl>
                                          <p:spTgt spid="2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13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2" fill="hold">
                            <p:stCondLst>
                              <p:cond delay="1750"/>
                            </p:stCondLst>
                            <p:childTnLst>
                              <p:par>
                                <p:cTn id="9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450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450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225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5" presetID="1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7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B5E2D3"/>
                                      </p:to>
                                    </p:animClr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7712 -0.17425 -0.16526 -0.10455 -0.22034 0.20964 E" pathEditMode="relative" rAng="0">
                                      <p:cBhvr>
                                        <p:cTn id="104" dur="1300" fill="hold"/>
                                        <p:tgtEl>
                                          <p:spTgt spid="2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5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107" dur="1300" fill="hold"/>
                                        <p:tgtEl>
                                          <p:spTgt spid="2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5939 -0.16504 -0.12727 -0.09902 -0.16969 0.12120 E" pathEditMode="relative" rAng="0">
                                      <p:cBhvr>
                                        <p:cTn id="112" dur="1300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3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115" dur="1300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5633 -0.21322 -0.12071 -0.12793 -0.16095 0.18058 E" pathEditMode="relative" rAng="0">
                                      <p:cBhvr>
                                        <p:cTn id="120" dur="1300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1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123" dur="1300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4331 -0.17548 -0.09281 -0.10529 -0.12375 0.17450 E" pathEditMode="relative" rAng="0">
                                      <p:cBhvr>
                                        <p:cTn id="128" dur="130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9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131" dur="130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2172 -0.14617 -0.04654 -0.08770 -0.06205 0.12179 E" pathEditMode="relative" rAng="0">
                                      <p:cBhvr>
                                        <p:cTn id="136" dur="1300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7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139" dur="1300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2180 -0.17505 -0.04672 -0.10503 -0.06229 0.20293 E" pathEditMode="relative" rAng="0">
                                      <p:cBhvr>
                                        <p:cTn id="144" dur="1300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5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147" dur="1300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0193 -0.13303 -0.00414 -0.07982 -0.00552 0.12961 E" pathEditMode="relative" rAng="0">
                                      <p:cBhvr>
                                        <p:cTn id="152" dur="1300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3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155" dur="1300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0104 -0.13502 -0.00224 -0.08101 -0.00299 0.14573 E" pathEditMode="relative" rAng="0">
                                      <p:cBhvr>
                                        <p:cTn id="160" dur="1300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1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163" dur="1300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1142 -0.14525 0.02446 -0.08715 0.03262 0.11242 E" pathEditMode="relative" rAng="0">
                                      <p:cBhvr>
                                        <p:cTn id="168" dur="1300" fill="hold"/>
                                        <p:tgtEl>
                                          <p:spTgt spid="2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9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171" dur="1300" fill="hold"/>
                                        <p:tgtEl>
                                          <p:spTgt spid="24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4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2690 -0.19987 0.05765 -0.11992 0.07687 0.11140 E" pathEditMode="relative" rAng="0">
                                      <p:cBhvr>
                                        <p:cTn id="176" dur="1300" fill="hold"/>
                                        <p:tgtEl>
                                          <p:spTgt spid="2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7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179" dur="1300" fill="hold"/>
                                        <p:tgtEl>
                                          <p:spTgt spid="25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8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2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4116 -0.15734 0.08819 -0.09440 0.11759 0.11887 E" pathEditMode="relative" rAng="0">
                                      <p:cBhvr>
                                        <p:cTn id="184" dur="1300" fill="hold"/>
                                        <p:tgtEl>
                                          <p:spTgt spid="2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5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187" dur="1300" fill="hold"/>
                                        <p:tgtEl>
                                          <p:spTgt spid="25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8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0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4745 -0.19270 0.10168 -0.11562 0.13558 0.19236 E" pathEditMode="relative" rAng="0">
                                      <p:cBhvr>
                                        <p:cTn id="192" dur="1300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3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195" dur="1300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8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6554 -0.20296 0.14044 -0.12178 0.18725 0.17712 E" pathEditMode="relative" rAng="0">
                                      <p:cBhvr>
                                        <p:cTn id="200" dur="1300" fill="hold"/>
                                        <p:tgtEl>
                                          <p:spTgt spid="2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1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203" dur="1300" fill="hold"/>
                                        <p:tgtEl>
                                          <p:spTgt spid="25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0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6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6995 -0.14183 0.14990 -0.08510 0.19987 0.15556 E" pathEditMode="relative" rAng="0">
                                      <p:cBhvr>
                                        <p:cTn id="208" dur="1300" fill="hold"/>
                                        <p:tgtEl>
                                          <p:spTgt spid="2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9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211" dur="1300" fill="hold"/>
                                        <p:tgtEl>
                                          <p:spTgt spid="25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7" fill="hold">
                            <p:stCondLst>
                              <p:cond delay="2150"/>
                            </p:stCondLst>
                            <p:childTnLst>
                              <p:par>
                                <p:cTn id="21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5" dur="4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4" fill="hold">
                            <p:stCondLst>
                              <p:cond delay="2800"/>
                            </p:stCondLst>
                            <p:childTnLst>
                              <p:par>
                                <p:cTn id="21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0" dur="3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4" dur="3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8" dur="3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2" dur="3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6" dur="3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0" dur="3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4" dur="3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8" dur="3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2" dur="3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6" dur="3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0" dur="3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4" dur="3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8" dur="3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2" dur="3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8" fill="hold">
                            <p:stCondLst>
                              <p:cond delay="3000"/>
                            </p:stCondLst>
                            <p:childTnLst>
                              <p:par>
                                <p:cTn id="2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7" dur="4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279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0" fill="hold">
                      <p:stCondLst>
                        <p:cond delay="0"/>
                      </p:stCondLst>
                      <p:childTnLst>
                        <p:par>
                          <p:cTn id="289" fill="hold">
                            <p:stCondLst>
                              <p:cond delay="0"/>
                            </p:stCondLst>
                            <p:childTnLst>
                              <p:par>
                                <p:cTn id="281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83" dur="180" fill="hold" autoRev="1" repeatCount="3000"/>
                                        <p:tgtEl>
                                          <p:spTgt spid="14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8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84" presetID="1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6" dur="2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2C9AC"/>
                                      </p:to>
                                    </p:animClr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3" fill="hold">
                            <p:stCondLst>
                              <p:cond delay="300"/>
                            </p:stCondLst>
                            <p:childTnLst>
                              <p:par>
                                <p:cTn id="29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92" dur="110" fill="hold" autoRev="1" repeatCount="3000"/>
                                        <p:tgtEl>
                                          <p:spTgt spid="237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2" fill="hold">
                            <p:stCondLst>
                              <p:cond delay="1150"/>
                            </p:stCondLst>
                            <p:childTnLst>
                              <p:par>
                                <p:cTn id="29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6" dur="16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7" dur="16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8" dur="8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1" dur="25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0 -0.50667 L 0.06750 -0.56667 L 0.12825 -0.26000 E" pathEditMode="relative" rAng="0">
                                      <p:cBhvr>
                                        <p:cTn id="305" dur="1150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k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06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64800000">
                                      <p:cBhvr>
                                        <p:cTn id="308" dur="1150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09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11" dur="600" fill="hold"/>
                                        <p:tgtEl>
                                          <p:spTgt spid="237"/>
                                        </p:tgtEl>
                                      </p:cBhvr>
                                      <p:by x="65000" y="6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0" fill="hold">
                            <p:stCondLst>
                              <p:cond delay="1200"/>
                            </p:stCondLst>
                            <p:childTnLst>
                              <p:par>
                                <p:cTn id="3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6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8" dur="320" fill="hold"/>
                                        <p:tgtEl>
                                          <p:spTgt spid="2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9" dur="320" fill="hold"/>
                                        <p:tgtEl>
                                          <p:spTgt spid="2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3" fill="hold">
                            <p:stCondLst>
                              <p:cond delay="1270"/>
                            </p:stCondLst>
                            <p:childTnLst>
                              <p:par>
                                <p:cTn id="3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2" fill="hold">
                            <p:stCondLst>
                              <p:cond delay="1310"/>
                            </p:stCondLst>
                            <p:childTnLst>
                              <p:par>
                                <p:cTn id="32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6" dur="25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0" dur="33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329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5" fill="hold">
                            <p:stCondLst>
                              <p:cond delay="1390"/>
                            </p:stCondLst>
                            <p:childTnLst>
                              <p:par>
                                <p:cTn id="3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0" fill="hold">
                            <p:stCondLst>
                              <p:cond delay="1430"/>
                            </p:stCondLst>
                            <p:childTnLst>
                              <p:par>
                                <p:cTn id="33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8" dur="33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329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3" fill="hold">
                            <p:stCondLst>
                              <p:cond delay="1510"/>
                            </p:stCondLst>
                            <p:childTnLst>
                              <p:par>
                                <p:cTn id="3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8" fill="hold">
                            <p:stCondLst>
                              <p:cond delay="1550"/>
                            </p:stCondLst>
                            <p:childTnLst>
                              <p:par>
                                <p:cTn id="34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6" dur="33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329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1" fill="hold">
                            <p:stCondLst>
                              <p:cond delay="1630"/>
                            </p:stCondLst>
                            <p:childTnLst>
                              <p:par>
                                <p:cTn id="3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6" fill="hold">
                            <p:stCondLst>
                              <p:cond delay="1670"/>
                            </p:stCondLst>
                            <p:childTnLst>
                              <p:par>
                                <p:cTn id="35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4" dur="33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5" dur="1" fill="hold">
                                          <p:stCondLst>
                                            <p:cond delay="329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2" fill="hold">
                            <p:stCondLst>
                              <p:cond delay="1720"/>
                            </p:stCondLst>
                            <p:childTnLst>
                              <p:par>
                                <p:cTn id="35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9" dur="260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0" dur="260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1" dur="13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8" fill="hold">
                            <p:stCondLst>
                              <p:cond delay="1750"/>
                            </p:stCondLst>
                            <p:childTnLst>
                              <p:par>
                                <p:cTn id="36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5" dur="450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6" dur="450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7" dur="225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groa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73" fill="hold">
                            <p:stCondLst>
                              <p:cond delay="2150"/>
                            </p:stCondLst>
                            <p:childTnLst>
                              <p:par>
                                <p:cTn id="36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1" dur="4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2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9" fill="hold">
                            <p:stCondLst>
                              <p:cond delay="2300"/>
                            </p:stCondLst>
                            <p:childTnLst>
                              <p:par>
                                <p:cTn id="374" presetID="1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6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B5E2D3"/>
                                      </p:to>
                                    </p:animClr>
                                    <p:set>
                                      <p:cBhvr>
                                        <p:cTn id="3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3" fill="hold">
                            <p:stCondLst>
                              <p:cond delay="3000"/>
                            </p:stCondLst>
                            <p:childTnLst>
                              <p:par>
                                <p:cTn id="3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2" dur="4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384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5" fill="hold">
                      <p:stCondLst>
                        <p:cond delay="0"/>
                      </p:stCondLst>
                      <p:childTnLst>
                        <p:par>
                          <p:cTn id="394" fill="hold">
                            <p:stCondLst>
                              <p:cond delay="0"/>
                            </p:stCondLst>
                            <p:childTnLst>
                              <p:par>
                                <p:cTn id="386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88" dur="180" fill="hold" autoRev="1" repeatCount="3000"/>
                                        <p:tgtEl>
                                          <p:spTgt spid="15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8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89" presetID="1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1" dur="2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2C9AC"/>
                                      </p:to>
                                    </p:animClr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8" fill="hold">
                            <p:stCondLst>
                              <p:cond delay="300"/>
                            </p:stCondLst>
                            <p:childTnLst>
                              <p:par>
                                <p:cTn id="395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97" dur="110" fill="hold" autoRev="1" repeatCount="3000"/>
                                        <p:tgtEl>
                                          <p:spTgt spid="237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7" fill="hold">
                            <p:stCondLst>
                              <p:cond delay="1150"/>
                            </p:stCondLst>
                            <p:childTnLst>
                              <p:par>
                                <p:cTn id="39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1" dur="16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2" dur="16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3" dur="8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6" dur="25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7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8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6875 -0.46000 L 0.20626 -0.52000 L 0.24001 -0.21333 E" pathEditMode="relative" rAng="0">
                                      <p:cBhvr>
                                        <p:cTn id="410" dur="1150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k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11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64800000">
                                      <p:cBhvr>
                                        <p:cTn id="413" dur="1150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14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16" dur="600" fill="hold"/>
                                        <p:tgtEl>
                                          <p:spTgt spid="237"/>
                                        </p:tgtEl>
                                      </p:cBhvr>
                                      <p:by x="65000" y="6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5" fill="hold">
                            <p:stCondLst>
                              <p:cond delay="1200"/>
                            </p:stCondLst>
                            <p:childTnLst>
                              <p:par>
                                <p:cTn id="41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3" dur="32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5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4" dur="32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8" fill="hold">
                            <p:stCondLst>
                              <p:cond delay="1270"/>
                            </p:stCondLst>
                            <p:childTnLst>
                              <p:par>
                                <p:cTn id="4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7" fill="hold">
                            <p:stCondLst>
                              <p:cond delay="1310"/>
                            </p:stCondLst>
                            <p:childTnLst>
                              <p:par>
                                <p:cTn id="42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1" dur="25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5" dur="33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6" dur="1" fill="hold">
                                          <p:stCondLst>
                                            <p:cond delay="329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0" fill="hold">
                            <p:stCondLst>
                              <p:cond delay="1390"/>
                            </p:stCondLst>
                            <p:childTnLst>
                              <p:par>
                                <p:cTn id="4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5" fill="hold">
                            <p:stCondLst>
                              <p:cond delay="1430"/>
                            </p:stCondLst>
                            <p:childTnLst>
                              <p:par>
                                <p:cTn id="44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3" dur="33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4" dur="1" fill="hold">
                                          <p:stCondLst>
                                            <p:cond delay="329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8" fill="hold">
                            <p:stCondLst>
                              <p:cond delay="1510"/>
                            </p:stCondLst>
                            <p:childTnLst>
                              <p:par>
                                <p:cTn id="4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3" fill="hold">
                            <p:stCondLst>
                              <p:cond delay="1550"/>
                            </p:stCondLst>
                            <p:childTnLst>
                              <p:par>
                                <p:cTn id="44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1" dur="33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2" dur="1" fill="hold">
                                          <p:stCondLst>
                                            <p:cond delay="329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6" fill="hold">
                            <p:stCondLst>
                              <p:cond delay="1630"/>
                            </p:stCondLst>
                            <p:childTnLst>
                              <p:par>
                                <p:cTn id="4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1" fill="hold">
                            <p:stCondLst>
                              <p:cond delay="1670"/>
                            </p:stCondLst>
                            <p:childTnLst>
                              <p:par>
                                <p:cTn id="45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9" dur="33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0" dur="1" fill="hold">
                                          <p:stCondLst>
                                            <p:cond delay="329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7" fill="hold">
                            <p:stCondLst>
                              <p:cond delay="1720"/>
                            </p:stCondLst>
                            <p:childTnLst>
                              <p:par>
                                <p:cTn id="46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4" dur="260" fill="hold"/>
                                        <p:tgtEl>
                                          <p:spTgt spid="2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5" dur="260" fill="hold"/>
                                        <p:tgtEl>
                                          <p:spTgt spid="2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6" dur="13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3" fill="hold">
                            <p:stCondLst>
                              <p:cond delay="1750"/>
                            </p:stCondLst>
                            <p:childTnLst>
                              <p:par>
                                <p:cTn id="46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0" dur="45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1" dur="45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2" dur="225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6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groa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78" fill="hold">
                            <p:stCondLst>
                              <p:cond delay="2150"/>
                            </p:stCondLst>
                            <p:childTnLst>
                              <p:par>
                                <p:cTn id="47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6" dur="4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7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4" fill="hold">
                            <p:stCondLst>
                              <p:cond delay="2300"/>
                            </p:stCondLst>
                            <p:childTnLst>
                              <p:par>
                                <p:cTn id="479" presetID="1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81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B5E2D3"/>
                                      </p:to>
                                    </p:animClr>
                                    <p:set>
                                      <p:cBhvr>
                                        <p:cTn id="4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8" fill="hold">
                            <p:stCondLst>
                              <p:cond delay="3000"/>
                            </p:stCondLst>
                            <p:childTnLst>
                              <p:par>
                                <p:cTn id="4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7" dur="4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211" grpId="0" animBg="1"/>
      <p:bldP spid="212" grpId="0" animBg="1"/>
      <p:bldP spid="213" grpId="0" animBg="1"/>
      <p:bldP spid="214" grpId="0" animBg="1"/>
      <p:bldP spid="215" grpId="0" animBg="1"/>
      <p:bldP spid="216" grpId="0" animBg="1"/>
      <p:bldP spid="217" grpId="0" animBg="1"/>
      <p:bldP spid="218" grpId="0" animBg="1"/>
      <p:bldP spid="219" grpId="0" animBg="1"/>
      <p:bldP spid="220" grpId="0" animBg="1"/>
      <p:bldP spid="221" grpId="0" animBg="1"/>
      <p:bldP spid="222" grpId="0" animBg="1"/>
      <p:bldP spid="223" grpId="0" animBg="1"/>
      <p:bldP spid="224" grpId="0" animBg="1"/>
      <p:bldP spid="225" grpId="0" animBg="1"/>
      <p:bldP spid="226" grpId="0" animBg="1"/>
      <p:bldP spid="227" grpId="0" animBg="1"/>
      <p:bldP spid="238" grpId="0" animBg="1"/>
      <p:bldP spid="239" grpId="0" animBg="1"/>
      <p:bldP spid="240" grpId="0" animBg="1"/>
      <p:bldP spid="241" grpId="0" animBg="1"/>
      <p:bldP spid="242" grpId="0" animBg="1"/>
      <p:bldP spid="243" grpId="0" animBg="1"/>
      <p:bldP spid="244" grpId="0" animBg="1"/>
      <p:bldP spid="245" grpId="0" animBg="1"/>
      <p:bldP spid="246" grpId="0" animBg="1"/>
      <p:bldP spid="247" grpId="0" animBg="1"/>
      <p:bldP spid="248" grpId="0" animBg="1"/>
      <p:bldP spid="249" grpId="0" animBg="1"/>
      <p:bldP spid="250" grpId="0" animBg="1"/>
      <p:bldP spid="251" grpId="0" animBg="1"/>
      <p:bldP spid="252" grpId="0" animBg="1"/>
      <p:bldP spid="253" grpId="0" animBg="1"/>
      <p:bldP spid="254" grpId="0" animBg="1"/>
      <p:bldP spid="255" grpId="0" animBg="1"/>
    </p:bld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Пенальти!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 ичинде кошуу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9-тепкич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12/16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4069080" cy="1828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298448"/>
            <a:ext cx="27432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6B7280"/>
                </a:solidFill>
                <a:latin typeface="PT Sans"/>
              </a:rPr>
              <a:t>СУРОО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" y="1554480"/>
            <a:ext cx="4069080" cy="1417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4200" b="1" i="0">
                <a:solidFill>
                  <a:srgbClr val="1F2430"/>
                </a:solidFill>
                <a:latin typeface="PT Sans"/>
              </a:rPr>
              <a:t>3 + 3 + 3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" y="3246120"/>
            <a:ext cx="4069080" cy="713232"/>
          </a:xfrm>
          <a:prstGeom prst="roundRect">
            <a:avLst>
              <a:gd name="adj" fmla="val 30000"/>
            </a:avLst>
          </a:prstGeom>
          <a:solidFill>
            <a:srgbClr val="BFCBE9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3200" b="1">
                <a:solidFill>
                  <a:srgbClr val="1D3557"/>
                </a:solidFill>
                <a:latin typeface="PT Sans"/>
              </a:rPr>
              <a:t>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" y="4087368"/>
            <a:ext cx="4069080" cy="713232"/>
          </a:xfrm>
          <a:prstGeom prst="roundRect">
            <a:avLst>
              <a:gd name="adj" fmla="val 30000"/>
            </a:avLst>
          </a:prstGeom>
          <a:solidFill>
            <a:srgbClr val="BFCBE9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3200" b="1">
                <a:solidFill>
                  <a:srgbClr val="1D3557"/>
                </a:solidFill>
                <a:latin typeface="PT Sans"/>
              </a:rPr>
              <a:t>10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" y="4928616"/>
            <a:ext cx="4069080" cy="713232"/>
          </a:xfrm>
          <a:prstGeom prst="roundRect">
            <a:avLst>
              <a:gd name="adj" fmla="val 30000"/>
            </a:avLst>
          </a:prstGeom>
          <a:solidFill>
            <a:srgbClr val="BFCBE9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3200" b="1">
                <a:solidFill>
                  <a:srgbClr val="1D3557"/>
                </a:solidFill>
                <a:latin typeface="PT Sans"/>
              </a:rPr>
              <a:t>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" y="5760720"/>
            <a:ext cx="406908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007A5A"/>
                </a:solidFill>
                <a:latin typeface="PT Sans"/>
              </a:rPr>
              <a:t>Жоопту бас · «Кантип таптың?» +1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54880" y="1234440"/>
            <a:ext cx="7007047" cy="4800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846320" y="4160520"/>
            <a:ext cx="6824167" cy="1783080"/>
          </a:xfrm>
          <a:prstGeom prst="roundRect">
            <a:avLst>
              <a:gd name="adj" fmla="val 4000"/>
            </a:avLst>
          </a:prstGeom>
          <a:solidFill>
            <a:srgbClr val="B5E2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3" name="Group 32"/>
          <p:cNvGrpSpPr/>
          <p:nvPr/>
        </p:nvGrpSpPr>
        <p:grpSpPr>
          <a:xfrm>
            <a:off x="5394960" y="1417320"/>
            <a:ext cx="5669280" cy="2743200"/>
            <a:chOff x="5394960" y="1417320"/>
            <a:chExt cx="5669280" cy="2743200"/>
          </a:xfrm>
        </p:grpSpPr>
        <p:cxnSp>
          <p:nvCxnSpPr>
            <p:cNvPr id="19" name="Connector 18"/>
            <p:cNvCxnSpPr/>
            <p:nvPr/>
          </p:nvCxnSpPr>
          <p:spPr>
            <a:xfrm>
              <a:off x="5961888" y="1417320"/>
              <a:ext cx="0" cy="2743200"/>
            </a:xfrm>
            <a:prstGeom prst="line">
              <a:avLst/>
            </a:prstGeom>
            <a:ln w="9525">
              <a:solidFill>
                <a:srgbClr val="BFCB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or 19"/>
            <p:cNvCxnSpPr/>
            <p:nvPr/>
          </p:nvCxnSpPr>
          <p:spPr>
            <a:xfrm>
              <a:off x="6528816" y="1417320"/>
              <a:ext cx="0" cy="2743200"/>
            </a:xfrm>
            <a:prstGeom prst="line">
              <a:avLst/>
            </a:prstGeom>
            <a:ln w="9525">
              <a:solidFill>
                <a:srgbClr val="BFCB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 20"/>
            <p:cNvCxnSpPr/>
            <p:nvPr/>
          </p:nvCxnSpPr>
          <p:spPr>
            <a:xfrm>
              <a:off x="7095744" y="1417320"/>
              <a:ext cx="0" cy="2743200"/>
            </a:xfrm>
            <a:prstGeom prst="line">
              <a:avLst/>
            </a:prstGeom>
            <a:ln w="9525">
              <a:solidFill>
                <a:srgbClr val="BFCB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or 21"/>
            <p:cNvCxnSpPr/>
            <p:nvPr/>
          </p:nvCxnSpPr>
          <p:spPr>
            <a:xfrm>
              <a:off x="7662672" y="1417320"/>
              <a:ext cx="0" cy="2743200"/>
            </a:xfrm>
            <a:prstGeom prst="line">
              <a:avLst/>
            </a:prstGeom>
            <a:ln w="9525">
              <a:solidFill>
                <a:srgbClr val="BFCB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or 22"/>
            <p:cNvCxnSpPr/>
            <p:nvPr/>
          </p:nvCxnSpPr>
          <p:spPr>
            <a:xfrm>
              <a:off x="8229600" y="1417320"/>
              <a:ext cx="0" cy="2743200"/>
            </a:xfrm>
            <a:prstGeom prst="line">
              <a:avLst/>
            </a:prstGeom>
            <a:ln w="9525">
              <a:solidFill>
                <a:srgbClr val="BFCB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or 23"/>
            <p:cNvCxnSpPr/>
            <p:nvPr/>
          </p:nvCxnSpPr>
          <p:spPr>
            <a:xfrm>
              <a:off x="8796528" y="1417320"/>
              <a:ext cx="0" cy="2743200"/>
            </a:xfrm>
            <a:prstGeom prst="line">
              <a:avLst/>
            </a:prstGeom>
            <a:ln w="9525">
              <a:solidFill>
                <a:srgbClr val="BFCB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nector 24"/>
            <p:cNvCxnSpPr/>
            <p:nvPr/>
          </p:nvCxnSpPr>
          <p:spPr>
            <a:xfrm>
              <a:off x="9363456" y="1417320"/>
              <a:ext cx="0" cy="2743200"/>
            </a:xfrm>
            <a:prstGeom prst="line">
              <a:avLst/>
            </a:prstGeom>
            <a:ln w="9525">
              <a:solidFill>
                <a:srgbClr val="BFCB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nector 25"/>
            <p:cNvCxnSpPr/>
            <p:nvPr/>
          </p:nvCxnSpPr>
          <p:spPr>
            <a:xfrm>
              <a:off x="9930384" y="1417320"/>
              <a:ext cx="0" cy="2743200"/>
            </a:xfrm>
            <a:prstGeom prst="line">
              <a:avLst/>
            </a:prstGeom>
            <a:ln w="9525">
              <a:solidFill>
                <a:srgbClr val="BFCB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nector 26"/>
            <p:cNvCxnSpPr/>
            <p:nvPr/>
          </p:nvCxnSpPr>
          <p:spPr>
            <a:xfrm>
              <a:off x="10497312" y="1417320"/>
              <a:ext cx="0" cy="2743200"/>
            </a:xfrm>
            <a:prstGeom prst="line">
              <a:avLst/>
            </a:prstGeom>
            <a:ln w="9525">
              <a:solidFill>
                <a:srgbClr val="BFCB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nector 27"/>
            <p:cNvCxnSpPr/>
            <p:nvPr/>
          </p:nvCxnSpPr>
          <p:spPr>
            <a:xfrm>
              <a:off x="5394960" y="1874519"/>
              <a:ext cx="5669280" cy="0"/>
            </a:xfrm>
            <a:prstGeom prst="line">
              <a:avLst/>
            </a:prstGeom>
            <a:ln w="9525">
              <a:solidFill>
                <a:srgbClr val="BFCB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nector 28"/>
            <p:cNvCxnSpPr/>
            <p:nvPr/>
          </p:nvCxnSpPr>
          <p:spPr>
            <a:xfrm>
              <a:off x="5394960" y="2331720"/>
              <a:ext cx="5669280" cy="0"/>
            </a:xfrm>
            <a:prstGeom prst="line">
              <a:avLst/>
            </a:prstGeom>
            <a:ln w="9525">
              <a:solidFill>
                <a:srgbClr val="BFCB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nector 29"/>
            <p:cNvCxnSpPr/>
            <p:nvPr/>
          </p:nvCxnSpPr>
          <p:spPr>
            <a:xfrm>
              <a:off x="5394960" y="2788920"/>
              <a:ext cx="5669280" cy="0"/>
            </a:xfrm>
            <a:prstGeom prst="line">
              <a:avLst/>
            </a:prstGeom>
            <a:ln w="9525">
              <a:solidFill>
                <a:srgbClr val="BFCB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nector 30"/>
            <p:cNvCxnSpPr/>
            <p:nvPr/>
          </p:nvCxnSpPr>
          <p:spPr>
            <a:xfrm>
              <a:off x="5394960" y="3246120"/>
              <a:ext cx="5669280" cy="0"/>
            </a:xfrm>
            <a:prstGeom prst="line">
              <a:avLst/>
            </a:prstGeom>
            <a:ln w="9525">
              <a:solidFill>
                <a:srgbClr val="BFCB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nector 31"/>
            <p:cNvCxnSpPr/>
            <p:nvPr/>
          </p:nvCxnSpPr>
          <p:spPr>
            <a:xfrm>
              <a:off x="5394960" y="3703320"/>
              <a:ext cx="5669280" cy="0"/>
            </a:xfrm>
            <a:prstGeom prst="line">
              <a:avLst/>
            </a:prstGeom>
            <a:ln w="9525">
              <a:solidFill>
                <a:srgbClr val="BFCB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4" name="Connector 33"/>
          <p:cNvCxnSpPr/>
          <p:nvPr/>
        </p:nvCxnSpPr>
        <p:spPr>
          <a:xfrm flipV="1">
            <a:off x="5394960" y="1417320"/>
            <a:ext cx="0" cy="2743200"/>
          </a:xfrm>
          <a:prstGeom prst="line">
            <a:avLst/>
          </a:prstGeom>
          <a:ln w="889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358384" y="1417320"/>
            <a:ext cx="5742432" cy="0"/>
          </a:xfrm>
          <a:prstGeom prst="line">
            <a:avLst/>
          </a:prstGeom>
          <a:ln w="889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1064240" y="1417320"/>
            <a:ext cx="0" cy="2743200"/>
          </a:xfrm>
          <a:prstGeom prst="line">
            <a:avLst/>
          </a:prstGeom>
          <a:ln w="889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4846320" y="4160520"/>
            <a:ext cx="6824167" cy="0"/>
          </a:xfrm>
          <a:prstGeom prst="line">
            <a:avLst/>
          </a:prstGeom>
          <a:ln w="3810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8147304" y="5532120"/>
            <a:ext cx="164592" cy="731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81" name="Group 80"/>
          <p:cNvGrpSpPr/>
          <p:nvPr/>
        </p:nvGrpSpPr>
        <p:grpSpPr>
          <a:xfrm>
            <a:off x="7363114" y="1990100"/>
            <a:ext cx="1732971" cy="2195656"/>
            <a:chOff x="7363114" y="1990100"/>
            <a:chExt cx="1732971" cy="2195656"/>
          </a:xfrm>
        </p:grpSpPr>
        <p:cxnSp>
          <p:nvCxnSpPr>
            <p:cNvPr id="39" name="Connector 38"/>
            <p:cNvCxnSpPr/>
            <p:nvPr/>
          </p:nvCxnSpPr>
          <p:spPr>
            <a:xfrm flipH="1">
              <a:off x="7977225" y="3361334"/>
              <a:ext cx="109362" cy="378562"/>
            </a:xfrm>
            <a:prstGeom prst="line">
              <a:avLst/>
            </a:prstGeom>
            <a:ln w="160274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or 39"/>
            <p:cNvCxnSpPr/>
            <p:nvPr/>
          </p:nvCxnSpPr>
          <p:spPr>
            <a:xfrm flipH="1">
              <a:off x="7977225" y="3361334"/>
              <a:ext cx="109362" cy="378562"/>
            </a:xfrm>
            <a:prstGeom prst="line">
              <a:avLst/>
            </a:prstGeom>
            <a:ln w="128524" cap="rnd">
              <a:solidFill>
                <a:srgbClr val="E8B98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nector 40"/>
            <p:cNvCxnSpPr/>
            <p:nvPr/>
          </p:nvCxnSpPr>
          <p:spPr>
            <a:xfrm flipH="1">
              <a:off x="7909925" y="3739896"/>
              <a:ext cx="67300" cy="344911"/>
            </a:xfrm>
            <a:prstGeom prst="line">
              <a:avLst/>
            </a:prstGeom>
            <a:ln w="160274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nector 41"/>
            <p:cNvCxnSpPr/>
            <p:nvPr/>
          </p:nvCxnSpPr>
          <p:spPr>
            <a:xfrm flipH="1">
              <a:off x="7909925" y="3739896"/>
              <a:ext cx="67300" cy="344911"/>
            </a:xfrm>
            <a:prstGeom prst="line">
              <a:avLst/>
            </a:prstGeom>
            <a:ln w="128524" cap="rnd">
              <a:solidFill>
                <a:srgbClr val="F6B25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Rounded Rectangle 42"/>
            <p:cNvSpPr/>
            <p:nvPr/>
          </p:nvSpPr>
          <p:spPr>
            <a:xfrm>
              <a:off x="7716438" y="4051157"/>
              <a:ext cx="286024" cy="134599"/>
            </a:xfrm>
            <a:prstGeom prst="roundRect">
              <a:avLst/>
            </a:prstGeom>
            <a:solidFill>
              <a:srgbClr val="1F2430"/>
            </a:solidFill>
            <a:ln w="12700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4" name="Connector 43"/>
            <p:cNvCxnSpPr/>
            <p:nvPr/>
          </p:nvCxnSpPr>
          <p:spPr>
            <a:xfrm>
              <a:off x="8372612" y="3361334"/>
              <a:ext cx="109362" cy="378562"/>
            </a:xfrm>
            <a:prstGeom prst="line">
              <a:avLst/>
            </a:prstGeom>
            <a:ln w="160274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nector 44"/>
            <p:cNvCxnSpPr/>
            <p:nvPr/>
          </p:nvCxnSpPr>
          <p:spPr>
            <a:xfrm>
              <a:off x="8372612" y="3361334"/>
              <a:ext cx="109362" cy="378562"/>
            </a:xfrm>
            <a:prstGeom prst="line">
              <a:avLst/>
            </a:prstGeom>
            <a:ln w="128524" cap="rnd">
              <a:solidFill>
                <a:srgbClr val="E8B98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nector 45"/>
            <p:cNvCxnSpPr/>
            <p:nvPr/>
          </p:nvCxnSpPr>
          <p:spPr>
            <a:xfrm>
              <a:off x="8481974" y="3739896"/>
              <a:ext cx="67300" cy="344911"/>
            </a:xfrm>
            <a:prstGeom prst="line">
              <a:avLst/>
            </a:prstGeom>
            <a:ln w="160274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onnector 46"/>
            <p:cNvCxnSpPr/>
            <p:nvPr/>
          </p:nvCxnSpPr>
          <p:spPr>
            <a:xfrm>
              <a:off x="8481974" y="3739896"/>
              <a:ext cx="67300" cy="344911"/>
            </a:xfrm>
            <a:prstGeom prst="line">
              <a:avLst/>
            </a:prstGeom>
            <a:ln w="128524" cap="rnd">
              <a:solidFill>
                <a:srgbClr val="F6B25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Rounded Rectangle 47"/>
            <p:cNvSpPr/>
            <p:nvPr/>
          </p:nvSpPr>
          <p:spPr>
            <a:xfrm>
              <a:off x="8456736" y="4051157"/>
              <a:ext cx="286024" cy="134599"/>
            </a:xfrm>
            <a:prstGeom prst="roundRect">
              <a:avLst/>
            </a:prstGeom>
            <a:solidFill>
              <a:srgbClr val="1F2430"/>
            </a:solidFill>
            <a:ln w="12700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Rounded Rectangle 48"/>
            <p:cNvSpPr/>
            <p:nvPr/>
          </p:nvSpPr>
          <p:spPr>
            <a:xfrm>
              <a:off x="7918338" y="3235147"/>
              <a:ext cx="622523" cy="302849"/>
            </a:xfrm>
            <a:prstGeom prst="roundRect">
              <a:avLst/>
            </a:prstGeom>
            <a:solidFill>
              <a:srgbClr val="1D3557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50" name="Connector 49"/>
            <p:cNvCxnSpPr/>
            <p:nvPr/>
          </p:nvCxnSpPr>
          <p:spPr>
            <a:xfrm flipV="1">
              <a:off x="8229600" y="2419136"/>
              <a:ext cx="0" cy="143012"/>
            </a:xfrm>
            <a:prstGeom prst="line">
              <a:avLst/>
            </a:prstGeom>
            <a:ln w="136906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nector 50"/>
            <p:cNvCxnSpPr/>
            <p:nvPr/>
          </p:nvCxnSpPr>
          <p:spPr>
            <a:xfrm flipV="1">
              <a:off x="8229600" y="2419136"/>
              <a:ext cx="0" cy="143012"/>
            </a:xfrm>
            <a:prstGeom prst="line">
              <a:avLst/>
            </a:prstGeom>
            <a:ln w="105156" cap="rnd">
              <a:solidFill>
                <a:srgbClr val="E8B98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Round Same Side Corner Rectangle 51"/>
            <p:cNvSpPr/>
            <p:nvPr/>
          </p:nvSpPr>
          <p:spPr>
            <a:xfrm>
              <a:off x="7901513" y="2536911"/>
              <a:ext cx="656173" cy="824423"/>
            </a:xfrm>
            <a:prstGeom prst="round2SameRect">
              <a:avLst>
                <a:gd name="adj1" fmla="val 30000"/>
                <a:gd name="adj2" fmla="val 12000"/>
              </a:avLst>
            </a:prstGeom>
            <a:solidFill>
              <a:srgbClr val="F28C28"/>
            </a:solidFill>
            <a:ln w="22225">
              <a:solidFill>
                <a:srgbClr val="A844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Rounded Rectangle 52"/>
            <p:cNvSpPr/>
            <p:nvPr/>
          </p:nvSpPr>
          <p:spPr>
            <a:xfrm>
              <a:off x="7918338" y="3273003"/>
              <a:ext cx="622523" cy="75712"/>
            </a:xfrm>
            <a:prstGeom prst="roundRect">
              <a:avLst/>
            </a:prstGeom>
            <a:solidFill>
              <a:srgbClr val="A844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Chord 53"/>
            <p:cNvSpPr/>
            <p:nvPr/>
          </p:nvSpPr>
          <p:spPr>
            <a:xfrm>
              <a:off x="8103412" y="2461199"/>
              <a:ext cx="252374" cy="168249"/>
            </a:xfrm>
            <a:prstGeom prst="chord">
              <a:avLst>
                <a:gd name="adj1" fmla="val 0"/>
                <a:gd name="adj2" fmla="val 10800000"/>
              </a:avLst>
            </a:prstGeom>
            <a:solidFill>
              <a:srgbClr val="FFFFFF"/>
            </a:solidFill>
            <a:ln w="12700">
              <a:solidFill>
                <a:srgbClr val="A844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7977225" y="2705160"/>
              <a:ext cx="504748" cy="47109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2300" b="1">
                  <a:solidFill>
                    <a:srgbClr val="FFFFFF"/>
                  </a:solidFill>
                  <a:latin typeface="PT Sans"/>
                </a:rPr>
                <a:t>1</a:t>
              </a:r>
            </a:p>
          </p:txBody>
        </p:sp>
        <p:cxnSp>
          <p:nvCxnSpPr>
            <p:cNvPr id="56" name="Connector 55"/>
            <p:cNvCxnSpPr/>
            <p:nvPr/>
          </p:nvCxnSpPr>
          <p:spPr>
            <a:xfrm flipH="1">
              <a:off x="7657551" y="2587386"/>
              <a:ext cx="269199" cy="269199"/>
            </a:xfrm>
            <a:prstGeom prst="line">
              <a:avLst/>
            </a:prstGeom>
            <a:ln w="148590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Connector 56"/>
            <p:cNvCxnSpPr/>
            <p:nvPr/>
          </p:nvCxnSpPr>
          <p:spPr>
            <a:xfrm flipH="1">
              <a:off x="7657551" y="2587386"/>
              <a:ext cx="269199" cy="269199"/>
            </a:xfrm>
            <a:prstGeom prst="line">
              <a:avLst/>
            </a:prstGeom>
            <a:ln w="116840" cap="rnd">
              <a:solidFill>
                <a:srgbClr val="F28C2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Connector 57"/>
            <p:cNvCxnSpPr/>
            <p:nvPr/>
          </p:nvCxnSpPr>
          <p:spPr>
            <a:xfrm flipH="1" flipV="1">
              <a:off x="7506126" y="2469611"/>
              <a:ext cx="151425" cy="386974"/>
            </a:xfrm>
            <a:prstGeom prst="line">
              <a:avLst/>
            </a:prstGeom>
            <a:ln w="148590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nector 58"/>
            <p:cNvCxnSpPr/>
            <p:nvPr/>
          </p:nvCxnSpPr>
          <p:spPr>
            <a:xfrm flipH="1" flipV="1">
              <a:off x="7506126" y="2469611"/>
              <a:ext cx="151425" cy="386974"/>
            </a:xfrm>
            <a:prstGeom prst="line">
              <a:avLst/>
            </a:prstGeom>
            <a:ln w="116840" cap="rnd">
              <a:solidFill>
                <a:srgbClr val="F28C2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nector 59"/>
            <p:cNvCxnSpPr/>
            <p:nvPr/>
          </p:nvCxnSpPr>
          <p:spPr>
            <a:xfrm>
              <a:off x="8532449" y="2587386"/>
              <a:ext cx="269199" cy="269199"/>
            </a:xfrm>
            <a:prstGeom prst="line">
              <a:avLst/>
            </a:prstGeom>
            <a:ln w="148590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nector 60"/>
            <p:cNvCxnSpPr/>
            <p:nvPr/>
          </p:nvCxnSpPr>
          <p:spPr>
            <a:xfrm>
              <a:off x="8532449" y="2587386"/>
              <a:ext cx="269199" cy="269199"/>
            </a:xfrm>
            <a:prstGeom prst="line">
              <a:avLst/>
            </a:prstGeom>
            <a:ln w="116840" cap="rnd">
              <a:solidFill>
                <a:srgbClr val="F28C2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Connector 61"/>
            <p:cNvCxnSpPr/>
            <p:nvPr/>
          </p:nvCxnSpPr>
          <p:spPr>
            <a:xfrm flipV="1">
              <a:off x="8801648" y="2469611"/>
              <a:ext cx="151425" cy="386974"/>
            </a:xfrm>
            <a:prstGeom prst="line">
              <a:avLst/>
            </a:prstGeom>
            <a:ln w="148590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nector 62"/>
            <p:cNvCxnSpPr/>
            <p:nvPr/>
          </p:nvCxnSpPr>
          <p:spPr>
            <a:xfrm flipV="1">
              <a:off x="8801648" y="2469611"/>
              <a:ext cx="151425" cy="386974"/>
            </a:xfrm>
            <a:prstGeom prst="line">
              <a:avLst/>
            </a:prstGeom>
            <a:ln w="116840" cap="rnd">
              <a:solidFill>
                <a:srgbClr val="F28C2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Oval 63"/>
            <p:cNvSpPr/>
            <p:nvPr/>
          </p:nvSpPr>
          <p:spPr>
            <a:xfrm>
              <a:off x="7973019" y="2179380"/>
              <a:ext cx="92537" cy="126187"/>
            </a:xfrm>
            <a:prstGeom prst="ellipse">
              <a:avLst/>
            </a:prstGeom>
            <a:solidFill>
              <a:srgbClr val="E8B98E"/>
            </a:solidFill>
            <a:ln w="12700">
              <a:solidFill>
                <a:srgbClr val="A86E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Oval 64"/>
            <p:cNvSpPr/>
            <p:nvPr/>
          </p:nvSpPr>
          <p:spPr>
            <a:xfrm>
              <a:off x="8393643" y="2179380"/>
              <a:ext cx="92537" cy="126187"/>
            </a:xfrm>
            <a:prstGeom prst="ellipse">
              <a:avLst/>
            </a:prstGeom>
            <a:solidFill>
              <a:srgbClr val="E8B98E"/>
            </a:solidFill>
            <a:ln w="12700">
              <a:solidFill>
                <a:srgbClr val="A86E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" name="Oval 65"/>
            <p:cNvSpPr/>
            <p:nvPr/>
          </p:nvSpPr>
          <p:spPr>
            <a:xfrm>
              <a:off x="8002463" y="1990100"/>
              <a:ext cx="454273" cy="370149"/>
            </a:xfrm>
            <a:prstGeom prst="ellipse">
              <a:avLst/>
            </a:prstGeom>
            <a:solidFill>
              <a:srgbClr val="3A2A22"/>
            </a:solidFill>
            <a:ln w="15875">
              <a:solidFill>
                <a:srgbClr val="3A2A2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Oval 66"/>
            <p:cNvSpPr/>
            <p:nvPr/>
          </p:nvSpPr>
          <p:spPr>
            <a:xfrm>
              <a:off x="8031906" y="2078431"/>
              <a:ext cx="395386" cy="395386"/>
            </a:xfrm>
            <a:prstGeom prst="ellipse">
              <a:avLst/>
            </a:prstGeom>
            <a:solidFill>
              <a:srgbClr val="E8B98E"/>
            </a:solidFill>
            <a:ln w="15875">
              <a:solidFill>
                <a:srgbClr val="A86E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Chord 67"/>
            <p:cNvSpPr/>
            <p:nvPr/>
          </p:nvSpPr>
          <p:spPr>
            <a:xfrm>
              <a:off x="8031906" y="2032162"/>
              <a:ext cx="395386" cy="185074"/>
            </a:xfrm>
            <a:prstGeom prst="chord">
              <a:avLst>
                <a:gd name="adj1" fmla="val 10800000"/>
                <a:gd name="adj2" fmla="val 0"/>
              </a:avLst>
            </a:prstGeom>
            <a:solidFill>
              <a:srgbClr val="3A2A2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Oval 68"/>
            <p:cNvSpPr/>
            <p:nvPr/>
          </p:nvSpPr>
          <p:spPr>
            <a:xfrm>
              <a:off x="8113928" y="2221443"/>
              <a:ext cx="63093" cy="75712"/>
            </a:xfrm>
            <a:prstGeom prst="ellipse">
              <a:avLst/>
            </a:prstGeom>
            <a:solidFill>
              <a:srgbClr val="1F243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" name="Oval 69"/>
            <p:cNvSpPr/>
            <p:nvPr/>
          </p:nvSpPr>
          <p:spPr>
            <a:xfrm>
              <a:off x="8147578" y="2236165"/>
              <a:ext cx="21031" cy="2103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Rounded Rectangle 70"/>
            <p:cNvSpPr/>
            <p:nvPr/>
          </p:nvSpPr>
          <p:spPr>
            <a:xfrm>
              <a:off x="8103412" y="2181484"/>
              <a:ext cx="84124" cy="21031"/>
            </a:xfrm>
            <a:prstGeom prst="roundRect">
              <a:avLst/>
            </a:prstGeom>
            <a:solidFill>
              <a:srgbClr val="3A2A2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Oval 71"/>
            <p:cNvSpPr/>
            <p:nvPr/>
          </p:nvSpPr>
          <p:spPr>
            <a:xfrm>
              <a:off x="8282178" y="2221443"/>
              <a:ext cx="63093" cy="75712"/>
            </a:xfrm>
            <a:prstGeom prst="ellipse">
              <a:avLst/>
            </a:prstGeom>
            <a:solidFill>
              <a:srgbClr val="1F243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" name="Oval 72"/>
            <p:cNvSpPr/>
            <p:nvPr/>
          </p:nvSpPr>
          <p:spPr>
            <a:xfrm>
              <a:off x="8315827" y="2236165"/>
              <a:ext cx="21031" cy="2103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Rounded Rectangle 73"/>
            <p:cNvSpPr/>
            <p:nvPr/>
          </p:nvSpPr>
          <p:spPr>
            <a:xfrm>
              <a:off x="8271662" y="2181484"/>
              <a:ext cx="84124" cy="21031"/>
            </a:xfrm>
            <a:prstGeom prst="roundRect">
              <a:avLst/>
            </a:prstGeom>
            <a:solidFill>
              <a:srgbClr val="3A2A2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Oval 74"/>
            <p:cNvSpPr/>
            <p:nvPr/>
          </p:nvSpPr>
          <p:spPr>
            <a:xfrm>
              <a:off x="8208568" y="2292949"/>
              <a:ext cx="42062" cy="33649"/>
            </a:xfrm>
            <a:prstGeom prst="ellipse">
              <a:avLst/>
            </a:prstGeom>
            <a:solidFill>
              <a:srgbClr val="A86E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" name="Chord 75"/>
            <p:cNvSpPr/>
            <p:nvPr/>
          </p:nvSpPr>
          <p:spPr>
            <a:xfrm>
              <a:off x="8153887" y="2309774"/>
              <a:ext cx="151424" cy="100949"/>
            </a:xfrm>
            <a:prstGeom prst="chord">
              <a:avLst>
                <a:gd name="adj1" fmla="val 0"/>
                <a:gd name="adj2" fmla="val 10800000"/>
              </a:avLst>
            </a:prstGeom>
            <a:solidFill>
              <a:srgbClr val="FFFFFF"/>
            </a:solidFill>
            <a:ln w="12700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" name="Oval 76"/>
            <p:cNvSpPr/>
            <p:nvPr/>
          </p:nvSpPr>
          <p:spPr>
            <a:xfrm>
              <a:off x="7363114" y="2318186"/>
              <a:ext cx="286024" cy="302849"/>
            </a:xfrm>
            <a:prstGeom prst="ellipse">
              <a:avLst/>
            </a:prstGeom>
            <a:solidFill>
              <a:srgbClr val="B5E2D3"/>
            </a:solidFill>
            <a:ln w="28575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" name="Oval 77"/>
            <p:cNvSpPr/>
            <p:nvPr/>
          </p:nvSpPr>
          <p:spPr>
            <a:xfrm rot="4117763">
              <a:off x="7502425" y="2590078"/>
              <a:ext cx="134599" cy="84124"/>
            </a:xfrm>
            <a:prstGeom prst="ellipse">
              <a:avLst/>
            </a:prstGeom>
            <a:solidFill>
              <a:srgbClr val="007A5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" name="Oval 78"/>
            <p:cNvSpPr/>
            <p:nvPr/>
          </p:nvSpPr>
          <p:spPr>
            <a:xfrm>
              <a:off x="8810061" y="2318186"/>
              <a:ext cx="286024" cy="302849"/>
            </a:xfrm>
            <a:prstGeom prst="ellipse">
              <a:avLst/>
            </a:prstGeom>
            <a:solidFill>
              <a:srgbClr val="B5E2D3"/>
            </a:solidFill>
            <a:ln w="28575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" name="Oval 79"/>
            <p:cNvSpPr/>
            <p:nvPr/>
          </p:nvSpPr>
          <p:spPr>
            <a:xfrm rot="6682237">
              <a:off x="8822175" y="2590078"/>
              <a:ext cx="134599" cy="84124"/>
            </a:xfrm>
            <a:prstGeom prst="ellipse">
              <a:avLst/>
            </a:prstGeom>
            <a:solidFill>
              <a:srgbClr val="007A5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4" name="Group 123"/>
          <p:cNvGrpSpPr/>
          <p:nvPr/>
        </p:nvGrpSpPr>
        <p:grpSpPr>
          <a:xfrm>
            <a:off x="5992793" y="1839684"/>
            <a:ext cx="2553036" cy="1197033"/>
            <a:chOff x="5992793" y="1839684"/>
            <a:chExt cx="2553036" cy="1197033"/>
          </a:xfrm>
        </p:grpSpPr>
        <p:cxnSp>
          <p:nvCxnSpPr>
            <p:cNvPr id="82" name="Connector 81"/>
            <p:cNvCxnSpPr/>
            <p:nvPr/>
          </p:nvCxnSpPr>
          <p:spPr>
            <a:xfrm>
              <a:off x="7632146" y="2727857"/>
              <a:ext cx="389033" cy="82177"/>
            </a:xfrm>
            <a:prstGeom prst="line">
              <a:avLst/>
            </a:prstGeom>
            <a:ln w="160274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Connector 82"/>
            <p:cNvCxnSpPr/>
            <p:nvPr/>
          </p:nvCxnSpPr>
          <p:spPr>
            <a:xfrm>
              <a:off x="7632146" y="2727857"/>
              <a:ext cx="389033" cy="82177"/>
            </a:xfrm>
            <a:prstGeom prst="line">
              <a:avLst/>
            </a:prstGeom>
            <a:ln w="128524" cap="rnd">
              <a:solidFill>
                <a:srgbClr val="E8B98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Connector 83"/>
            <p:cNvCxnSpPr/>
            <p:nvPr/>
          </p:nvCxnSpPr>
          <p:spPr>
            <a:xfrm>
              <a:off x="8021179" y="2810034"/>
              <a:ext cx="365233" cy="100981"/>
            </a:xfrm>
            <a:prstGeom prst="line">
              <a:avLst/>
            </a:prstGeom>
            <a:ln w="160274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Connector 84"/>
            <p:cNvCxnSpPr/>
            <p:nvPr/>
          </p:nvCxnSpPr>
          <p:spPr>
            <a:xfrm>
              <a:off x="8021179" y="2810034"/>
              <a:ext cx="365233" cy="100981"/>
            </a:xfrm>
            <a:prstGeom prst="line">
              <a:avLst/>
            </a:prstGeom>
            <a:ln w="128524" cap="rnd">
              <a:solidFill>
                <a:srgbClr val="F6B25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Rounded Rectangle 85"/>
            <p:cNvSpPr/>
            <p:nvPr/>
          </p:nvSpPr>
          <p:spPr>
            <a:xfrm rot="17280000">
              <a:off x="8259805" y="2902118"/>
              <a:ext cx="286024" cy="134599"/>
            </a:xfrm>
            <a:prstGeom prst="roundRect">
              <a:avLst/>
            </a:prstGeom>
            <a:solidFill>
              <a:srgbClr val="1F2430"/>
            </a:solidFill>
            <a:ln w="12700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87" name="Connector 86"/>
            <p:cNvCxnSpPr/>
            <p:nvPr/>
          </p:nvCxnSpPr>
          <p:spPr>
            <a:xfrm flipV="1">
              <a:off x="7720533" y="2389604"/>
              <a:ext cx="313416" cy="66228"/>
            </a:xfrm>
            <a:prstGeom prst="line">
              <a:avLst/>
            </a:prstGeom>
            <a:ln w="160274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Connector 87"/>
            <p:cNvCxnSpPr/>
            <p:nvPr/>
          </p:nvCxnSpPr>
          <p:spPr>
            <a:xfrm flipV="1">
              <a:off x="7720533" y="2389604"/>
              <a:ext cx="313416" cy="66228"/>
            </a:xfrm>
            <a:prstGeom prst="line">
              <a:avLst/>
            </a:prstGeom>
            <a:ln w="128524" cap="rnd">
              <a:solidFill>
                <a:srgbClr val="E8B98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Connector 88"/>
            <p:cNvCxnSpPr/>
            <p:nvPr/>
          </p:nvCxnSpPr>
          <p:spPr>
            <a:xfrm>
              <a:off x="8033949" y="2389604"/>
              <a:ext cx="249235" cy="240199"/>
            </a:xfrm>
            <a:prstGeom prst="line">
              <a:avLst/>
            </a:prstGeom>
            <a:ln w="160274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Connector 89"/>
            <p:cNvCxnSpPr/>
            <p:nvPr/>
          </p:nvCxnSpPr>
          <p:spPr>
            <a:xfrm>
              <a:off x="8033949" y="2389604"/>
              <a:ext cx="249235" cy="240199"/>
            </a:xfrm>
            <a:prstGeom prst="line">
              <a:avLst/>
            </a:prstGeom>
            <a:ln w="128524" cap="rnd">
              <a:solidFill>
                <a:srgbClr val="F6B25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Rounded Rectangle 90"/>
            <p:cNvSpPr/>
            <p:nvPr/>
          </p:nvSpPr>
          <p:spPr>
            <a:xfrm rot="17280000">
              <a:off x="8187773" y="2524897"/>
              <a:ext cx="286024" cy="134599"/>
            </a:xfrm>
            <a:prstGeom prst="roundRect">
              <a:avLst/>
            </a:prstGeom>
            <a:solidFill>
              <a:srgbClr val="1F2430"/>
            </a:solidFill>
            <a:ln w="12700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2" name="Rounded Rectangle 91"/>
            <p:cNvSpPr/>
            <p:nvPr/>
          </p:nvSpPr>
          <p:spPr>
            <a:xfrm rot="17280000">
              <a:off x="7389080" y="2448218"/>
              <a:ext cx="622523" cy="302849"/>
            </a:xfrm>
            <a:prstGeom prst="roundRect">
              <a:avLst/>
            </a:prstGeom>
            <a:solidFill>
              <a:srgbClr val="1D3557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93" name="Connector 92"/>
            <p:cNvCxnSpPr/>
            <p:nvPr/>
          </p:nvCxnSpPr>
          <p:spPr>
            <a:xfrm flipH="1" flipV="1">
              <a:off x="6780256" y="2300689"/>
              <a:ext cx="136013" cy="44193"/>
            </a:xfrm>
            <a:prstGeom prst="line">
              <a:avLst/>
            </a:prstGeom>
            <a:ln w="136906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Connector 93"/>
            <p:cNvCxnSpPr/>
            <p:nvPr/>
          </p:nvCxnSpPr>
          <p:spPr>
            <a:xfrm flipH="1" flipV="1">
              <a:off x="6780256" y="2300689"/>
              <a:ext cx="136013" cy="44193"/>
            </a:xfrm>
            <a:prstGeom prst="line">
              <a:avLst/>
            </a:prstGeom>
            <a:ln w="105156" cap="rnd">
              <a:solidFill>
                <a:srgbClr val="E8B98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5" name="Round Same Side Corner Rectangle 94"/>
            <p:cNvSpPr/>
            <p:nvPr/>
          </p:nvSpPr>
          <p:spPr>
            <a:xfrm rot="17280000">
              <a:off x="6956216" y="2052252"/>
              <a:ext cx="656173" cy="824423"/>
            </a:xfrm>
            <a:prstGeom prst="round2SameRect">
              <a:avLst>
                <a:gd name="adj1" fmla="val 30000"/>
                <a:gd name="adj2" fmla="val 12000"/>
              </a:avLst>
            </a:prstGeom>
            <a:solidFill>
              <a:srgbClr val="F28C28"/>
            </a:solidFill>
            <a:ln w="22225">
              <a:solidFill>
                <a:srgbClr val="A844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6" name="Rounded Rectangle 95"/>
            <p:cNvSpPr/>
            <p:nvPr/>
          </p:nvSpPr>
          <p:spPr>
            <a:xfrm rot="17280000">
              <a:off x="7317073" y="2538390"/>
              <a:ext cx="622523" cy="75712"/>
            </a:xfrm>
            <a:prstGeom prst="roundRect">
              <a:avLst/>
            </a:prstGeom>
            <a:solidFill>
              <a:srgbClr val="A844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7" name="Chord 96"/>
            <p:cNvSpPr/>
            <p:nvPr/>
          </p:nvSpPr>
          <p:spPr>
            <a:xfrm rot="17280000">
              <a:off x="6774080" y="2255558"/>
              <a:ext cx="252374" cy="168249"/>
            </a:xfrm>
            <a:prstGeom prst="chord">
              <a:avLst>
                <a:gd name="adj1" fmla="val 0"/>
                <a:gd name="adj2" fmla="val 10800000"/>
              </a:avLst>
            </a:prstGeom>
            <a:solidFill>
              <a:srgbClr val="FFFFFF"/>
            </a:solidFill>
            <a:ln w="12700">
              <a:solidFill>
                <a:srgbClr val="A844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8" name="TextBox 97"/>
            <p:cNvSpPr txBox="1"/>
            <p:nvPr/>
          </p:nvSpPr>
          <p:spPr>
            <a:xfrm rot="17280000">
              <a:off x="7023928" y="2226315"/>
              <a:ext cx="504748" cy="47109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2300" b="1">
                  <a:solidFill>
                    <a:srgbClr val="FFFFFF"/>
                  </a:solidFill>
                  <a:latin typeface="PT Sans"/>
                </a:rPr>
                <a:t>1</a:t>
              </a:r>
            </a:p>
          </p:txBody>
        </p:sp>
        <p:cxnSp>
          <p:nvCxnSpPr>
            <p:cNvPr id="99" name="Connector 98"/>
            <p:cNvCxnSpPr/>
            <p:nvPr/>
          </p:nvCxnSpPr>
          <p:spPr>
            <a:xfrm flipH="1" flipV="1">
              <a:off x="6451242" y="2414921"/>
              <a:ext cx="395443" cy="225787"/>
            </a:xfrm>
            <a:prstGeom prst="line">
              <a:avLst/>
            </a:prstGeom>
            <a:ln w="148590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Connector 99"/>
            <p:cNvCxnSpPr/>
            <p:nvPr/>
          </p:nvCxnSpPr>
          <p:spPr>
            <a:xfrm flipH="1" flipV="1">
              <a:off x="6451242" y="2414921"/>
              <a:ext cx="395443" cy="225787"/>
            </a:xfrm>
            <a:prstGeom prst="line">
              <a:avLst/>
            </a:prstGeom>
            <a:ln w="116840" cap="rnd">
              <a:solidFill>
                <a:srgbClr val="F28C2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Connector 100"/>
            <p:cNvCxnSpPr/>
            <p:nvPr/>
          </p:nvCxnSpPr>
          <p:spPr>
            <a:xfrm flipH="1" flipV="1">
              <a:off x="6135805" y="2215130"/>
              <a:ext cx="315437" cy="199791"/>
            </a:xfrm>
            <a:prstGeom prst="line">
              <a:avLst/>
            </a:prstGeom>
            <a:ln w="148590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Connector 101"/>
            <p:cNvCxnSpPr/>
            <p:nvPr/>
          </p:nvCxnSpPr>
          <p:spPr>
            <a:xfrm flipH="1" flipV="1">
              <a:off x="6135805" y="2215130"/>
              <a:ext cx="315437" cy="199791"/>
            </a:xfrm>
            <a:prstGeom prst="line">
              <a:avLst/>
            </a:prstGeom>
            <a:ln w="116840" cap="rnd">
              <a:solidFill>
                <a:srgbClr val="F28C2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Connector 102"/>
            <p:cNvCxnSpPr/>
            <p:nvPr/>
          </p:nvCxnSpPr>
          <p:spPr>
            <a:xfrm flipH="1" flipV="1">
              <a:off x="6581221" y="2014884"/>
              <a:ext cx="452635" cy="49770"/>
            </a:xfrm>
            <a:prstGeom prst="line">
              <a:avLst/>
            </a:prstGeom>
            <a:ln w="148590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Connector 103"/>
            <p:cNvCxnSpPr/>
            <p:nvPr/>
          </p:nvCxnSpPr>
          <p:spPr>
            <a:xfrm flipH="1" flipV="1">
              <a:off x="6581221" y="2014884"/>
              <a:ext cx="452635" cy="49770"/>
            </a:xfrm>
            <a:prstGeom prst="line">
              <a:avLst/>
            </a:prstGeom>
            <a:ln w="116840" cap="rnd">
              <a:solidFill>
                <a:srgbClr val="F28C2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Connector 104"/>
            <p:cNvCxnSpPr/>
            <p:nvPr/>
          </p:nvCxnSpPr>
          <p:spPr>
            <a:xfrm flipH="1" flipV="1">
              <a:off x="6208594" y="1991109"/>
              <a:ext cx="372627" cy="23775"/>
            </a:xfrm>
            <a:prstGeom prst="line">
              <a:avLst/>
            </a:prstGeom>
            <a:ln w="148590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Connector 105"/>
            <p:cNvCxnSpPr/>
            <p:nvPr/>
          </p:nvCxnSpPr>
          <p:spPr>
            <a:xfrm flipH="1" flipV="1">
              <a:off x="6208594" y="1991109"/>
              <a:ext cx="372627" cy="23775"/>
            </a:xfrm>
            <a:prstGeom prst="line">
              <a:avLst/>
            </a:prstGeom>
            <a:ln w="116840" cap="rnd">
              <a:solidFill>
                <a:srgbClr val="F28C2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7" name="Oval 106"/>
            <p:cNvSpPr/>
            <p:nvPr/>
          </p:nvSpPr>
          <p:spPr>
            <a:xfrm rot="17280000">
              <a:off x="6500982" y="2383022"/>
              <a:ext cx="92537" cy="126187"/>
            </a:xfrm>
            <a:prstGeom prst="ellipse">
              <a:avLst/>
            </a:prstGeom>
            <a:solidFill>
              <a:srgbClr val="E8B98E"/>
            </a:solidFill>
            <a:ln w="12700">
              <a:solidFill>
                <a:srgbClr val="A86E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8" name="Oval 107"/>
            <p:cNvSpPr/>
            <p:nvPr/>
          </p:nvSpPr>
          <p:spPr>
            <a:xfrm rot="17280000">
              <a:off x="6630962" y="1982985"/>
              <a:ext cx="92537" cy="126187"/>
            </a:xfrm>
            <a:prstGeom prst="ellipse">
              <a:avLst/>
            </a:prstGeom>
            <a:solidFill>
              <a:srgbClr val="E8B98E"/>
            </a:solidFill>
            <a:ln w="12700">
              <a:solidFill>
                <a:srgbClr val="A86E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9" name="Oval 108"/>
            <p:cNvSpPr/>
            <p:nvPr/>
          </p:nvSpPr>
          <p:spPr>
            <a:xfrm rot="17280000">
              <a:off x="6321098" y="2040226"/>
              <a:ext cx="454273" cy="370149"/>
            </a:xfrm>
            <a:prstGeom prst="ellipse">
              <a:avLst/>
            </a:prstGeom>
            <a:solidFill>
              <a:srgbClr val="3A2A22"/>
            </a:solidFill>
            <a:ln w="15875">
              <a:solidFill>
                <a:srgbClr val="3A2A2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0" name="Oval 109"/>
            <p:cNvSpPr/>
            <p:nvPr/>
          </p:nvSpPr>
          <p:spPr>
            <a:xfrm rot="17280000">
              <a:off x="6446550" y="2058803"/>
              <a:ext cx="395386" cy="395386"/>
            </a:xfrm>
            <a:prstGeom prst="ellipse">
              <a:avLst/>
            </a:prstGeom>
            <a:solidFill>
              <a:srgbClr val="E8B98E"/>
            </a:solidFill>
            <a:ln w="15875">
              <a:solidFill>
                <a:srgbClr val="A86E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1" name="Chord 110"/>
            <p:cNvSpPr/>
            <p:nvPr/>
          </p:nvSpPr>
          <p:spPr>
            <a:xfrm rot="17280000">
              <a:off x="6302537" y="2117166"/>
              <a:ext cx="395386" cy="185074"/>
            </a:xfrm>
            <a:prstGeom prst="chord">
              <a:avLst>
                <a:gd name="adj1" fmla="val 10800000"/>
                <a:gd name="adj2" fmla="val 0"/>
              </a:avLst>
            </a:prstGeom>
            <a:solidFill>
              <a:srgbClr val="3A2A2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2" name="Oval 111"/>
            <p:cNvSpPr/>
            <p:nvPr/>
          </p:nvSpPr>
          <p:spPr>
            <a:xfrm rot="17280000">
              <a:off x="6570699" y="2293448"/>
              <a:ext cx="63093" cy="75712"/>
            </a:xfrm>
            <a:prstGeom prst="ellipse">
              <a:avLst/>
            </a:prstGeom>
            <a:solidFill>
              <a:srgbClr val="1F243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3" name="Oval 112"/>
            <p:cNvSpPr/>
            <p:nvPr/>
          </p:nvSpPr>
          <p:spPr>
            <a:xfrm rot="17280000">
              <a:off x="6583629" y="2304888"/>
              <a:ext cx="21031" cy="2103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4" name="Rounded Rectangle 113"/>
            <p:cNvSpPr/>
            <p:nvPr/>
          </p:nvSpPr>
          <p:spPr>
            <a:xfrm rot="17280000">
              <a:off x="6496178" y="2299992"/>
              <a:ext cx="84124" cy="21031"/>
            </a:xfrm>
            <a:prstGeom prst="roundRect">
              <a:avLst/>
            </a:prstGeom>
            <a:solidFill>
              <a:srgbClr val="3A2A2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5" name="Oval 114"/>
            <p:cNvSpPr/>
            <p:nvPr/>
          </p:nvSpPr>
          <p:spPr>
            <a:xfrm rot="17280000">
              <a:off x="6622691" y="2133433"/>
              <a:ext cx="63093" cy="75712"/>
            </a:xfrm>
            <a:prstGeom prst="ellipse">
              <a:avLst/>
            </a:prstGeom>
            <a:solidFill>
              <a:srgbClr val="1F243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6" name="Oval 115"/>
            <p:cNvSpPr/>
            <p:nvPr/>
          </p:nvSpPr>
          <p:spPr>
            <a:xfrm rot="17280000">
              <a:off x="6635621" y="2144873"/>
              <a:ext cx="21031" cy="2103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7" name="Rounded Rectangle 116"/>
            <p:cNvSpPr/>
            <p:nvPr/>
          </p:nvSpPr>
          <p:spPr>
            <a:xfrm rot="17280000">
              <a:off x="6548170" y="2139977"/>
              <a:ext cx="84124" cy="21031"/>
            </a:xfrm>
            <a:prstGeom prst="roundRect">
              <a:avLst/>
            </a:prstGeom>
            <a:solidFill>
              <a:srgbClr val="3A2A2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8" name="Oval 117"/>
            <p:cNvSpPr/>
            <p:nvPr/>
          </p:nvSpPr>
          <p:spPr>
            <a:xfrm rot="17280000">
              <a:off x="6655215" y="2250069"/>
              <a:ext cx="42062" cy="33649"/>
            </a:xfrm>
            <a:prstGeom prst="ellipse">
              <a:avLst/>
            </a:prstGeom>
            <a:solidFill>
              <a:srgbClr val="A86E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9" name="Chord 118"/>
            <p:cNvSpPr/>
            <p:nvPr/>
          </p:nvSpPr>
          <p:spPr>
            <a:xfrm rot="17280000">
              <a:off x="6648539" y="2232017"/>
              <a:ext cx="151424" cy="100949"/>
            </a:xfrm>
            <a:prstGeom prst="chord">
              <a:avLst>
                <a:gd name="adj1" fmla="val 0"/>
                <a:gd name="adj2" fmla="val 10800000"/>
              </a:avLst>
            </a:prstGeom>
            <a:solidFill>
              <a:srgbClr val="FFFFFF"/>
            </a:solidFill>
            <a:ln w="12700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0" name="Oval 119"/>
            <p:cNvSpPr/>
            <p:nvPr/>
          </p:nvSpPr>
          <p:spPr>
            <a:xfrm rot="17280000">
              <a:off x="5992793" y="2063705"/>
              <a:ext cx="286024" cy="302849"/>
            </a:xfrm>
            <a:prstGeom prst="ellipse">
              <a:avLst/>
            </a:prstGeom>
            <a:solidFill>
              <a:srgbClr val="B5E2D3"/>
            </a:solidFill>
            <a:ln w="28575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1" name="Oval 120"/>
            <p:cNvSpPr/>
            <p:nvPr/>
          </p:nvSpPr>
          <p:spPr>
            <a:xfrm rot="1940960">
              <a:off x="6200989" y="2256980"/>
              <a:ext cx="134599" cy="84124"/>
            </a:xfrm>
            <a:prstGeom prst="ellipse">
              <a:avLst/>
            </a:prstGeom>
            <a:solidFill>
              <a:srgbClr val="007A5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2" name="Oval 121"/>
            <p:cNvSpPr/>
            <p:nvPr/>
          </p:nvSpPr>
          <p:spPr>
            <a:xfrm rot="17280000">
              <a:off x="6065582" y="1839684"/>
              <a:ext cx="286024" cy="302849"/>
            </a:xfrm>
            <a:prstGeom prst="ellipse">
              <a:avLst/>
            </a:prstGeom>
            <a:solidFill>
              <a:srgbClr val="B5E2D3"/>
            </a:solidFill>
            <a:ln w="28575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3" name="Oval 122"/>
            <p:cNvSpPr/>
            <p:nvPr/>
          </p:nvSpPr>
          <p:spPr>
            <a:xfrm rot="219040">
              <a:off x="6297798" y="1959032"/>
              <a:ext cx="134599" cy="84124"/>
            </a:xfrm>
            <a:prstGeom prst="ellipse">
              <a:avLst/>
            </a:prstGeom>
            <a:solidFill>
              <a:srgbClr val="007A5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10" name="Group 209"/>
          <p:cNvGrpSpPr/>
          <p:nvPr/>
        </p:nvGrpSpPr>
        <p:grpSpPr>
          <a:xfrm>
            <a:off x="7867863" y="1631655"/>
            <a:ext cx="723473" cy="2355494"/>
            <a:chOff x="7867863" y="1631655"/>
            <a:chExt cx="723473" cy="2355494"/>
          </a:xfrm>
        </p:grpSpPr>
        <p:cxnSp>
          <p:nvCxnSpPr>
            <p:cNvPr id="168" name="Connector 167"/>
            <p:cNvCxnSpPr/>
            <p:nvPr/>
          </p:nvCxnSpPr>
          <p:spPr>
            <a:xfrm flipH="1">
              <a:off x="7943575" y="3347801"/>
              <a:ext cx="143012" cy="252374"/>
            </a:xfrm>
            <a:prstGeom prst="line">
              <a:avLst/>
            </a:prstGeom>
            <a:ln w="160274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Connector 168"/>
            <p:cNvCxnSpPr/>
            <p:nvPr/>
          </p:nvCxnSpPr>
          <p:spPr>
            <a:xfrm flipH="1">
              <a:off x="7943575" y="3347801"/>
              <a:ext cx="143012" cy="252374"/>
            </a:xfrm>
            <a:prstGeom prst="line">
              <a:avLst/>
            </a:prstGeom>
            <a:ln w="128524" cap="rnd">
              <a:solidFill>
                <a:srgbClr val="E8B98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Connector 169"/>
            <p:cNvCxnSpPr/>
            <p:nvPr/>
          </p:nvCxnSpPr>
          <p:spPr>
            <a:xfrm>
              <a:off x="7943575" y="3600175"/>
              <a:ext cx="117775" cy="286025"/>
            </a:xfrm>
            <a:prstGeom prst="line">
              <a:avLst/>
            </a:prstGeom>
            <a:ln w="160274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Connector 170"/>
            <p:cNvCxnSpPr/>
            <p:nvPr/>
          </p:nvCxnSpPr>
          <p:spPr>
            <a:xfrm>
              <a:off x="7943575" y="3600175"/>
              <a:ext cx="117775" cy="286025"/>
            </a:xfrm>
            <a:prstGeom prst="line">
              <a:avLst/>
            </a:prstGeom>
            <a:ln w="128524" cap="rnd">
              <a:solidFill>
                <a:srgbClr val="F6B25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2" name="Rounded Rectangle 171"/>
            <p:cNvSpPr/>
            <p:nvPr/>
          </p:nvSpPr>
          <p:spPr>
            <a:xfrm>
              <a:off x="7867863" y="3852550"/>
              <a:ext cx="286024" cy="134599"/>
            </a:xfrm>
            <a:prstGeom prst="roundRect">
              <a:avLst/>
            </a:prstGeom>
            <a:solidFill>
              <a:srgbClr val="1F2430"/>
            </a:solidFill>
            <a:ln w="12700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73" name="Connector 172"/>
            <p:cNvCxnSpPr/>
            <p:nvPr/>
          </p:nvCxnSpPr>
          <p:spPr>
            <a:xfrm>
              <a:off x="8372612" y="3347801"/>
              <a:ext cx="143012" cy="252374"/>
            </a:xfrm>
            <a:prstGeom prst="line">
              <a:avLst/>
            </a:prstGeom>
            <a:ln w="160274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Connector 173"/>
            <p:cNvCxnSpPr/>
            <p:nvPr/>
          </p:nvCxnSpPr>
          <p:spPr>
            <a:xfrm>
              <a:off x="8372612" y="3347801"/>
              <a:ext cx="143012" cy="252374"/>
            </a:xfrm>
            <a:prstGeom prst="line">
              <a:avLst/>
            </a:prstGeom>
            <a:ln w="128524" cap="rnd">
              <a:solidFill>
                <a:srgbClr val="E8B98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Connector 174"/>
            <p:cNvCxnSpPr/>
            <p:nvPr/>
          </p:nvCxnSpPr>
          <p:spPr>
            <a:xfrm flipH="1">
              <a:off x="8397849" y="3600175"/>
              <a:ext cx="117775" cy="286025"/>
            </a:xfrm>
            <a:prstGeom prst="line">
              <a:avLst/>
            </a:prstGeom>
            <a:ln w="160274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Connector 175"/>
            <p:cNvCxnSpPr/>
            <p:nvPr/>
          </p:nvCxnSpPr>
          <p:spPr>
            <a:xfrm flipH="1">
              <a:off x="8397849" y="3600175"/>
              <a:ext cx="117775" cy="286025"/>
            </a:xfrm>
            <a:prstGeom prst="line">
              <a:avLst/>
            </a:prstGeom>
            <a:ln w="128524" cap="rnd">
              <a:solidFill>
                <a:srgbClr val="F6B25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7" name="Rounded Rectangle 176"/>
            <p:cNvSpPr/>
            <p:nvPr/>
          </p:nvSpPr>
          <p:spPr>
            <a:xfrm>
              <a:off x="8305312" y="3852550"/>
              <a:ext cx="286024" cy="134599"/>
            </a:xfrm>
            <a:prstGeom prst="roundRect">
              <a:avLst/>
            </a:prstGeom>
            <a:solidFill>
              <a:srgbClr val="1F2430"/>
            </a:solidFill>
            <a:ln w="12700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8" name="Rounded Rectangle 177"/>
            <p:cNvSpPr/>
            <p:nvPr/>
          </p:nvSpPr>
          <p:spPr>
            <a:xfrm>
              <a:off x="7918338" y="3221614"/>
              <a:ext cx="622523" cy="302849"/>
            </a:xfrm>
            <a:prstGeom prst="roundRect">
              <a:avLst/>
            </a:prstGeom>
            <a:solidFill>
              <a:srgbClr val="1D3557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79" name="Connector 178"/>
            <p:cNvCxnSpPr/>
            <p:nvPr/>
          </p:nvCxnSpPr>
          <p:spPr>
            <a:xfrm flipV="1">
              <a:off x="8229600" y="2405603"/>
              <a:ext cx="0" cy="143012"/>
            </a:xfrm>
            <a:prstGeom prst="line">
              <a:avLst/>
            </a:prstGeom>
            <a:ln w="136906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Connector 179"/>
            <p:cNvCxnSpPr/>
            <p:nvPr/>
          </p:nvCxnSpPr>
          <p:spPr>
            <a:xfrm flipV="1">
              <a:off x="8229600" y="2405603"/>
              <a:ext cx="0" cy="143012"/>
            </a:xfrm>
            <a:prstGeom prst="line">
              <a:avLst/>
            </a:prstGeom>
            <a:ln w="105156" cap="rnd">
              <a:solidFill>
                <a:srgbClr val="E8B98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1" name="Round Same Side Corner Rectangle 180"/>
            <p:cNvSpPr/>
            <p:nvPr/>
          </p:nvSpPr>
          <p:spPr>
            <a:xfrm>
              <a:off x="7901513" y="2523378"/>
              <a:ext cx="656173" cy="824423"/>
            </a:xfrm>
            <a:prstGeom prst="round2SameRect">
              <a:avLst>
                <a:gd name="adj1" fmla="val 30000"/>
                <a:gd name="adj2" fmla="val 12000"/>
              </a:avLst>
            </a:prstGeom>
            <a:solidFill>
              <a:srgbClr val="F28C28"/>
            </a:solidFill>
            <a:ln w="22225">
              <a:solidFill>
                <a:srgbClr val="A844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2" name="Rounded Rectangle 181"/>
            <p:cNvSpPr/>
            <p:nvPr/>
          </p:nvSpPr>
          <p:spPr>
            <a:xfrm>
              <a:off x="7918338" y="3259470"/>
              <a:ext cx="622523" cy="75712"/>
            </a:xfrm>
            <a:prstGeom prst="roundRect">
              <a:avLst/>
            </a:prstGeom>
            <a:solidFill>
              <a:srgbClr val="A844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3" name="Chord 182"/>
            <p:cNvSpPr/>
            <p:nvPr/>
          </p:nvSpPr>
          <p:spPr>
            <a:xfrm>
              <a:off x="8103412" y="2447665"/>
              <a:ext cx="252374" cy="168249"/>
            </a:xfrm>
            <a:prstGeom prst="chord">
              <a:avLst>
                <a:gd name="adj1" fmla="val 0"/>
                <a:gd name="adj2" fmla="val 10800000"/>
              </a:avLst>
            </a:prstGeom>
            <a:solidFill>
              <a:srgbClr val="FFFFFF"/>
            </a:solidFill>
            <a:ln w="12700">
              <a:solidFill>
                <a:srgbClr val="A844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4" name="TextBox 183"/>
            <p:cNvSpPr txBox="1"/>
            <p:nvPr/>
          </p:nvSpPr>
          <p:spPr>
            <a:xfrm>
              <a:off x="7977225" y="2691627"/>
              <a:ext cx="504748" cy="47109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2300" b="1">
                  <a:solidFill>
                    <a:srgbClr val="FFFFFF"/>
                  </a:solidFill>
                  <a:latin typeface="PT Sans"/>
                </a:rPr>
                <a:t>1</a:t>
              </a:r>
            </a:p>
          </p:txBody>
        </p:sp>
        <p:cxnSp>
          <p:nvCxnSpPr>
            <p:cNvPr id="185" name="Connector 184"/>
            <p:cNvCxnSpPr/>
            <p:nvPr/>
          </p:nvCxnSpPr>
          <p:spPr>
            <a:xfrm flipH="1" flipV="1">
              <a:off x="7893100" y="2153229"/>
              <a:ext cx="33650" cy="420624"/>
            </a:xfrm>
            <a:prstGeom prst="line">
              <a:avLst/>
            </a:prstGeom>
            <a:ln w="148590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Connector 185"/>
            <p:cNvCxnSpPr/>
            <p:nvPr/>
          </p:nvCxnSpPr>
          <p:spPr>
            <a:xfrm flipH="1" flipV="1">
              <a:off x="7893100" y="2153229"/>
              <a:ext cx="33650" cy="420624"/>
            </a:xfrm>
            <a:prstGeom prst="line">
              <a:avLst/>
            </a:prstGeom>
            <a:ln w="116840" cap="rnd">
              <a:solidFill>
                <a:srgbClr val="F28C2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Connector 186"/>
            <p:cNvCxnSpPr/>
            <p:nvPr/>
          </p:nvCxnSpPr>
          <p:spPr>
            <a:xfrm flipV="1">
              <a:off x="7893100" y="1783080"/>
              <a:ext cx="117775" cy="370149"/>
            </a:xfrm>
            <a:prstGeom prst="line">
              <a:avLst/>
            </a:prstGeom>
            <a:ln w="148590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Connector 187"/>
            <p:cNvCxnSpPr/>
            <p:nvPr/>
          </p:nvCxnSpPr>
          <p:spPr>
            <a:xfrm flipV="1">
              <a:off x="7893100" y="1783080"/>
              <a:ext cx="117775" cy="370149"/>
            </a:xfrm>
            <a:prstGeom prst="line">
              <a:avLst/>
            </a:prstGeom>
            <a:ln w="116840" cap="rnd">
              <a:solidFill>
                <a:srgbClr val="F28C2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Connector 188"/>
            <p:cNvCxnSpPr/>
            <p:nvPr/>
          </p:nvCxnSpPr>
          <p:spPr>
            <a:xfrm flipV="1">
              <a:off x="8532449" y="2153229"/>
              <a:ext cx="33650" cy="420624"/>
            </a:xfrm>
            <a:prstGeom prst="line">
              <a:avLst/>
            </a:prstGeom>
            <a:ln w="148590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Connector 189"/>
            <p:cNvCxnSpPr/>
            <p:nvPr/>
          </p:nvCxnSpPr>
          <p:spPr>
            <a:xfrm flipV="1">
              <a:off x="8532449" y="2153229"/>
              <a:ext cx="33650" cy="420624"/>
            </a:xfrm>
            <a:prstGeom prst="line">
              <a:avLst/>
            </a:prstGeom>
            <a:ln w="116840" cap="rnd">
              <a:solidFill>
                <a:srgbClr val="F28C2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Connector 190"/>
            <p:cNvCxnSpPr/>
            <p:nvPr/>
          </p:nvCxnSpPr>
          <p:spPr>
            <a:xfrm flipH="1" flipV="1">
              <a:off x="8448324" y="1783080"/>
              <a:ext cx="117775" cy="370149"/>
            </a:xfrm>
            <a:prstGeom prst="line">
              <a:avLst/>
            </a:prstGeom>
            <a:ln w="148590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Connector 191"/>
            <p:cNvCxnSpPr/>
            <p:nvPr/>
          </p:nvCxnSpPr>
          <p:spPr>
            <a:xfrm flipH="1" flipV="1">
              <a:off x="8448324" y="1783080"/>
              <a:ext cx="117775" cy="370149"/>
            </a:xfrm>
            <a:prstGeom prst="line">
              <a:avLst/>
            </a:prstGeom>
            <a:ln w="116840" cap="rnd">
              <a:solidFill>
                <a:srgbClr val="F28C2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3" name="Oval 192"/>
            <p:cNvSpPr/>
            <p:nvPr/>
          </p:nvSpPr>
          <p:spPr>
            <a:xfrm>
              <a:off x="7973019" y="2165847"/>
              <a:ext cx="92537" cy="126187"/>
            </a:xfrm>
            <a:prstGeom prst="ellipse">
              <a:avLst/>
            </a:prstGeom>
            <a:solidFill>
              <a:srgbClr val="E8B98E"/>
            </a:solidFill>
            <a:ln w="12700">
              <a:solidFill>
                <a:srgbClr val="A86E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4" name="Oval 193"/>
            <p:cNvSpPr/>
            <p:nvPr/>
          </p:nvSpPr>
          <p:spPr>
            <a:xfrm>
              <a:off x="8393643" y="2165847"/>
              <a:ext cx="92537" cy="126187"/>
            </a:xfrm>
            <a:prstGeom prst="ellipse">
              <a:avLst/>
            </a:prstGeom>
            <a:solidFill>
              <a:srgbClr val="E8B98E"/>
            </a:solidFill>
            <a:ln w="12700">
              <a:solidFill>
                <a:srgbClr val="A86E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5" name="Oval 194"/>
            <p:cNvSpPr/>
            <p:nvPr/>
          </p:nvSpPr>
          <p:spPr>
            <a:xfrm>
              <a:off x="8002463" y="1976567"/>
              <a:ext cx="454273" cy="370149"/>
            </a:xfrm>
            <a:prstGeom prst="ellipse">
              <a:avLst/>
            </a:prstGeom>
            <a:solidFill>
              <a:srgbClr val="3A2A22"/>
            </a:solidFill>
            <a:ln w="15875">
              <a:solidFill>
                <a:srgbClr val="3A2A2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6" name="Oval 195"/>
            <p:cNvSpPr/>
            <p:nvPr/>
          </p:nvSpPr>
          <p:spPr>
            <a:xfrm>
              <a:off x="8031906" y="2064898"/>
              <a:ext cx="395386" cy="395386"/>
            </a:xfrm>
            <a:prstGeom prst="ellipse">
              <a:avLst/>
            </a:prstGeom>
            <a:solidFill>
              <a:srgbClr val="E8B98E"/>
            </a:solidFill>
            <a:ln w="15875">
              <a:solidFill>
                <a:srgbClr val="A86E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7" name="Chord 196"/>
            <p:cNvSpPr/>
            <p:nvPr/>
          </p:nvSpPr>
          <p:spPr>
            <a:xfrm>
              <a:off x="8031906" y="2018629"/>
              <a:ext cx="395386" cy="185074"/>
            </a:xfrm>
            <a:prstGeom prst="chord">
              <a:avLst>
                <a:gd name="adj1" fmla="val 10800000"/>
                <a:gd name="adj2" fmla="val 0"/>
              </a:avLst>
            </a:prstGeom>
            <a:solidFill>
              <a:srgbClr val="3A2A2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8" name="Oval 197"/>
            <p:cNvSpPr/>
            <p:nvPr/>
          </p:nvSpPr>
          <p:spPr>
            <a:xfrm>
              <a:off x="8113928" y="2207910"/>
              <a:ext cx="63093" cy="75712"/>
            </a:xfrm>
            <a:prstGeom prst="ellipse">
              <a:avLst/>
            </a:prstGeom>
            <a:solidFill>
              <a:srgbClr val="1F243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9" name="Oval 198"/>
            <p:cNvSpPr/>
            <p:nvPr/>
          </p:nvSpPr>
          <p:spPr>
            <a:xfrm>
              <a:off x="8147578" y="2222632"/>
              <a:ext cx="21031" cy="2103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0" name="Rounded Rectangle 199"/>
            <p:cNvSpPr/>
            <p:nvPr/>
          </p:nvSpPr>
          <p:spPr>
            <a:xfrm>
              <a:off x="8103412" y="2167950"/>
              <a:ext cx="84124" cy="21031"/>
            </a:xfrm>
            <a:prstGeom prst="roundRect">
              <a:avLst/>
            </a:prstGeom>
            <a:solidFill>
              <a:srgbClr val="3A2A2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1" name="Oval 200"/>
            <p:cNvSpPr/>
            <p:nvPr/>
          </p:nvSpPr>
          <p:spPr>
            <a:xfrm>
              <a:off x="8282178" y="2207910"/>
              <a:ext cx="63093" cy="75712"/>
            </a:xfrm>
            <a:prstGeom prst="ellipse">
              <a:avLst/>
            </a:prstGeom>
            <a:solidFill>
              <a:srgbClr val="1F243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2" name="Oval 201"/>
            <p:cNvSpPr/>
            <p:nvPr/>
          </p:nvSpPr>
          <p:spPr>
            <a:xfrm>
              <a:off x="8315827" y="2222632"/>
              <a:ext cx="21031" cy="2103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3" name="Rounded Rectangle 202"/>
            <p:cNvSpPr/>
            <p:nvPr/>
          </p:nvSpPr>
          <p:spPr>
            <a:xfrm>
              <a:off x="8271662" y="2167950"/>
              <a:ext cx="84124" cy="21031"/>
            </a:xfrm>
            <a:prstGeom prst="roundRect">
              <a:avLst/>
            </a:prstGeom>
            <a:solidFill>
              <a:srgbClr val="3A2A2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4" name="Oval 203"/>
            <p:cNvSpPr/>
            <p:nvPr/>
          </p:nvSpPr>
          <p:spPr>
            <a:xfrm>
              <a:off x="8208568" y="2279416"/>
              <a:ext cx="42062" cy="33649"/>
            </a:xfrm>
            <a:prstGeom prst="ellipse">
              <a:avLst/>
            </a:prstGeom>
            <a:solidFill>
              <a:srgbClr val="A86E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5" name="Chord 204"/>
            <p:cNvSpPr/>
            <p:nvPr/>
          </p:nvSpPr>
          <p:spPr>
            <a:xfrm>
              <a:off x="8153887" y="2296241"/>
              <a:ext cx="151424" cy="100949"/>
            </a:xfrm>
            <a:prstGeom prst="chord">
              <a:avLst>
                <a:gd name="adj1" fmla="val 0"/>
                <a:gd name="adj2" fmla="val 10800000"/>
              </a:avLst>
            </a:prstGeom>
            <a:solidFill>
              <a:srgbClr val="FFFFFF"/>
            </a:solidFill>
            <a:ln w="12700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6" name="Oval 205"/>
            <p:cNvSpPr/>
            <p:nvPr/>
          </p:nvSpPr>
          <p:spPr>
            <a:xfrm>
              <a:off x="7867863" y="1631655"/>
              <a:ext cx="286024" cy="302849"/>
            </a:xfrm>
            <a:prstGeom prst="ellipse">
              <a:avLst/>
            </a:prstGeom>
            <a:solidFill>
              <a:srgbClr val="B5E2D3"/>
            </a:solidFill>
            <a:ln w="28575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7" name="Oval 206"/>
            <p:cNvSpPr/>
            <p:nvPr/>
          </p:nvSpPr>
          <p:spPr>
            <a:xfrm rot="6459007">
              <a:off x="7894110" y="1896480"/>
              <a:ext cx="134599" cy="84124"/>
            </a:xfrm>
            <a:prstGeom prst="ellipse">
              <a:avLst/>
            </a:prstGeom>
            <a:solidFill>
              <a:srgbClr val="007A5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8" name="Oval 207"/>
            <p:cNvSpPr/>
            <p:nvPr/>
          </p:nvSpPr>
          <p:spPr>
            <a:xfrm>
              <a:off x="8305312" y="1631655"/>
              <a:ext cx="286024" cy="302849"/>
            </a:xfrm>
            <a:prstGeom prst="ellipse">
              <a:avLst/>
            </a:prstGeom>
            <a:solidFill>
              <a:srgbClr val="B5E2D3"/>
            </a:solidFill>
            <a:ln w="28575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9" name="Oval 208"/>
            <p:cNvSpPr/>
            <p:nvPr/>
          </p:nvSpPr>
          <p:spPr>
            <a:xfrm rot="4340993">
              <a:off x="8430490" y="1896480"/>
              <a:ext cx="134599" cy="84124"/>
            </a:xfrm>
            <a:prstGeom prst="ellipse">
              <a:avLst/>
            </a:prstGeom>
            <a:solidFill>
              <a:srgbClr val="007A5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211" name="Oval 210"/>
          <p:cNvSpPr/>
          <p:nvPr/>
        </p:nvSpPr>
        <p:spPr>
          <a:xfrm>
            <a:off x="7903845" y="5497830"/>
            <a:ext cx="651509" cy="137160"/>
          </a:xfrm>
          <a:prstGeom prst="ellipse">
            <a:avLst/>
          </a:prstGeom>
          <a:solidFill>
            <a:srgbClr val="8CB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Explosion 211"/>
          <p:cNvSpPr/>
          <p:nvPr/>
        </p:nvSpPr>
        <p:spPr>
          <a:xfrm>
            <a:off x="7680960" y="5017770"/>
            <a:ext cx="1097280" cy="754380"/>
          </a:xfrm>
          <a:prstGeom prst="irregularSeal2">
            <a:avLst/>
          </a:prstGeom>
          <a:solidFill>
            <a:srgbClr val="FFFFFF"/>
          </a:solidFill>
          <a:ln w="1587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Explosion 212"/>
          <p:cNvSpPr/>
          <p:nvPr/>
        </p:nvSpPr>
        <p:spPr>
          <a:xfrm>
            <a:off x="5646420" y="1668779"/>
            <a:ext cx="1051560" cy="868680"/>
          </a:xfrm>
          <a:prstGeom prst="irregularSeal2">
            <a:avLst/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7563002" y="4371746"/>
            <a:ext cx="510235" cy="51023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FCB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7170724" y="3760012"/>
            <a:ext cx="471830" cy="47183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FCB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6778447" y="3148279"/>
            <a:ext cx="433425" cy="43342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FCB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6386169" y="2536545"/>
            <a:ext cx="395020" cy="3950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FCB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Explosion 217"/>
          <p:cNvSpPr/>
          <p:nvPr/>
        </p:nvSpPr>
        <p:spPr>
          <a:xfrm>
            <a:off x="7703820" y="1348740"/>
            <a:ext cx="1051560" cy="868680"/>
          </a:xfrm>
          <a:prstGeom prst="irregularSeal2">
            <a:avLst/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7974482" y="4307738"/>
            <a:ext cx="510235" cy="51023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FCB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7993684" y="3631996"/>
            <a:ext cx="471830" cy="47183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FCB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8012887" y="2956255"/>
            <a:ext cx="433425" cy="43342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FCB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8032089" y="2280513"/>
            <a:ext cx="395020" cy="3950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FCB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Explosion 222"/>
          <p:cNvSpPr/>
          <p:nvPr/>
        </p:nvSpPr>
        <p:spPr>
          <a:xfrm>
            <a:off x="9509760" y="1440179"/>
            <a:ext cx="1554480" cy="1325880"/>
          </a:xfrm>
          <a:prstGeom prst="irregularSeal1">
            <a:avLst/>
          </a:prstGeom>
          <a:solidFill>
            <a:srgbClr val="FFEBB5"/>
          </a:solidFill>
          <a:ln w="317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8563721" y="4093125"/>
            <a:ext cx="510235" cy="51023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FCB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9028968" y="3189141"/>
            <a:ext cx="471830" cy="47183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FCB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9405335" y="2424469"/>
            <a:ext cx="433425" cy="43342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FCB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9747138" y="1952046"/>
            <a:ext cx="395020" cy="3950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FCB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237" name="Group 236"/>
          <p:cNvGrpSpPr/>
          <p:nvPr/>
        </p:nvGrpSpPr>
        <p:grpSpPr>
          <a:xfrm>
            <a:off x="7886700" y="4914900"/>
            <a:ext cx="685800" cy="685800"/>
            <a:chOff x="7886700" y="4914900"/>
            <a:chExt cx="685800" cy="685800"/>
          </a:xfrm>
        </p:grpSpPr>
        <p:sp>
          <p:nvSpPr>
            <p:cNvPr id="228" name="Oval 227"/>
            <p:cNvSpPr/>
            <p:nvPr/>
          </p:nvSpPr>
          <p:spPr>
            <a:xfrm>
              <a:off x="7886700" y="4914900"/>
              <a:ext cx="685800" cy="685800"/>
            </a:xfrm>
            <a:prstGeom prst="ellipse">
              <a:avLst/>
            </a:prstGeom>
            <a:solidFill>
              <a:srgbClr val="FFFFFF"/>
            </a:solidFill>
            <a:ln w="2222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9" name="Chord 228"/>
            <p:cNvSpPr/>
            <p:nvPr/>
          </p:nvSpPr>
          <p:spPr>
            <a:xfrm>
              <a:off x="7910702" y="4938903"/>
              <a:ext cx="637794" cy="637794"/>
            </a:xfrm>
            <a:prstGeom prst="chord">
              <a:avLst>
                <a:gd name="adj1" fmla="val 18900000"/>
                <a:gd name="adj2" fmla="val 8100000"/>
              </a:avLst>
            </a:prstGeom>
            <a:solidFill>
              <a:srgbClr val="E3E7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0" name="Regular Pentagon 229"/>
            <p:cNvSpPr/>
            <p:nvPr/>
          </p:nvSpPr>
          <p:spPr>
            <a:xfrm rot="2160000">
              <a:off x="8161020" y="4945761"/>
              <a:ext cx="137160" cy="130302"/>
            </a:xfrm>
            <a:prstGeom prst="pentagon">
              <a:avLst/>
            </a:prstGeom>
            <a:solidFill>
              <a:srgbClr val="1D355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1" name="Regular Pentagon 230"/>
            <p:cNvSpPr/>
            <p:nvPr/>
          </p:nvSpPr>
          <p:spPr>
            <a:xfrm rot="6480000">
              <a:off x="8395824" y="5116356"/>
              <a:ext cx="137160" cy="130302"/>
            </a:xfrm>
            <a:prstGeom prst="pentagon">
              <a:avLst/>
            </a:prstGeom>
            <a:solidFill>
              <a:srgbClr val="1D355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2" name="Regular Pentagon 231"/>
            <p:cNvSpPr/>
            <p:nvPr/>
          </p:nvSpPr>
          <p:spPr>
            <a:xfrm rot="10800000">
              <a:off x="8306137" y="5392385"/>
              <a:ext cx="137160" cy="130302"/>
            </a:xfrm>
            <a:prstGeom prst="pentagon">
              <a:avLst/>
            </a:prstGeom>
            <a:solidFill>
              <a:srgbClr val="1D355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3" name="Regular Pentagon 232"/>
            <p:cNvSpPr/>
            <p:nvPr/>
          </p:nvSpPr>
          <p:spPr>
            <a:xfrm rot="15120000">
              <a:off x="8015902" y="5392385"/>
              <a:ext cx="137160" cy="130302"/>
            </a:xfrm>
            <a:prstGeom prst="pentagon">
              <a:avLst/>
            </a:prstGeom>
            <a:solidFill>
              <a:srgbClr val="1D355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4" name="Regular Pentagon 233"/>
            <p:cNvSpPr/>
            <p:nvPr/>
          </p:nvSpPr>
          <p:spPr>
            <a:xfrm rot="19440000">
              <a:off x="7926215" y="5116356"/>
              <a:ext cx="137160" cy="130302"/>
            </a:xfrm>
            <a:prstGeom prst="pentagon">
              <a:avLst/>
            </a:prstGeom>
            <a:solidFill>
              <a:srgbClr val="1D355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5" name="Regular Pentagon 234"/>
            <p:cNvSpPr/>
            <p:nvPr/>
          </p:nvSpPr>
          <p:spPr>
            <a:xfrm>
              <a:off x="8126729" y="5158359"/>
              <a:ext cx="205739" cy="198881"/>
            </a:xfrm>
            <a:prstGeom prst="pentagon">
              <a:avLst/>
            </a:prstGeom>
            <a:solidFill>
              <a:srgbClr val="1D355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6" name="Oval 235"/>
            <p:cNvSpPr/>
            <p:nvPr/>
          </p:nvSpPr>
          <p:spPr>
            <a:xfrm rot="19500000">
              <a:off x="8051292" y="5079492"/>
              <a:ext cx="82296" cy="5486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238" name="Rounded Rectangle 237"/>
          <p:cNvSpPr/>
          <p:nvPr/>
        </p:nvSpPr>
        <p:spPr>
          <a:xfrm>
            <a:off x="5623560" y="4224528"/>
            <a:ext cx="5212080" cy="10972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444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000" b="1">
                <a:solidFill>
                  <a:srgbClr val="007A5A"/>
                </a:solidFill>
                <a:latin typeface="PT Sans"/>
              </a:rPr>
              <a:t>ГОЛ!</a:t>
            </a:r>
          </a:p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3 + 3 + 3 = 9</a:t>
            </a:r>
          </a:p>
        </p:txBody>
      </p:sp>
      <p:sp>
        <p:nvSpPr>
          <p:cNvPr id="239" name="Rounded Rectangle 238"/>
          <p:cNvSpPr/>
          <p:nvPr/>
        </p:nvSpPr>
        <p:spPr>
          <a:xfrm>
            <a:off x="5257800" y="4224528"/>
            <a:ext cx="5943600" cy="120700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444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3400" b="1">
                <a:solidFill>
                  <a:srgbClr val="A84400"/>
                </a:solidFill>
                <a:latin typeface="PT Sans"/>
              </a:rPr>
              <a:t>Кармап калды!</a:t>
            </a:r>
          </a:p>
          <a:p>
            <a:pPr algn="ctr"/>
            <a:r>
              <a:rPr sz="1900" b="1">
                <a:solidFill>
                  <a:srgbClr val="1D3557"/>
                </a:solidFill>
                <a:latin typeface="PT Sans"/>
              </a:rPr>
              <a:t>Туура жооп: 3 + 3 + 3 = 9</a:t>
            </a:r>
          </a:p>
          <a:p>
            <a:pPr algn="ctr"/>
            <a:r>
              <a:rPr sz="1200" b="0">
                <a:solidFill>
                  <a:srgbClr val="1F2430"/>
                </a:solidFill>
                <a:latin typeface="PT Sans"/>
              </a:rPr>
              <a:t>Кеңеш: бардык сандарды коштуңбу? Бирин да унутпа.</a:t>
            </a:r>
          </a:p>
        </p:txBody>
      </p:sp>
      <p:sp>
        <p:nvSpPr>
          <p:cNvPr id="240" name="Rounded Rectangle 239"/>
          <p:cNvSpPr/>
          <p:nvPr/>
        </p:nvSpPr>
        <p:spPr>
          <a:xfrm>
            <a:off x="5257800" y="4224528"/>
            <a:ext cx="5943600" cy="120700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444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3400" b="1">
                <a:solidFill>
                  <a:srgbClr val="A84400"/>
                </a:solidFill>
                <a:latin typeface="PT Sans"/>
              </a:rPr>
              <a:t>Кармап калды!</a:t>
            </a:r>
          </a:p>
          <a:p>
            <a:pPr algn="ctr"/>
            <a:r>
              <a:rPr sz="1900" b="1">
                <a:solidFill>
                  <a:srgbClr val="1D3557"/>
                </a:solidFill>
                <a:latin typeface="PT Sans"/>
              </a:rPr>
              <a:t>Туура жооп: 3 + 3 + 3 = 9</a:t>
            </a:r>
          </a:p>
          <a:p>
            <a:pPr algn="ctr"/>
            <a:r>
              <a:rPr sz="1200" b="0">
                <a:solidFill>
                  <a:srgbClr val="1F2430"/>
                </a:solidFill>
                <a:latin typeface="PT Sans"/>
              </a:rPr>
              <a:t>Кеңеш: ар бир буюмду бир жолу гана санайбыз.</a:t>
            </a:r>
          </a:p>
        </p:txBody>
      </p:sp>
      <p:sp>
        <p:nvSpPr>
          <p:cNvPr id="241" name="Rectangle 240"/>
          <p:cNvSpPr/>
          <p:nvPr/>
        </p:nvSpPr>
        <p:spPr>
          <a:xfrm>
            <a:off x="8183879" y="2697480"/>
            <a:ext cx="155448" cy="91440"/>
          </a:xfrm>
          <a:prstGeom prst="rect">
            <a:avLst/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8183879" y="2697480"/>
            <a:ext cx="155448" cy="91440"/>
          </a:xfrm>
          <a:prstGeom prst="rect">
            <a:avLst/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8183879" y="2697480"/>
            <a:ext cx="155448" cy="91440"/>
          </a:xfrm>
          <a:prstGeom prst="rect">
            <a:avLst/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8183879" y="2697480"/>
            <a:ext cx="155448" cy="91440"/>
          </a:xfrm>
          <a:prstGeom prst="rect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8183879" y="2697480"/>
            <a:ext cx="155448" cy="91440"/>
          </a:xfrm>
          <a:prstGeom prst="rect">
            <a:avLst/>
          </a:prstGeom>
          <a:solidFill>
            <a:srgbClr val="F2C9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8183879" y="2697480"/>
            <a:ext cx="155448" cy="91440"/>
          </a:xfrm>
          <a:prstGeom prst="rect">
            <a:avLst/>
          </a:prstGeom>
          <a:solidFill>
            <a:srgbClr val="B5E2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8183879" y="2697480"/>
            <a:ext cx="155448" cy="91440"/>
          </a:xfrm>
          <a:prstGeom prst="rect">
            <a:avLst/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8183879" y="2697480"/>
            <a:ext cx="155448" cy="91440"/>
          </a:xfrm>
          <a:prstGeom prst="rect">
            <a:avLst/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8183879" y="2697480"/>
            <a:ext cx="155448" cy="91440"/>
          </a:xfrm>
          <a:prstGeom prst="rect">
            <a:avLst/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8183879" y="2697480"/>
            <a:ext cx="155448" cy="91440"/>
          </a:xfrm>
          <a:prstGeom prst="rect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8183879" y="2697480"/>
            <a:ext cx="155448" cy="91440"/>
          </a:xfrm>
          <a:prstGeom prst="rect">
            <a:avLst/>
          </a:prstGeom>
          <a:solidFill>
            <a:srgbClr val="F2C9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Rectangle 251"/>
          <p:cNvSpPr/>
          <p:nvPr/>
        </p:nvSpPr>
        <p:spPr>
          <a:xfrm>
            <a:off x="8183879" y="2697480"/>
            <a:ext cx="155448" cy="91440"/>
          </a:xfrm>
          <a:prstGeom prst="rect">
            <a:avLst/>
          </a:prstGeom>
          <a:solidFill>
            <a:srgbClr val="B5E2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Rectangle 252"/>
          <p:cNvSpPr/>
          <p:nvPr/>
        </p:nvSpPr>
        <p:spPr>
          <a:xfrm>
            <a:off x="8183879" y="2697480"/>
            <a:ext cx="155448" cy="91440"/>
          </a:xfrm>
          <a:prstGeom prst="rect">
            <a:avLst/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Rectangle 253"/>
          <p:cNvSpPr/>
          <p:nvPr/>
        </p:nvSpPr>
        <p:spPr>
          <a:xfrm>
            <a:off x="8183879" y="2697480"/>
            <a:ext cx="155448" cy="91440"/>
          </a:xfrm>
          <a:prstGeom prst="rect">
            <a:avLst/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Pentagon 254">
            <a:hlinkClick action="ppaction://hlinksldjump" r:id="rId8"/>
          </p:cNvPr>
          <p:cNvSpPr/>
          <p:nvPr/>
        </p:nvSpPr>
        <p:spPr>
          <a:xfrm>
            <a:off x="8652967" y="5486400"/>
            <a:ext cx="3017520" cy="457200"/>
          </a:xfrm>
          <a:prstGeom prst="homePlate">
            <a:avLst/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Кийинки тепкич →</a:t>
            </a:r>
          </a:p>
        </p:txBody>
      </p:sp>
    </p:spTree>
  </p:cSld>
  <p:clrMapOvr>
    <a:masterClrMapping/>
  </p:clrMapOvr>
  <p:transition spd="med" advClick="0">
    <p:fade/>
    <p:sndAc>
      <p:stSnd>
        <p:snd r:embed="rId3" name="whistle.wav"/>
      </p:stSnd>
    </p:sndAc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180" fill="hold" autoRev="1" repeatCount="3000"/>
                                        <p:tgtEl>
                                          <p:spTgt spid="13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" presetID="1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" dur="2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2C9AC"/>
                                      </p:to>
                                    </p:animClr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"/>
                            </p:stCondLst>
                            <p:childTnLst>
                              <p:par>
                                <p:cTn id="13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5" dur="110" fill="hold" autoRev="1" repeatCount="3000"/>
                                        <p:tgtEl>
                                          <p:spTgt spid="237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150"/>
                            </p:stCondLst>
                            <p:childTnLst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6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6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8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25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16875 -0.46000 L -0.20626 -0.52000 L -0.24001 -0.21333 E" pathEditMode="relative" rAng="0">
                                      <p:cBhvr>
                                        <p:cTn id="28" dur="1150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k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9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64800000">
                                      <p:cBhvr>
                                        <p:cTn id="31" dur="1150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2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4" dur="600" fill="hold"/>
                                        <p:tgtEl>
                                          <p:spTgt spid="237"/>
                                        </p:tgtEl>
                                      </p:cBhvr>
                                      <p:by x="65000" y="6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200"/>
                            </p:stCondLst>
                            <p:childTnLst>
                              <p:par>
                                <p:cTn id="3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32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045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32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270"/>
                            </p:stCondLst>
                            <p:childTnLst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310"/>
                            </p:stCondLst>
                            <p:childTnLst>
                              <p:par>
                                <p:cTn id="4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25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33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329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390"/>
                            </p:stCondLst>
                            <p:childTnLst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430"/>
                            </p:stCondLst>
                            <p:childTnLst>
                              <p:par>
                                <p:cTn id="5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33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329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510"/>
                            </p:stCondLst>
                            <p:childTnLst>
                              <p:par>
                                <p:cTn id="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550"/>
                            </p:stCondLst>
                            <p:childTnLst>
                              <p:par>
                                <p:cTn id="6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33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329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630"/>
                            </p:stCondLst>
                            <p:childTnLst>
                              <p:par>
                                <p:cTn id="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670"/>
                            </p:stCondLst>
                            <p:childTnLst>
                              <p:par>
                                <p:cTn id="7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" dur="33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329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720"/>
                            </p:stCondLst>
                            <p:childTnLst>
                              <p:par>
                                <p:cTn id="8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260" fill="hold"/>
                                        <p:tgtEl>
                                          <p:spTgt spid="2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260" fill="hold"/>
                                        <p:tgtEl>
                                          <p:spTgt spid="2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13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1750"/>
                            </p:stCondLst>
                            <p:childTnLst>
                              <p:par>
                                <p:cTn id="8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450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450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225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groa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2150"/>
                            </p:stCondLst>
                            <p:childTnLst>
                              <p:par>
                                <p:cTn id="9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4" dur="4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2300"/>
                            </p:stCondLst>
                            <p:childTnLst>
                              <p:par>
                                <p:cTn id="97" presetID="1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9" dur="3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B5E2D3"/>
                                      </p:to>
                                    </p:animClr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3000"/>
                            </p:stCondLst>
                            <p:childTnLst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4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107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8" fill="hold">
                      <p:stCondLst>
                        <p:cond delay="0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11" dur="180" fill="hold" autoRev="1" repeatCount="3000"/>
                                        <p:tgtEl>
                                          <p:spTgt spid="14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2" presetID="1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4" dur="2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2C9AC"/>
                                      </p:to>
                                    </p:animClr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300"/>
                            </p:stCondLst>
                            <p:childTnLst>
                              <p:par>
                                <p:cTn id="118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20" dur="110" fill="hold" autoRev="1" repeatCount="3000"/>
                                        <p:tgtEl>
                                          <p:spTgt spid="237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1150"/>
                            </p:stCondLst>
                            <p:childTnLst>
                              <p:par>
                                <p:cTn id="12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4" dur="16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" dur="16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6" dur="8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9" dur="25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0 -0.50667 L 0.06750 -0.56667 L 0.12825 -0.26000 E" pathEditMode="relative" rAng="0">
                                      <p:cBhvr>
                                        <p:cTn id="133" dur="1150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k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34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64800000">
                                      <p:cBhvr>
                                        <p:cTn id="136" dur="1150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7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39" dur="600" fill="hold"/>
                                        <p:tgtEl>
                                          <p:spTgt spid="237"/>
                                        </p:tgtEl>
                                      </p:cBhvr>
                                      <p:by x="65000" y="6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1200"/>
                            </p:stCondLst>
                            <p:childTnLst>
                              <p:par>
                                <p:cTn id="14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6" dur="320" fill="hold"/>
                                        <p:tgtEl>
                                          <p:spTgt spid="2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7" dur="320" fill="hold"/>
                                        <p:tgtEl>
                                          <p:spTgt spid="2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1270"/>
                            </p:stCondLst>
                            <p:childTnLst>
                              <p:par>
                                <p:cTn id="1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>
                            <p:stCondLst>
                              <p:cond delay="1310"/>
                            </p:stCondLst>
                            <p:childTnLst>
                              <p:par>
                                <p:cTn id="15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4" dur="25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8" dur="33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329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1390"/>
                            </p:stCondLst>
                            <p:childTnLst>
                              <p:par>
                                <p:cTn id="1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" fill="hold">
                            <p:stCondLst>
                              <p:cond delay="1430"/>
                            </p:stCondLst>
                            <p:childTnLst>
                              <p:par>
                                <p:cTn id="16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6" dur="33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329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1" fill="hold">
                            <p:stCondLst>
                              <p:cond delay="1510"/>
                            </p:stCondLst>
                            <p:childTnLst>
                              <p:par>
                                <p:cTn id="1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6" fill="hold">
                            <p:stCondLst>
                              <p:cond delay="1550"/>
                            </p:stCondLst>
                            <p:childTnLst>
                              <p:par>
                                <p:cTn id="17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4" dur="33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329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9" fill="hold">
                            <p:stCondLst>
                              <p:cond delay="1630"/>
                            </p:stCondLst>
                            <p:childTnLst>
                              <p:par>
                                <p:cTn id="1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4" fill="hold">
                            <p:stCondLst>
                              <p:cond delay="1670"/>
                            </p:stCondLst>
                            <p:childTnLst>
                              <p:par>
                                <p:cTn id="18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2" dur="33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329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>
                            <p:stCondLst>
                              <p:cond delay="1720"/>
                            </p:stCondLst>
                            <p:childTnLst>
                              <p:par>
                                <p:cTn id="18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7" dur="260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8" dur="260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9" dur="13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6" fill="hold">
                            <p:stCondLst>
                              <p:cond delay="1750"/>
                            </p:stCondLst>
                            <p:childTnLst>
                              <p:par>
                                <p:cTn id="19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3" dur="45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4" dur="45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5" dur="225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groa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01" fill="hold">
                            <p:stCondLst>
                              <p:cond delay="2150"/>
                            </p:stCondLst>
                            <p:childTnLst>
                              <p:par>
                                <p:cTn id="19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9" dur="4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7" fill="hold">
                            <p:stCondLst>
                              <p:cond delay="2300"/>
                            </p:stCondLst>
                            <p:childTnLst>
                              <p:par>
                                <p:cTn id="202" presetID="1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4" dur="3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B5E2D3"/>
                                      </p:to>
                                    </p:animClr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1" fill="hold">
                            <p:stCondLst>
                              <p:cond delay="3000"/>
                            </p:stCondLst>
                            <p:childTnLst>
                              <p:par>
                                <p:cTn id="2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" dur="4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21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3" fill="hold">
                      <p:stCondLst>
                        <p:cond delay="0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16" dur="180" fill="hold" autoRev="1" repeatCount="3000"/>
                                        <p:tgtEl>
                                          <p:spTgt spid="15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17" presetID="1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9" dur="2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2C9AC"/>
                                      </p:to>
                                    </p:animClr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6" fill="hold">
                            <p:stCondLst>
                              <p:cond delay="300"/>
                            </p:stCondLst>
                            <p:childTnLst>
                              <p:par>
                                <p:cTn id="223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25" dur="110" fill="hold" autoRev="1" repeatCount="3000"/>
                                        <p:tgtEl>
                                          <p:spTgt spid="237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5" fill="hold">
                            <p:stCondLst>
                              <p:cond delay="1150"/>
                            </p:stCondLst>
                            <p:childTnLst>
                              <p:par>
                                <p:cTn id="22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9" dur="16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0" dur="16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1" dur="8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4" dur="25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6" presetID="0" presetClass="path" presetSubtype="0" accel="40000" decel="2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9281 -0.20700 0.11813 -0.51520 0.16875 -0.46000 E" pathEditMode="relative" rAng="0">
                                      <p:cBhvr>
                                        <p:cTn id="238" dur="600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k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39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241" dur="600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42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44" dur="600" fill="hold"/>
                                        <p:tgtEl>
                                          <p:spTgt spid="237"/>
                                        </p:tgtEl>
                                      </p:cBhvr>
                                      <p:by x="65000" y="6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3" fill="hold">
                            <p:stCondLst>
                              <p:cond delay="1200"/>
                            </p:stCondLst>
                            <p:childTnLst>
                              <p:par>
                                <p:cTn id="24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1" dur="32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045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2" dur="32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6" fill="hold">
                            <p:stCondLst>
                              <p:cond delay="1270"/>
                            </p:stCondLst>
                            <p:childTnLst>
                              <p:par>
                                <p:cTn id="2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5" fill="hold">
                            <p:stCondLst>
                              <p:cond delay="1310"/>
                            </p:stCondLst>
                            <p:childTnLst>
                              <p:par>
                                <p:cTn id="25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9" dur="25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3" dur="33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329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8" fill="hold">
                            <p:stCondLst>
                              <p:cond delay="1390"/>
                            </p:stCondLst>
                            <p:childTnLst>
                              <p:par>
                                <p:cTn id="2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3" fill="hold">
                            <p:stCondLst>
                              <p:cond delay="1430"/>
                            </p:stCondLst>
                            <p:childTnLst>
                              <p:par>
                                <p:cTn id="26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1" dur="33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329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6" fill="hold">
                            <p:stCondLst>
                              <p:cond delay="1510"/>
                            </p:stCondLst>
                            <p:childTnLst>
                              <p:par>
                                <p:cTn id="27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1" fill="hold">
                            <p:stCondLst>
                              <p:cond delay="1550"/>
                            </p:stCondLst>
                            <p:childTnLst>
                              <p:par>
                                <p:cTn id="27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9" dur="33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329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4" fill="hold">
                            <p:stCondLst>
                              <p:cond delay="1630"/>
                            </p:stCondLst>
                            <p:childTnLst>
                              <p:par>
                                <p:cTn id="28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9" fill="hold">
                            <p:stCondLst>
                              <p:cond delay="1670"/>
                            </p:stCondLst>
                            <p:childTnLst>
                              <p:par>
                                <p:cTn id="28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7" dur="33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329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3" fill="hold">
                            <p:stCondLst>
                              <p:cond delay="1700"/>
                            </p:stCondLst>
                            <p:childTnLst>
                              <p:par>
                                <p:cTn id="29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92" dur="140" fill="hold" autoRev="1" repeatCount="2000"/>
                                        <p:tgtEl>
                                          <p:spTgt spid="33"/>
                                        </p:tgtEl>
                                      </p:cBhvr>
                                      <p:by x="104000" y="104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9" fill="hold">
                            <p:stCondLst>
                              <p:cond delay="1720"/>
                            </p:stCondLst>
                            <p:childTnLst>
                              <p:par>
                                <p:cTn id="29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6" dur="260" fill="hold"/>
                                        <p:tgtEl>
                                          <p:spTgt spid="2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7" dur="260" fill="hold"/>
                                        <p:tgtEl>
                                          <p:spTgt spid="2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8" dur="13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2" fill="hold">
                            <p:stCondLst>
                              <p:cond delay="1750"/>
                            </p:stCondLst>
                            <p:childTnLst>
                              <p:par>
                                <p:cTn id="30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2" dur="450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3" dur="450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4" dur="225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he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05" presetID="1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7" dur="3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B5E2D3"/>
                                      </p:to>
                                    </p:animClr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2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7895 -0.19613 -0.16917 -0.11768 -0.22556 0.19739 E" pathEditMode="relative" rAng="0">
                                      <p:cBhvr>
                                        <p:cTn id="314" dur="1300" fill="hold"/>
                                        <p:tgtEl>
                                          <p:spTgt spid="2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15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317" dur="1300" fill="hold"/>
                                        <p:tgtEl>
                                          <p:spTgt spid="2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0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6369 -0.14581 -0.13647 -0.08749 -0.18196 0.10612 E" pathEditMode="relative" rAng="0">
                                      <p:cBhvr>
                                        <p:cTn id="322" dur="1300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23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325" dur="1300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8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5723 -0.14005 -0.12263 -0.08403 -0.16351 0.10693 E" pathEditMode="relative" rAng="0">
                                      <p:cBhvr>
                                        <p:cTn id="330" dur="1300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31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333" dur="1300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6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3380 -0.13780 -0.07243 -0.08268 -0.09658 0.10535 E" pathEditMode="relative" rAng="0">
                                      <p:cBhvr>
                                        <p:cTn id="338" dur="130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39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341" dur="130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4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2139 -0.20560 -0.04583 -0.12336 -0.06110 0.09362 E" pathEditMode="relative" rAng="0">
                                      <p:cBhvr>
                                        <p:cTn id="346" dur="1300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47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349" dur="1300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2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1967 -0.21227 -0.04214 -0.12736 -0.05619 0.13207 E" pathEditMode="relative" rAng="0">
                                      <p:cBhvr>
                                        <p:cTn id="354" dur="1300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55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357" dur="1300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0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0361 -0.18454 -0.00775 -0.11072 -0.01033 0.16628 E" pathEditMode="relative" rAng="0">
                                      <p:cBhvr>
                                        <p:cTn id="362" dur="1300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63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365" dur="1300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8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0138 -0.18748 -0.00295 -0.11249 -0.00394 0.18848 E" pathEditMode="relative" rAng="0">
                                      <p:cBhvr>
                                        <p:cTn id="370" dur="1300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71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373" dur="1300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6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1606 -0.15226 0.03440 -0.09136 0.04587 0.17636 E" pathEditMode="relative" rAng="0">
                                      <p:cBhvr>
                                        <p:cTn id="378" dur="1300" fill="hold"/>
                                        <p:tgtEl>
                                          <p:spTgt spid="2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79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381" dur="1300" fill="hold"/>
                                        <p:tgtEl>
                                          <p:spTgt spid="24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8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4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3583 -0.20797 0.07678 -0.12478 0.10238 0.10687 E" pathEditMode="relative" rAng="0">
                                      <p:cBhvr>
                                        <p:cTn id="386" dur="1300" fill="hold"/>
                                        <p:tgtEl>
                                          <p:spTgt spid="2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87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389" dur="1300" fill="hold"/>
                                        <p:tgtEl>
                                          <p:spTgt spid="25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9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2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4346 -0.16573 0.09312 -0.09944 0.12416 0.21161 E" pathEditMode="relative" rAng="0">
                                      <p:cBhvr>
                                        <p:cTn id="394" dur="1300" fill="hold"/>
                                        <p:tgtEl>
                                          <p:spTgt spid="2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95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397" dur="1300" fill="hold"/>
                                        <p:tgtEl>
                                          <p:spTgt spid="25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9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0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5804 -0.16517 0.12437 -0.09910 0.16582 0.20024 E" pathEditMode="relative" rAng="0">
                                      <p:cBhvr>
                                        <p:cTn id="402" dur="1300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03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405" dur="1300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0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8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6794 -0.13041 0.14558 -0.07825 0.19410 0.13413 E" pathEditMode="relative" rAng="0">
                                      <p:cBhvr>
                                        <p:cTn id="410" dur="1300" fill="hold"/>
                                        <p:tgtEl>
                                          <p:spTgt spid="2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11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413" dur="1300" fill="hold"/>
                                        <p:tgtEl>
                                          <p:spTgt spid="25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6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8016 -0.14190 0.17178 -0.08514 0.22904 0.13850 E" pathEditMode="relative" rAng="0">
                                      <p:cBhvr>
                                        <p:cTn id="418" dur="1300" fill="hold"/>
                                        <p:tgtEl>
                                          <p:spTgt spid="2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19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421" dur="1300" fill="hold"/>
                                        <p:tgtEl>
                                          <p:spTgt spid="25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7" fill="hold">
                            <p:stCondLst>
                              <p:cond delay="2150"/>
                            </p:stCondLst>
                            <p:childTnLst>
                              <p:par>
                                <p:cTn id="42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5" dur="4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4" fill="hold">
                            <p:stCondLst>
                              <p:cond delay="2800"/>
                            </p:stCondLst>
                            <p:childTnLst>
                              <p:par>
                                <p:cTn id="42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0" dur="3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1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4" dur="3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5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8" dur="3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9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2" dur="3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3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6" dur="3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7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0" dur="3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1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4" dur="3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5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8" dur="3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9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2" dur="3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3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6" dur="3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7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0" dur="3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1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4" dur="3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5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8" dur="3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9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2" dur="3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3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8" fill="hold">
                            <p:stCondLst>
                              <p:cond delay="3000"/>
                            </p:stCondLst>
                            <p:childTnLst>
                              <p:par>
                                <p:cTn id="4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7" dur="4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211" grpId="0" animBg="1"/>
      <p:bldP spid="212" grpId="0" animBg="1"/>
      <p:bldP spid="213" grpId="0" animBg="1"/>
      <p:bldP spid="214" grpId="0" animBg="1"/>
      <p:bldP spid="215" grpId="0" animBg="1"/>
      <p:bldP spid="216" grpId="0" animBg="1"/>
      <p:bldP spid="217" grpId="0" animBg="1"/>
      <p:bldP spid="218" grpId="0" animBg="1"/>
      <p:bldP spid="219" grpId="0" animBg="1"/>
      <p:bldP spid="220" grpId="0" animBg="1"/>
      <p:bldP spid="221" grpId="0" animBg="1"/>
      <p:bldP spid="222" grpId="0" animBg="1"/>
      <p:bldP spid="223" grpId="0" animBg="1"/>
      <p:bldP spid="224" grpId="0" animBg="1"/>
      <p:bldP spid="225" grpId="0" animBg="1"/>
      <p:bldP spid="226" grpId="0" animBg="1"/>
      <p:bldP spid="227" grpId="0" animBg="1"/>
      <p:bldP spid="238" grpId="0" animBg="1"/>
      <p:bldP spid="239" grpId="0" animBg="1"/>
      <p:bldP spid="240" grpId="0" animBg="1"/>
      <p:bldP spid="241" grpId="0" animBg="1"/>
      <p:bldP spid="242" grpId="0" animBg="1"/>
      <p:bldP spid="243" grpId="0" animBg="1"/>
      <p:bldP spid="244" grpId="0" animBg="1"/>
      <p:bldP spid="245" grpId="0" animBg="1"/>
      <p:bldP spid="246" grpId="0" animBg="1"/>
      <p:bldP spid="247" grpId="0" animBg="1"/>
      <p:bldP spid="248" grpId="0" animBg="1"/>
      <p:bldP spid="249" grpId="0" animBg="1"/>
      <p:bldP spid="250" grpId="0" animBg="1"/>
      <p:bldP spid="251" grpId="0" animBg="1"/>
      <p:bldP spid="252" grpId="0" animBg="1"/>
      <p:bldP spid="253" grpId="0" animBg="1"/>
      <p:bldP spid="254" grpId="0" animBg="1"/>
      <p:bldP spid="255" grpId="0" animBg="1"/>
    </p:bld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Пенальти!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 ичинде кошуу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10-тепкич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13/16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4069080" cy="1828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298448"/>
            <a:ext cx="27432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6B7280"/>
                </a:solidFill>
                <a:latin typeface="PT Sans"/>
              </a:rPr>
              <a:t>СУРОО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" y="1554480"/>
            <a:ext cx="4069080" cy="1417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4200" b="1" i="0">
                <a:solidFill>
                  <a:srgbClr val="1F2430"/>
                </a:solidFill>
                <a:latin typeface="PT Sans"/>
              </a:rPr>
              <a:t>□ + 6 = 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" y="3246120"/>
            <a:ext cx="4069080" cy="713232"/>
          </a:xfrm>
          <a:prstGeom prst="roundRect">
            <a:avLst>
              <a:gd name="adj" fmla="val 30000"/>
            </a:avLst>
          </a:prstGeom>
          <a:solidFill>
            <a:srgbClr val="BFCBE9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3200" b="1">
                <a:solidFill>
                  <a:srgbClr val="1D3557"/>
                </a:solidFill>
                <a:latin typeface="PT Sans"/>
              </a:rPr>
              <a:t>14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" y="4087368"/>
            <a:ext cx="4069080" cy="713232"/>
          </a:xfrm>
          <a:prstGeom prst="roundRect">
            <a:avLst>
              <a:gd name="adj" fmla="val 30000"/>
            </a:avLst>
          </a:prstGeom>
          <a:solidFill>
            <a:srgbClr val="BFCBE9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32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" y="4928616"/>
            <a:ext cx="4069080" cy="713232"/>
          </a:xfrm>
          <a:prstGeom prst="roundRect">
            <a:avLst>
              <a:gd name="adj" fmla="val 30000"/>
            </a:avLst>
          </a:prstGeom>
          <a:solidFill>
            <a:srgbClr val="BFCBE9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32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" y="5760720"/>
            <a:ext cx="406908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007A5A"/>
                </a:solidFill>
                <a:latin typeface="PT Sans"/>
              </a:rPr>
              <a:t>Жоопту бас · «Кантип таптың?» +1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54880" y="1234440"/>
            <a:ext cx="7007047" cy="4800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846320" y="4160520"/>
            <a:ext cx="6824167" cy="1783080"/>
          </a:xfrm>
          <a:prstGeom prst="roundRect">
            <a:avLst>
              <a:gd name="adj" fmla="val 4000"/>
            </a:avLst>
          </a:prstGeom>
          <a:solidFill>
            <a:srgbClr val="B5E2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3" name="Group 32"/>
          <p:cNvGrpSpPr/>
          <p:nvPr/>
        </p:nvGrpSpPr>
        <p:grpSpPr>
          <a:xfrm>
            <a:off x="5394960" y="1417320"/>
            <a:ext cx="5669280" cy="2743200"/>
            <a:chOff x="5394960" y="1417320"/>
            <a:chExt cx="5669280" cy="2743200"/>
          </a:xfrm>
        </p:grpSpPr>
        <p:cxnSp>
          <p:nvCxnSpPr>
            <p:cNvPr id="19" name="Connector 18"/>
            <p:cNvCxnSpPr/>
            <p:nvPr/>
          </p:nvCxnSpPr>
          <p:spPr>
            <a:xfrm>
              <a:off x="5961888" y="1417320"/>
              <a:ext cx="0" cy="2743200"/>
            </a:xfrm>
            <a:prstGeom prst="line">
              <a:avLst/>
            </a:prstGeom>
            <a:ln w="9525">
              <a:solidFill>
                <a:srgbClr val="BFCB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or 19"/>
            <p:cNvCxnSpPr/>
            <p:nvPr/>
          </p:nvCxnSpPr>
          <p:spPr>
            <a:xfrm>
              <a:off x="6528816" y="1417320"/>
              <a:ext cx="0" cy="2743200"/>
            </a:xfrm>
            <a:prstGeom prst="line">
              <a:avLst/>
            </a:prstGeom>
            <a:ln w="9525">
              <a:solidFill>
                <a:srgbClr val="BFCB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 20"/>
            <p:cNvCxnSpPr/>
            <p:nvPr/>
          </p:nvCxnSpPr>
          <p:spPr>
            <a:xfrm>
              <a:off x="7095744" y="1417320"/>
              <a:ext cx="0" cy="2743200"/>
            </a:xfrm>
            <a:prstGeom prst="line">
              <a:avLst/>
            </a:prstGeom>
            <a:ln w="9525">
              <a:solidFill>
                <a:srgbClr val="BFCB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or 21"/>
            <p:cNvCxnSpPr/>
            <p:nvPr/>
          </p:nvCxnSpPr>
          <p:spPr>
            <a:xfrm>
              <a:off x="7662672" y="1417320"/>
              <a:ext cx="0" cy="2743200"/>
            </a:xfrm>
            <a:prstGeom prst="line">
              <a:avLst/>
            </a:prstGeom>
            <a:ln w="9525">
              <a:solidFill>
                <a:srgbClr val="BFCB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or 22"/>
            <p:cNvCxnSpPr/>
            <p:nvPr/>
          </p:nvCxnSpPr>
          <p:spPr>
            <a:xfrm>
              <a:off x="8229600" y="1417320"/>
              <a:ext cx="0" cy="2743200"/>
            </a:xfrm>
            <a:prstGeom prst="line">
              <a:avLst/>
            </a:prstGeom>
            <a:ln w="9525">
              <a:solidFill>
                <a:srgbClr val="BFCB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or 23"/>
            <p:cNvCxnSpPr/>
            <p:nvPr/>
          </p:nvCxnSpPr>
          <p:spPr>
            <a:xfrm>
              <a:off x="8796528" y="1417320"/>
              <a:ext cx="0" cy="2743200"/>
            </a:xfrm>
            <a:prstGeom prst="line">
              <a:avLst/>
            </a:prstGeom>
            <a:ln w="9525">
              <a:solidFill>
                <a:srgbClr val="BFCB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nector 24"/>
            <p:cNvCxnSpPr/>
            <p:nvPr/>
          </p:nvCxnSpPr>
          <p:spPr>
            <a:xfrm>
              <a:off x="9363456" y="1417320"/>
              <a:ext cx="0" cy="2743200"/>
            </a:xfrm>
            <a:prstGeom prst="line">
              <a:avLst/>
            </a:prstGeom>
            <a:ln w="9525">
              <a:solidFill>
                <a:srgbClr val="BFCB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nector 25"/>
            <p:cNvCxnSpPr/>
            <p:nvPr/>
          </p:nvCxnSpPr>
          <p:spPr>
            <a:xfrm>
              <a:off x="9930384" y="1417320"/>
              <a:ext cx="0" cy="2743200"/>
            </a:xfrm>
            <a:prstGeom prst="line">
              <a:avLst/>
            </a:prstGeom>
            <a:ln w="9525">
              <a:solidFill>
                <a:srgbClr val="BFCB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nector 26"/>
            <p:cNvCxnSpPr/>
            <p:nvPr/>
          </p:nvCxnSpPr>
          <p:spPr>
            <a:xfrm>
              <a:off x="10497312" y="1417320"/>
              <a:ext cx="0" cy="2743200"/>
            </a:xfrm>
            <a:prstGeom prst="line">
              <a:avLst/>
            </a:prstGeom>
            <a:ln w="9525">
              <a:solidFill>
                <a:srgbClr val="BFCB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nector 27"/>
            <p:cNvCxnSpPr/>
            <p:nvPr/>
          </p:nvCxnSpPr>
          <p:spPr>
            <a:xfrm>
              <a:off x="5394960" y="1874519"/>
              <a:ext cx="5669280" cy="0"/>
            </a:xfrm>
            <a:prstGeom prst="line">
              <a:avLst/>
            </a:prstGeom>
            <a:ln w="9525">
              <a:solidFill>
                <a:srgbClr val="BFCB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nector 28"/>
            <p:cNvCxnSpPr/>
            <p:nvPr/>
          </p:nvCxnSpPr>
          <p:spPr>
            <a:xfrm>
              <a:off x="5394960" y="2331720"/>
              <a:ext cx="5669280" cy="0"/>
            </a:xfrm>
            <a:prstGeom prst="line">
              <a:avLst/>
            </a:prstGeom>
            <a:ln w="9525">
              <a:solidFill>
                <a:srgbClr val="BFCB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nector 29"/>
            <p:cNvCxnSpPr/>
            <p:nvPr/>
          </p:nvCxnSpPr>
          <p:spPr>
            <a:xfrm>
              <a:off x="5394960" y="2788920"/>
              <a:ext cx="5669280" cy="0"/>
            </a:xfrm>
            <a:prstGeom prst="line">
              <a:avLst/>
            </a:prstGeom>
            <a:ln w="9525">
              <a:solidFill>
                <a:srgbClr val="BFCB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nector 30"/>
            <p:cNvCxnSpPr/>
            <p:nvPr/>
          </p:nvCxnSpPr>
          <p:spPr>
            <a:xfrm>
              <a:off x="5394960" y="3246120"/>
              <a:ext cx="5669280" cy="0"/>
            </a:xfrm>
            <a:prstGeom prst="line">
              <a:avLst/>
            </a:prstGeom>
            <a:ln w="9525">
              <a:solidFill>
                <a:srgbClr val="BFCB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nector 31"/>
            <p:cNvCxnSpPr/>
            <p:nvPr/>
          </p:nvCxnSpPr>
          <p:spPr>
            <a:xfrm>
              <a:off x="5394960" y="3703320"/>
              <a:ext cx="5669280" cy="0"/>
            </a:xfrm>
            <a:prstGeom prst="line">
              <a:avLst/>
            </a:prstGeom>
            <a:ln w="9525">
              <a:solidFill>
                <a:srgbClr val="BFCB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4" name="Connector 33"/>
          <p:cNvCxnSpPr/>
          <p:nvPr/>
        </p:nvCxnSpPr>
        <p:spPr>
          <a:xfrm flipV="1">
            <a:off x="5394960" y="1417320"/>
            <a:ext cx="0" cy="2743200"/>
          </a:xfrm>
          <a:prstGeom prst="line">
            <a:avLst/>
          </a:prstGeom>
          <a:ln w="889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358384" y="1417320"/>
            <a:ext cx="5742432" cy="0"/>
          </a:xfrm>
          <a:prstGeom prst="line">
            <a:avLst/>
          </a:prstGeom>
          <a:ln w="889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1064240" y="1417320"/>
            <a:ext cx="0" cy="2743200"/>
          </a:xfrm>
          <a:prstGeom prst="line">
            <a:avLst/>
          </a:prstGeom>
          <a:ln w="889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4846320" y="4160520"/>
            <a:ext cx="6824167" cy="0"/>
          </a:xfrm>
          <a:prstGeom prst="line">
            <a:avLst/>
          </a:prstGeom>
          <a:ln w="3810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8147304" y="5532120"/>
            <a:ext cx="164592" cy="731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81" name="Group 80"/>
          <p:cNvGrpSpPr/>
          <p:nvPr/>
        </p:nvGrpSpPr>
        <p:grpSpPr>
          <a:xfrm>
            <a:off x="7363114" y="1990100"/>
            <a:ext cx="1732971" cy="2195656"/>
            <a:chOff x="7363114" y="1990100"/>
            <a:chExt cx="1732971" cy="2195656"/>
          </a:xfrm>
        </p:grpSpPr>
        <p:cxnSp>
          <p:nvCxnSpPr>
            <p:cNvPr id="39" name="Connector 38"/>
            <p:cNvCxnSpPr/>
            <p:nvPr/>
          </p:nvCxnSpPr>
          <p:spPr>
            <a:xfrm flipH="1">
              <a:off x="7977225" y="3361334"/>
              <a:ext cx="109362" cy="378562"/>
            </a:xfrm>
            <a:prstGeom prst="line">
              <a:avLst/>
            </a:prstGeom>
            <a:ln w="160274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or 39"/>
            <p:cNvCxnSpPr/>
            <p:nvPr/>
          </p:nvCxnSpPr>
          <p:spPr>
            <a:xfrm flipH="1">
              <a:off x="7977225" y="3361334"/>
              <a:ext cx="109362" cy="378562"/>
            </a:xfrm>
            <a:prstGeom prst="line">
              <a:avLst/>
            </a:prstGeom>
            <a:ln w="128524" cap="rnd">
              <a:solidFill>
                <a:srgbClr val="E8B98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nector 40"/>
            <p:cNvCxnSpPr/>
            <p:nvPr/>
          </p:nvCxnSpPr>
          <p:spPr>
            <a:xfrm flipH="1">
              <a:off x="7909925" y="3739896"/>
              <a:ext cx="67300" cy="344911"/>
            </a:xfrm>
            <a:prstGeom prst="line">
              <a:avLst/>
            </a:prstGeom>
            <a:ln w="160274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nector 41"/>
            <p:cNvCxnSpPr/>
            <p:nvPr/>
          </p:nvCxnSpPr>
          <p:spPr>
            <a:xfrm flipH="1">
              <a:off x="7909925" y="3739896"/>
              <a:ext cx="67300" cy="344911"/>
            </a:xfrm>
            <a:prstGeom prst="line">
              <a:avLst/>
            </a:prstGeom>
            <a:ln w="128524" cap="rnd">
              <a:solidFill>
                <a:srgbClr val="F6B25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Rounded Rectangle 42"/>
            <p:cNvSpPr/>
            <p:nvPr/>
          </p:nvSpPr>
          <p:spPr>
            <a:xfrm>
              <a:off x="7716438" y="4051157"/>
              <a:ext cx="286024" cy="134599"/>
            </a:xfrm>
            <a:prstGeom prst="roundRect">
              <a:avLst/>
            </a:prstGeom>
            <a:solidFill>
              <a:srgbClr val="1F2430"/>
            </a:solidFill>
            <a:ln w="12700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4" name="Connector 43"/>
            <p:cNvCxnSpPr/>
            <p:nvPr/>
          </p:nvCxnSpPr>
          <p:spPr>
            <a:xfrm>
              <a:off x="8372612" y="3361334"/>
              <a:ext cx="109362" cy="378562"/>
            </a:xfrm>
            <a:prstGeom prst="line">
              <a:avLst/>
            </a:prstGeom>
            <a:ln w="160274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nector 44"/>
            <p:cNvCxnSpPr/>
            <p:nvPr/>
          </p:nvCxnSpPr>
          <p:spPr>
            <a:xfrm>
              <a:off x="8372612" y="3361334"/>
              <a:ext cx="109362" cy="378562"/>
            </a:xfrm>
            <a:prstGeom prst="line">
              <a:avLst/>
            </a:prstGeom>
            <a:ln w="128524" cap="rnd">
              <a:solidFill>
                <a:srgbClr val="E8B98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nector 45"/>
            <p:cNvCxnSpPr/>
            <p:nvPr/>
          </p:nvCxnSpPr>
          <p:spPr>
            <a:xfrm>
              <a:off x="8481974" y="3739896"/>
              <a:ext cx="67300" cy="344911"/>
            </a:xfrm>
            <a:prstGeom prst="line">
              <a:avLst/>
            </a:prstGeom>
            <a:ln w="160274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onnector 46"/>
            <p:cNvCxnSpPr/>
            <p:nvPr/>
          </p:nvCxnSpPr>
          <p:spPr>
            <a:xfrm>
              <a:off x="8481974" y="3739896"/>
              <a:ext cx="67300" cy="344911"/>
            </a:xfrm>
            <a:prstGeom prst="line">
              <a:avLst/>
            </a:prstGeom>
            <a:ln w="128524" cap="rnd">
              <a:solidFill>
                <a:srgbClr val="F6B25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Rounded Rectangle 47"/>
            <p:cNvSpPr/>
            <p:nvPr/>
          </p:nvSpPr>
          <p:spPr>
            <a:xfrm>
              <a:off x="8456736" y="4051157"/>
              <a:ext cx="286024" cy="134599"/>
            </a:xfrm>
            <a:prstGeom prst="roundRect">
              <a:avLst/>
            </a:prstGeom>
            <a:solidFill>
              <a:srgbClr val="1F2430"/>
            </a:solidFill>
            <a:ln w="12700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Rounded Rectangle 48"/>
            <p:cNvSpPr/>
            <p:nvPr/>
          </p:nvSpPr>
          <p:spPr>
            <a:xfrm>
              <a:off x="7918338" y="3235147"/>
              <a:ext cx="622523" cy="302849"/>
            </a:xfrm>
            <a:prstGeom prst="roundRect">
              <a:avLst/>
            </a:prstGeom>
            <a:solidFill>
              <a:srgbClr val="1D3557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50" name="Connector 49"/>
            <p:cNvCxnSpPr/>
            <p:nvPr/>
          </p:nvCxnSpPr>
          <p:spPr>
            <a:xfrm flipV="1">
              <a:off x="8229600" y="2419136"/>
              <a:ext cx="0" cy="143012"/>
            </a:xfrm>
            <a:prstGeom prst="line">
              <a:avLst/>
            </a:prstGeom>
            <a:ln w="136906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nector 50"/>
            <p:cNvCxnSpPr/>
            <p:nvPr/>
          </p:nvCxnSpPr>
          <p:spPr>
            <a:xfrm flipV="1">
              <a:off x="8229600" y="2419136"/>
              <a:ext cx="0" cy="143012"/>
            </a:xfrm>
            <a:prstGeom prst="line">
              <a:avLst/>
            </a:prstGeom>
            <a:ln w="105156" cap="rnd">
              <a:solidFill>
                <a:srgbClr val="E8B98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Round Same Side Corner Rectangle 51"/>
            <p:cNvSpPr/>
            <p:nvPr/>
          </p:nvSpPr>
          <p:spPr>
            <a:xfrm>
              <a:off x="7901513" y="2536911"/>
              <a:ext cx="656173" cy="824423"/>
            </a:xfrm>
            <a:prstGeom prst="round2SameRect">
              <a:avLst>
                <a:gd name="adj1" fmla="val 30000"/>
                <a:gd name="adj2" fmla="val 12000"/>
              </a:avLst>
            </a:prstGeom>
            <a:solidFill>
              <a:srgbClr val="F28C28"/>
            </a:solidFill>
            <a:ln w="22225">
              <a:solidFill>
                <a:srgbClr val="A844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Rounded Rectangle 52"/>
            <p:cNvSpPr/>
            <p:nvPr/>
          </p:nvSpPr>
          <p:spPr>
            <a:xfrm>
              <a:off x="7918338" y="3273003"/>
              <a:ext cx="622523" cy="75712"/>
            </a:xfrm>
            <a:prstGeom prst="roundRect">
              <a:avLst/>
            </a:prstGeom>
            <a:solidFill>
              <a:srgbClr val="A844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Chord 53"/>
            <p:cNvSpPr/>
            <p:nvPr/>
          </p:nvSpPr>
          <p:spPr>
            <a:xfrm>
              <a:off x="8103412" y="2461199"/>
              <a:ext cx="252374" cy="168249"/>
            </a:xfrm>
            <a:prstGeom prst="chord">
              <a:avLst>
                <a:gd name="adj1" fmla="val 0"/>
                <a:gd name="adj2" fmla="val 10800000"/>
              </a:avLst>
            </a:prstGeom>
            <a:solidFill>
              <a:srgbClr val="FFFFFF"/>
            </a:solidFill>
            <a:ln w="12700">
              <a:solidFill>
                <a:srgbClr val="A844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7977225" y="2705160"/>
              <a:ext cx="504748" cy="47109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2300" b="1">
                  <a:solidFill>
                    <a:srgbClr val="FFFFFF"/>
                  </a:solidFill>
                  <a:latin typeface="PT Sans"/>
                </a:rPr>
                <a:t>1</a:t>
              </a:r>
            </a:p>
          </p:txBody>
        </p:sp>
        <p:cxnSp>
          <p:nvCxnSpPr>
            <p:cNvPr id="56" name="Connector 55"/>
            <p:cNvCxnSpPr/>
            <p:nvPr/>
          </p:nvCxnSpPr>
          <p:spPr>
            <a:xfrm flipH="1">
              <a:off x="7657551" y="2587386"/>
              <a:ext cx="269199" cy="269199"/>
            </a:xfrm>
            <a:prstGeom prst="line">
              <a:avLst/>
            </a:prstGeom>
            <a:ln w="148590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Connector 56"/>
            <p:cNvCxnSpPr/>
            <p:nvPr/>
          </p:nvCxnSpPr>
          <p:spPr>
            <a:xfrm flipH="1">
              <a:off x="7657551" y="2587386"/>
              <a:ext cx="269199" cy="269199"/>
            </a:xfrm>
            <a:prstGeom prst="line">
              <a:avLst/>
            </a:prstGeom>
            <a:ln w="116840" cap="rnd">
              <a:solidFill>
                <a:srgbClr val="F28C2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Connector 57"/>
            <p:cNvCxnSpPr/>
            <p:nvPr/>
          </p:nvCxnSpPr>
          <p:spPr>
            <a:xfrm flipH="1" flipV="1">
              <a:off x="7506126" y="2469611"/>
              <a:ext cx="151425" cy="386974"/>
            </a:xfrm>
            <a:prstGeom prst="line">
              <a:avLst/>
            </a:prstGeom>
            <a:ln w="148590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nector 58"/>
            <p:cNvCxnSpPr/>
            <p:nvPr/>
          </p:nvCxnSpPr>
          <p:spPr>
            <a:xfrm flipH="1" flipV="1">
              <a:off x="7506126" y="2469611"/>
              <a:ext cx="151425" cy="386974"/>
            </a:xfrm>
            <a:prstGeom prst="line">
              <a:avLst/>
            </a:prstGeom>
            <a:ln w="116840" cap="rnd">
              <a:solidFill>
                <a:srgbClr val="F28C2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nector 59"/>
            <p:cNvCxnSpPr/>
            <p:nvPr/>
          </p:nvCxnSpPr>
          <p:spPr>
            <a:xfrm>
              <a:off x="8532449" y="2587386"/>
              <a:ext cx="269199" cy="269199"/>
            </a:xfrm>
            <a:prstGeom prst="line">
              <a:avLst/>
            </a:prstGeom>
            <a:ln w="148590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nector 60"/>
            <p:cNvCxnSpPr/>
            <p:nvPr/>
          </p:nvCxnSpPr>
          <p:spPr>
            <a:xfrm>
              <a:off x="8532449" y="2587386"/>
              <a:ext cx="269199" cy="269199"/>
            </a:xfrm>
            <a:prstGeom prst="line">
              <a:avLst/>
            </a:prstGeom>
            <a:ln w="116840" cap="rnd">
              <a:solidFill>
                <a:srgbClr val="F28C2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Connector 61"/>
            <p:cNvCxnSpPr/>
            <p:nvPr/>
          </p:nvCxnSpPr>
          <p:spPr>
            <a:xfrm flipV="1">
              <a:off x="8801648" y="2469611"/>
              <a:ext cx="151425" cy="386974"/>
            </a:xfrm>
            <a:prstGeom prst="line">
              <a:avLst/>
            </a:prstGeom>
            <a:ln w="148590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nector 62"/>
            <p:cNvCxnSpPr/>
            <p:nvPr/>
          </p:nvCxnSpPr>
          <p:spPr>
            <a:xfrm flipV="1">
              <a:off x="8801648" y="2469611"/>
              <a:ext cx="151425" cy="386974"/>
            </a:xfrm>
            <a:prstGeom prst="line">
              <a:avLst/>
            </a:prstGeom>
            <a:ln w="116840" cap="rnd">
              <a:solidFill>
                <a:srgbClr val="F28C2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Oval 63"/>
            <p:cNvSpPr/>
            <p:nvPr/>
          </p:nvSpPr>
          <p:spPr>
            <a:xfrm>
              <a:off x="7973019" y="2179380"/>
              <a:ext cx="92537" cy="126187"/>
            </a:xfrm>
            <a:prstGeom prst="ellipse">
              <a:avLst/>
            </a:prstGeom>
            <a:solidFill>
              <a:srgbClr val="E8B98E"/>
            </a:solidFill>
            <a:ln w="12700">
              <a:solidFill>
                <a:srgbClr val="A86E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Oval 64"/>
            <p:cNvSpPr/>
            <p:nvPr/>
          </p:nvSpPr>
          <p:spPr>
            <a:xfrm>
              <a:off x="8393643" y="2179380"/>
              <a:ext cx="92537" cy="126187"/>
            </a:xfrm>
            <a:prstGeom prst="ellipse">
              <a:avLst/>
            </a:prstGeom>
            <a:solidFill>
              <a:srgbClr val="E8B98E"/>
            </a:solidFill>
            <a:ln w="12700">
              <a:solidFill>
                <a:srgbClr val="A86E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" name="Oval 65"/>
            <p:cNvSpPr/>
            <p:nvPr/>
          </p:nvSpPr>
          <p:spPr>
            <a:xfrm>
              <a:off x="8002463" y="1990100"/>
              <a:ext cx="454273" cy="370149"/>
            </a:xfrm>
            <a:prstGeom prst="ellipse">
              <a:avLst/>
            </a:prstGeom>
            <a:solidFill>
              <a:srgbClr val="3A2A22"/>
            </a:solidFill>
            <a:ln w="15875">
              <a:solidFill>
                <a:srgbClr val="3A2A2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Oval 66"/>
            <p:cNvSpPr/>
            <p:nvPr/>
          </p:nvSpPr>
          <p:spPr>
            <a:xfrm>
              <a:off x="8031906" y="2078431"/>
              <a:ext cx="395386" cy="395386"/>
            </a:xfrm>
            <a:prstGeom prst="ellipse">
              <a:avLst/>
            </a:prstGeom>
            <a:solidFill>
              <a:srgbClr val="E8B98E"/>
            </a:solidFill>
            <a:ln w="15875">
              <a:solidFill>
                <a:srgbClr val="A86E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Chord 67"/>
            <p:cNvSpPr/>
            <p:nvPr/>
          </p:nvSpPr>
          <p:spPr>
            <a:xfrm>
              <a:off x="8031906" y="2032162"/>
              <a:ext cx="395386" cy="185074"/>
            </a:xfrm>
            <a:prstGeom prst="chord">
              <a:avLst>
                <a:gd name="adj1" fmla="val 10800000"/>
                <a:gd name="adj2" fmla="val 0"/>
              </a:avLst>
            </a:prstGeom>
            <a:solidFill>
              <a:srgbClr val="3A2A2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Oval 68"/>
            <p:cNvSpPr/>
            <p:nvPr/>
          </p:nvSpPr>
          <p:spPr>
            <a:xfrm>
              <a:off x="8113928" y="2221443"/>
              <a:ext cx="63093" cy="75712"/>
            </a:xfrm>
            <a:prstGeom prst="ellipse">
              <a:avLst/>
            </a:prstGeom>
            <a:solidFill>
              <a:srgbClr val="1F243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" name="Oval 69"/>
            <p:cNvSpPr/>
            <p:nvPr/>
          </p:nvSpPr>
          <p:spPr>
            <a:xfrm>
              <a:off x="8147578" y="2236165"/>
              <a:ext cx="21031" cy="2103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Rounded Rectangle 70"/>
            <p:cNvSpPr/>
            <p:nvPr/>
          </p:nvSpPr>
          <p:spPr>
            <a:xfrm>
              <a:off x="8103412" y="2181484"/>
              <a:ext cx="84124" cy="21031"/>
            </a:xfrm>
            <a:prstGeom prst="roundRect">
              <a:avLst/>
            </a:prstGeom>
            <a:solidFill>
              <a:srgbClr val="3A2A2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Oval 71"/>
            <p:cNvSpPr/>
            <p:nvPr/>
          </p:nvSpPr>
          <p:spPr>
            <a:xfrm>
              <a:off x="8282178" y="2221443"/>
              <a:ext cx="63093" cy="75712"/>
            </a:xfrm>
            <a:prstGeom prst="ellipse">
              <a:avLst/>
            </a:prstGeom>
            <a:solidFill>
              <a:srgbClr val="1F243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" name="Oval 72"/>
            <p:cNvSpPr/>
            <p:nvPr/>
          </p:nvSpPr>
          <p:spPr>
            <a:xfrm>
              <a:off x="8315827" y="2236165"/>
              <a:ext cx="21031" cy="2103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Rounded Rectangle 73"/>
            <p:cNvSpPr/>
            <p:nvPr/>
          </p:nvSpPr>
          <p:spPr>
            <a:xfrm>
              <a:off x="8271662" y="2181484"/>
              <a:ext cx="84124" cy="21031"/>
            </a:xfrm>
            <a:prstGeom prst="roundRect">
              <a:avLst/>
            </a:prstGeom>
            <a:solidFill>
              <a:srgbClr val="3A2A2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Oval 74"/>
            <p:cNvSpPr/>
            <p:nvPr/>
          </p:nvSpPr>
          <p:spPr>
            <a:xfrm>
              <a:off x="8208568" y="2292949"/>
              <a:ext cx="42062" cy="33649"/>
            </a:xfrm>
            <a:prstGeom prst="ellipse">
              <a:avLst/>
            </a:prstGeom>
            <a:solidFill>
              <a:srgbClr val="A86E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" name="Chord 75"/>
            <p:cNvSpPr/>
            <p:nvPr/>
          </p:nvSpPr>
          <p:spPr>
            <a:xfrm>
              <a:off x="8153887" y="2309774"/>
              <a:ext cx="151424" cy="100949"/>
            </a:xfrm>
            <a:prstGeom prst="chord">
              <a:avLst>
                <a:gd name="adj1" fmla="val 0"/>
                <a:gd name="adj2" fmla="val 10800000"/>
              </a:avLst>
            </a:prstGeom>
            <a:solidFill>
              <a:srgbClr val="FFFFFF"/>
            </a:solidFill>
            <a:ln w="12700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" name="Oval 76"/>
            <p:cNvSpPr/>
            <p:nvPr/>
          </p:nvSpPr>
          <p:spPr>
            <a:xfrm>
              <a:off x="7363114" y="2318186"/>
              <a:ext cx="286024" cy="302849"/>
            </a:xfrm>
            <a:prstGeom prst="ellipse">
              <a:avLst/>
            </a:prstGeom>
            <a:solidFill>
              <a:srgbClr val="B5E2D3"/>
            </a:solidFill>
            <a:ln w="28575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" name="Oval 77"/>
            <p:cNvSpPr/>
            <p:nvPr/>
          </p:nvSpPr>
          <p:spPr>
            <a:xfrm rot="4117763">
              <a:off x="7502425" y="2590078"/>
              <a:ext cx="134599" cy="84124"/>
            </a:xfrm>
            <a:prstGeom prst="ellipse">
              <a:avLst/>
            </a:prstGeom>
            <a:solidFill>
              <a:srgbClr val="007A5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" name="Oval 78"/>
            <p:cNvSpPr/>
            <p:nvPr/>
          </p:nvSpPr>
          <p:spPr>
            <a:xfrm>
              <a:off x="8810061" y="2318186"/>
              <a:ext cx="286024" cy="302849"/>
            </a:xfrm>
            <a:prstGeom prst="ellipse">
              <a:avLst/>
            </a:prstGeom>
            <a:solidFill>
              <a:srgbClr val="B5E2D3"/>
            </a:solidFill>
            <a:ln w="28575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" name="Oval 79"/>
            <p:cNvSpPr/>
            <p:nvPr/>
          </p:nvSpPr>
          <p:spPr>
            <a:xfrm rot="6682237">
              <a:off x="8822175" y="2590078"/>
              <a:ext cx="134599" cy="84124"/>
            </a:xfrm>
            <a:prstGeom prst="ellipse">
              <a:avLst/>
            </a:prstGeom>
            <a:solidFill>
              <a:srgbClr val="007A5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4" name="Group 123"/>
          <p:cNvGrpSpPr/>
          <p:nvPr/>
        </p:nvGrpSpPr>
        <p:grpSpPr>
          <a:xfrm>
            <a:off x="5992793" y="1839684"/>
            <a:ext cx="2553036" cy="1197033"/>
            <a:chOff x="5992793" y="1839684"/>
            <a:chExt cx="2553036" cy="1197033"/>
          </a:xfrm>
        </p:grpSpPr>
        <p:cxnSp>
          <p:nvCxnSpPr>
            <p:cNvPr id="82" name="Connector 81"/>
            <p:cNvCxnSpPr/>
            <p:nvPr/>
          </p:nvCxnSpPr>
          <p:spPr>
            <a:xfrm>
              <a:off x="7632146" y="2727857"/>
              <a:ext cx="389033" cy="82177"/>
            </a:xfrm>
            <a:prstGeom prst="line">
              <a:avLst/>
            </a:prstGeom>
            <a:ln w="160274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Connector 82"/>
            <p:cNvCxnSpPr/>
            <p:nvPr/>
          </p:nvCxnSpPr>
          <p:spPr>
            <a:xfrm>
              <a:off x="7632146" y="2727857"/>
              <a:ext cx="389033" cy="82177"/>
            </a:xfrm>
            <a:prstGeom prst="line">
              <a:avLst/>
            </a:prstGeom>
            <a:ln w="128524" cap="rnd">
              <a:solidFill>
                <a:srgbClr val="E8B98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Connector 83"/>
            <p:cNvCxnSpPr/>
            <p:nvPr/>
          </p:nvCxnSpPr>
          <p:spPr>
            <a:xfrm>
              <a:off x="8021179" y="2810034"/>
              <a:ext cx="365233" cy="100981"/>
            </a:xfrm>
            <a:prstGeom prst="line">
              <a:avLst/>
            </a:prstGeom>
            <a:ln w="160274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Connector 84"/>
            <p:cNvCxnSpPr/>
            <p:nvPr/>
          </p:nvCxnSpPr>
          <p:spPr>
            <a:xfrm>
              <a:off x="8021179" y="2810034"/>
              <a:ext cx="365233" cy="100981"/>
            </a:xfrm>
            <a:prstGeom prst="line">
              <a:avLst/>
            </a:prstGeom>
            <a:ln w="128524" cap="rnd">
              <a:solidFill>
                <a:srgbClr val="F6B25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Rounded Rectangle 85"/>
            <p:cNvSpPr/>
            <p:nvPr/>
          </p:nvSpPr>
          <p:spPr>
            <a:xfrm rot="17280000">
              <a:off x="8259805" y="2902118"/>
              <a:ext cx="286024" cy="134599"/>
            </a:xfrm>
            <a:prstGeom prst="roundRect">
              <a:avLst/>
            </a:prstGeom>
            <a:solidFill>
              <a:srgbClr val="1F2430"/>
            </a:solidFill>
            <a:ln w="12700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87" name="Connector 86"/>
            <p:cNvCxnSpPr/>
            <p:nvPr/>
          </p:nvCxnSpPr>
          <p:spPr>
            <a:xfrm flipV="1">
              <a:off x="7720533" y="2389604"/>
              <a:ext cx="313416" cy="66228"/>
            </a:xfrm>
            <a:prstGeom prst="line">
              <a:avLst/>
            </a:prstGeom>
            <a:ln w="160274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Connector 87"/>
            <p:cNvCxnSpPr/>
            <p:nvPr/>
          </p:nvCxnSpPr>
          <p:spPr>
            <a:xfrm flipV="1">
              <a:off x="7720533" y="2389604"/>
              <a:ext cx="313416" cy="66228"/>
            </a:xfrm>
            <a:prstGeom prst="line">
              <a:avLst/>
            </a:prstGeom>
            <a:ln w="128524" cap="rnd">
              <a:solidFill>
                <a:srgbClr val="E8B98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Connector 88"/>
            <p:cNvCxnSpPr/>
            <p:nvPr/>
          </p:nvCxnSpPr>
          <p:spPr>
            <a:xfrm>
              <a:off x="8033949" y="2389604"/>
              <a:ext cx="249235" cy="240199"/>
            </a:xfrm>
            <a:prstGeom prst="line">
              <a:avLst/>
            </a:prstGeom>
            <a:ln w="160274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Connector 89"/>
            <p:cNvCxnSpPr/>
            <p:nvPr/>
          </p:nvCxnSpPr>
          <p:spPr>
            <a:xfrm>
              <a:off x="8033949" y="2389604"/>
              <a:ext cx="249235" cy="240199"/>
            </a:xfrm>
            <a:prstGeom prst="line">
              <a:avLst/>
            </a:prstGeom>
            <a:ln w="128524" cap="rnd">
              <a:solidFill>
                <a:srgbClr val="F6B25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Rounded Rectangle 90"/>
            <p:cNvSpPr/>
            <p:nvPr/>
          </p:nvSpPr>
          <p:spPr>
            <a:xfrm rot="17280000">
              <a:off x="8187773" y="2524897"/>
              <a:ext cx="286024" cy="134599"/>
            </a:xfrm>
            <a:prstGeom prst="roundRect">
              <a:avLst/>
            </a:prstGeom>
            <a:solidFill>
              <a:srgbClr val="1F2430"/>
            </a:solidFill>
            <a:ln w="12700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2" name="Rounded Rectangle 91"/>
            <p:cNvSpPr/>
            <p:nvPr/>
          </p:nvSpPr>
          <p:spPr>
            <a:xfrm rot="17280000">
              <a:off x="7389080" y="2448218"/>
              <a:ext cx="622523" cy="302849"/>
            </a:xfrm>
            <a:prstGeom prst="roundRect">
              <a:avLst/>
            </a:prstGeom>
            <a:solidFill>
              <a:srgbClr val="1D3557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93" name="Connector 92"/>
            <p:cNvCxnSpPr/>
            <p:nvPr/>
          </p:nvCxnSpPr>
          <p:spPr>
            <a:xfrm flipH="1" flipV="1">
              <a:off x="6780256" y="2300689"/>
              <a:ext cx="136013" cy="44193"/>
            </a:xfrm>
            <a:prstGeom prst="line">
              <a:avLst/>
            </a:prstGeom>
            <a:ln w="136906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Connector 93"/>
            <p:cNvCxnSpPr/>
            <p:nvPr/>
          </p:nvCxnSpPr>
          <p:spPr>
            <a:xfrm flipH="1" flipV="1">
              <a:off x="6780256" y="2300689"/>
              <a:ext cx="136013" cy="44193"/>
            </a:xfrm>
            <a:prstGeom prst="line">
              <a:avLst/>
            </a:prstGeom>
            <a:ln w="105156" cap="rnd">
              <a:solidFill>
                <a:srgbClr val="E8B98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5" name="Round Same Side Corner Rectangle 94"/>
            <p:cNvSpPr/>
            <p:nvPr/>
          </p:nvSpPr>
          <p:spPr>
            <a:xfrm rot="17280000">
              <a:off x="6956216" y="2052252"/>
              <a:ext cx="656173" cy="824423"/>
            </a:xfrm>
            <a:prstGeom prst="round2SameRect">
              <a:avLst>
                <a:gd name="adj1" fmla="val 30000"/>
                <a:gd name="adj2" fmla="val 12000"/>
              </a:avLst>
            </a:prstGeom>
            <a:solidFill>
              <a:srgbClr val="F28C28"/>
            </a:solidFill>
            <a:ln w="22225">
              <a:solidFill>
                <a:srgbClr val="A844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6" name="Rounded Rectangle 95"/>
            <p:cNvSpPr/>
            <p:nvPr/>
          </p:nvSpPr>
          <p:spPr>
            <a:xfrm rot="17280000">
              <a:off x="7317073" y="2538390"/>
              <a:ext cx="622523" cy="75712"/>
            </a:xfrm>
            <a:prstGeom prst="roundRect">
              <a:avLst/>
            </a:prstGeom>
            <a:solidFill>
              <a:srgbClr val="A844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7" name="Chord 96"/>
            <p:cNvSpPr/>
            <p:nvPr/>
          </p:nvSpPr>
          <p:spPr>
            <a:xfrm rot="17280000">
              <a:off x="6774080" y="2255558"/>
              <a:ext cx="252374" cy="168249"/>
            </a:xfrm>
            <a:prstGeom prst="chord">
              <a:avLst>
                <a:gd name="adj1" fmla="val 0"/>
                <a:gd name="adj2" fmla="val 10800000"/>
              </a:avLst>
            </a:prstGeom>
            <a:solidFill>
              <a:srgbClr val="FFFFFF"/>
            </a:solidFill>
            <a:ln w="12700">
              <a:solidFill>
                <a:srgbClr val="A844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8" name="TextBox 97"/>
            <p:cNvSpPr txBox="1"/>
            <p:nvPr/>
          </p:nvSpPr>
          <p:spPr>
            <a:xfrm rot="17280000">
              <a:off x="7023928" y="2226315"/>
              <a:ext cx="504748" cy="47109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2300" b="1">
                  <a:solidFill>
                    <a:srgbClr val="FFFFFF"/>
                  </a:solidFill>
                  <a:latin typeface="PT Sans"/>
                </a:rPr>
                <a:t>1</a:t>
              </a:r>
            </a:p>
          </p:txBody>
        </p:sp>
        <p:cxnSp>
          <p:nvCxnSpPr>
            <p:cNvPr id="99" name="Connector 98"/>
            <p:cNvCxnSpPr/>
            <p:nvPr/>
          </p:nvCxnSpPr>
          <p:spPr>
            <a:xfrm flipH="1" flipV="1">
              <a:off x="6451242" y="2414921"/>
              <a:ext cx="395443" cy="225787"/>
            </a:xfrm>
            <a:prstGeom prst="line">
              <a:avLst/>
            </a:prstGeom>
            <a:ln w="148590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Connector 99"/>
            <p:cNvCxnSpPr/>
            <p:nvPr/>
          </p:nvCxnSpPr>
          <p:spPr>
            <a:xfrm flipH="1" flipV="1">
              <a:off x="6451242" y="2414921"/>
              <a:ext cx="395443" cy="225787"/>
            </a:xfrm>
            <a:prstGeom prst="line">
              <a:avLst/>
            </a:prstGeom>
            <a:ln w="116840" cap="rnd">
              <a:solidFill>
                <a:srgbClr val="F28C2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Connector 100"/>
            <p:cNvCxnSpPr/>
            <p:nvPr/>
          </p:nvCxnSpPr>
          <p:spPr>
            <a:xfrm flipH="1" flipV="1">
              <a:off x="6135805" y="2215130"/>
              <a:ext cx="315437" cy="199791"/>
            </a:xfrm>
            <a:prstGeom prst="line">
              <a:avLst/>
            </a:prstGeom>
            <a:ln w="148590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Connector 101"/>
            <p:cNvCxnSpPr/>
            <p:nvPr/>
          </p:nvCxnSpPr>
          <p:spPr>
            <a:xfrm flipH="1" flipV="1">
              <a:off x="6135805" y="2215130"/>
              <a:ext cx="315437" cy="199791"/>
            </a:xfrm>
            <a:prstGeom prst="line">
              <a:avLst/>
            </a:prstGeom>
            <a:ln w="116840" cap="rnd">
              <a:solidFill>
                <a:srgbClr val="F28C2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Connector 102"/>
            <p:cNvCxnSpPr/>
            <p:nvPr/>
          </p:nvCxnSpPr>
          <p:spPr>
            <a:xfrm flipH="1" flipV="1">
              <a:off x="6581221" y="2014884"/>
              <a:ext cx="452635" cy="49770"/>
            </a:xfrm>
            <a:prstGeom prst="line">
              <a:avLst/>
            </a:prstGeom>
            <a:ln w="148590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Connector 103"/>
            <p:cNvCxnSpPr/>
            <p:nvPr/>
          </p:nvCxnSpPr>
          <p:spPr>
            <a:xfrm flipH="1" flipV="1">
              <a:off x="6581221" y="2014884"/>
              <a:ext cx="452635" cy="49770"/>
            </a:xfrm>
            <a:prstGeom prst="line">
              <a:avLst/>
            </a:prstGeom>
            <a:ln w="116840" cap="rnd">
              <a:solidFill>
                <a:srgbClr val="F28C2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Connector 104"/>
            <p:cNvCxnSpPr/>
            <p:nvPr/>
          </p:nvCxnSpPr>
          <p:spPr>
            <a:xfrm flipH="1" flipV="1">
              <a:off x="6208594" y="1991109"/>
              <a:ext cx="372627" cy="23775"/>
            </a:xfrm>
            <a:prstGeom prst="line">
              <a:avLst/>
            </a:prstGeom>
            <a:ln w="148590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Connector 105"/>
            <p:cNvCxnSpPr/>
            <p:nvPr/>
          </p:nvCxnSpPr>
          <p:spPr>
            <a:xfrm flipH="1" flipV="1">
              <a:off x="6208594" y="1991109"/>
              <a:ext cx="372627" cy="23775"/>
            </a:xfrm>
            <a:prstGeom prst="line">
              <a:avLst/>
            </a:prstGeom>
            <a:ln w="116840" cap="rnd">
              <a:solidFill>
                <a:srgbClr val="F28C2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7" name="Oval 106"/>
            <p:cNvSpPr/>
            <p:nvPr/>
          </p:nvSpPr>
          <p:spPr>
            <a:xfrm rot="17280000">
              <a:off x="6500982" y="2383022"/>
              <a:ext cx="92537" cy="126187"/>
            </a:xfrm>
            <a:prstGeom prst="ellipse">
              <a:avLst/>
            </a:prstGeom>
            <a:solidFill>
              <a:srgbClr val="E8B98E"/>
            </a:solidFill>
            <a:ln w="12700">
              <a:solidFill>
                <a:srgbClr val="A86E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8" name="Oval 107"/>
            <p:cNvSpPr/>
            <p:nvPr/>
          </p:nvSpPr>
          <p:spPr>
            <a:xfrm rot="17280000">
              <a:off x="6630962" y="1982985"/>
              <a:ext cx="92537" cy="126187"/>
            </a:xfrm>
            <a:prstGeom prst="ellipse">
              <a:avLst/>
            </a:prstGeom>
            <a:solidFill>
              <a:srgbClr val="E8B98E"/>
            </a:solidFill>
            <a:ln w="12700">
              <a:solidFill>
                <a:srgbClr val="A86E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9" name="Oval 108"/>
            <p:cNvSpPr/>
            <p:nvPr/>
          </p:nvSpPr>
          <p:spPr>
            <a:xfrm rot="17280000">
              <a:off x="6321098" y="2040226"/>
              <a:ext cx="454273" cy="370149"/>
            </a:xfrm>
            <a:prstGeom prst="ellipse">
              <a:avLst/>
            </a:prstGeom>
            <a:solidFill>
              <a:srgbClr val="3A2A22"/>
            </a:solidFill>
            <a:ln w="15875">
              <a:solidFill>
                <a:srgbClr val="3A2A2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0" name="Oval 109"/>
            <p:cNvSpPr/>
            <p:nvPr/>
          </p:nvSpPr>
          <p:spPr>
            <a:xfrm rot="17280000">
              <a:off x="6446550" y="2058803"/>
              <a:ext cx="395386" cy="395386"/>
            </a:xfrm>
            <a:prstGeom prst="ellipse">
              <a:avLst/>
            </a:prstGeom>
            <a:solidFill>
              <a:srgbClr val="E8B98E"/>
            </a:solidFill>
            <a:ln w="15875">
              <a:solidFill>
                <a:srgbClr val="A86E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1" name="Chord 110"/>
            <p:cNvSpPr/>
            <p:nvPr/>
          </p:nvSpPr>
          <p:spPr>
            <a:xfrm rot="17280000">
              <a:off x="6302537" y="2117166"/>
              <a:ext cx="395386" cy="185074"/>
            </a:xfrm>
            <a:prstGeom prst="chord">
              <a:avLst>
                <a:gd name="adj1" fmla="val 10800000"/>
                <a:gd name="adj2" fmla="val 0"/>
              </a:avLst>
            </a:prstGeom>
            <a:solidFill>
              <a:srgbClr val="3A2A2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2" name="Oval 111"/>
            <p:cNvSpPr/>
            <p:nvPr/>
          </p:nvSpPr>
          <p:spPr>
            <a:xfrm rot="17280000">
              <a:off x="6570699" y="2293448"/>
              <a:ext cx="63093" cy="75712"/>
            </a:xfrm>
            <a:prstGeom prst="ellipse">
              <a:avLst/>
            </a:prstGeom>
            <a:solidFill>
              <a:srgbClr val="1F243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3" name="Oval 112"/>
            <p:cNvSpPr/>
            <p:nvPr/>
          </p:nvSpPr>
          <p:spPr>
            <a:xfrm rot="17280000">
              <a:off x="6583629" y="2304888"/>
              <a:ext cx="21031" cy="2103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4" name="Rounded Rectangle 113"/>
            <p:cNvSpPr/>
            <p:nvPr/>
          </p:nvSpPr>
          <p:spPr>
            <a:xfrm rot="17280000">
              <a:off x="6496178" y="2299992"/>
              <a:ext cx="84124" cy="21031"/>
            </a:xfrm>
            <a:prstGeom prst="roundRect">
              <a:avLst/>
            </a:prstGeom>
            <a:solidFill>
              <a:srgbClr val="3A2A2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5" name="Oval 114"/>
            <p:cNvSpPr/>
            <p:nvPr/>
          </p:nvSpPr>
          <p:spPr>
            <a:xfrm rot="17280000">
              <a:off x="6622691" y="2133433"/>
              <a:ext cx="63093" cy="75712"/>
            </a:xfrm>
            <a:prstGeom prst="ellipse">
              <a:avLst/>
            </a:prstGeom>
            <a:solidFill>
              <a:srgbClr val="1F243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6" name="Oval 115"/>
            <p:cNvSpPr/>
            <p:nvPr/>
          </p:nvSpPr>
          <p:spPr>
            <a:xfrm rot="17280000">
              <a:off x="6635621" y="2144873"/>
              <a:ext cx="21031" cy="2103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7" name="Rounded Rectangle 116"/>
            <p:cNvSpPr/>
            <p:nvPr/>
          </p:nvSpPr>
          <p:spPr>
            <a:xfrm rot="17280000">
              <a:off x="6548170" y="2139977"/>
              <a:ext cx="84124" cy="21031"/>
            </a:xfrm>
            <a:prstGeom prst="roundRect">
              <a:avLst/>
            </a:prstGeom>
            <a:solidFill>
              <a:srgbClr val="3A2A2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8" name="Oval 117"/>
            <p:cNvSpPr/>
            <p:nvPr/>
          </p:nvSpPr>
          <p:spPr>
            <a:xfrm rot="17280000">
              <a:off x="6655215" y="2250069"/>
              <a:ext cx="42062" cy="33649"/>
            </a:xfrm>
            <a:prstGeom prst="ellipse">
              <a:avLst/>
            </a:prstGeom>
            <a:solidFill>
              <a:srgbClr val="A86E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9" name="Chord 118"/>
            <p:cNvSpPr/>
            <p:nvPr/>
          </p:nvSpPr>
          <p:spPr>
            <a:xfrm rot="17280000">
              <a:off x="6648539" y="2232017"/>
              <a:ext cx="151424" cy="100949"/>
            </a:xfrm>
            <a:prstGeom prst="chord">
              <a:avLst>
                <a:gd name="adj1" fmla="val 0"/>
                <a:gd name="adj2" fmla="val 10800000"/>
              </a:avLst>
            </a:prstGeom>
            <a:solidFill>
              <a:srgbClr val="FFFFFF"/>
            </a:solidFill>
            <a:ln w="12700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0" name="Oval 119"/>
            <p:cNvSpPr/>
            <p:nvPr/>
          </p:nvSpPr>
          <p:spPr>
            <a:xfrm rot="17280000">
              <a:off x="5992793" y="2063705"/>
              <a:ext cx="286024" cy="302849"/>
            </a:xfrm>
            <a:prstGeom prst="ellipse">
              <a:avLst/>
            </a:prstGeom>
            <a:solidFill>
              <a:srgbClr val="B5E2D3"/>
            </a:solidFill>
            <a:ln w="28575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1" name="Oval 120"/>
            <p:cNvSpPr/>
            <p:nvPr/>
          </p:nvSpPr>
          <p:spPr>
            <a:xfrm rot="1940960">
              <a:off x="6200989" y="2256980"/>
              <a:ext cx="134599" cy="84124"/>
            </a:xfrm>
            <a:prstGeom prst="ellipse">
              <a:avLst/>
            </a:prstGeom>
            <a:solidFill>
              <a:srgbClr val="007A5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2" name="Oval 121"/>
            <p:cNvSpPr/>
            <p:nvPr/>
          </p:nvSpPr>
          <p:spPr>
            <a:xfrm rot="17280000">
              <a:off x="6065582" y="1839684"/>
              <a:ext cx="286024" cy="302849"/>
            </a:xfrm>
            <a:prstGeom prst="ellipse">
              <a:avLst/>
            </a:prstGeom>
            <a:solidFill>
              <a:srgbClr val="B5E2D3"/>
            </a:solidFill>
            <a:ln w="28575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3" name="Oval 122"/>
            <p:cNvSpPr/>
            <p:nvPr/>
          </p:nvSpPr>
          <p:spPr>
            <a:xfrm rot="219040">
              <a:off x="6297798" y="1959032"/>
              <a:ext cx="134599" cy="84124"/>
            </a:xfrm>
            <a:prstGeom prst="ellipse">
              <a:avLst/>
            </a:prstGeom>
            <a:solidFill>
              <a:srgbClr val="007A5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67" name="Group 166"/>
          <p:cNvGrpSpPr/>
          <p:nvPr/>
        </p:nvGrpSpPr>
        <p:grpSpPr>
          <a:xfrm>
            <a:off x="7830182" y="1839684"/>
            <a:ext cx="2636224" cy="1203848"/>
            <a:chOff x="7830182" y="1839684"/>
            <a:chExt cx="2636224" cy="1203848"/>
          </a:xfrm>
        </p:grpSpPr>
        <p:cxnSp>
          <p:nvCxnSpPr>
            <p:cNvPr id="125" name="Connector 124"/>
            <p:cNvCxnSpPr/>
            <p:nvPr/>
          </p:nvCxnSpPr>
          <p:spPr>
            <a:xfrm flipH="1">
              <a:off x="8375629" y="2455832"/>
              <a:ext cx="363037" cy="162184"/>
            </a:xfrm>
            <a:prstGeom prst="line">
              <a:avLst/>
            </a:prstGeom>
            <a:ln w="160274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Connector 125"/>
            <p:cNvCxnSpPr/>
            <p:nvPr/>
          </p:nvCxnSpPr>
          <p:spPr>
            <a:xfrm flipH="1">
              <a:off x="8375629" y="2455832"/>
              <a:ext cx="363037" cy="162184"/>
            </a:xfrm>
            <a:prstGeom prst="line">
              <a:avLst/>
            </a:prstGeom>
            <a:ln w="128524" cap="rnd">
              <a:solidFill>
                <a:srgbClr val="E8B98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Connector 126"/>
            <p:cNvCxnSpPr/>
            <p:nvPr/>
          </p:nvCxnSpPr>
          <p:spPr>
            <a:xfrm flipH="1">
              <a:off x="8020795" y="2618016"/>
              <a:ext cx="354834" cy="132984"/>
            </a:xfrm>
            <a:prstGeom prst="line">
              <a:avLst/>
            </a:prstGeom>
            <a:ln w="160274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Connector 127"/>
            <p:cNvCxnSpPr/>
            <p:nvPr/>
          </p:nvCxnSpPr>
          <p:spPr>
            <a:xfrm flipH="1">
              <a:off x="8020795" y="2618016"/>
              <a:ext cx="354834" cy="132984"/>
            </a:xfrm>
            <a:prstGeom prst="line">
              <a:avLst/>
            </a:prstGeom>
            <a:ln w="128524" cap="rnd">
              <a:solidFill>
                <a:srgbClr val="F6B25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9" name="Rounded Rectangle 128"/>
            <p:cNvSpPr/>
            <p:nvPr/>
          </p:nvSpPr>
          <p:spPr>
            <a:xfrm rot="4320000">
              <a:off x="7830182" y="2646094"/>
              <a:ext cx="286024" cy="134599"/>
            </a:xfrm>
            <a:prstGeom prst="roundRect">
              <a:avLst/>
            </a:prstGeom>
            <a:solidFill>
              <a:srgbClr val="1F2430"/>
            </a:solidFill>
            <a:ln w="12700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30" name="Connector 129"/>
            <p:cNvCxnSpPr/>
            <p:nvPr/>
          </p:nvCxnSpPr>
          <p:spPr>
            <a:xfrm flipH="1">
              <a:off x="8612421" y="2727857"/>
              <a:ext cx="214632" cy="237801"/>
            </a:xfrm>
            <a:prstGeom prst="line">
              <a:avLst/>
            </a:prstGeom>
            <a:ln w="160274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or 130"/>
            <p:cNvCxnSpPr/>
            <p:nvPr/>
          </p:nvCxnSpPr>
          <p:spPr>
            <a:xfrm flipH="1">
              <a:off x="8612421" y="2727857"/>
              <a:ext cx="214632" cy="237801"/>
            </a:xfrm>
            <a:prstGeom prst="line">
              <a:avLst/>
            </a:prstGeom>
            <a:ln w="128524" cap="rnd">
              <a:solidFill>
                <a:srgbClr val="E8B98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Connector 131"/>
            <p:cNvCxnSpPr/>
            <p:nvPr/>
          </p:nvCxnSpPr>
          <p:spPr>
            <a:xfrm flipH="1" flipV="1">
              <a:off x="8269600" y="2917830"/>
              <a:ext cx="342821" cy="47828"/>
            </a:xfrm>
            <a:prstGeom prst="line">
              <a:avLst/>
            </a:prstGeom>
            <a:ln w="160274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Connector 132"/>
            <p:cNvCxnSpPr/>
            <p:nvPr/>
          </p:nvCxnSpPr>
          <p:spPr>
            <a:xfrm flipH="1" flipV="1">
              <a:off x="8269600" y="2917830"/>
              <a:ext cx="342821" cy="47828"/>
            </a:xfrm>
            <a:prstGeom prst="line">
              <a:avLst/>
            </a:prstGeom>
            <a:ln w="128524" cap="rnd">
              <a:solidFill>
                <a:srgbClr val="F6B25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4" name="Rounded Rectangle 133"/>
            <p:cNvSpPr/>
            <p:nvPr/>
          </p:nvSpPr>
          <p:spPr>
            <a:xfrm rot="4320000">
              <a:off x="8110183" y="2908933"/>
              <a:ext cx="286024" cy="134599"/>
            </a:xfrm>
            <a:prstGeom prst="roundRect">
              <a:avLst/>
            </a:prstGeom>
            <a:solidFill>
              <a:srgbClr val="1F2430"/>
            </a:solidFill>
            <a:ln w="12700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5" name="Rounded Rectangle 134"/>
            <p:cNvSpPr/>
            <p:nvPr/>
          </p:nvSpPr>
          <p:spPr>
            <a:xfrm rot="4320000">
              <a:off x="8447596" y="2448218"/>
              <a:ext cx="622523" cy="302849"/>
            </a:xfrm>
            <a:prstGeom prst="roundRect">
              <a:avLst/>
            </a:prstGeom>
            <a:solidFill>
              <a:srgbClr val="1D3557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36" name="Connector 135"/>
            <p:cNvCxnSpPr/>
            <p:nvPr/>
          </p:nvCxnSpPr>
          <p:spPr>
            <a:xfrm flipV="1">
              <a:off x="9542930" y="2300689"/>
              <a:ext cx="136013" cy="44193"/>
            </a:xfrm>
            <a:prstGeom prst="line">
              <a:avLst/>
            </a:prstGeom>
            <a:ln w="136906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Connector 136"/>
            <p:cNvCxnSpPr/>
            <p:nvPr/>
          </p:nvCxnSpPr>
          <p:spPr>
            <a:xfrm flipV="1">
              <a:off x="9542930" y="2300689"/>
              <a:ext cx="136013" cy="44193"/>
            </a:xfrm>
            <a:prstGeom prst="line">
              <a:avLst/>
            </a:prstGeom>
            <a:ln w="105156" cap="rnd">
              <a:solidFill>
                <a:srgbClr val="E8B98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8" name="Round Same Side Corner Rectangle 137"/>
            <p:cNvSpPr/>
            <p:nvPr/>
          </p:nvSpPr>
          <p:spPr>
            <a:xfrm rot="4320000">
              <a:off x="8846809" y="2052252"/>
              <a:ext cx="656173" cy="824423"/>
            </a:xfrm>
            <a:prstGeom prst="round2SameRect">
              <a:avLst>
                <a:gd name="adj1" fmla="val 30000"/>
                <a:gd name="adj2" fmla="val 12000"/>
              </a:avLst>
            </a:prstGeom>
            <a:solidFill>
              <a:srgbClr val="F28C28"/>
            </a:solidFill>
            <a:ln w="22225">
              <a:solidFill>
                <a:srgbClr val="A844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9" name="Rounded Rectangle 138"/>
            <p:cNvSpPr/>
            <p:nvPr/>
          </p:nvSpPr>
          <p:spPr>
            <a:xfrm rot="4320000">
              <a:off x="8519602" y="2538390"/>
              <a:ext cx="622523" cy="75712"/>
            </a:xfrm>
            <a:prstGeom prst="roundRect">
              <a:avLst/>
            </a:prstGeom>
            <a:solidFill>
              <a:srgbClr val="A844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0" name="Chord 139"/>
            <p:cNvSpPr/>
            <p:nvPr/>
          </p:nvSpPr>
          <p:spPr>
            <a:xfrm rot="4320000">
              <a:off x="9432745" y="2255558"/>
              <a:ext cx="252374" cy="168249"/>
            </a:xfrm>
            <a:prstGeom prst="chord">
              <a:avLst>
                <a:gd name="adj1" fmla="val 0"/>
                <a:gd name="adj2" fmla="val 10800000"/>
              </a:avLst>
            </a:prstGeom>
            <a:solidFill>
              <a:srgbClr val="FFFFFF"/>
            </a:solidFill>
            <a:ln w="12700">
              <a:solidFill>
                <a:srgbClr val="A844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1" name="TextBox 140"/>
            <p:cNvSpPr txBox="1"/>
            <p:nvPr/>
          </p:nvSpPr>
          <p:spPr>
            <a:xfrm rot="4320000">
              <a:off x="8930522" y="2226315"/>
              <a:ext cx="504748" cy="47109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2300" b="1">
                  <a:solidFill>
                    <a:srgbClr val="FFFFFF"/>
                  </a:solidFill>
                  <a:latin typeface="PT Sans"/>
                </a:rPr>
                <a:t>1</a:t>
              </a:r>
            </a:p>
          </p:txBody>
        </p:sp>
        <p:cxnSp>
          <p:nvCxnSpPr>
            <p:cNvPr id="142" name="Connector 141"/>
            <p:cNvCxnSpPr/>
            <p:nvPr/>
          </p:nvCxnSpPr>
          <p:spPr>
            <a:xfrm flipV="1">
              <a:off x="9425343" y="2014884"/>
              <a:ext cx="452635" cy="49770"/>
            </a:xfrm>
            <a:prstGeom prst="line">
              <a:avLst/>
            </a:prstGeom>
            <a:ln w="148590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Connector 142"/>
            <p:cNvCxnSpPr/>
            <p:nvPr/>
          </p:nvCxnSpPr>
          <p:spPr>
            <a:xfrm flipV="1">
              <a:off x="9425343" y="2014884"/>
              <a:ext cx="452635" cy="49770"/>
            </a:xfrm>
            <a:prstGeom prst="line">
              <a:avLst/>
            </a:prstGeom>
            <a:ln w="116840" cap="rnd">
              <a:solidFill>
                <a:srgbClr val="F28C2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Connector 143"/>
            <p:cNvCxnSpPr/>
            <p:nvPr/>
          </p:nvCxnSpPr>
          <p:spPr>
            <a:xfrm flipV="1">
              <a:off x="9877978" y="1991109"/>
              <a:ext cx="372627" cy="23775"/>
            </a:xfrm>
            <a:prstGeom prst="line">
              <a:avLst/>
            </a:prstGeom>
            <a:ln w="148590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Connector 144"/>
            <p:cNvCxnSpPr/>
            <p:nvPr/>
          </p:nvCxnSpPr>
          <p:spPr>
            <a:xfrm flipV="1">
              <a:off x="9877978" y="1991109"/>
              <a:ext cx="372627" cy="23775"/>
            </a:xfrm>
            <a:prstGeom prst="line">
              <a:avLst/>
            </a:prstGeom>
            <a:ln w="116840" cap="rnd">
              <a:solidFill>
                <a:srgbClr val="F28C2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Connector 145"/>
            <p:cNvCxnSpPr/>
            <p:nvPr/>
          </p:nvCxnSpPr>
          <p:spPr>
            <a:xfrm flipV="1">
              <a:off x="9612514" y="2414921"/>
              <a:ext cx="395443" cy="225787"/>
            </a:xfrm>
            <a:prstGeom prst="line">
              <a:avLst/>
            </a:prstGeom>
            <a:ln w="148590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Connector 146"/>
            <p:cNvCxnSpPr/>
            <p:nvPr/>
          </p:nvCxnSpPr>
          <p:spPr>
            <a:xfrm flipV="1">
              <a:off x="9612514" y="2414921"/>
              <a:ext cx="395443" cy="225787"/>
            </a:xfrm>
            <a:prstGeom prst="line">
              <a:avLst/>
            </a:prstGeom>
            <a:ln w="116840" cap="rnd">
              <a:solidFill>
                <a:srgbClr val="F28C2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Connector 147"/>
            <p:cNvCxnSpPr/>
            <p:nvPr/>
          </p:nvCxnSpPr>
          <p:spPr>
            <a:xfrm flipV="1">
              <a:off x="10007957" y="2215130"/>
              <a:ext cx="315437" cy="199791"/>
            </a:xfrm>
            <a:prstGeom prst="line">
              <a:avLst/>
            </a:prstGeom>
            <a:ln w="148590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Connector 148"/>
            <p:cNvCxnSpPr/>
            <p:nvPr/>
          </p:nvCxnSpPr>
          <p:spPr>
            <a:xfrm flipV="1">
              <a:off x="10007957" y="2215130"/>
              <a:ext cx="315437" cy="199791"/>
            </a:xfrm>
            <a:prstGeom prst="line">
              <a:avLst/>
            </a:prstGeom>
            <a:ln w="116840" cap="rnd">
              <a:solidFill>
                <a:srgbClr val="F28C2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0" name="Oval 149"/>
            <p:cNvSpPr/>
            <p:nvPr/>
          </p:nvSpPr>
          <p:spPr>
            <a:xfrm rot="4320000">
              <a:off x="9735700" y="1982985"/>
              <a:ext cx="92537" cy="126187"/>
            </a:xfrm>
            <a:prstGeom prst="ellipse">
              <a:avLst/>
            </a:prstGeom>
            <a:solidFill>
              <a:srgbClr val="E8B98E"/>
            </a:solidFill>
            <a:ln w="12700">
              <a:solidFill>
                <a:srgbClr val="A86E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1" name="Oval 150"/>
            <p:cNvSpPr/>
            <p:nvPr/>
          </p:nvSpPr>
          <p:spPr>
            <a:xfrm rot="4320000">
              <a:off x="9865680" y="2383022"/>
              <a:ext cx="92537" cy="126187"/>
            </a:xfrm>
            <a:prstGeom prst="ellipse">
              <a:avLst/>
            </a:prstGeom>
            <a:solidFill>
              <a:srgbClr val="E8B98E"/>
            </a:solidFill>
            <a:ln w="12700">
              <a:solidFill>
                <a:srgbClr val="A86E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2" name="Oval 151"/>
            <p:cNvSpPr/>
            <p:nvPr/>
          </p:nvSpPr>
          <p:spPr>
            <a:xfrm rot="4320000">
              <a:off x="9683828" y="2040226"/>
              <a:ext cx="454273" cy="370149"/>
            </a:xfrm>
            <a:prstGeom prst="ellipse">
              <a:avLst/>
            </a:prstGeom>
            <a:solidFill>
              <a:srgbClr val="3A2A22"/>
            </a:solidFill>
            <a:ln w="15875">
              <a:solidFill>
                <a:srgbClr val="3A2A2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3" name="Oval 152"/>
            <p:cNvSpPr/>
            <p:nvPr/>
          </p:nvSpPr>
          <p:spPr>
            <a:xfrm rot="4320000">
              <a:off x="9617262" y="2058803"/>
              <a:ext cx="395386" cy="395386"/>
            </a:xfrm>
            <a:prstGeom prst="ellipse">
              <a:avLst/>
            </a:prstGeom>
            <a:solidFill>
              <a:srgbClr val="E8B98E"/>
            </a:solidFill>
            <a:ln w="15875">
              <a:solidFill>
                <a:srgbClr val="A86E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4" name="Chord 153"/>
            <p:cNvSpPr/>
            <p:nvPr/>
          </p:nvSpPr>
          <p:spPr>
            <a:xfrm rot="4320000">
              <a:off x="9761276" y="2117166"/>
              <a:ext cx="395386" cy="185074"/>
            </a:xfrm>
            <a:prstGeom prst="chord">
              <a:avLst>
                <a:gd name="adj1" fmla="val 10800000"/>
                <a:gd name="adj2" fmla="val 0"/>
              </a:avLst>
            </a:prstGeom>
            <a:solidFill>
              <a:srgbClr val="3A2A2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5" name="Oval 154"/>
            <p:cNvSpPr/>
            <p:nvPr/>
          </p:nvSpPr>
          <p:spPr>
            <a:xfrm rot="4320000">
              <a:off x="9773414" y="2133433"/>
              <a:ext cx="63093" cy="75712"/>
            </a:xfrm>
            <a:prstGeom prst="ellipse">
              <a:avLst/>
            </a:prstGeom>
            <a:solidFill>
              <a:srgbClr val="1F243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6" name="Oval 155"/>
            <p:cNvSpPr/>
            <p:nvPr/>
          </p:nvSpPr>
          <p:spPr>
            <a:xfrm rot="4320000">
              <a:off x="9810346" y="2168875"/>
              <a:ext cx="21031" cy="2103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7" name="Rounded Rectangle 156"/>
            <p:cNvSpPr/>
            <p:nvPr/>
          </p:nvSpPr>
          <p:spPr>
            <a:xfrm rot="4320000">
              <a:off x="9826905" y="2139977"/>
              <a:ext cx="84124" cy="21031"/>
            </a:xfrm>
            <a:prstGeom prst="roundRect">
              <a:avLst/>
            </a:prstGeom>
            <a:solidFill>
              <a:srgbClr val="3A2A2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8" name="Oval 157"/>
            <p:cNvSpPr/>
            <p:nvPr/>
          </p:nvSpPr>
          <p:spPr>
            <a:xfrm rot="4320000">
              <a:off x="9825406" y="2293448"/>
              <a:ext cx="63093" cy="75712"/>
            </a:xfrm>
            <a:prstGeom prst="ellipse">
              <a:avLst/>
            </a:prstGeom>
            <a:solidFill>
              <a:srgbClr val="1F243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9" name="Oval 158"/>
            <p:cNvSpPr/>
            <p:nvPr/>
          </p:nvSpPr>
          <p:spPr>
            <a:xfrm rot="4320000">
              <a:off x="9862338" y="2328890"/>
              <a:ext cx="21031" cy="2103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0" name="Rounded Rectangle 159"/>
            <p:cNvSpPr/>
            <p:nvPr/>
          </p:nvSpPr>
          <p:spPr>
            <a:xfrm rot="4320000">
              <a:off x="9878897" y="2299992"/>
              <a:ext cx="84124" cy="21031"/>
            </a:xfrm>
            <a:prstGeom prst="roundRect">
              <a:avLst/>
            </a:prstGeom>
            <a:solidFill>
              <a:srgbClr val="3A2A2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1" name="Oval 160"/>
            <p:cNvSpPr/>
            <p:nvPr/>
          </p:nvSpPr>
          <p:spPr>
            <a:xfrm rot="4320000">
              <a:off x="9761921" y="2250069"/>
              <a:ext cx="42062" cy="33649"/>
            </a:xfrm>
            <a:prstGeom prst="ellipse">
              <a:avLst/>
            </a:prstGeom>
            <a:solidFill>
              <a:srgbClr val="A86E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2" name="Chord 161"/>
            <p:cNvSpPr/>
            <p:nvPr/>
          </p:nvSpPr>
          <p:spPr>
            <a:xfrm rot="4320000">
              <a:off x="9659236" y="2232017"/>
              <a:ext cx="151424" cy="100949"/>
            </a:xfrm>
            <a:prstGeom prst="chord">
              <a:avLst>
                <a:gd name="adj1" fmla="val 0"/>
                <a:gd name="adj2" fmla="val 10800000"/>
              </a:avLst>
            </a:prstGeom>
            <a:solidFill>
              <a:srgbClr val="FFFFFF"/>
            </a:solidFill>
            <a:ln w="12700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3" name="Oval 162"/>
            <p:cNvSpPr/>
            <p:nvPr/>
          </p:nvSpPr>
          <p:spPr>
            <a:xfrm rot="4320000">
              <a:off x="10107593" y="1839684"/>
              <a:ext cx="286024" cy="302849"/>
            </a:xfrm>
            <a:prstGeom prst="ellipse">
              <a:avLst/>
            </a:prstGeom>
            <a:solidFill>
              <a:srgbClr val="B5E2D3"/>
            </a:solidFill>
            <a:ln w="28575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4" name="Oval 163"/>
            <p:cNvSpPr/>
            <p:nvPr/>
          </p:nvSpPr>
          <p:spPr>
            <a:xfrm rot="10580960">
              <a:off x="10026802" y="1959032"/>
              <a:ext cx="134599" cy="84124"/>
            </a:xfrm>
            <a:prstGeom prst="ellipse">
              <a:avLst/>
            </a:prstGeom>
            <a:solidFill>
              <a:srgbClr val="007A5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5" name="Oval 164"/>
            <p:cNvSpPr/>
            <p:nvPr/>
          </p:nvSpPr>
          <p:spPr>
            <a:xfrm rot="4320000">
              <a:off x="10180382" y="2063705"/>
              <a:ext cx="286024" cy="302849"/>
            </a:xfrm>
            <a:prstGeom prst="ellipse">
              <a:avLst/>
            </a:prstGeom>
            <a:solidFill>
              <a:srgbClr val="B5E2D3"/>
            </a:solidFill>
            <a:ln w="28575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6" name="Oval 165"/>
            <p:cNvSpPr/>
            <p:nvPr/>
          </p:nvSpPr>
          <p:spPr>
            <a:xfrm rot="8859040">
              <a:off x="10123611" y="2256980"/>
              <a:ext cx="134599" cy="84124"/>
            </a:xfrm>
            <a:prstGeom prst="ellipse">
              <a:avLst/>
            </a:prstGeom>
            <a:solidFill>
              <a:srgbClr val="007A5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211" name="Oval 210"/>
          <p:cNvSpPr/>
          <p:nvPr/>
        </p:nvSpPr>
        <p:spPr>
          <a:xfrm>
            <a:off x="7903845" y="5497830"/>
            <a:ext cx="651509" cy="137160"/>
          </a:xfrm>
          <a:prstGeom prst="ellipse">
            <a:avLst/>
          </a:prstGeom>
          <a:solidFill>
            <a:srgbClr val="8CB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Explosion 211"/>
          <p:cNvSpPr/>
          <p:nvPr/>
        </p:nvSpPr>
        <p:spPr>
          <a:xfrm>
            <a:off x="7680960" y="5017770"/>
            <a:ext cx="1097280" cy="754380"/>
          </a:xfrm>
          <a:prstGeom prst="irregularSeal2">
            <a:avLst/>
          </a:prstGeom>
          <a:solidFill>
            <a:srgbClr val="FFFFFF"/>
          </a:solidFill>
          <a:ln w="1587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Explosion 212"/>
          <p:cNvSpPr/>
          <p:nvPr/>
        </p:nvSpPr>
        <p:spPr>
          <a:xfrm>
            <a:off x="5646420" y="1668779"/>
            <a:ext cx="1051560" cy="868680"/>
          </a:xfrm>
          <a:prstGeom prst="irregularSeal2">
            <a:avLst/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7563002" y="4371746"/>
            <a:ext cx="510235" cy="51023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FCB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7170724" y="3760012"/>
            <a:ext cx="471830" cy="47183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FCB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6778447" y="3148279"/>
            <a:ext cx="433425" cy="43342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FCB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6386169" y="2536545"/>
            <a:ext cx="395020" cy="3950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FCB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Explosion 217"/>
          <p:cNvSpPr/>
          <p:nvPr/>
        </p:nvSpPr>
        <p:spPr>
          <a:xfrm>
            <a:off x="7452360" y="1120140"/>
            <a:ext cx="1554480" cy="1325880"/>
          </a:xfrm>
          <a:prstGeom prst="irregularSeal1">
            <a:avLst/>
          </a:prstGeom>
          <a:solidFill>
            <a:srgbClr val="FFEBB5"/>
          </a:solidFill>
          <a:ln w="317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7658465" y="4000851"/>
            <a:ext cx="510235" cy="51023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FCB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7638166" y="3003211"/>
            <a:ext cx="471830" cy="47183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FCB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7775874" y="2159015"/>
            <a:ext cx="433425" cy="43342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FCB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7953085" y="1636717"/>
            <a:ext cx="395020" cy="3950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FCB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Explosion 222"/>
          <p:cNvSpPr/>
          <p:nvPr/>
        </p:nvSpPr>
        <p:spPr>
          <a:xfrm>
            <a:off x="9761220" y="1668779"/>
            <a:ext cx="1051560" cy="868680"/>
          </a:xfrm>
          <a:prstGeom prst="irregularSeal2">
            <a:avLst/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8385962" y="4371746"/>
            <a:ext cx="510235" cy="51023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FCB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8816644" y="3760012"/>
            <a:ext cx="471830" cy="47183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FCB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9247327" y="3148279"/>
            <a:ext cx="433425" cy="43342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FCB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9678009" y="2536545"/>
            <a:ext cx="395020" cy="3950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FCB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237" name="Group 236"/>
          <p:cNvGrpSpPr/>
          <p:nvPr/>
        </p:nvGrpSpPr>
        <p:grpSpPr>
          <a:xfrm>
            <a:off x="7886700" y="4914900"/>
            <a:ext cx="685800" cy="685800"/>
            <a:chOff x="7886700" y="4914900"/>
            <a:chExt cx="685800" cy="685800"/>
          </a:xfrm>
        </p:grpSpPr>
        <p:sp>
          <p:nvSpPr>
            <p:cNvPr id="228" name="Oval 227"/>
            <p:cNvSpPr/>
            <p:nvPr/>
          </p:nvSpPr>
          <p:spPr>
            <a:xfrm>
              <a:off x="7886700" y="4914900"/>
              <a:ext cx="685800" cy="685800"/>
            </a:xfrm>
            <a:prstGeom prst="ellipse">
              <a:avLst/>
            </a:prstGeom>
            <a:solidFill>
              <a:srgbClr val="FFFFFF"/>
            </a:solidFill>
            <a:ln w="2222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9" name="Chord 228"/>
            <p:cNvSpPr/>
            <p:nvPr/>
          </p:nvSpPr>
          <p:spPr>
            <a:xfrm>
              <a:off x="7910702" y="4938903"/>
              <a:ext cx="637794" cy="637794"/>
            </a:xfrm>
            <a:prstGeom prst="chord">
              <a:avLst>
                <a:gd name="adj1" fmla="val 18900000"/>
                <a:gd name="adj2" fmla="val 8100000"/>
              </a:avLst>
            </a:prstGeom>
            <a:solidFill>
              <a:srgbClr val="E3E7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0" name="Regular Pentagon 229"/>
            <p:cNvSpPr/>
            <p:nvPr/>
          </p:nvSpPr>
          <p:spPr>
            <a:xfrm rot="2160000">
              <a:off x="8161020" y="4945761"/>
              <a:ext cx="137160" cy="130302"/>
            </a:xfrm>
            <a:prstGeom prst="pentagon">
              <a:avLst/>
            </a:prstGeom>
            <a:solidFill>
              <a:srgbClr val="1D355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1" name="Regular Pentagon 230"/>
            <p:cNvSpPr/>
            <p:nvPr/>
          </p:nvSpPr>
          <p:spPr>
            <a:xfrm rot="6480000">
              <a:off x="8395824" y="5116356"/>
              <a:ext cx="137160" cy="130302"/>
            </a:xfrm>
            <a:prstGeom prst="pentagon">
              <a:avLst/>
            </a:prstGeom>
            <a:solidFill>
              <a:srgbClr val="1D355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2" name="Regular Pentagon 231"/>
            <p:cNvSpPr/>
            <p:nvPr/>
          </p:nvSpPr>
          <p:spPr>
            <a:xfrm rot="10800000">
              <a:off x="8306137" y="5392385"/>
              <a:ext cx="137160" cy="130302"/>
            </a:xfrm>
            <a:prstGeom prst="pentagon">
              <a:avLst/>
            </a:prstGeom>
            <a:solidFill>
              <a:srgbClr val="1D355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3" name="Regular Pentagon 232"/>
            <p:cNvSpPr/>
            <p:nvPr/>
          </p:nvSpPr>
          <p:spPr>
            <a:xfrm rot="15120000">
              <a:off x="8015902" y="5392385"/>
              <a:ext cx="137160" cy="130302"/>
            </a:xfrm>
            <a:prstGeom prst="pentagon">
              <a:avLst/>
            </a:prstGeom>
            <a:solidFill>
              <a:srgbClr val="1D355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4" name="Regular Pentagon 233"/>
            <p:cNvSpPr/>
            <p:nvPr/>
          </p:nvSpPr>
          <p:spPr>
            <a:xfrm rot="19440000">
              <a:off x="7926215" y="5116356"/>
              <a:ext cx="137160" cy="130302"/>
            </a:xfrm>
            <a:prstGeom prst="pentagon">
              <a:avLst/>
            </a:prstGeom>
            <a:solidFill>
              <a:srgbClr val="1D355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5" name="Regular Pentagon 234"/>
            <p:cNvSpPr/>
            <p:nvPr/>
          </p:nvSpPr>
          <p:spPr>
            <a:xfrm>
              <a:off x="8126729" y="5158359"/>
              <a:ext cx="205739" cy="198881"/>
            </a:xfrm>
            <a:prstGeom prst="pentagon">
              <a:avLst/>
            </a:prstGeom>
            <a:solidFill>
              <a:srgbClr val="1D355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6" name="Oval 235"/>
            <p:cNvSpPr/>
            <p:nvPr/>
          </p:nvSpPr>
          <p:spPr>
            <a:xfrm rot="19500000">
              <a:off x="8051292" y="5079492"/>
              <a:ext cx="82296" cy="5486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238" name="Rounded Rectangle 237"/>
          <p:cNvSpPr/>
          <p:nvPr/>
        </p:nvSpPr>
        <p:spPr>
          <a:xfrm>
            <a:off x="5623560" y="4224528"/>
            <a:ext cx="5212080" cy="10972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444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000" b="1">
                <a:solidFill>
                  <a:srgbClr val="007A5A"/>
                </a:solidFill>
                <a:latin typeface="PT Sans"/>
              </a:rPr>
              <a:t>ГОЛ!</a:t>
            </a:r>
          </a:p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□ = 2</a:t>
            </a:r>
          </a:p>
        </p:txBody>
      </p:sp>
      <p:sp>
        <p:nvSpPr>
          <p:cNvPr id="239" name="Rounded Rectangle 238"/>
          <p:cNvSpPr/>
          <p:nvPr/>
        </p:nvSpPr>
        <p:spPr>
          <a:xfrm>
            <a:off x="5257800" y="4224528"/>
            <a:ext cx="5943600" cy="120700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444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3400" b="1">
                <a:solidFill>
                  <a:srgbClr val="A84400"/>
                </a:solidFill>
                <a:latin typeface="PT Sans"/>
              </a:rPr>
              <a:t>Кармап калды!</a:t>
            </a:r>
          </a:p>
          <a:p>
            <a:pPr algn="ctr"/>
            <a:r>
              <a:rPr sz="1900" b="1">
                <a:solidFill>
                  <a:srgbClr val="1D3557"/>
                </a:solidFill>
                <a:latin typeface="PT Sans"/>
              </a:rPr>
              <a:t>Туура жооп: □ = 2</a:t>
            </a:r>
          </a:p>
          <a:p>
            <a:pPr algn="ctr"/>
            <a:r>
              <a:rPr sz="1200" b="0">
                <a:solidFill>
                  <a:srgbClr val="1F2430"/>
                </a:solidFill>
                <a:latin typeface="PT Sans"/>
              </a:rPr>
              <a:t>Кеңеш: □ – бөлүк. Бүтүндөн белгилүү бөлүктү алып сал.</a:t>
            </a:r>
          </a:p>
        </p:txBody>
      </p:sp>
      <p:sp>
        <p:nvSpPr>
          <p:cNvPr id="240" name="Rounded Rectangle 239"/>
          <p:cNvSpPr/>
          <p:nvPr/>
        </p:nvSpPr>
        <p:spPr>
          <a:xfrm>
            <a:off x="5257800" y="4224528"/>
            <a:ext cx="5943600" cy="120700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444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3400" b="1">
                <a:solidFill>
                  <a:srgbClr val="A84400"/>
                </a:solidFill>
                <a:latin typeface="PT Sans"/>
              </a:rPr>
              <a:t>Кармап калды!</a:t>
            </a:r>
          </a:p>
          <a:p>
            <a:pPr algn="ctr"/>
            <a:r>
              <a:rPr sz="1900" b="1">
                <a:solidFill>
                  <a:srgbClr val="1D3557"/>
                </a:solidFill>
                <a:latin typeface="PT Sans"/>
              </a:rPr>
              <a:t>Туура жооп: □ = 2</a:t>
            </a:r>
          </a:p>
          <a:p>
            <a:pPr algn="ctr"/>
            <a:r>
              <a:rPr sz="1200" b="0">
                <a:solidFill>
                  <a:srgbClr val="1F2430"/>
                </a:solidFill>
                <a:latin typeface="PT Sans"/>
              </a:rPr>
              <a:t>Кеңеш: ар бир буюмду бир жолу гана санайбыз.</a:t>
            </a:r>
          </a:p>
        </p:txBody>
      </p:sp>
      <p:sp>
        <p:nvSpPr>
          <p:cNvPr id="241" name="Rectangle 240"/>
          <p:cNvSpPr/>
          <p:nvPr/>
        </p:nvSpPr>
        <p:spPr>
          <a:xfrm>
            <a:off x="8183879" y="2697480"/>
            <a:ext cx="155448" cy="91440"/>
          </a:xfrm>
          <a:prstGeom prst="rect">
            <a:avLst/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8183879" y="2697480"/>
            <a:ext cx="155448" cy="91440"/>
          </a:xfrm>
          <a:prstGeom prst="rect">
            <a:avLst/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8183879" y="2697480"/>
            <a:ext cx="155448" cy="91440"/>
          </a:xfrm>
          <a:prstGeom prst="rect">
            <a:avLst/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8183879" y="2697480"/>
            <a:ext cx="155448" cy="91440"/>
          </a:xfrm>
          <a:prstGeom prst="rect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8183879" y="2697480"/>
            <a:ext cx="155448" cy="91440"/>
          </a:xfrm>
          <a:prstGeom prst="rect">
            <a:avLst/>
          </a:prstGeom>
          <a:solidFill>
            <a:srgbClr val="F2C9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8183879" y="2697480"/>
            <a:ext cx="155448" cy="91440"/>
          </a:xfrm>
          <a:prstGeom prst="rect">
            <a:avLst/>
          </a:prstGeom>
          <a:solidFill>
            <a:srgbClr val="B5E2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8183879" y="2697480"/>
            <a:ext cx="155448" cy="91440"/>
          </a:xfrm>
          <a:prstGeom prst="rect">
            <a:avLst/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8183879" y="2697480"/>
            <a:ext cx="155448" cy="91440"/>
          </a:xfrm>
          <a:prstGeom prst="rect">
            <a:avLst/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8183879" y="2697480"/>
            <a:ext cx="155448" cy="91440"/>
          </a:xfrm>
          <a:prstGeom prst="rect">
            <a:avLst/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8183879" y="2697480"/>
            <a:ext cx="155448" cy="91440"/>
          </a:xfrm>
          <a:prstGeom prst="rect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8183879" y="2697480"/>
            <a:ext cx="155448" cy="91440"/>
          </a:xfrm>
          <a:prstGeom prst="rect">
            <a:avLst/>
          </a:prstGeom>
          <a:solidFill>
            <a:srgbClr val="F2C9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Rectangle 251"/>
          <p:cNvSpPr/>
          <p:nvPr/>
        </p:nvSpPr>
        <p:spPr>
          <a:xfrm>
            <a:off x="8183879" y="2697480"/>
            <a:ext cx="155448" cy="91440"/>
          </a:xfrm>
          <a:prstGeom prst="rect">
            <a:avLst/>
          </a:prstGeom>
          <a:solidFill>
            <a:srgbClr val="B5E2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Rectangle 252"/>
          <p:cNvSpPr/>
          <p:nvPr/>
        </p:nvSpPr>
        <p:spPr>
          <a:xfrm>
            <a:off x="8183879" y="2697480"/>
            <a:ext cx="155448" cy="91440"/>
          </a:xfrm>
          <a:prstGeom prst="rect">
            <a:avLst/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Rectangle 253"/>
          <p:cNvSpPr/>
          <p:nvPr/>
        </p:nvSpPr>
        <p:spPr>
          <a:xfrm>
            <a:off x="8183879" y="2697480"/>
            <a:ext cx="155448" cy="91440"/>
          </a:xfrm>
          <a:prstGeom prst="rect">
            <a:avLst/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Pentagon 254">
            <a:hlinkClick action="ppaction://hlinksldjump" r:id="rId8"/>
          </p:cNvPr>
          <p:cNvSpPr/>
          <p:nvPr/>
        </p:nvSpPr>
        <p:spPr>
          <a:xfrm>
            <a:off x="8652967" y="5486400"/>
            <a:ext cx="3017520" cy="457200"/>
          </a:xfrm>
          <a:prstGeom prst="homePlate">
            <a:avLst/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Кийинки тепкич →</a:t>
            </a:r>
          </a:p>
        </p:txBody>
      </p:sp>
    </p:spTree>
  </p:cSld>
  <p:clrMapOvr>
    <a:masterClrMapping/>
  </p:clrMapOvr>
  <p:transition spd="med" advClick="0">
    <p:fade/>
    <p:sndAc>
      <p:stSnd>
        <p:snd r:embed="rId3" name="whistle.wav"/>
      </p:stSnd>
    </p:sndAc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180" fill="hold" autoRev="1" repeatCount="3000"/>
                                        <p:tgtEl>
                                          <p:spTgt spid="13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" presetID="1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" dur="2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2C9AC"/>
                                      </p:to>
                                    </p:animClr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"/>
                            </p:stCondLst>
                            <p:childTnLst>
                              <p:par>
                                <p:cTn id="13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5" dur="110" fill="hold" autoRev="1" repeatCount="3000"/>
                                        <p:tgtEl>
                                          <p:spTgt spid="237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150"/>
                            </p:stCondLst>
                            <p:childTnLst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6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6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8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25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16875 -0.46000 L -0.20626 -0.52000 L -0.24001 -0.21333 E" pathEditMode="relative" rAng="0">
                                      <p:cBhvr>
                                        <p:cTn id="28" dur="1150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k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9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64800000">
                                      <p:cBhvr>
                                        <p:cTn id="31" dur="1150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2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4" dur="600" fill="hold"/>
                                        <p:tgtEl>
                                          <p:spTgt spid="237"/>
                                        </p:tgtEl>
                                      </p:cBhvr>
                                      <p:by x="65000" y="6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200"/>
                            </p:stCondLst>
                            <p:childTnLst>
                              <p:par>
                                <p:cTn id="3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32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045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32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270"/>
                            </p:stCondLst>
                            <p:childTnLst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310"/>
                            </p:stCondLst>
                            <p:childTnLst>
                              <p:par>
                                <p:cTn id="4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25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33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329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390"/>
                            </p:stCondLst>
                            <p:childTnLst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430"/>
                            </p:stCondLst>
                            <p:childTnLst>
                              <p:par>
                                <p:cTn id="5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33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329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510"/>
                            </p:stCondLst>
                            <p:childTnLst>
                              <p:par>
                                <p:cTn id="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550"/>
                            </p:stCondLst>
                            <p:childTnLst>
                              <p:par>
                                <p:cTn id="6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33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329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630"/>
                            </p:stCondLst>
                            <p:childTnLst>
                              <p:par>
                                <p:cTn id="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670"/>
                            </p:stCondLst>
                            <p:childTnLst>
                              <p:par>
                                <p:cTn id="7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" dur="33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329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720"/>
                            </p:stCondLst>
                            <p:childTnLst>
                              <p:par>
                                <p:cTn id="8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260" fill="hold"/>
                                        <p:tgtEl>
                                          <p:spTgt spid="2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260" fill="hold"/>
                                        <p:tgtEl>
                                          <p:spTgt spid="2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13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1750"/>
                            </p:stCondLst>
                            <p:childTnLst>
                              <p:par>
                                <p:cTn id="8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450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450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225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groa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2150"/>
                            </p:stCondLst>
                            <p:childTnLst>
                              <p:par>
                                <p:cTn id="9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4" dur="4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2300"/>
                            </p:stCondLst>
                            <p:childTnLst>
                              <p:par>
                                <p:cTn id="97" presetID="1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9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B5E2D3"/>
                                      </p:to>
                                    </p:animClr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3000"/>
                            </p:stCondLst>
                            <p:childTnLst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4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107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8" fill="hold">
                      <p:stCondLst>
                        <p:cond delay="0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11" dur="180" fill="hold" autoRev="1" repeatCount="3000"/>
                                        <p:tgtEl>
                                          <p:spTgt spid="14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2" presetID="1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4" dur="2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2C9AC"/>
                                      </p:to>
                                    </p:animClr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300"/>
                            </p:stCondLst>
                            <p:childTnLst>
                              <p:par>
                                <p:cTn id="118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20" dur="110" fill="hold" autoRev="1" repeatCount="3000"/>
                                        <p:tgtEl>
                                          <p:spTgt spid="237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1150"/>
                            </p:stCondLst>
                            <p:childTnLst>
                              <p:par>
                                <p:cTn id="12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4" dur="16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" dur="16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6" dur="8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9" dur="25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0" presetClass="path" presetSubtype="0" accel="40000" decel="2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6750 -0.22800 0.00000 -0.56747 0.00000 -0.50667 E" pathEditMode="relative" rAng="0">
                                      <p:cBhvr>
                                        <p:cTn id="133" dur="600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k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34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136" dur="600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7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39" dur="600" fill="hold"/>
                                        <p:tgtEl>
                                          <p:spTgt spid="237"/>
                                        </p:tgtEl>
                                      </p:cBhvr>
                                      <p:by x="65000" y="6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1200"/>
                            </p:stCondLst>
                            <p:childTnLst>
                              <p:par>
                                <p:cTn id="14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6" dur="32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5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7" dur="32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1270"/>
                            </p:stCondLst>
                            <p:childTnLst>
                              <p:par>
                                <p:cTn id="1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>
                            <p:stCondLst>
                              <p:cond delay="1310"/>
                            </p:stCondLst>
                            <p:childTnLst>
                              <p:par>
                                <p:cTn id="15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4" dur="25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8" dur="33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329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1390"/>
                            </p:stCondLst>
                            <p:childTnLst>
                              <p:par>
                                <p:cTn id="1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" fill="hold">
                            <p:stCondLst>
                              <p:cond delay="1430"/>
                            </p:stCondLst>
                            <p:childTnLst>
                              <p:par>
                                <p:cTn id="16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6" dur="33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329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1" fill="hold">
                            <p:stCondLst>
                              <p:cond delay="1510"/>
                            </p:stCondLst>
                            <p:childTnLst>
                              <p:par>
                                <p:cTn id="1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6" fill="hold">
                            <p:stCondLst>
                              <p:cond delay="1550"/>
                            </p:stCondLst>
                            <p:childTnLst>
                              <p:par>
                                <p:cTn id="17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4" dur="33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329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9" fill="hold">
                            <p:stCondLst>
                              <p:cond delay="1630"/>
                            </p:stCondLst>
                            <p:childTnLst>
                              <p:par>
                                <p:cTn id="1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4" fill="hold">
                            <p:stCondLst>
                              <p:cond delay="1670"/>
                            </p:stCondLst>
                            <p:childTnLst>
                              <p:par>
                                <p:cTn id="18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2" dur="33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329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8" fill="hold">
                            <p:stCondLst>
                              <p:cond delay="1700"/>
                            </p:stCondLst>
                            <p:childTnLst>
                              <p:par>
                                <p:cTn id="185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87" dur="140" fill="hold" autoRev="1" repeatCount="2000"/>
                                        <p:tgtEl>
                                          <p:spTgt spid="33"/>
                                        </p:tgtEl>
                                      </p:cBhvr>
                                      <p:by x="104000" y="104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4" fill="hold">
                            <p:stCondLst>
                              <p:cond delay="1720"/>
                            </p:stCondLst>
                            <p:childTnLst>
                              <p:par>
                                <p:cTn id="18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1" dur="260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2" dur="260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3" dur="13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7" fill="hold">
                            <p:stCondLst>
                              <p:cond delay="1750"/>
                            </p:stCondLst>
                            <p:childTnLst>
                              <p:par>
                                <p:cTn id="19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7" dur="450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8" dur="450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9" dur="225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he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00" presetID="1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2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B5E2D3"/>
                                      </p:to>
                                    </p:animClr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7660 -0.16287 -0.16414 -0.09772 -0.21885 0.15296 E" pathEditMode="relative" rAng="0">
                                      <p:cBhvr>
                                        <p:cTn id="209" dur="1300" fill="hold"/>
                                        <p:tgtEl>
                                          <p:spTgt spid="2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0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212" dur="1300" fill="hold"/>
                                        <p:tgtEl>
                                          <p:spTgt spid="2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5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6815 -0.16687 -0.14604 -0.10012 -0.19472 0.20752 E" pathEditMode="relative" rAng="0">
                                      <p:cBhvr>
                                        <p:cTn id="217" dur="1300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8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220" dur="1300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4964 -0.16843 -0.10637 -0.10106 -0.14183 0.18532 E" pathEditMode="relative" rAng="0">
                                      <p:cBhvr>
                                        <p:cTn id="225" dur="1300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6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228" dur="1300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1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4015 -0.14568 -0.08603 -0.08741 -0.11471 0.19186 E" pathEditMode="relative" rAng="0">
                                      <p:cBhvr>
                                        <p:cTn id="233" dur="130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4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236" dur="130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9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3337 -0.20300 -0.07151 -0.12180 -0.09534 0.19780 E" pathEditMode="relative" rAng="0">
                                      <p:cBhvr>
                                        <p:cTn id="241" dur="1300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2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244" dur="1300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7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1612 -0.16819 -0.03454 -0.10092 -0.04605 0.08875 E" pathEditMode="relative" rAng="0">
                                      <p:cBhvr>
                                        <p:cTn id="249" dur="1300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0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252" dur="1300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5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1077 -0.19210 -0.02308 -0.11526 -0.03077 0.17717 E" pathEditMode="relative" rAng="0">
                                      <p:cBhvr>
                                        <p:cTn id="257" dur="1300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8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260" dur="1300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3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0755 -0.13282 0.01618 -0.07969 0.02158 0.17656 E" pathEditMode="relative" rAng="0">
                                      <p:cBhvr>
                                        <p:cTn id="265" dur="1300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66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268" dur="1300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1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2458 -0.20138 0.05268 -0.12083 0.07023 0.16876 E" pathEditMode="relative" rAng="0">
                                      <p:cBhvr>
                                        <p:cTn id="273" dur="1300" fill="hold"/>
                                        <p:tgtEl>
                                          <p:spTgt spid="2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74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276" dur="1300" fill="hold"/>
                                        <p:tgtEl>
                                          <p:spTgt spid="24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9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2727 -0.15955 0.05843 -0.09573 0.07791 0.10044 E" pathEditMode="relative" rAng="0">
                                      <p:cBhvr>
                                        <p:cTn id="281" dur="1300" fill="hold"/>
                                        <p:tgtEl>
                                          <p:spTgt spid="2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2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284" dur="1300" fill="hold"/>
                                        <p:tgtEl>
                                          <p:spTgt spid="25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7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3214 -0.21033 0.06888 -0.12620 0.09184 0.13290 E" pathEditMode="relative" rAng="0">
                                      <p:cBhvr>
                                        <p:cTn id="289" dur="1300" fill="hold"/>
                                        <p:tgtEl>
                                          <p:spTgt spid="2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90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292" dur="1300" fill="hold"/>
                                        <p:tgtEl>
                                          <p:spTgt spid="25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5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4888 -0.16518 0.10474 -0.09911 0.13965 0.21109 E" pathEditMode="relative" rAng="0">
                                      <p:cBhvr>
                                        <p:cTn id="297" dur="1300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98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300" dur="1300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3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6840 -0.18439 0.14657 -0.11063 0.19543 0.18453 E" pathEditMode="relative" rAng="0">
                                      <p:cBhvr>
                                        <p:cTn id="305" dur="1300" fill="hold"/>
                                        <p:tgtEl>
                                          <p:spTgt spid="2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06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308" dur="1300" fill="hold"/>
                                        <p:tgtEl>
                                          <p:spTgt spid="25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1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7354 -0.18055 0.15758 -0.10833 0.21011 0.18611 E" pathEditMode="relative" rAng="0">
                                      <p:cBhvr>
                                        <p:cTn id="313" dur="1300" fill="hold"/>
                                        <p:tgtEl>
                                          <p:spTgt spid="2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14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316" dur="1300" fill="hold"/>
                                        <p:tgtEl>
                                          <p:spTgt spid="25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2" fill="hold">
                            <p:stCondLst>
                              <p:cond delay="2150"/>
                            </p:stCondLst>
                            <p:childTnLst>
                              <p:par>
                                <p:cTn id="31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0" dur="4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9" fill="hold">
                            <p:stCondLst>
                              <p:cond delay="2800"/>
                            </p:stCondLst>
                            <p:childTnLst>
                              <p:par>
                                <p:cTn id="32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5" dur="3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9" dur="3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3" dur="3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7" dur="3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1" dur="3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5" dur="3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9" dur="3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3" dur="3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7" dur="3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1" dur="3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5" dur="3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9" dur="3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3" dur="3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7" dur="3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3" fill="hold">
                            <p:stCondLst>
                              <p:cond delay="3000"/>
                            </p:stCondLst>
                            <p:childTnLst>
                              <p:par>
                                <p:cTn id="3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2" dur="4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384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5" fill="hold">
                      <p:stCondLst>
                        <p:cond delay="0"/>
                      </p:stCondLst>
                      <p:childTnLst>
                        <p:par>
                          <p:cTn id="394" fill="hold">
                            <p:stCondLst>
                              <p:cond delay="0"/>
                            </p:stCondLst>
                            <p:childTnLst>
                              <p:par>
                                <p:cTn id="386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88" dur="180" fill="hold" autoRev="1" repeatCount="3000"/>
                                        <p:tgtEl>
                                          <p:spTgt spid="15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8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89" presetID="1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1" dur="2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2C9AC"/>
                                      </p:to>
                                    </p:animClr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8" fill="hold">
                            <p:stCondLst>
                              <p:cond delay="300"/>
                            </p:stCondLst>
                            <p:childTnLst>
                              <p:par>
                                <p:cTn id="395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97" dur="110" fill="hold" autoRev="1" repeatCount="3000"/>
                                        <p:tgtEl>
                                          <p:spTgt spid="237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7" fill="hold">
                            <p:stCondLst>
                              <p:cond delay="1150"/>
                            </p:stCondLst>
                            <p:childTnLst>
                              <p:par>
                                <p:cTn id="39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1" dur="16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2" dur="16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3" dur="8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6" dur="25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7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8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6875 -0.46000 L 0.20626 -0.52000 L 0.24001 -0.21333 E" pathEditMode="relative" rAng="0">
                                      <p:cBhvr>
                                        <p:cTn id="410" dur="1150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k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11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64800000">
                                      <p:cBhvr>
                                        <p:cTn id="413" dur="1150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14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16" dur="600" fill="hold"/>
                                        <p:tgtEl>
                                          <p:spTgt spid="237"/>
                                        </p:tgtEl>
                                      </p:cBhvr>
                                      <p:by x="65000" y="6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5" fill="hold">
                            <p:stCondLst>
                              <p:cond delay="1200"/>
                            </p:stCondLst>
                            <p:childTnLst>
                              <p:par>
                                <p:cTn id="41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3" dur="32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5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4" dur="32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8" fill="hold">
                            <p:stCondLst>
                              <p:cond delay="1270"/>
                            </p:stCondLst>
                            <p:childTnLst>
                              <p:par>
                                <p:cTn id="4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7" fill="hold">
                            <p:stCondLst>
                              <p:cond delay="1310"/>
                            </p:stCondLst>
                            <p:childTnLst>
                              <p:par>
                                <p:cTn id="42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1" dur="25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5" dur="33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6" dur="1" fill="hold">
                                          <p:stCondLst>
                                            <p:cond delay="329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0" fill="hold">
                            <p:stCondLst>
                              <p:cond delay="1390"/>
                            </p:stCondLst>
                            <p:childTnLst>
                              <p:par>
                                <p:cTn id="4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5" fill="hold">
                            <p:stCondLst>
                              <p:cond delay="1430"/>
                            </p:stCondLst>
                            <p:childTnLst>
                              <p:par>
                                <p:cTn id="44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3" dur="33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4" dur="1" fill="hold">
                                          <p:stCondLst>
                                            <p:cond delay="329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8" fill="hold">
                            <p:stCondLst>
                              <p:cond delay="1510"/>
                            </p:stCondLst>
                            <p:childTnLst>
                              <p:par>
                                <p:cTn id="4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3" fill="hold">
                            <p:stCondLst>
                              <p:cond delay="1550"/>
                            </p:stCondLst>
                            <p:childTnLst>
                              <p:par>
                                <p:cTn id="44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1" dur="33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2" dur="1" fill="hold">
                                          <p:stCondLst>
                                            <p:cond delay="329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6" fill="hold">
                            <p:stCondLst>
                              <p:cond delay="1630"/>
                            </p:stCondLst>
                            <p:childTnLst>
                              <p:par>
                                <p:cTn id="4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1" fill="hold">
                            <p:stCondLst>
                              <p:cond delay="1670"/>
                            </p:stCondLst>
                            <p:childTnLst>
                              <p:par>
                                <p:cTn id="45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9" dur="33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0" dur="1" fill="hold">
                                          <p:stCondLst>
                                            <p:cond delay="329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7" fill="hold">
                            <p:stCondLst>
                              <p:cond delay="1720"/>
                            </p:stCondLst>
                            <p:childTnLst>
                              <p:par>
                                <p:cTn id="46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4" dur="260" fill="hold"/>
                                        <p:tgtEl>
                                          <p:spTgt spid="2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5" dur="260" fill="hold"/>
                                        <p:tgtEl>
                                          <p:spTgt spid="2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6" dur="13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3" fill="hold">
                            <p:stCondLst>
                              <p:cond delay="1750"/>
                            </p:stCondLst>
                            <p:childTnLst>
                              <p:par>
                                <p:cTn id="46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0" dur="45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1" dur="45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2" dur="225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6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groa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78" fill="hold">
                            <p:stCondLst>
                              <p:cond delay="2150"/>
                            </p:stCondLst>
                            <p:childTnLst>
                              <p:par>
                                <p:cTn id="47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6" dur="4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7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4" fill="hold">
                            <p:stCondLst>
                              <p:cond delay="2300"/>
                            </p:stCondLst>
                            <p:childTnLst>
                              <p:par>
                                <p:cTn id="479" presetID="1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81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B5E2D3"/>
                                      </p:to>
                                    </p:animClr>
                                    <p:set>
                                      <p:cBhvr>
                                        <p:cTn id="4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8" fill="hold">
                            <p:stCondLst>
                              <p:cond delay="3000"/>
                            </p:stCondLst>
                            <p:childTnLst>
                              <p:par>
                                <p:cTn id="4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7" dur="4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211" grpId="0" animBg="1"/>
      <p:bldP spid="212" grpId="0" animBg="1"/>
      <p:bldP spid="213" grpId="0" animBg="1"/>
      <p:bldP spid="214" grpId="0" animBg="1"/>
      <p:bldP spid="215" grpId="0" animBg="1"/>
      <p:bldP spid="216" grpId="0" animBg="1"/>
      <p:bldP spid="217" grpId="0" animBg="1"/>
      <p:bldP spid="218" grpId="0" animBg="1"/>
      <p:bldP spid="219" grpId="0" animBg="1"/>
      <p:bldP spid="220" grpId="0" animBg="1"/>
      <p:bldP spid="221" grpId="0" animBg="1"/>
      <p:bldP spid="222" grpId="0" animBg="1"/>
      <p:bldP spid="223" grpId="0" animBg="1"/>
      <p:bldP spid="224" grpId="0" animBg="1"/>
      <p:bldP spid="225" grpId="0" animBg="1"/>
      <p:bldP spid="226" grpId="0" animBg="1"/>
      <p:bldP spid="227" grpId="0" animBg="1"/>
      <p:bldP spid="238" grpId="0" animBg="1"/>
      <p:bldP spid="239" grpId="0" animBg="1"/>
      <p:bldP spid="240" grpId="0" animBg="1"/>
      <p:bldP spid="241" grpId="0" animBg="1"/>
      <p:bldP spid="242" grpId="0" animBg="1"/>
      <p:bldP spid="243" grpId="0" animBg="1"/>
      <p:bldP spid="244" grpId="0" animBg="1"/>
      <p:bldP spid="245" grpId="0" animBg="1"/>
      <p:bldP spid="246" grpId="0" animBg="1"/>
      <p:bldP spid="247" grpId="0" animBg="1"/>
      <p:bldP spid="248" grpId="0" animBg="1"/>
      <p:bldP spid="249" grpId="0" animBg="1"/>
      <p:bldP spid="250" grpId="0" animBg="1"/>
      <p:bldP spid="251" grpId="0" animBg="1"/>
      <p:bldP spid="252" grpId="0" animBg="1"/>
      <p:bldP spid="253" grpId="0" animBg="1"/>
      <p:bldP spid="254" grpId="0" animBg="1"/>
      <p:bldP spid="255" grpId="0" animBg="1"/>
    </p:bld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Пенальти!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 ичинде кошуу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11-тепкич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14/16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4069080" cy="1828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298448"/>
            <a:ext cx="27432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6B7280"/>
                </a:solidFill>
                <a:latin typeface="PT Sans"/>
              </a:rPr>
              <a:t>СУРОО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" y="1554480"/>
            <a:ext cx="4069080" cy="1417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4200" b="1" i="0">
                <a:solidFill>
                  <a:srgbClr val="1F2430"/>
                </a:solidFill>
                <a:latin typeface="PT Sans"/>
              </a:rPr>
              <a:t>7 = 5 + 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" y="3246120"/>
            <a:ext cx="4069080" cy="713232"/>
          </a:xfrm>
          <a:prstGeom prst="roundRect">
            <a:avLst>
              <a:gd name="adj" fmla="val 30000"/>
            </a:avLst>
          </a:prstGeom>
          <a:solidFill>
            <a:srgbClr val="BFCBE9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32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" y="4087368"/>
            <a:ext cx="4069080" cy="713232"/>
          </a:xfrm>
          <a:prstGeom prst="roundRect">
            <a:avLst>
              <a:gd name="adj" fmla="val 30000"/>
            </a:avLst>
          </a:prstGeom>
          <a:solidFill>
            <a:srgbClr val="BFCBE9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3200" b="1">
                <a:solidFill>
                  <a:srgbClr val="1D3557"/>
                </a:solidFill>
                <a:latin typeface="PT Sans"/>
              </a:rPr>
              <a:t>12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" y="4928616"/>
            <a:ext cx="4069080" cy="713232"/>
          </a:xfrm>
          <a:prstGeom prst="roundRect">
            <a:avLst>
              <a:gd name="adj" fmla="val 30000"/>
            </a:avLst>
          </a:prstGeom>
          <a:solidFill>
            <a:srgbClr val="BFCBE9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32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" y="5760720"/>
            <a:ext cx="406908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007A5A"/>
                </a:solidFill>
                <a:latin typeface="PT Sans"/>
              </a:rPr>
              <a:t>Жоопту бас · «Кантип таптың?» +1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54880" y="1234440"/>
            <a:ext cx="7007047" cy="4800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846320" y="4160520"/>
            <a:ext cx="6824167" cy="1783080"/>
          </a:xfrm>
          <a:prstGeom prst="roundRect">
            <a:avLst>
              <a:gd name="adj" fmla="val 4000"/>
            </a:avLst>
          </a:prstGeom>
          <a:solidFill>
            <a:srgbClr val="B5E2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3" name="Group 32"/>
          <p:cNvGrpSpPr/>
          <p:nvPr/>
        </p:nvGrpSpPr>
        <p:grpSpPr>
          <a:xfrm>
            <a:off x="5394960" y="1417320"/>
            <a:ext cx="5669280" cy="2743200"/>
            <a:chOff x="5394960" y="1417320"/>
            <a:chExt cx="5669280" cy="2743200"/>
          </a:xfrm>
        </p:grpSpPr>
        <p:cxnSp>
          <p:nvCxnSpPr>
            <p:cNvPr id="19" name="Connector 18"/>
            <p:cNvCxnSpPr/>
            <p:nvPr/>
          </p:nvCxnSpPr>
          <p:spPr>
            <a:xfrm>
              <a:off x="5961888" y="1417320"/>
              <a:ext cx="0" cy="2743200"/>
            </a:xfrm>
            <a:prstGeom prst="line">
              <a:avLst/>
            </a:prstGeom>
            <a:ln w="9525">
              <a:solidFill>
                <a:srgbClr val="BFCB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or 19"/>
            <p:cNvCxnSpPr/>
            <p:nvPr/>
          </p:nvCxnSpPr>
          <p:spPr>
            <a:xfrm>
              <a:off x="6528816" y="1417320"/>
              <a:ext cx="0" cy="2743200"/>
            </a:xfrm>
            <a:prstGeom prst="line">
              <a:avLst/>
            </a:prstGeom>
            <a:ln w="9525">
              <a:solidFill>
                <a:srgbClr val="BFCB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 20"/>
            <p:cNvCxnSpPr/>
            <p:nvPr/>
          </p:nvCxnSpPr>
          <p:spPr>
            <a:xfrm>
              <a:off x="7095744" y="1417320"/>
              <a:ext cx="0" cy="2743200"/>
            </a:xfrm>
            <a:prstGeom prst="line">
              <a:avLst/>
            </a:prstGeom>
            <a:ln w="9525">
              <a:solidFill>
                <a:srgbClr val="BFCB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or 21"/>
            <p:cNvCxnSpPr/>
            <p:nvPr/>
          </p:nvCxnSpPr>
          <p:spPr>
            <a:xfrm>
              <a:off x="7662672" y="1417320"/>
              <a:ext cx="0" cy="2743200"/>
            </a:xfrm>
            <a:prstGeom prst="line">
              <a:avLst/>
            </a:prstGeom>
            <a:ln w="9525">
              <a:solidFill>
                <a:srgbClr val="BFCB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or 22"/>
            <p:cNvCxnSpPr/>
            <p:nvPr/>
          </p:nvCxnSpPr>
          <p:spPr>
            <a:xfrm>
              <a:off x="8229600" y="1417320"/>
              <a:ext cx="0" cy="2743200"/>
            </a:xfrm>
            <a:prstGeom prst="line">
              <a:avLst/>
            </a:prstGeom>
            <a:ln w="9525">
              <a:solidFill>
                <a:srgbClr val="BFCB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or 23"/>
            <p:cNvCxnSpPr/>
            <p:nvPr/>
          </p:nvCxnSpPr>
          <p:spPr>
            <a:xfrm>
              <a:off x="8796528" y="1417320"/>
              <a:ext cx="0" cy="2743200"/>
            </a:xfrm>
            <a:prstGeom prst="line">
              <a:avLst/>
            </a:prstGeom>
            <a:ln w="9525">
              <a:solidFill>
                <a:srgbClr val="BFCB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nector 24"/>
            <p:cNvCxnSpPr/>
            <p:nvPr/>
          </p:nvCxnSpPr>
          <p:spPr>
            <a:xfrm>
              <a:off x="9363456" y="1417320"/>
              <a:ext cx="0" cy="2743200"/>
            </a:xfrm>
            <a:prstGeom prst="line">
              <a:avLst/>
            </a:prstGeom>
            <a:ln w="9525">
              <a:solidFill>
                <a:srgbClr val="BFCB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nector 25"/>
            <p:cNvCxnSpPr/>
            <p:nvPr/>
          </p:nvCxnSpPr>
          <p:spPr>
            <a:xfrm>
              <a:off x="9930384" y="1417320"/>
              <a:ext cx="0" cy="2743200"/>
            </a:xfrm>
            <a:prstGeom prst="line">
              <a:avLst/>
            </a:prstGeom>
            <a:ln w="9525">
              <a:solidFill>
                <a:srgbClr val="BFCB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nector 26"/>
            <p:cNvCxnSpPr/>
            <p:nvPr/>
          </p:nvCxnSpPr>
          <p:spPr>
            <a:xfrm>
              <a:off x="10497312" y="1417320"/>
              <a:ext cx="0" cy="2743200"/>
            </a:xfrm>
            <a:prstGeom prst="line">
              <a:avLst/>
            </a:prstGeom>
            <a:ln w="9525">
              <a:solidFill>
                <a:srgbClr val="BFCB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nector 27"/>
            <p:cNvCxnSpPr/>
            <p:nvPr/>
          </p:nvCxnSpPr>
          <p:spPr>
            <a:xfrm>
              <a:off x="5394960" y="1874519"/>
              <a:ext cx="5669280" cy="0"/>
            </a:xfrm>
            <a:prstGeom prst="line">
              <a:avLst/>
            </a:prstGeom>
            <a:ln w="9525">
              <a:solidFill>
                <a:srgbClr val="BFCB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nector 28"/>
            <p:cNvCxnSpPr/>
            <p:nvPr/>
          </p:nvCxnSpPr>
          <p:spPr>
            <a:xfrm>
              <a:off x="5394960" y="2331720"/>
              <a:ext cx="5669280" cy="0"/>
            </a:xfrm>
            <a:prstGeom prst="line">
              <a:avLst/>
            </a:prstGeom>
            <a:ln w="9525">
              <a:solidFill>
                <a:srgbClr val="BFCB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nector 29"/>
            <p:cNvCxnSpPr/>
            <p:nvPr/>
          </p:nvCxnSpPr>
          <p:spPr>
            <a:xfrm>
              <a:off x="5394960" y="2788920"/>
              <a:ext cx="5669280" cy="0"/>
            </a:xfrm>
            <a:prstGeom prst="line">
              <a:avLst/>
            </a:prstGeom>
            <a:ln w="9525">
              <a:solidFill>
                <a:srgbClr val="BFCB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nector 30"/>
            <p:cNvCxnSpPr/>
            <p:nvPr/>
          </p:nvCxnSpPr>
          <p:spPr>
            <a:xfrm>
              <a:off x="5394960" y="3246120"/>
              <a:ext cx="5669280" cy="0"/>
            </a:xfrm>
            <a:prstGeom prst="line">
              <a:avLst/>
            </a:prstGeom>
            <a:ln w="9525">
              <a:solidFill>
                <a:srgbClr val="BFCB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nector 31"/>
            <p:cNvCxnSpPr/>
            <p:nvPr/>
          </p:nvCxnSpPr>
          <p:spPr>
            <a:xfrm>
              <a:off x="5394960" y="3703320"/>
              <a:ext cx="5669280" cy="0"/>
            </a:xfrm>
            <a:prstGeom prst="line">
              <a:avLst/>
            </a:prstGeom>
            <a:ln w="9525">
              <a:solidFill>
                <a:srgbClr val="BFCB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4" name="Connector 33"/>
          <p:cNvCxnSpPr/>
          <p:nvPr/>
        </p:nvCxnSpPr>
        <p:spPr>
          <a:xfrm flipV="1">
            <a:off x="5394960" y="1417320"/>
            <a:ext cx="0" cy="2743200"/>
          </a:xfrm>
          <a:prstGeom prst="line">
            <a:avLst/>
          </a:prstGeom>
          <a:ln w="889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358384" y="1417320"/>
            <a:ext cx="5742432" cy="0"/>
          </a:xfrm>
          <a:prstGeom prst="line">
            <a:avLst/>
          </a:prstGeom>
          <a:ln w="889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1064240" y="1417320"/>
            <a:ext cx="0" cy="2743200"/>
          </a:xfrm>
          <a:prstGeom prst="line">
            <a:avLst/>
          </a:prstGeom>
          <a:ln w="889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4846320" y="4160520"/>
            <a:ext cx="6824167" cy="0"/>
          </a:xfrm>
          <a:prstGeom prst="line">
            <a:avLst/>
          </a:prstGeom>
          <a:ln w="3810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8147304" y="5532120"/>
            <a:ext cx="164592" cy="731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81" name="Group 80"/>
          <p:cNvGrpSpPr/>
          <p:nvPr/>
        </p:nvGrpSpPr>
        <p:grpSpPr>
          <a:xfrm>
            <a:off x="7363114" y="1990100"/>
            <a:ext cx="1732971" cy="2195656"/>
            <a:chOff x="7363114" y="1990100"/>
            <a:chExt cx="1732971" cy="2195656"/>
          </a:xfrm>
        </p:grpSpPr>
        <p:cxnSp>
          <p:nvCxnSpPr>
            <p:cNvPr id="39" name="Connector 38"/>
            <p:cNvCxnSpPr/>
            <p:nvPr/>
          </p:nvCxnSpPr>
          <p:spPr>
            <a:xfrm flipH="1">
              <a:off x="7977225" y="3361334"/>
              <a:ext cx="109362" cy="378562"/>
            </a:xfrm>
            <a:prstGeom prst="line">
              <a:avLst/>
            </a:prstGeom>
            <a:ln w="160274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or 39"/>
            <p:cNvCxnSpPr/>
            <p:nvPr/>
          </p:nvCxnSpPr>
          <p:spPr>
            <a:xfrm flipH="1">
              <a:off x="7977225" y="3361334"/>
              <a:ext cx="109362" cy="378562"/>
            </a:xfrm>
            <a:prstGeom prst="line">
              <a:avLst/>
            </a:prstGeom>
            <a:ln w="128524" cap="rnd">
              <a:solidFill>
                <a:srgbClr val="E8B98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nector 40"/>
            <p:cNvCxnSpPr/>
            <p:nvPr/>
          </p:nvCxnSpPr>
          <p:spPr>
            <a:xfrm flipH="1">
              <a:off x="7909925" y="3739896"/>
              <a:ext cx="67300" cy="344911"/>
            </a:xfrm>
            <a:prstGeom prst="line">
              <a:avLst/>
            </a:prstGeom>
            <a:ln w="160274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nector 41"/>
            <p:cNvCxnSpPr/>
            <p:nvPr/>
          </p:nvCxnSpPr>
          <p:spPr>
            <a:xfrm flipH="1">
              <a:off x="7909925" y="3739896"/>
              <a:ext cx="67300" cy="344911"/>
            </a:xfrm>
            <a:prstGeom prst="line">
              <a:avLst/>
            </a:prstGeom>
            <a:ln w="128524" cap="rnd">
              <a:solidFill>
                <a:srgbClr val="F6B25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Rounded Rectangle 42"/>
            <p:cNvSpPr/>
            <p:nvPr/>
          </p:nvSpPr>
          <p:spPr>
            <a:xfrm>
              <a:off x="7716438" y="4051157"/>
              <a:ext cx="286024" cy="134599"/>
            </a:xfrm>
            <a:prstGeom prst="roundRect">
              <a:avLst/>
            </a:prstGeom>
            <a:solidFill>
              <a:srgbClr val="1F2430"/>
            </a:solidFill>
            <a:ln w="12700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4" name="Connector 43"/>
            <p:cNvCxnSpPr/>
            <p:nvPr/>
          </p:nvCxnSpPr>
          <p:spPr>
            <a:xfrm>
              <a:off x="8372612" y="3361334"/>
              <a:ext cx="109362" cy="378562"/>
            </a:xfrm>
            <a:prstGeom prst="line">
              <a:avLst/>
            </a:prstGeom>
            <a:ln w="160274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nector 44"/>
            <p:cNvCxnSpPr/>
            <p:nvPr/>
          </p:nvCxnSpPr>
          <p:spPr>
            <a:xfrm>
              <a:off x="8372612" y="3361334"/>
              <a:ext cx="109362" cy="378562"/>
            </a:xfrm>
            <a:prstGeom prst="line">
              <a:avLst/>
            </a:prstGeom>
            <a:ln w="128524" cap="rnd">
              <a:solidFill>
                <a:srgbClr val="E8B98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nector 45"/>
            <p:cNvCxnSpPr/>
            <p:nvPr/>
          </p:nvCxnSpPr>
          <p:spPr>
            <a:xfrm>
              <a:off x="8481974" y="3739896"/>
              <a:ext cx="67300" cy="344911"/>
            </a:xfrm>
            <a:prstGeom prst="line">
              <a:avLst/>
            </a:prstGeom>
            <a:ln w="160274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onnector 46"/>
            <p:cNvCxnSpPr/>
            <p:nvPr/>
          </p:nvCxnSpPr>
          <p:spPr>
            <a:xfrm>
              <a:off x="8481974" y="3739896"/>
              <a:ext cx="67300" cy="344911"/>
            </a:xfrm>
            <a:prstGeom prst="line">
              <a:avLst/>
            </a:prstGeom>
            <a:ln w="128524" cap="rnd">
              <a:solidFill>
                <a:srgbClr val="F6B25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Rounded Rectangle 47"/>
            <p:cNvSpPr/>
            <p:nvPr/>
          </p:nvSpPr>
          <p:spPr>
            <a:xfrm>
              <a:off x="8456736" y="4051157"/>
              <a:ext cx="286024" cy="134599"/>
            </a:xfrm>
            <a:prstGeom prst="roundRect">
              <a:avLst/>
            </a:prstGeom>
            <a:solidFill>
              <a:srgbClr val="1F2430"/>
            </a:solidFill>
            <a:ln w="12700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Rounded Rectangle 48"/>
            <p:cNvSpPr/>
            <p:nvPr/>
          </p:nvSpPr>
          <p:spPr>
            <a:xfrm>
              <a:off x="7918338" y="3235147"/>
              <a:ext cx="622523" cy="302849"/>
            </a:xfrm>
            <a:prstGeom prst="roundRect">
              <a:avLst/>
            </a:prstGeom>
            <a:solidFill>
              <a:srgbClr val="1D3557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50" name="Connector 49"/>
            <p:cNvCxnSpPr/>
            <p:nvPr/>
          </p:nvCxnSpPr>
          <p:spPr>
            <a:xfrm flipV="1">
              <a:off x="8229600" y="2419136"/>
              <a:ext cx="0" cy="143012"/>
            </a:xfrm>
            <a:prstGeom prst="line">
              <a:avLst/>
            </a:prstGeom>
            <a:ln w="136906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nector 50"/>
            <p:cNvCxnSpPr/>
            <p:nvPr/>
          </p:nvCxnSpPr>
          <p:spPr>
            <a:xfrm flipV="1">
              <a:off x="8229600" y="2419136"/>
              <a:ext cx="0" cy="143012"/>
            </a:xfrm>
            <a:prstGeom prst="line">
              <a:avLst/>
            </a:prstGeom>
            <a:ln w="105156" cap="rnd">
              <a:solidFill>
                <a:srgbClr val="E8B98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Round Same Side Corner Rectangle 51"/>
            <p:cNvSpPr/>
            <p:nvPr/>
          </p:nvSpPr>
          <p:spPr>
            <a:xfrm>
              <a:off x="7901513" y="2536911"/>
              <a:ext cx="656173" cy="824423"/>
            </a:xfrm>
            <a:prstGeom prst="round2SameRect">
              <a:avLst>
                <a:gd name="adj1" fmla="val 30000"/>
                <a:gd name="adj2" fmla="val 12000"/>
              </a:avLst>
            </a:prstGeom>
            <a:solidFill>
              <a:srgbClr val="F28C28"/>
            </a:solidFill>
            <a:ln w="22225">
              <a:solidFill>
                <a:srgbClr val="A844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Rounded Rectangle 52"/>
            <p:cNvSpPr/>
            <p:nvPr/>
          </p:nvSpPr>
          <p:spPr>
            <a:xfrm>
              <a:off x="7918338" y="3273003"/>
              <a:ext cx="622523" cy="75712"/>
            </a:xfrm>
            <a:prstGeom prst="roundRect">
              <a:avLst/>
            </a:prstGeom>
            <a:solidFill>
              <a:srgbClr val="A844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Chord 53"/>
            <p:cNvSpPr/>
            <p:nvPr/>
          </p:nvSpPr>
          <p:spPr>
            <a:xfrm>
              <a:off x="8103412" y="2461199"/>
              <a:ext cx="252374" cy="168249"/>
            </a:xfrm>
            <a:prstGeom prst="chord">
              <a:avLst>
                <a:gd name="adj1" fmla="val 0"/>
                <a:gd name="adj2" fmla="val 10800000"/>
              </a:avLst>
            </a:prstGeom>
            <a:solidFill>
              <a:srgbClr val="FFFFFF"/>
            </a:solidFill>
            <a:ln w="12700">
              <a:solidFill>
                <a:srgbClr val="A844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7977225" y="2705160"/>
              <a:ext cx="504748" cy="47109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2300" b="1">
                  <a:solidFill>
                    <a:srgbClr val="FFFFFF"/>
                  </a:solidFill>
                  <a:latin typeface="PT Sans"/>
                </a:rPr>
                <a:t>1</a:t>
              </a:r>
            </a:p>
          </p:txBody>
        </p:sp>
        <p:cxnSp>
          <p:nvCxnSpPr>
            <p:cNvPr id="56" name="Connector 55"/>
            <p:cNvCxnSpPr/>
            <p:nvPr/>
          </p:nvCxnSpPr>
          <p:spPr>
            <a:xfrm flipH="1">
              <a:off x="7657551" y="2587386"/>
              <a:ext cx="269199" cy="269199"/>
            </a:xfrm>
            <a:prstGeom prst="line">
              <a:avLst/>
            </a:prstGeom>
            <a:ln w="148590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Connector 56"/>
            <p:cNvCxnSpPr/>
            <p:nvPr/>
          </p:nvCxnSpPr>
          <p:spPr>
            <a:xfrm flipH="1">
              <a:off x="7657551" y="2587386"/>
              <a:ext cx="269199" cy="269199"/>
            </a:xfrm>
            <a:prstGeom prst="line">
              <a:avLst/>
            </a:prstGeom>
            <a:ln w="116840" cap="rnd">
              <a:solidFill>
                <a:srgbClr val="F28C2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Connector 57"/>
            <p:cNvCxnSpPr/>
            <p:nvPr/>
          </p:nvCxnSpPr>
          <p:spPr>
            <a:xfrm flipH="1" flipV="1">
              <a:off x="7506126" y="2469611"/>
              <a:ext cx="151425" cy="386974"/>
            </a:xfrm>
            <a:prstGeom prst="line">
              <a:avLst/>
            </a:prstGeom>
            <a:ln w="148590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nector 58"/>
            <p:cNvCxnSpPr/>
            <p:nvPr/>
          </p:nvCxnSpPr>
          <p:spPr>
            <a:xfrm flipH="1" flipV="1">
              <a:off x="7506126" y="2469611"/>
              <a:ext cx="151425" cy="386974"/>
            </a:xfrm>
            <a:prstGeom prst="line">
              <a:avLst/>
            </a:prstGeom>
            <a:ln w="116840" cap="rnd">
              <a:solidFill>
                <a:srgbClr val="F28C2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nector 59"/>
            <p:cNvCxnSpPr/>
            <p:nvPr/>
          </p:nvCxnSpPr>
          <p:spPr>
            <a:xfrm>
              <a:off x="8532449" y="2587386"/>
              <a:ext cx="269199" cy="269199"/>
            </a:xfrm>
            <a:prstGeom prst="line">
              <a:avLst/>
            </a:prstGeom>
            <a:ln w="148590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nector 60"/>
            <p:cNvCxnSpPr/>
            <p:nvPr/>
          </p:nvCxnSpPr>
          <p:spPr>
            <a:xfrm>
              <a:off x="8532449" y="2587386"/>
              <a:ext cx="269199" cy="269199"/>
            </a:xfrm>
            <a:prstGeom prst="line">
              <a:avLst/>
            </a:prstGeom>
            <a:ln w="116840" cap="rnd">
              <a:solidFill>
                <a:srgbClr val="F28C2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Connector 61"/>
            <p:cNvCxnSpPr/>
            <p:nvPr/>
          </p:nvCxnSpPr>
          <p:spPr>
            <a:xfrm flipV="1">
              <a:off x="8801648" y="2469611"/>
              <a:ext cx="151425" cy="386974"/>
            </a:xfrm>
            <a:prstGeom prst="line">
              <a:avLst/>
            </a:prstGeom>
            <a:ln w="148590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nector 62"/>
            <p:cNvCxnSpPr/>
            <p:nvPr/>
          </p:nvCxnSpPr>
          <p:spPr>
            <a:xfrm flipV="1">
              <a:off x="8801648" y="2469611"/>
              <a:ext cx="151425" cy="386974"/>
            </a:xfrm>
            <a:prstGeom prst="line">
              <a:avLst/>
            </a:prstGeom>
            <a:ln w="116840" cap="rnd">
              <a:solidFill>
                <a:srgbClr val="F28C2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Oval 63"/>
            <p:cNvSpPr/>
            <p:nvPr/>
          </p:nvSpPr>
          <p:spPr>
            <a:xfrm>
              <a:off x="7973019" y="2179380"/>
              <a:ext cx="92537" cy="126187"/>
            </a:xfrm>
            <a:prstGeom prst="ellipse">
              <a:avLst/>
            </a:prstGeom>
            <a:solidFill>
              <a:srgbClr val="E8B98E"/>
            </a:solidFill>
            <a:ln w="12700">
              <a:solidFill>
                <a:srgbClr val="A86E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Oval 64"/>
            <p:cNvSpPr/>
            <p:nvPr/>
          </p:nvSpPr>
          <p:spPr>
            <a:xfrm>
              <a:off x="8393643" y="2179380"/>
              <a:ext cx="92537" cy="126187"/>
            </a:xfrm>
            <a:prstGeom prst="ellipse">
              <a:avLst/>
            </a:prstGeom>
            <a:solidFill>
              <a:srgbClr val="E8B98E"/>
            </a:solidFill>
            <a:ln w="12700">
              <a:solidFill>
                <a:srgbClr val="A86E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" name="Oval 65"/>
            <p:cNvSpPr/>
            <p:nvPr/>
          </p:nvSpPr>
          <p:spPr>
            <a:xfrm>
              <a:off x="8002463" y="1990100"/>
              <a:ext cx="454273" cy="370149"/>
            </a:xfrm>
            <a:prstGeom prst="ellipse">
              <a:avLst/>
            </a:prstGeom>
            <a:solidFill>
              <a:srgbClr val="3A2A22"/>
            </a:solidFill>
            <a:ln w="15875">
              <a:solidFill>
                <a:srgbClr val="3A2A2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Oval 66"/>
            <p:cNvSpPr/>
            <p:nvPr/>
          </p:nvSpPr>
          <p:spPr>
            <a:xfrm>
              <a:off x="8031906" y="2078431"/>
              <a:ext cx="395386" cy="395386"/>
            </a:xfrm>
            <a:prstGeom prst="ellipse">
              <a:avLst/>
            </a:prstGeom>
            <a:solidFill>
              <a:srgbClr val="E8B98E"/>
            </a:solidFill>
            <a:ln w="15875">
              <a:solidFill>
                <a:srgbClr val="A86E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Chord 67"/>
            <p:cNvSpPr/>
            <p:nvPr/>
          </p:nvSpPr>
          <p:spPr>
            <a:xfrm>
              <a:off x="8031906" y="2032162"/>
              <a:ext cx="395386" cy="185074"/>
            </a:xfrm>
            <a:prstGeom prst="chord">
              <a:avLst>
                <a:gd name="adj1" fmla="val 10800000"/>
                <a:gd name="adj2" fmla="val 0"/>
              </a:avLst>
            </a:prstGeom>
            <a:solidFill>
              <a:srgbClr val="3A2A2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Oval 68"/>
            <p:cNvSpPr/>
            <p:nvPr/>
          </p:nvSpPr>
          <p:spPr>
            <a:xfrm>
              <a:off x="8113928" y="2221443"/>
              <a:ext cx="63093" cy="75712"/>
            </a:xfrm>
            <a:prstGeom prst="ellipse">
              <a:avLst/>
            </a:prstGeom>
            <a:solidFill>
              <a:srgbClr val="1F243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" name="Oval 69"/>
            <p:cNvSpPr/>
            <p:nvPr/>
          </p:nvSpPr>
          <p:spPr>
            <a:xfrm>
              <a:off x="8147578" y="2236165"/>
              <a:ext cx="21031" cy="2103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Rounded Rectangle 70"/>
            <p:cNvSpPr/>
            <p:nvPr/>
          </p:nvSpPr>
          <p:spPr>
            <a:xfrm>
              <a:off x="8103412" y="2181484"/>
              <a:ext cx="84124" cy="21031"/>
            </a:xfrm>
            <a:prstGeom prst="roundRect">
              <a:avLst/>
            </a:prstGeom>
            <a:solidFill>
              <a:srgbClr val="3A2A2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Oval 71"/>
            <p:cNvSpPr/>
            <p:nvPr/>
          </p:nvSpPr>
          <p:spPr>
            <a:xfrm>
              <a:off x="8282178" y="2221443"/>
              <a:ext cx="63093" cy="75712"/>
            </a:xfrm>
            <a:prstGeom prst="ellipse">
              <a:avLst/>
            </a:prstGeom>
            <a:solidFill>
              <a:srgbClr val="1F243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" name="Oval 72"/>
            <p:cNvSpPr/>
            <p:nvPr/>
          </p:nvSpPr>
          <p:spPr>
            <a:xfrm>
              <a:off x="8315827" y="2236165"/>
              <a:ext cx="21031" cy="2103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Rounded Rectangle 73"/>
            <p:cNvSpPr/>
            <p:nvPr/>
          </p:nvSpPr>
          <p:spPr>
            <a:xfrm>
              <a:off x="8271662" y="2181484"/>
              <a:ext cx="84124" cy="21031"/>
            </a:xfrm>
            <a:prstGeom prst="roundRect">
              <a:avLst/>
            </a:prstGeom>
            <a:solidFill>
              <a:srgbClr val="3A2A2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Oval 74"/>
            <p:cNvSpPr/>
            <p:nvPr/>
          </p:nvSpPr>
          <p:spPr>
            <a:xfrm>
              <a:off x="8208568" y="2292949"/>
              <a:ext cx="42062" cy="33649"/>
            </a:xfrm>
            <a:prstGeom prst="ellipse">
              <a:avLst/>
            </a:prstGeom>
            <a:solidFill>
              <a:srgbClr val="A86E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" name="Chord 75"/>
            <p:cNvSpPr/>
            <p:nvPr/>
          </p:nvSpPr>
          <p:spPr>
            <a:xfrm>
              <a:off x="8153887" y="2309774"/>
              <a:ext cx="151424" cy="100949"/>
            </a:xfrm>
            <a:prstGeom prst="chord">
              <a:avLst>
                <a:gd name="adj1" fmla="val 0"/>
                <a:gd name="adj2" fmla="val 10800000"/>
              </a:avLst>
            </a:prstGeom>
            <a:solidFill>
              <a:srgbClr val="FFFFFF"/>
            </a:solidFill>
            <a:ln w="12700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" name="Oval 76"/>
            <p:cNvSpPr/>
            <p:nvPr/>
          </p:nvSpPr>
          <p:spPr>
            <a:xfrm>
              <a:off x="7363114" y="2318186"/>
              <a:ext cx="286024" cy="302849"/>
            </a:xfrm>
            <a:prstGeom prst="ellipse">
              <a:avLst/>
            </a:prstGeom>
            <a:solidFill>
              <a:srgbClr val="B5E2D3"/>
            </a:solidFill>
            <a:ln w="28575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" name="Oval 77"/>
            <p:cNvSpPr/>
            <p:nvPr/>
          </p:nvSpPr>
          <p:spPr>
            <a:xfrm rot="4117763">
              <a:off x="7502425" y="2590078"/>
              <a:ext cx="134599" cy="84124"/>
            </a:xfrm>
            <a:prstGeom prst="ellipse">
              <a:avLst/>
            </a:prstGeom>
            <a:solidFill>
              <a:srgbClr val="007A5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" name="Oval 78"/>
            <p:cNvSpPr/>
            <p:nvPr/>
          </p:nvSpPr>
          <p:spPr>
            <a:xfrm>
              <a:off x="8810061" y="2318186"/>
              <a:ext cx="286024" cy="302849"/>
            </a:xfrm>
            <a:prstGeom prst="ellipse">
              <a:avLst/>
            </a:prstGeom>
            <a:solidFill>
              <a:srgbClr val="B5E2D3"/>
            </a:solidFill>
            <a:ln w="28575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" name="Oval 79"/>
            <p:cNvSpPr/>
            <p:nvPr/>
          </p:nvSpPr>
          <p:spPr>
            <a:xfrm rot="6682237">
              <a:off x="8822175" y="2590078"/>
              <a:ext cx="134599" cy="84124"/>
            </a:xfrm>
            <a:prstGeom prst="ellipse">
              <a:avLst/>
            </a:prstGeom>
            <a:solidFill>
              <a:srgbClr val="007A5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4" name="Group 123"/>
          <p:cNvGrpSpPr/>
          <p:nvPr/>
        </p:nvGrpSpPr>
        <p:grpSpPr>
          <a:xfrm>
            <a:off x="5992793" y="1839684"/>
            <a:ext cx="2553036" cy="1197033"/>
            <a:chOff x="5992793" y="1839684"/>
            <a:chExt cx="2553036" cy="1197033"/>
          </a:xfrm>
        </p:grpSpPr>
        <p:cxnSp>
          <p:nvCxnSpPr>
            <p:cNvPr id="82" name="Connector 81"/>
            <p:cNvCxnSpPr/>
            <p:nvPr/>
          </p:nvCxnSpPr>
          <p:spPr>
            <a:xfrm>
              <a:off x="7632146" y="2727857"/>
              <a:ext cx="389033" cy="82177"/>
            </a:xfrm>
            <a:prstGeom prst="line">
              <a:avLst/>
            </a:prstGeom>
            <a:ln w="160274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Connector 82"/>
            <p:cNvCxnSpPr/>
            <p:nvPr/>
          </p:nvCxnSpPr>
          <p:spPr>
            <a:xfrm>
              <a:off x="7632146" y="2727857"/>
              <a:ext cx="389033" cy="82177"/>
            </a:xfrm>
            <a:prstGeom prst="line">
              <a:avLst/>
            </a:prstGeom>
            <a:ln w="128524" cap="rnd">
              <a:solidFill>
                <a:srgbClr val="E8B98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Connector 83"/>
            <p:cNvCxnSpPr/>
            <p:nvPr/>
          </p:nvCxnSpPr>
          <p:spPr>
            <a:xfrm>
              <a:off x="8021179" y="2810034"/>
              <a:ext cx="365233" cy="100981"/>
            </a:xfrm>
            <a:prstGeom prst="line">
              <a:avLst/>
            </a:prstGeom>
            <a:ln w="160274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Connector 84"/>
            <p:cNvCxnSpPr/>
            <p:nvPr/>
          </p:nvCxnSpPr>
          <p:spPr>
            <a:xfrm>
              <a:off x="8021179" y="2810034"/>
              <a:ext cx="365233" cy="100981"/>
            </a:xfrm>
            <a:prstGeom prst="line">
              <a:avLst/>
            </a:prstGeom>
            <a:ln w="128524" cap="rnd">
              <a:solidFill>
                <a:srgbClr val="F6B25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Rounded Rectangle 85"/>
            <p:cNvSpPr/>
            <p:nvPr/>
          </p:nvSpPr>
          <p:spPr>
            <a:xfrm rot="17280000">
              <a:off x="8259805" y="2902118"/>
              <a:ext cx="286024" cy="134599"/>
            </a:xfrm>
            <a:prstGeom prst="roundRect">
              <a:avLst/>
            </a:prstGeom>
            <a:solidFill>
              <a:srgbClr val="1F2430"/>
            </a:solidFill>
            <a:ln w="12700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87" name="Connector 86"/>
            <p:cNvCxnSpPr/>
            <p:nvPr/>
          </p:nvCxnSpPr>
          <p:spPr>
            <a:xfrm flipV="1">
              <a:off x="7720533" y="2389604"/>
              <a:ext cx="313416" cy="66228"/>
            </a:xfrm>
            <a:prstGeom prst="line">
              <a:avLst/>
            </a:prstGeom>
            <a:ln w="160274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Connector 87"/>
            <p:cNvCxnSpPr/>
            <p:nvPr/>
          </p:nvCxnSpPr>
          <p:spPr>
            <a:xfrm flipV="1">
              <a:off x="7720533" y="2389604"/>
              <a:ext cx="313416" cy="66228"/>
            </a:xfrm>
            <a:prstGeom prst="line">
              <a:avLst/>
            </a:prstGeom>
            <a:ln w="128524" cap="rnd">
              <a:solidFill>
                <a:srgbClr val="E8B98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Connector 88"/>
            <p:cNvCxnSpPr/>
            <p:nvPr/>
          </p:nvCxnSpPr>
          <p:spPr>
            <a:xfrm>
              <a:off x="8033949" y="2389604"/>
              <a:ext cx="249235" cy="240199"/>
            </a:xfrm>
            <a:prstGeom prst="line">
              <a:avLst/>
            </a:prstGeom>
            <a:ln w="160274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Connector 89"/>
            <p:cNvCxnSpPr/>
            <p:nvPr/>
          </p:nvCxnSpPr>
          <p:spPr>
            <a:xfrm>
              <a:off x="8033949" y="2389604"/>
              <a:ext cx="249235" cy="240199"/>
            </a:xfrm>
            <a:prstGeom prst="line">
              <a:avLst/>
            </a:prstGeom>
            <a:ln w="128524" cap="rnd">
              <a:solidFill>
                <a:srgbClr val="F6B25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Rounded Rectangle 90"/>
            <p:cNvSpPr/>
            <p:nvPr/>
          </p:nvSpPr>
          <p:spPr>
            <a:xfrm rot="17280000">
              <a:off x="8187773" y="2524897"/>
              <a:ext cx="286024" cy="134599"/>
            </a:xfrm>
            <a:prstGeom prst="roundRect">
              <a:avLst/>
            </a:prstGeom>
            <a:solidFill>
              <a:srgbClr val="1F2430"/>
            </a:solidFill>
            <a:ln w="12700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2" name="Rounded Rectangle 91"/>
            <p:cNvSpPr/>
            <p:nvPr/>
          </p:nvSpPr>
          <p:spPr>
            <a:xfrm rot="17280000">
              <a:off x="7389080" y="2448218"/>
              <a:ext cx="622523" cy="302849"/>
            </a:xfrm>
            <a:prstGeom prst="roundRect">
              <a:avLst/>
            </a:prstGeom>
            <a:solidFill>
              <a:srgbClr val="1D3557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93" name="Connector 92"/>
            <p:cNvCxnSpPr/>
            <p:nvPr/>
          </p:nvCxnSpPr>
          <p:spPr>
            <a:xfrm flipH="1" flipV="1">
              <a:off x="6780256" y="2300689"/>
              <a:ext cx="136013" cy="44193"/>
            </a:xfrm>
            <a:prstGeom prst="line">
              <a:avLst/>
            </a:prstGeom>
            <a:ln w="136906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Connector 93"/>
            <p:cNvCxnSpPr/>
            <p:nvPr/>
          </p:nvCxnSpPr>
          <p:spPr>
            <a:xfrm flipH="1" flipV="1">
              <a:off x="6780256" y="2300689"/>
              <a:ext cx="136013" cy="44193"/>
            </a:xfrm>
            <a:prstGeom prst="line">
              <a:avLst/>
            </a:prstGeom>
            <a:ln w="105156" cap="rnd">
              <a:solidFill>
                <a:srgbClr val="E8B98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5" name="Round Same Side Corner Rectangle 94"/>
            <p:cNvSpPr/>
            <p:nvPr/>
          </p:nvSpPr>
          <p:spPr>
            <a:xfrm rot="17280000">
              <a:off x="6956216" y="2052252"/>
              <a:ext cx="656173" cy="824423"/>
            </a:xfrm>
            <a:prstGeom prst="round2SameRect">
              <a:avLst>
                <a:gd name="adj1" fmla="val 30000"/>
                <a:gd name="adj2" fmla="val 12000"/>
              </a:avLst>
            </a:prstGeom>
            <a:solidFill>
              <a:srgbClr val="F28C28"/>
            </a:solidFill>
            <a:ln w="22225">
              <a:solidFill>
                <a:srgbClr val="A844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6" name="Rounded Rectangle 95"/>
            <p:cNvSpPr/>
            <p:nvPr/>
          </p:nvSpPr>
          <p:spPr>
            <a:xfrm rot="17280000">
              <a:off x="7317073" y="2538390"/>
              <a:ext cx="622523" cy="75712"/>
            </a:xfrm>
            <a:prstGeom prst="roundRect">
              <a:avLst/>
            </a:prstGeom>
            <a:solidFill>
              <a:srgbClr val="A844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7" name="Chord 96"/>
            <p:cNvSpPr/>
            <p:nvPr/>
          </p:nvSpPr>
          <p:spPr>
            <a:xfrm rot="17280000">
              <a:off x="6774080" y="2255558"/>
              <a:ext cx="252374" cy="168249"/>
            </a:xfrm>
            <a:prstGeom prst="chord">
              <a:avLst>
                <a:gd name="adj1" fmla="val 0"/>
                <a:gd name="adj2" fmla="val 10800000"/>
              </a:avLst>
            </a:prstGeom>
            <a:solidFill>
              <a:srgbClr val="FFFFFF"/>
            </a:solidFill>
            <a:ln w="12700">
              <a:solidFill>
                <a:srgbClr val="A844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8" name="TextBox 97"/>
            <p:cNvSpPr txBox="1"/>
            <p:nvPr/>
          </p:nvSpPr>
          <p:spPr>
            <a:xfrm rot="17280000">
              <a:off x="7023928" y="2226315"/>
              <a:ext cx="504748" cy="47109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2300" b="1">
                  <a:solidFill>
                    <a:srgbClr val="FFFFFF"/>
                  </a:solidFill>
                  <a:latin typeface="PT Sans"/>
                </a:rPr>
                <a:t>1</a:t>
              </a:r>
            </a:p>
          </p:txBody>
        </p:sp>
        <p:cxnSp>
          <p:nvCxnSpPr>
            <p:cNvPr id="99" name="Connector 98"/>
            <p:cNvCxnSpPr/>
            <p:nvPr/>
          </p:nvCxnSpPr>
          <p:spPr>
            <a:xfrm flipH="1" flipV="1">
              <a:off x="6451242" y="2414921"/>
              <a:ext cx="395443" cy="225787"/>
            </a:xfrm>
            <a:prstGeom prst="line">
              <a:avLst/>
            </a:prstGeom>
            <a:ln w="148590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Connector 99"/>
            <p:cNvCxnSpPr/>
            <p:nvPr/>
          </p:nvCxnSpPr>
          <p:spPr>
            <a:xfrm flipH="1" flipV="1">
              <a:off x="6451242" y="2414921"/>
              <a:ext cx="395443" cy="225787"/>
            </a:xfrm>
            <a:prstGeom prst="line">
              <a:avLst/>
            </a:prstGeom>
            <a:ln w="116840" cap="rnd">
              <a:solidFill>
                <a:srgbClr val="F28C2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Connector 100"/>
            <p:cNvCxnSpPr/>
            <p:nvPr/>
          </p:nvCxnSpPr>
          <p:spPr>
            <a:xfrm flipH="1" flipV="1">
              <a:off x="6135805" y="2215130"/>
              <a:ext cx="315437" cy="199791"/>
            </a:xfrm>
            <a:prstGeom prst="line">
              <a:avLst/>
            </a:prstGeom>
            <a:ln w="148590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Connector 101"/>
            <p:cNvCxnSpPr/>
            <p:nvPr/>
          </p:nvCxnSpPr>
          <p:spPr>
            <a:xfrm flipH="1" flipV="1">
              <a:off x="6135805" y="2215130"/>
              <a:ext cx="315437" cy="199791"/>
            </a:xfrm>
            <a:prstGeom prst="line">
              <a:avLst/>
            </a:prstGeom>
            <a:ln w="116840" cap="rnd">
              <a:solidFill>
                <a:srgbClr val="F28C2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Connector 102"/>
            <p:cNvCxnSpPr/>
            <p:nvPr/>
          </p:nvCxnSpPr>
          <p:spPr>
            <a:xfrm flipH="1" flipV="1">
              <a:off x="6581221" y="2014884"/>
              <a:ext cx="452635" cy="49770"/>
            </a:xfrm>
            <a:prstGeom prst="line">
              <a:avLst/>
            </a:prstGeom>
            <a:ln w="148590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Connector 103"/>
            <p:cNvCxnSpPr/>
            <p:nvPr/>
          </p:nvCxnSpPr>
          <p:spPr>
            <a:xfrm flipH="1" flipV="1">
              <a:off x="6581221" y="2014884"/>
              <a:ext cx="452635" cy="49770"/>
            </a:xfrm>
            <a:prstGeom prst="line">
              <a:avLst/>
            </a:prstGeom>
            <a:ln w="116840" cap="rnd">
              <a:solidFill>
                <a:srgbClr val="F28C2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Connector 104"/>
            <p:cNvCxnSpPr/>
            <p:nvPr/>
          </p:nvCxnSpPr>
          <p:spPr>
            <a:xfrm flipH="1" flipV="1">
              <a:off x="6208594" y="1991109"/>
              <a:ext cx="372627" cy="23775"/>
            </a:xfrm>
            <a:prstGeom prst="line">
              <a:avLst/>
            </a:prstGeom>
            <a:ln w="148590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Connector 105"/>
            <p:cNvCxnSpPr/>
            <p:nvPr/>
          </p:nvCxnSpPr>
          <p:spPr>
            <a:xfrm flipH="1" flipV="1">
              <a:off x="6208594" y="1991109"/>
              <a:ext cx="372627" cy="23775"/>
            </a:xfrm>
            <a:prstGeom prst="line">
              <a:avLst/>
            </a:prstGeom>
            <a:ln w="116840" cap="rnd">
              <a:solidFill>
                <a:srgbClr val="F28C2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7" name="Oval 106"/>
            <p:cNvSpPr/>
            <p:nvPr/>
          </p:nvSpPr>
          <p:spPr>
            <a:xfrm rot="17280000">
              <a:off x="6500982" y="2383022"/>
              <a:ext cx="92537" cy="126187"/>
            </a:xfrm>
            <a:prstGeom prst="ellipse">
              <a:avLst/>
            </a:prstGeom>
            <a:solidFill>
              <a:srgbClr val="E8B98E"/>
            </a:solidFill>
            <a:ln w="12700">
              <a:solidFill>
                <a:srgbClr val="A86E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8" name="Oval 107"/>
            <p:cNvSpPr/>
            <p:nvPr/>
          </p:nvSpPr>
          <p:spPr>
            <a:xfrm rot="17280000">
              <a:off x="6630962" y="1982985"/>
              <a:ext cx="92537" cy="126187"/>
            </a:xfrm>
            <a:prstGeom prst="ellipse">
              <a:avLst/>
            </a:prstGeom>
            <a:solidFill>
              <a:srgbClr val="E8B98E"/>
            </a:solidFill>
            <a:ln w="12700">
              <a:solidFill>
                <a:srgbClr val="A86E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9" name="Oval 108"/>
            <p:cNvSpPr/>
            <p:nvPr/>
          </p:nvSpPr>
          <p:spPr>
            <a:xfrm rot="17280000">
              <a:off x="6321098" y="2040226"/>
              <a:ext cx="454273" cy="370149"/>
            </a:xfrm>
            <a:prstGeom prst="ellipse">
              <a:avLst/>
            </a:prstGeom>
            <a:solidFill>
              <a:srgbClr val="3A2A22"/>
            </a:solidFill>
            <a:ln w="15875">
              <a:solidFill>
                <a:srgbClr val="3A2A2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0" name="Oval 109"/>
            <p:cNvSpPr/>
            <p:nvPr/>
          </p:nvSpPr>
          <p:spPr>
            <a:xfrm rot="17280000">
              <a:off x="6446550" y="2058803"/>
              <a:ext cx="395386" cy="395386"/>
            </a:xfrm>
            <a:prstGeom prst="ellipse">
              <a:avLst/>
            </a:prstGeom>
            <a:solidFill>
              <a:srgbClr val="E8B98E"/>
            </a:solidFill>
            <a:ln w="15875">
              <a:solidFill>
                <a:srgbClr val="A86E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1" name="Chord 110"/>
            <p:cNvSpPr/>
            <p:nvPr/>
          </p:nvSpPr>
          <p:spPr>
            <a:xfrm rot="17280000">
              <a:off x="6302537" y="2117166"/>
              <a:ext cx="395386" cy="185074"/>
            </a:xfrm>
            <a:prstGeom prst="chord">
              <a:avLst>
                <a:gd name="adj1" fmla="val 10800000"/>
                <a:gd name="adj2" fmla="val 0"/>
              </a:avLst>
            </a:prstGeom>
            <a:solidFill>
              <a:srgbClr val="3A2A2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2" name="Oval 111"/>
            <p:cNvSpPr/>
            <p:nvPr/>
          </p:nvSpPr>
          <p:spPr>
            <a:xfrm rot="17280000">
              <a:off x="6570699" y="2293448"/>
              <a:ext cx="63093" cy="75712"/>
            </a:xfrm>
            <a:prstGeom prst="ellipse">
              <a:avLst/>
            </a:prstGeom>
            <a:solidFill>
              <a:srgbClr val="1F243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3" name="Oval 112"/>
            <p:cNvSpPr/>
            <p:nvPr/>
          </p:nvSpPr>
          <p:spPr>
            <a:xfrm rot="17280000">
              <a:off x="6583629" y="2304888"/>
              <a:ext cx="21031" cy="2103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4" name="Rounded Rectangle 113"/>
            <p:cNvSpPr/>
            <p:nvPr/>
          </p:nvSpPr>
          <p:spPr>
            <a:xfrm rot="17280000">
              <a:off x="6496178" y="2299992"/>
              <a:ext cx="84124" cy="21031"/>
            </a:xfrm>
            <a:prstGeom prst="roundRect">
              <a:avLst/>
            </a:prstGeom>
            <a:solidFill>
              <a:srgbClr val="3A2A2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5" name="Oval 114"/>
            <p:cNvSpPr/>
            <p:nvPr/>
          </p:nvSpPr>
          <p:spPr>
            <a:xfrm rot="17280000">
              <a:off x="6622691" y="2133433"/>
              <a:ext cx="63093" cy="75712"/>
            </a:xfrm>
            <a:prstGeom prst="ellipse">
              <a:avLst/>
            </a:prstGeom>
            <a:solidFill>
              <a:srgbClr val="1F243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6" name="Oval 115"/>
            <p:cNvSpPr/>
            <p:nvPr/>
          </p:nvSpPr>
          <p:spPr>
            <a:xfrm rot="17280000">
              <a:off x="6635621" y="2144873"/>
              <a:ext cx="21031" cy="2103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7" name="Rounded Rectangle 116"/>
            <p:cNvSpPr/>
            <p:nvPr/>
          </p:nvSpPr>
          <p:spPr>
            <a:xfrm rot="17280000">
              <a:off x="6548170" y="2139977"/>
              <a:ext cx="84124" cy="21031"/>
            </a:xfrm>
            <a:prstGeom prst="roundRect">
              <a:avLst/>
            </a:prstGeom>
            <a:solidFill>
              <a:srgbClr val="3A2A2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8" name="Oval 117"/>
            <p:cNvSpPr/>
            <p:nvPr/>
          </p:nvSpPr>
          <p:spPr>
            <a:xfrm rot="17280000">
              <a:off x="6655215" y="2250069"/>
              <a:ext cx="42062" cy="33649"/>
            </a:xfrm>
            <a:prstGeom prst="ellipse">
              <a:avLst/>
            </a:prstGeom>
            <a:solidFill>
              <a:srgbClr val="A86E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9" name="Chord 118"/>
            <p:cNvSpPr/>
            <p:nvPr/>
          </p:nvSpPr>
          <p:spPr>
            <a:xfrm rot="17280000">
              <a:off x="6648539" y="2232017"/>
              <a:ext cx="151424" cy="100949"/>
            </a:xfrm>
            <a:prstGeom prst="chord">
              <a:avLst>
                <a:gd name="adj1" fmla="val 0"/>
                <a:gd name="adj2" fmla="val 10800000"/>
              </a:avLst>
            </a:prstGeom>
            <a:solidFill>
              <a:srgbClr val="FFFFFF"/>
            </a:solidFill>
            <a:ln w="12700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0" name="Oval 119"/>
            <p:cNvSpPr/>
            <p:nvPr/>
          </p:nvSpPr>
          <p:spPr>
            <a:xfrm rot="17280000">
              <a:off x="5992793" y="2063705"/>
              <a:ext cx="286024" cy="302849"/>
            </a:xfrm>
            <a:prstGeom prst="ellipse">
              <a:avLst/>
            </a:prstGeom>
            <a:solidFill>
              <a:srgbClr val="B5E2D3"/>
            </a:solidFill>
            <a:ln w="28575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1" name="Oval 120"/>
            <p:cNvSpPr/>
            <p:nvPr/>
          </p:nvSpPr>
          <p:spPr>
            <a:xfrm rot="1940960">
              <a:off x="6200989" y="2256980"/>
              <a:ext cx="134599" cy="84124"/>
            </a:xfrm>
            <a:prstGeom prst="ellipse">
              <a:avLst/>
            </a:prstGeom>
            <a:solidFill>
              <a:srgbClr val="007A5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2" name="Oval 121"/>
            <p:cNvSpPr/>
            <p:nvPr/>
          </p:nvSpPr>
          <p:spPr>
            <a:xfrm rot="17280000">
              <a:off x="6065582" y="1839684"/>
              <a:ext cx="286024" cy="302849"/>
            </a:xfrm>
            <a:prstGeom prst="ellipse">
              <a:avLst/>
            </a:prstGeom>
            <a:solidFill>
              <a:srgbClr val="B5E2D3"/>
            </a:solidFill>
            <a:ln w="28575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3" name="Oval 122"/>
            <p:cNvSpPr/>
            <p:nvPr/>
          </p:nvSpPr>
          <p:spPr>
            <a:xfrm rot="219040">
              <a:off x="6297798" y="1959032"/>
              <a:ext cx="134599" cy="84124"/>
            </a:xfrm>
            <a:prstGeom prst="ellipse">
              <a:avLst/>
            </a:prstGeom>
            <a:solidFill>
              <a:srgbClr val="007A5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10" name="Group 209"/>
          <p:cNvGrpSpPr/>
          <p:nvPr/>
        </p:nvGrpSpPr>
        <p:grpSpPr>
          <a:xfrm>
            <a:off x="7867863" y="1631655"/>
            <a:ext cx="723473" cy="2355494"/>
            <a:chOff x="7867863" y="1631655"/>
            <a:chExt cx="723473" cy="2355494"/>
          </a:xfrm>
        </p:grpSpPr>
        <p:cxnSp>
          <p:nvCxnSpPr>
            <p:cNvPr id="168" name="Connector 167"/>
            <p:cNvCxnSpPr/>
            <p:nvPr/>
          </p:nvCxnSpPr>
          <p:spPr>
            <a:xfrm flipH="1">
              <a:off x="7943575" y="3347801"/>
              <a:ext cx="143012" cy="252374"/>
            </a:xfrm>
            <a:prstGeom prst="line">
              <a:avLst/>
            </a:prstGeom>
            <a:ln w="160274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Connector 168"/>
            <p:cNvCxnSpPr/>
            <p:nvPr/>
          </p:nvCxnSpPr>
          <p:spPr>
            <a:xfrm flipH="1">
              <a:off x="7943575" y="3347801"/>
              <a:ext cx="143012" cy="252374"/>
            </a:xfrm>
            <a:prstGeom prst="line">
              <a:avLst/>
            </a:prstGeom>
            <a:ln w="128524" cap="rnd">
              <a:solidFill>
                <a:srgbClr val="E8B98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Connector 169"/>
            <p:cNvCxnSpPr/>
            <p:nvPr/>
          </p:nvCxnSpPr>
          <p:spPr>
            <a:xfrm>
              <a:off x="7943575" y="3600175"/>
              <a:ext cx="117775" cy="286025"/>
            </a:xfrm>
            <a:prstGeom prst="line">
              <a:avLst/>
            </a:prstGeom>
            <a:ln w="160274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Connector 170"/>
            <p:cNvCxnSpPr/>
            <p:nvPr/>
          </p:nvCxnSpPr>
          <p:spPr>
            <a:xfrm>
              <a:off x="7943575" y="3600175"/>
              <a:ext cx="117775" cy="286025"/>
            </a:xfrm>
            <a:prstGeom prst="line">
              <a:avLst/>
            </a:prstGeom>
            <a:ln w="128524" cap="rnd">
              <a:solidFill>
                <a:srgbClr val="F6B25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2" name="Rounded Rectangle 171"/>
            <p:cNvSpPr/>
            <p:nvPr/>
          </p:nvSpPr>
          <p:spPr>
            <a:xfrm>
              <a:off x="7867863" y="3852550"/>
              <a:ext cx="286024" cy="134599"/>
            </a:xfrm>
            <a:prstGeom prst="roundRect">
              <a:avLst/>
            </a:prstGeom>
            <a:solidFill>
              <a:srgbClr val="1F2430"/>
            </a:solidFill>
            <a:ln w="12700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73" name="Connector 172"/>
            <p:cNvCxnSpPr/>
            <p:nvPr/>
          </p:nvCxnSpPr>
          <p:spPr>
            <a:xfrm>
              <a:off x="8372612" y="3347801"/>
              <a:ext cx="143012" cy="252374"/>
            </a:xfrm>
            <a:prstGeom prst="line">
              <a:avLst/>
            </a:prstGeom>
            <a:ln w="160274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Connector 173"/>
            <p:cNvCxnSpPr/>
            <p:nvPr/>
          </p:nvCxnSpPr>
          <p:spPr>
            <a:xfrm>
              <a:off x="8372612" y="3347801"/>
              <a:ext cx="143012" cy="252374"/>
            </a:xfrm>
            <a:prstGeom prst="line">
              <a:avLst/>
            </a:prstGeom>
            <a:ln w="128524" cap="rnd">
              <a:solidFill>
                <a:srgbClr val="E8B98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Connector 174"/>
            <p:cNvCxnSpPr/>
            <p:nvPr/>
          </p:nvCxnSpPr>
          <p:spPr>
            <a:xfrm flipH="1">
              <a:off x="8397849" y="3600175"/>
              <a:ext cx="117775" cy="286025"/>
            </a:xfrm>
            <a:prstGeom prst="line">
              <a:avLst/>
            </a:prstGeom>
            <a:ln w="160274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Connector 175"/>
            <p:cNvCxnSpPr/>
            <p:nvPr/>
          </p:nvCxnSpPr>
          <p:spPr>
            <a:xfrm flipH="1">
              <a:off x="8397849" y="3600175"/>
              <a:ext cx="117775" cy="286025"/>
            </a:xfrm>
            <a:prstGeom prst="line">
              <a:avLst/>
            </a:prstGeom>
            <a:ln w="128524" cap="rnd">
              <a:solidFill>
                <a:srgbClr val="F6B25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7" name="Rounded Rectangle 176"/>
            <p:cNvSpPr/>
            <p:nvPr/>
          </p:nvSpPr>
          <p:spPr>
            <a:xfrm>
              <a:off x="8305312" y="3852550"/>
              <a:ext cx="286024" cy="134599"/>
            </a:xfrm>
            <a:prstGeom prst="roundRect">
              <a:avLst/>
            </a:prstGeom>
            <a:solidFill>
              <a:srgbClr val="1F2430"/>
            </a:solidFill>
            <a:ln w="12700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8" name="Rounded Rectangle 177"/>
            <p:cNvSpPr/>
            <p:nvPr/>
          </p:nvSpPr>
          <p:spPr>
            <a:xfrm>
              <a:off x="7918338" y="3221614"/>
              <a:ext cx="622523" cy="302849"/>
            </a:xfrm>
            <a:prstGeom prst="roundRect">
              <a:avLst/>
            </a:prstGeom>
            <a:solidFill>
              <a:srgbClr val="1D3557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79" name="Connector 178"/>
            <p:cNvCxnSpPr/>
            <p:nvPr/>
          </p:nvCxnSpPr>
          <p:spPr>
            <a:xfrm flipV="1">
              <a:off x="8229600" y="2405603"/>
              <a:ext cx="0" cy="143012"/>
            </a:xfrm>
            <a:prstGeom prst="line">
              <a:avLst/>
            </a:prstGeom>
            <a:ln w="136906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Connector 179"/>
            <p:cNvCxnSpPr/>
            <p:nvPr/>
          </p:nvCxnSpPr>
          <p:spPr>
            <a:xfrm flipV="1">
              <a:off x="8229600" y="2405603"/>
              <a:ext cx="0" cy="143012"/>
            </a:xfrm>
            <a:prstGeom prst="line">
              <a:avLst/>
            </a:prstGeom>
            <a:ln w="105156" cap="rnd">
              <a:solidFill>
                <a:srgbClr val="E8B98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1" name="Round Same Side Corner Rectangle 180"/>
            <p:cNvSpPr/>
            <p:nvPr/>
          </p:nvSpPr>
          <p:spPr>
            <a:xfrm>
              <a:off x="7901513" y="2523378"/>
              <a:ext cx="656173" cy="824423"/>
            </a:xfrm>
            <a:prstGeom prst="round2SameRect">
              <a:avLst>
                <a:gd name="adj1" fmla="val 30000"/>
                <a:gd name="adj2" fmla="val 12000"/>
              </a:avLst>
            </a:prstGeom>
            <a:solidFill>
              <a:srgbClr val="F28C28"/>
            </a:solidFill>
            <a:ln w="22225">
              <a:solidFill>
                <a:srgbClr val="A844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2" name="Rounded Rectangle 181"/>
            <p:cNvSpPr/>
            <p:nvPr/>
          </p:nvSpPr>
          <p:spPr>
            <a:xfrm>
              <a:off x="7918338" y="3259470"/>
              <a:ext cx="622523" cy="75712"/>
            </a:xfrm>
            <a:prstGeom prst="roundRect">
              <a:avLst/>
            </a:prstGeom>
            <a:solidFill>
              <a:srgbClr val="A844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3" name="Chord 182"/>
            <p:cNvSpPr/>
            <p:nvPr/>
          </p:nvSpPr>
          <p:spPr>
            <a:xfrm>
              <a:off x="8103412" y="2447665"/>
              <a:ext cx="252374" cy="168249"/>
            </a:xfrm>
            <a:prstGeom prst="chord">
              <a:avLst>
                <a:gd name="adj1" fmla="val 0"/>
                <a:gd name="adj2" fmla="val 10800000"/>
              </a:avLst>
            </a:prstGeom>
            <a:solidFill>
              <a:srgbClr val="FFFFFF"/>
            </a:solidFill>
            <a:ln w="12700">
              <a:solidFill>
                <a:srgbClr val="A844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4" name="TextBox 183"/>
            <p:cNvSpPr txBox="1"/>
            <p:nvPr/>
          </p:nvSpPr>
          <p:spPr>
            <a:xfrm>
              <a:off x="7977225" y="2691627"/>
              <a:ext cx="504748" cy="47109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2300" b="1">
                  <a:solidFill>
                    <a:srgbClr val="FFFFFF"/>
                  </a:solidFill>
                  <a:latin typeface="PT Sans"/>
                </a:rPr>
                <a:t>1</a:t>
              </a:r>
            </a:p>
          </p:txBody>
        </p:sp>
        <p:cxnSp>
          <p:nvCxnSpPr>
            <p:cNvPr id="185" name="Connector 184"/>
            <p:cNvCxnSpPr/>
            <p:nvPr/>
          </p:nvCxnSpPr>
          <p:spPr>
            <a:xfrm flipH="1" flipV="1">
              <a:off x="7893100" y="2153229"/>
              <a:ext cx="33650" cy="420624"/>
            </a:xfrm>
            <a:prstGeom prst="line">
              <a:avLst/>
            </a:prstGeom>
            <a:ln w="148590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Connector 185"/>
            <p:cNvCxnSpPr/>
            <p:nvPr/>
          </p:nvCxnSpPr>
          <p:spPr>
            <a:xfrm flipH="1" flipV="1">
              <a:off x="7893100" y="2153229"/>
              <a:ext cx="33650" cy="420624"/>
            </a:xfrm>
            <a:prstGeom prst="line">
              <a:avLst/>
            </a:prstGeom>
            <a:ln w="116840" cap="rnd">
              <a:solidFill>
                <a:srgbClr val="F28C2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Connector 186"/>
            <p:cNvCxnSpPr/>
            <p:nvPr/>
          </p:nvCxnSpPr>
          <p:spPr>
            <a:xfrm flipV="1">
              <a:off x="7893100" y="1783080"/>
              <a:ext cx="117775" cy="370149"/>
            </a:xfrm>
            <a:prstGeom prst="line">
              <a:avLst/>
            </a:prstGeom>
            <a:ln w="148590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Connector 187"/>
            <p:cNvCxnSpPr/>
            <p:nvPr/>
          </p:nvCxnSpPr>
          <p:spPr>
            <a:xfrm flipV="1">
              <a:off x="7893100" y="1783080"/>
              <a:ext cx="117775" cy="370149"/>
            </a:xfrm>
            <a:prstGeom prst="line">
              <a:avLst/>
            </a:prstGeom>
            <a:ln w="116840" cap="rnd">
              <a:solidFill>
                <a:srgbClr val="F28C2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Connector 188"/>
            <p:cNvCxnSpPr/>
            <p:nvPr/>
          </p:nvCxnSpPr>
          <p:spPr>
            <a:xfrm flipV="1">
              <a:off x="8532449" y="2153229"/>
              <a:ext cx="33650" cy="420624"/>
            </a:xfrm>
            <a:prstGeom prst="line">
              <a:avLst/>
            </a:prstGeom>
            <a:ln w="148590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Connector 189"/>
            <p:cNvCxnSpPr/>
            <p:nvPr/>
          </p:nvCxnSpPr>
          <p:spPr>
            <a:xfrm flipV="1">
              <a:off x="8532449" y="2153229"/>
              <a:ext cx="33650" cy="420624"/>
            </a:xfrm>
            <a:prstGeom prst="line">
              <a:avLst/>
            </a:prstGeom>
            <a:ln w="116840" cap="rnd">
              <a:solidFill>
                <a:srgbClr val="F28C2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Connector 190"/>
            <p:cNvCxnSpPr/>
            <p:nvPr/>
          </p:nvCxnSpPr>
          <p:spPr>
            <a:xfrm flipH="1" flipV="1">
              <a:off x="8448324" y="1783080"/>
              <a:ext cx="117775" cy="370149"/>
            </a:xfrm>
            <a:prstGeom prst="line">
              <a:avLst/>
            </a:prstGeom>
            <a:ln w="148590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Connector 191"/>
            <p:cNvCxnSpPr/>
            <p:nvPr/>
          </p:nvCxnSpPr>
          <p:spPr>
            <a:xfrm flipH="1" flipV="1">
              <a:off x="8448324" y="1783080"/>
              <a:ext cx="117775" cy="370149"/>
            </a:xfrm>
            <a:prstGeom prst="line">
              <a:avLst/>
            </a:prstGeom>
            <a:ln w="116840" cap="rnd">
              <a:solidFill>
                <a:srgbClr val="F28C2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3" name="Oval 192"/>
            <p:cNvSpPr/>
            <p:nvPr/>
          </p:nvSpPr>
          <p:spPr>
            <a:xfrm>
              <a:off x="7973019" y="2165847"/>
              <a:ext cx="92537" cy="126187"/>
            </a:xfrm>
            <a:prstGeom prst="ellipse">
              <a:avLst/>
            </a:prstGeom>
            <a:solidFill>
              <a:srgbClr val="E8B98E"/>
            </a:solidFill>
            <a:ln w="12700">
              <a:solidFill>
                <a:srgbClr val="A86E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4" name="Oval 193"/>
            <p:cNvSpPr/>
            <p:nvPr/>
          </p:nvSpPr>
          <p:spPr>
            <a:xfrm>
              <a:off x="8393643" y="2165847"/>
              <a:ext cx="92537" cy="126187"/>
            </a:xfrm>
            <a:prstGeom prst="ellipse">
              <a:avLst/>
            </a:prstGeom>
            <a:solidFill>
              <a:srgbClr val="E8B98E"/>
            </a:solidFill>
            <a:ln w="12700">
              <a:solidFill>
                <a:srgbClr val="A86E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5" name="Oval 194"/>
            <p:cNvSpPr/>
            <p:nvPr/>
          </p:nvSpPr>
          <p:spPr>
            <a:xfrm>
              <a:off x="8002463" y="1976567"/>
              <a:ext cx="454273" cy="370149"/>
            </a:xfrm>
            <a:prstGeom prst="ellipse">
              <a:avLst/>
            </a:prstGeom>
            <a:solidFill>
              <a:srgbClr val="3A2A22"/>
            </a:solidFill>
            <a:ln w="15875">
              <a:solidFill>
                <a:srgbClr val="3A2A2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6" name="Oval 195"/>
            <p:cNvSpPr/>
            <p:nvPr/>
          </p:nvSpPr>
          <p:spPr>
            <a:xfrm>
              <a:off x="8031906" y="2064898"/>
              <a:ext cx="395386" cy="395386"/>
            </a:xfrm>
            <a:prstGeom prst="ellipse">
              <a:avLst/>
            </a:prstGeom>
            <a:solidFill>
              <a:srgbClr val="E8B98E"/>
            </a:solidFill>
            <a:ln w="15875">
              <a:solidFill>
                <a:srgbClr val="A86E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7" name="Chord 196"/>
            <p:cNvSpPr/>
            <p:nvPr/>
          </p:nvSpPr>
          <p:spPr>
            <a:xfrm>
              <a:off x="8031906" y="2018629"/>
              <a:ext cx="395386" cy="185074"/>
            </a:xfrm>
            <a:prstGeom prst="chord">
              <a:avLst>
                <a:gd name="adj1" fmla="val 10800000"/>
                <a:gd name="adj2" fmla="val 0"/>
              </a:avLst>
            </a:prstGeom>
            <a:solidFill>
              <a:srgbClr val="3A2A2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8" name="Oval 197"/>
            <p:cNvSpPr/>
            <p:nvPr/>
          </p:nvSpPr>
          <p:spPr>
            <a:xfrm>
              <a:off x="8113928" y="2207910"/>
              <a:ext cx="63093" cy="75712"/>
            </a:xfrm>
            <a:prstGeom prst="ellipse">
              <a:avLst/>
            </a:prstGeom>
            <a:solidFill>
              <a:srgbClr val="1F243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9" name="Oval 198"/>
            <p:cNvSpPr/>
            <p:nvPr/>
          </p:nvSpPr>
          <p:spPr>
            <a:xfrm>
              <a:off x="8147578" y="2222632"/>
              <a:ext cx="21031" cy="2103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0" name="Rounded Rectangle 199"/>
            <p:cNvSpPr/>
            <p:nvPr/>
          </p:nvSpPr>
          <p:spPr>
            <a:xfrm>
              <a:off x="8103412" y="2167950"/>
              <a:ext cx="84124" cy="21031"/>
            </a:xfrm>
            <a:prstGeom prst="roundRect">
              <a:avLst/>
            </a:prstGeom>
            <a:solidFill>
              <a:srgbClr val="3A2A2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1" name="Oval 200"/>
            <p:cNvSpPr/>
            <p:nvPr/>
          </p:nvSpPr>
          <p:spPr>
            <a:xfrm>
              <a:off x="8282178" y="2207910"/>
              <a:ext cx="63093" cy="75712"/>
            </a:xfrm>
            <a:prstGeom prst="ellipse">
              <a:avLst/>
            </a:prstGeom>
            <a:solidFill>
              <a:srgbClr val="1F243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2" name="Oval 201"/>
            <p:cNvSpPr/>
            <p:nvPr/>
          </p:nvSpPr>
          <p:spPr>
            <a:xfrm>
              <a:off x="8315827" y="2222632"/>
              <a:ext cx="21031" cy="2103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3" name="Rounded Rectangle 202"/>
            <p:cNvSpPr/>
            <p:nvPr/>
          </p:nvSpPr>
          <p:spPr>
            <a:xfrm>
              <a:off x="8271662" y="2167950"/>
              <a:ext cx="84124" cy="21031"/>
            </a:xfrm>
            <a:prstGeom prst="roundRect">
              <a:avLst/>
            </a:prstGeom>
            <a:solidFill>
              <a:srgbClr val="3A2A2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4" name="Oval 203"/>
            <p:cNvSpPr/>
            <p:nvPr/>
          </p:nvSpPr>
          <p:spPr>
            <a:xfrm>
              <a:off x="8208568" y="2279416"/>
              <a:ext cx="42062" cy="33649"/>
            </a:xfrm>
            <a:prstGeom prst="ellipse">
              <a:avLst/>
            </a:prstGeom>
            <a:solidFill>
              <a:srgbClr val="A86E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5" name="Chord 204"/>
            <p:cNvSpPr/>
            <p:nvPr/>
          </p:nvSpPr>
          <p:spPr>
            <a:xfrm>
              <a:off x="8153887" y="2296241"/>
              <a:ext cx="151424" cy="100949"/>
            </a:xfrm>
            <a:prstGeom prst="chord">
              <a:avLst>
                <a:gd name="adj1" fmla="val 0"/>
                <a:gd name="adj2" fmla="val 10800000"/>
              </a:avLst>
            </a:prstGeom>
            <a:solidFill>
              <a:srgbClr val="FFFFFF"/>
            </a:solidFill>
            <a:ln w="12700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6" name="Oval 205"/>
            <p:cNvSpPr/>
            <p:nvPr/>
          </p:nvSpPr>
          <p:spPr>
            <a:xfrm>
              <a:off x="7867863" y="1631655"/>
              <a:ext cx="286024" cy="302849"/>
            </a:xfrm>
            <a:prstGeom prst="ellipse">
              <a:avLst/>
            </a:prstGeom>
            <a:solidFill>
              <a:srgbClr val="B5E2D3"/>
            </a:solidFill>
            <a:ln w="28575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7" name="Oval 206"/>
            <p:cNvSpPr/>
            <p:nvPr/>
          </p:nvSpPr>
          <p:spPr>
            <a:xfrm rot="6459007">
              <a:off x="7894110" y="1896480"/>
              <a:ext cx="134599" cy="84124"/>
            </a:xfrm>
            <a:prstGeom prst="ellipse">
              <a:avLst/>
            </a:prstGeom>
            <a:solidFill>
              <a:srgbClr val="007A5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8" name="Oval 207"/>
            <p:cNvSpPr/>
            <p:nvPr/>
          </p:nvSpPr>
          <p:spPr>
            <a:xfrm>
              <a:off x="8305312" y="1631655"/>
              <a:ext cx="286024" cy="302849"/>
            </a:xfrm>
            <a:prstGeom prst="ellipse">
              <a:avLst/>
            </a:prstGeom>
            <a:solidFill>
              <a:srgbClr val="B5E2D3"/>
            </a:solidFill>
            <a:ln w="28575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9" name="Oval 208"/>
            <p:cNvSpPr/>
            <p:nvPr/>
          </p:nvSpPr>
          <p:spPr>
            <a:xfrm rot="4340993">
              <a:off x="8430490" y="1896480"/>
              <a:ext cx="134599" cy="84124"/>
            </a:xfrm>
            <a:prstGeom prst="ellipse">
              <a:avLst/>
            </a:prstGeom>
            <a:solidFill>
              <a:srgbClr val="007A5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211" name="Oval 210"/>
          <p:cNvSpPr/>
          <p:nvPr/>
        </p:nvSpPr>
        <p:spPr>
          <a:xfrm>
            <a:off x="7903845" y="5497830"/>
            <a:ext cx="651509" cy="137160"/>
          </a:xfrm>
          <a:prstGeom prst="ellipse">
            <a:avLst/>
          </a:prstGeom>
          <a:solidFill>
            <a:srgbClr val="8CB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Explosion 211"/>
          <p:cNvSpPr/>
          <p:nvPr/>
        </p:nvSpPr>
        <p:spPr>
          <a:xfrm>
            <a:off x="7680960" y="5017770"/>
            <a:ext cx="1097280" cy="754380"/>
          </a:xfrm>
          <a:prstGeom prst="irregularSeal2">
            <a:avLst/>
          </a:prstGeom>
          <a:solidFill>
            <a:srgbClr val="FFFFFF"/>
          </a:solidFill>
          <a:ln w="1587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Explosion 212"/>
          <p:cNvSpPr/>
          <p:nvPr/>
        </p:nvSpPr>
        <p:spPr>
          <a:xfrm>
            <a:off x="5646420" y="1668779"/>
            <a:ext cx="1051560" cy="868680"/>
          </a:xfrm>
          <a:prstGeom prst="irregularSeal2">
            <a:avLst/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7563002" y="4371746"/>
            <a:ext cx="510235" cy="51023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FCB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7170724" y="3760012"/>
            <a:ext cx="471830" cy="47183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FCB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6778447" y="3148279"/>
            <a:ext cx="433425" cy="43342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FCB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6386169" y="2536545"/>
            <a:ext cx="395020" cy="3950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FCB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Explosion 217"/>
          <p:cNvSpPr/>
          <p:nvPr/>
        </p:nvSpPr>
        <p:spPr>
          <a:xfrm>
            <a:off x="7703820" y="1348740"/>
            <a:ext cx="1051560" cy="868680"/>
          </a:xfrm>
          <a:prstGeom prst="irregularSeal2">
            <a:avLst/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7974482" y="4307738"/>
            <a:ext cx="510235" cy="51023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FCB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7993684" y="3631996"/>
            <a:ext cx="471830" cy="47183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FCB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8012887" y="2956255"/>
            <a:ext cx="433425" cy="43342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FCB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8032089" y="2280513"/>
            <a:ext cx="395020" cy="3950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FCB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Explosion 222"/>
          <p:cNvSpPr/>
          <p:nvPr/>
        </p:nvSpPr>
        <p:spPr>
          <a:xfrm>
            <a:off x="9509760" y="1440179"/>
            <a:ext cx="1554480" cy="1325880"/>
          </a:xfrm>
          <a:prstGeom prst="irregularSeal1">
            <a:avLst/>
          </a:prstGeom>
          <a:solidFill>
            <a:srgbClr val="FFEBB5"/>
          </a:solidFill>
          <a:ln w="317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8563721" y="4093125"/>
            <a:ext cx="510235" cy="51023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FCB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9028968" y="3189141"/>
            <a:ext cx="471830" cy="47183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FCB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9405335" y="2424469"/>
            <a:ext cx="433425" cy="43342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FCB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9747138" y="1952046"/>
            <a:ext cx="395020" cy="3950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FCB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237" name="Group 236"/>
          <p:cNvGrpSpPr/>
          <p:nvPr/>
        </p:nvGrpSpPr>
        <p:grpSpPr>
          <a:xfrm>
            <a:off x="7886700" y="4914900"/>
            <a:ext cx="685800" cy="685800"/>
            <a:chOff x="7886700" y="4914900"/>
            <a:chExt cx="685800" cy="685800"/>
          </a:xfrm>
        </p:grpSpPr>
        <p:sp>
          <p:nvSpPr>
            <p:cNvPr id="228" name="Oval 227"/>
            <p:cNvSpPr/>
            <p:nvPr/>
          </p:nvSpPr>
          <p:spPr>
            <a:xfrm>
              <a:off x="7886700" y="4914900"/>
              <a:ext cx="685800" cy="685800"/>
            </a:xfrm>
            <a:prstGeom prst="ellipse">
              <a:avLst/>
            </a:prstGeom>
            <a:solidFill>
              <a:srgbClr val="FFFFFF"/>
            </a:solidFill>
            <a:ln w="2222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9" name="Chord 228"/>
            <p:cNvSpPr/>
            <p:nvPr/>
          </p:nvSpPr>
          <p:spPr>
            <a:xfrm>
              <a:off x="7910702" y="4938903"/>
              <a:ext cx="637794" cy="637794"/>
            </a:xfrm>
            <a:prstGeom prst="chord">
              <a:avLst>
                <a:gd name="adj1" fmla="val 18900000"/>
                <a:gd name="adj2" fmla="val 8100000"/>
              </a:avLst>
            </a:prstGeom>
            <a:solidFill>
              <a:srgbClr val="E3E7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0" name="Regular Pentagon 229"/>
            <p:cNvSpPr/>
            <p:nvPr/>
          </p:nvSpPr>
          <p:spPr>
            <a:xfrm rot="2160000">
              <a:off x="8161020" y="4945761"/>
              <a:ext cx="137160" cy="130302"/>
            </a:xfrm>
            <a:prstGeom prst="pentagon">
              <a:avLst/>
            </a:prstGeom>
            <a:solidFill>
              <a:srgbClr val="1D355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1" name="Regular Pentagon 230"/>
            <p:cNvSpPr/>
            <p:nvPr/>
          </p:nvSpPr>
          <p:spPr>
            <a:xfrm rot="6480000">
              <a:off x="8395824" y="5116356"/>
              <a:ext cx="137160" cy="130302"/>
            </a:xfrm>
            <a:prstGeom prst="pentagon">
              <a:avLst/>
            </a:prstGeom>
            <a:solidFill>
              <a:srgbClr val="1D355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2" name="Regular Pentagon 231"/>
            <p:cNvSpPr/>
            <p:nvPr/>
          </p:nvSpPr>
          <p:spPr>
            <a:xfrm rot="10800000">
              <a:off x="8306137" y="5392385"/>
              <a:ext cx="137160" cy="130302"/>
            </a:xfrm>
            <a:prstGeom prst="pentagon">
              <a:avLst/>
            </a:prstGeom>
            <a:solidFill>
              <a:srgbClr val="1D355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3" name="Regular Pentagon 232"/>
            <p:cNvSpPr/>
            <p:nvPr/>
          </p:nvSpPr>
          <p:spPr>
            <a:xfrm rot="15120000">
              <a:off x="8015902" y="5392385"/>
              <a:ext cx="137160" cy="130302"/>
            </a:xfrm>
            <a:prstGeom prst="pentagon">
              <a:avLst/>
            </a:prstGeom>
            <a:solidFill>
              <a:srgbClr val="1D355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4" name="Regular Pentagon 233"/>
            <p:cNvSpPr/>
            <p:nvPr/>
          </p:nvSpPr>
          <p:spPr>
            <a:xfrm rot="19440000">
              <a:off x="7926215" y="5116356"/>
              <a:ext cx="137160" cy="130302"/>
            </a:xfrm>
            <a:prstGeom prst="pentagon">
              <a:avLst/>
            </a:prstGeom>
            <a:solidFill>
              <a:srgbClr val="1D355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5" name="Regular Pentagon 234"/>
            <p:cNvSpPr/>
            <p:nvPr/>
          </p:nvSpPr>
          <p:spPr>
            <a:xfrm>
              <a:off x="8126729" y="5158359"/>
              <a:ext cx="205739" cy="198881"/>
            </a:xfrm>
            <a:prstGeom prst="pentagon">
              <a:avLst/>
            </a:prstGeom>
            <a:solidFill>
              <a:srgbClr val="1D355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6" name="Oval 235"/>
            <p:cNvSpPr/>
            <p:nvPr/>
          </p:nvSpPr>
          <p:spPr>
            <a:xfrm rot="19500000">
              <a:off x="8051292" y="5079492"/>
              <a:ext cx="82296" cy="5486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238" name="Rounded Rectangle 237"/>
          <p:cNvSpPr/>
          <p:nvPr/>
        </p:nvSpPr>
        <p:spPr>
          <a:xfrm>
            <a:off x="5623560" y="4224528"/>
            <a:ext cx="5212080" cy="10972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444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000" b="1">
                <a:solidFill>
                  <a:srgbClr val="007A5A"/>
                </a:solidFill>
                <a:latin typeface="PT Sans"/>
              </a:rPr>
              <a:t>ГОЛ!</a:t>
            </a:r>
          </a:p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□ = 2</a:t>
            </a:r>
          </a:p>
        </p:txBody>
      </p:sp>
      <p:sp>
        <p:nvSpPr>
          <p:cNvPr id="239" name="Rounded Rectangle 238"/>
          <p:cNvSpPr/>
          <p:nvPr/>
        </p:nvSpPr>
        <p:spPr>
          <a:xfrm>
            <a:off x="5257800" y="4224528"/>
            <a:ext cx="5943600" cy="120700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444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3400" b="1">
                <a:solidFill>
                  <a:srgbClr val="A84400"/>
                </a:solidFill>
                <a:latin typeface="PT Sans"/>
              </a:rPr>
              <a:t>Кармап калды!</a:t>
            </a:r>
          </a:p>
          <a:p>
            <a:pPr algn="ctr"/>
            <a:r>
              <a:rPr sz="1900" b="1">
                <a:solidFill>
                  <a:srgbClr val="1D3557"/>
                </a:solidFill>
                <a:latin typeface="PT Sans"/>
              </a:rPr>
              <a:t>Туура жооп: □ = 2</a:t>
            </a:r>
          </a:p>
          <a:p>
            <a:pPr algn="ctr"/>
            <a:r>
              <a:rPr sz="1200" b="0">
                <a:solidFill>
                  <a:srgbClr val="1F2430"/>
                </a:solidFill>
                <a:latin typeface="PT Sans"/>
              </a:rPr>
              <a:t>Кеңеш: ар бир буюмду бир жолу гана санайбыз.</a:t>
            </a:r>
          </a:p>
        </p:txBody>
      </p:sp>
      <p:sp>
        <p:nvSpPr>
          <p:cNvPr id="240" name="Rounded Rectangle 239"/>
          <p:cNvSpPr/>
          <p:nvPr/>
        </p:nvSpPr>
        <p:spPr>
          <a:xfrm>
            <a:off x="5257800" y="4224528"/>
            <a:ext cx="5943600" cy="120700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444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3400" b="1">
                <a:solidFill>
                  <a:srgbClr val="A84400"/>
                </a:solidFill>
                <a:latin typeface="PT Sans"/>
              </a:rPr>
              <a:t>Кармап калды!</a:t>
            </a:r>
          </a:p>
          <a:p>
            <a:pPr algn="ctr"/>
            <a:r>
              <a:rPr sz="1900" b="1">
                <a:solidFill>
                  <a:srgbClr val="1D3557"/>
                </a:solidFill>
                <a:latin typeface="PT Sans"/>
              </a:rPr>
              <a:t>Туура жооп: □ = 2</a:t>
            </a:r>
          </a:p>
          <a:p>
            <a:pPr algn="ctr"/>
            <a:r>
              <a:rPr sz="1200" b="0">
                <a:solidFill>
                  <a:srgbClr val="1F2430"/>
                </a:solidFill>
                <a:latin typeface="PT Sans"/>
              </a:rPr>
              <a:t>Кеңеш: □ – бөлүк. Бүтүндөн белгилүү бөлүктү алып сал.</a:t>
            </a:r>
          </a:p>
        </p:txBody>
      </p:sp>
      <p:sp>
        <p:nvSpPr>
          <p:cNvPr id="241" name="Rectangle 240"/>
          <p:cNvSpPr/>
          <p:nvPr/>
        </p:nvSpPr>
        <p:spPr>
          <a:xfrm>
            <a:off x="8183879" y="2697480"/>
            <a:ext cx="155448" cy="91440"/>
          </a:xfrm>
          <a:prstGeom prst="rect">
            <a:avLst/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8183879" y="2697480"/>
            <a:ext cx="155448" cy="91440"/>
          </a:xfrm>
          <a:prstGeom prst="rect">
            <a:avLst/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8183879" y="2697480"/>
            <a:ext cx="155448" cy="91440"/>
          </a:xfrm>
          <a:prstGeom prst="rect">
            <a:avLst/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8183879" y="2697480"/>
            <a:ext cx="155448" cy="91440"/>
          </a:xfrm>
          <a:prstGeom prst="rect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8183879" y="2697480"/>
            <a:ext cx="155448" cy="91440"/>
          </a:xfrm>
          <a:prstGeom prst="rect">
            <a:avLst/>
          </a:prstGeom>
          <a:solidFill>
            <a:srgbClr val="F2C9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8183879" y="2697480"/>
            <a:ext cx="155448" cy="91440"/>
          </a:xfrm>
          <a:prstGeom prst="rect">
            <a:avLst/>
          </a:prstGeom>
          <a:solidFill>
            <a:srgbClr val="B5E2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8183879" y="2697480"/>
            <a:ext cx="155448" cy="91440"/>
          </a:xfrm>
          <a:prstGeom prst="rect">
            <a:avLst/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8183879" y="2697480"/>
            <a:ext cx="155448" cy="91440"/>
          </a:xfrm>
          <a:prstGeom prst="rect">
            <a:avLst/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8183879" y="2697480"/>
            <a:ext cx="155448" cy="91440"/>
          </a:xfrm>
          <a:prstGeom prst="rect">
            <a:avLst/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8183879" y="2697480"/>
            <a:ext cx="155448" cy="91440"/>
          </a:xfrm>
          <a:prstGeom prst="rect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8183879" y="2697480"/>
            <a:ext cx="155448" cy="91440"/>
          </a:xfrm>
          <a:prstGeom prst="rect">
            <a:avLst/>
          </a:prstGeom>
          <a:solidFill>
            <a:srgbClr val="F2C9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Rectangle 251"/>
          <p:cNvSpPr/>
          <p:nvPr/>
        </p:nvSpPr>
        <p:spPr>
          <a:xfrm>
            <a:off x="8183879" y="2697480"/>
            <a:ext cx="155448" cy="91440"/>
          </a:xfrm>
          <a:prstGeom prst="rect">
            <a:avLst/>
          </a:prstGeom>
          <a:solidFill>
            <a:srgbClr val="B5E2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Rectangle 252"/>
          <p:cNvSpPr/>
          <p:nvPr/>
        </p:nvSpPr>
        <p:spPr>
          <a:xfrm>
            <a:off x="8183879" y="2697480"/>
            <a:ext cx="155448" cy="91440"/>
          </a:xfrm>
          <a:prstGeom prst="rect">
            <a:avLst/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Rectangle 253"/>
          <p:cNvSpPr/>
          <p:nvPr/>
        </p:nvSpPr>
        <p:spPr>
          <a:xfrm>
            <a:off x="8183879" y="2697480"/>
            <a:ext cx="155448" cy="91440"/>
          </a:xfrm>
          <a:prstGeom prst="rect">
            <a:avLst/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Pentagon 254">
            <a:hlinkClick action="ppaction://hlinksldjump" r:id="rId8"/>
          </p:cNvPr>
          <p:cNvSpPr/>
          <p:nvPr/>
        </p:nvSpPr>
        <p:spPr>
          <a:xfrm>
            <a:off x="8652967" y="5486400"/>
            <a:ext cx="3017520" cy="457200"/>
          </a:xfrm>
          <a:prstGeom prst="homePlate">
            <a:avLst/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Кийинки тепкич →</a:t>
            </a:r>
          </a:p>
        </p:txBody>
      </p:sp>
    </p:spTree>
  </p:cSld>
  <p:clrMapOvr>
    <a:masterClrMapping/>
  </p:clrMapOvr>
  <p:transition spd="med" advClick="0">
    <p:fade/>
    <p:sndAc>
      <p:stSnd>
        <p:snd r:embed="rId3" name="whistle.wav"/>
      </p:stSnd>
    </p:sndAc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180" fill="hold" autoRev="1" repeatCount="3000"/>
                                        <p:tgtEl>
                                          <p:spTgt spid="13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" presetID="1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" dur="2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2C9AC"/>
                                      </p:to>
                                    </p:animClr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"/>
                            </p:stCondLst>
                            <p:childTnLst>
                              <p:par>
                                <p:cTn id="13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5" dur="110" fill="hold" autoRev="1" repeatCount="3000"/>
                                        <p:tgtEl>
                                          <p:spTgt spid="237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150"/>
                            </p:stCondLst>
                            <p:childTnLst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6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6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8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25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16875 -0.46000 L -0.20626 -0.52000 L -0.24001 -0.21333 E" pathEditMode="relative" rAng="0">
                                      <p:cBhvr>
                                        <p:cTn id="28" dur="1150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k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9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64800000">
                                      <p:cBhvr>
                                        <p:cTn id="31" dur="1150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2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4" dur="600" fill="hold"/>
                                        <p:tgtEl>
                                          <p:spTgt spid="237"/>
                                        </p:tgtEl>
                                      </p:cBhvr>
                                      <p:by x="65000" y="6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200"/>
                            </p:stCondLst>
                            <p:childTnLst>
                              <p:par>
                                <p:cTn id="3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32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045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32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270"/>
                            </p:stCondLst>
                            <p:childTnLst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310"/>
                            </p:stCondLst>
                            <p:childTnLst>
                              <p:par>
                                <p:cTn id="4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25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33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329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390"/>
                            </p:stCondLst>
                            <p:childTnLst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430"/>
                            </p:stCondLst>
                            <p:childTnLst>
                              <p:par>
                                <p:cTn id="5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33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329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510"/>
                            </p:stCondLst>
                            <p:childTnLst>
                              <p:par>
                                <p:cTn id="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550"/>
                            </p:stCondLst>
                            <p:childTnLst>
                              <p:par>
                                <p:cTn id="6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33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329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630"/>
                            </p:stCondLst>
                            <p:childTnLst>
                              <p:par>
                                <p:cTn id="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670"/>
                            </p:stCondLst>
                            <p:childTnLst>
                              <p:par>
                                <p:cTn id="7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" dur="33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329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720"/>
                            </p:stCondLst>
                            <p:childTnLst>
                              <p:par>
                                <p:cTn id="8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260" fill="hold"/>
                                        <p:tgtEl>
                                          <p:spTgt spid="2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260" fill="hold"/>
                                        <p:tgtEl>
                                          <p:spTgt spid="2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13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1750"/>
                            </p:stCondLst>
                            <p:childTnLst>
                              <p:par>
                                <p:cTn id="8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450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450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225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groa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2150"/>
                            </p:stCondLst>
                            <p:childTnLst>
                              <p:par>
                                <p:cTn id="9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4" dur="4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2300"/>
                            </p:stCondLst>
                            <p:childTnLst>
                              <p:par>
                                <p:cTn id="97" presetID="1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9" dur="3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B5E2D3"/>
                                      </p:to>
                                    </p:animClr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3000"/>
                            </p:stCondLst>
                            <p:childTnLst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4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107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8" fill="hold">
                      <p:stCondLst>
                        <p:cond delay="0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11" dur="180" fill="hold" autoRev="1" repeatCount="3000"/>
                                        <p:tgtEl>
                                          <p:spTgt spid="14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2" presetID="1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4" dur="2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2C9AC"/>
                                      </p:to>
                                    </p:animClr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300"/>
                            </p:stCondLst>
                            <p:childTnLst>
                              <p:par>
                                <p:cTn id="118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20" dur="110" fill="hold" autoRev="1" repeatCount="3000"/>
                                        <p:tgtEl>
                                          <p:spTgt spid="237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1150"/>
                            </p:stCondLst>
                            <p:childTnLst>
                              <p:par>
                                <p:cTn id="12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4" dur="16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" dur="16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6" dur="8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9" dur="25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0 -0.50667 L 0.06750 -0.56667 L 0.12825 -0.26000 E" pathEditMode="relative" rAng="0">
                                      <p:cBhvr>
                                        <p:cTn id="133" dur="1150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k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34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64800000">
                                      <p:cBhvr>
                                        <p:cTn id="136" dur="1150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7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39" dur="600" fill="hold"/>
                                        <p:tgtEl>
                                          <p:spTgt spid="237"/>
                                        </p:tgtEl>
                                      </p:cBhvr>
                                      <p:by x="65000" y="6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1200"/>
                            </p:stCondLst>
                            <p:childTnLst>
                              <p:par>
                                <p:cTn id="14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6" dur="320" fill="hold"/>
                                        <p:tgtEl>
                                          <p:spTgt spid="2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7" dur="320" fill="hold"/>
                                        <p:tgtEl>
                                          <p:spTgt spid="2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1270"/>
                            </p:stCondLst>
                            <p:childTnLst>
                              <p:par>
                                <p:cTn id="1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>
                            <p:stCondLst>
                              <p:cond delay="1310"/>
                            </p:stCondLst>
                            <p:childTnLst>
                              <p:par>
                                <p:cTn id="15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4" dur="25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8" dur="33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329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1390"/>
                            </p:stCondLst>
                            <p:childTnLst>
                              <p:par>
                                <p:cTn id="1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" fill="hold">
                            <p:stCondLst>
                              <p:cond delay="1430"/>
                            </p:stCondLst>
                            <p:childTnLst>
                              <p:par>
                                <p:cTn id="16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6" dur="33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329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1" fill="hold">
                            <p:stCondLst>
                              <p:cond delay="1510"/>
                            </p:stCondLst>
                            <p:childTnLst>
                              <p:par>
                                <p:cTn id="1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6" fill="hold">
                            <p:stCondLst>
                              <p:cond delay="1550"/>
                            </p:stCondLst>
                            <p:childTnLst>
                              <p:par>
                                <p:cTn id="17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4" dur="33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329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9" fill="hold">
                            <p:stCondLst>
                              <p:cond delay="1630"/>
                            </p:stCondLst>
                            <p:childTnLst>
                              <p:par>
                                <p:cTn id="1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4" fill="hold">
                            <p:stCondLst>
                              <p:cond delay="1670"/>
                            </p:stCondLst>
                            <p:childTnLst>
                              <p:par>
                                <p:cTn id="18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2" dur="33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329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>
                            <p:stCondLst>
                              <p:cond delay="1720"/>
                            </p:stCondLst>
                            <p:childTnLst>
                              <p:par>
                                <p:cTn id="18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7" dur="260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8" dur="260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9" dur="13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6" fill="hold">
                            <p:stCondLst>
                              <p:cond delay="1750"/>
                            </p:stCondLst>
                            <p:childTnLst>
                              <p:par>
                                <p:cTn id="19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3" dur="45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4" dur="45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5" dur="225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groa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01" fill="hold">
                            <p:stCondLst>
                              <p:cond delay="2150"/>
                            </p:stCondLst>
                            <p:childTnLst>
                              <p:par>
                                <p:cTn id="19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9" dur="4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7" fill="hold">
                            <p:stCondLst>
                              <p:cond delay="2300"/>
                            </p:stCondLst>
                            <p:childTnLst>
                              <p:par>
                                <p:cTn id="202" presetID="1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4" dur="3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B5E2D3"/>
                                      </p:to>
                                    </p:animClr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1" fill="hold">
                            <p:stCondLst>
                              <p:cond delay="3000"/>
                            </p:stCondLst>
                            <p:childTnLst>
                              <p:par>
                                <p:cTn id="2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" dur="4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21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3" fill="hold">
                      <p:stCondLst>
                        <p:cond delay="0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16" dur="180" fill="hold" autoRev="1" repeatCount="3000"/>
                                        <p:tgtEl>
                                          <p:spTgt spid="15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17" presetID="1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9" dur="2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2C9AC"/>
                                      </p:to>
                                    </p:animClr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6" fill="hold">
                            <p:stCondLst>
                              <p:cond delay="300"/>
                            </p:stCondLst>
                            <p:childTnLst>
                              <p:par>
                                <p:cTn id="223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25" dur="110" fill="hold" autoRev="1" repeatCount="3000"/>
                                        <p:tgtEl>
                                          <p:spTgt spid="237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5" fill="hold">
                            <p:stCondLst>
                              <p:cond delay="1150"/>
                            </p:stCondLst>
                            <p:childTnLst>
                              <p:par>
                                <p:cTn id="22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9" dur="16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0" dur="16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1" dur="8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4" dur="25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6" presetID="0" presetClass="path" presetSubtype="0" accel="40000" decel="2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9281 -0.20700 0.11813 -0.51520 0.16875 -0.46000 E" pathEditMode="relative" rAng="0">
                                      <p:cBhvr>
                                        <p:cTn id="238" dur="600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k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39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241" dur="600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42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44" dur="600" fill="hold"/>
                                        <p:tgtEl>
                                          <p:spTgt spid="237"/>
                                        </p:tgtEl>
                                      </p:cBhvr>
                                      <p:by x="65000" y="6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3" fill="hold">
                            <p:stCondLst>
                              <p:cond delay="1200"/>
                            </p:stCondLst>
                            <p:childTnLst>
                              <p:par>
                                <p:cTn id="24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1" dur="32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045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2" dur="32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6" fill="hold">
                            <p:stCondLst>
                              <p:cond delay="1270"/>
                            </p:stCondLst>
                            <p:childTnLst>
                              <p:par>
                                <p:cTn id="2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5" fill="hold">
                            <p:stCondLst>
                              <p:cond delay="1310"/>
                            </p:stCondLst>
                            <p:childTnLst>
                              <p:par>
                                <p:cTn id="25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9" dur="25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3" dur="33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329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8" fill="hold">
                            <p:stCondLst>
                              <p:cond delay="1390"/>
                            </p:stCondLst>
                            <p:childTnLst>
                              <p:par>
                                <p:cTn id="2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3" fill="hold">
                            <p:stCondLst>
                              <p:cond delay="1430"/>
                            </p:stCondLst>
                            <p:childTnLst>
                              <p:par>
                                <p:cTn id="26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1" dur="33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329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6" fill="hold">
                            <p:stCondLst>
                              <p:cond delay="1510"/>
                            </p:stCondLst>
                            <p:childTnLst>
                              <p:par>
                                <p:cTn id="27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1" fill="hold">
                            <p:stCondLst>
                              <p:cond delay="1550"/>
                            </p:stCondLst>
                            <p:childTnLst>
                              <p:par>
                                <p:cTn id="27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9" dur="33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329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4" fill="hold">
                            <p:stCondLst>
                              <p:cond delay="1630"/>
                            </p:stCondLst>
                            <p:childTnLst>
                              <p:par>
                                <p:cTn id="28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9" fill="hold">
                            <p:stCondLst>
                              <p:cond delay="1670"/>
                            </p:stCondLst>
                            <p:childTnLst>
                              <p:par>
                                <p:cTn id="28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7" dur="33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329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3" fill="hold">
                            <p:stCondLst>
                              <p:cond delay="1700"/>
                            </p:stCondLst>
                            <p:childTnLst>
                              <p:par>
                                <p:cTn id="29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92" dur="140" fill="hold" autoRev="1" repeatCount="2000"/>
                                        <p:tgtEl>
                                          <p:spTgt spid="33"/>
                                        </p:tgtEl>
                                      </p:cBhvr>
                                      <p:by x="104000" y="104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9" fill="hold">
                            <p:stCondLst>
                              <p:cond delay="1720"/>
                            </p:stCondLst>
                            <p:childTnLst>
                              <p:par>
                                <p:cTn id="29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6" dur="260" fill="hold"/>
                                        <p:tgtEl>
                                          <p:spTgt spid="2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7" dur="260" fill="hold"/>
                                        <p:tgtEl>
                                          <p:spTgt spid="2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8" dur="13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2" fill="hold">
                            <p:stCondLst>
                              <p:cond delay="1750"/>
                            </p:stCondLst>
                            <p:childTnLst>
                              <p:par>
                                <p:cTn id="30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2" dur="450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3" dur="450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4" dur="225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he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05" presetID="1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7" dur="3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B5E2D3"/>
                                      </p:to>
                                    </p:animClr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2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6629 -0.15622 -0.14204 -0.09373 -0.18939 0.18955 E" pathEditMode="relative" rAng="0">
                                      <p:cBhvr>
                                        <p:cTn id="314" dur="1300" fill="hold"/>
                                        <p:tgtEl>
                                          <p:spTgt spid="2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15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317" dur="1300" fill="hold"/>
                                        <p:tgtEl>
                                          <p:spTgt spid="2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0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6585 -0.16499 -0.14111 -0.09900 -0.18814 0.11648 E" pathEditMode="relative" rAng="0">
                                      <p:cBhvr>
                                        <p:cTn id="322" dur="1300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23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325" dur="1300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8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4996 -0.12700 -0.10707 -0.07620 -0.14276 0.13557 E" pathEditMode="relative" rAng="0">
                                      <p:cBhvr>
                                        <p:cTn id="330" dur="1300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31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333" dur="1300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6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4227 -0.12374 -0.09059 -0.07424 -0.12078 0.18875 E" pathEditMode="relative" rAng="0">
                                      <p:cBhvr>
                                        <p:cTn id="338" dur="130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39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341" dur="130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4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2163 -0.13404 -0.04635 -0.08042 -0.06180 0.16431 E" pathEditMode="relative" rAng="0">
                                      <p:cBhvr>
                                        <p:cTn id="346" dur="1300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47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349" dur="1300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2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1642 -0.15967 -0.03519 -0.09580 -0.04693 0.15868 E" pathEditMode="relative" rAng="0">
                                      <p:cBhvr>
                                        <p:cTn id="354" dur="1300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55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357" dur="1300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0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0309 -0.14591 -0.00662 -0.08755 -0.00882 0.12836 E" pathEditMode="relative" rAng="0">
                                      <p:cBhvr>
                                        <p:cTn id="362" dur="1300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63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365" dur="1300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8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0574 -0.21273 0.01230 -0.12764 0.01640 0.20411 E" pathEditMode="relative" rAng="0">
                                      <p:cBhvr>
                                        <p:cTn id="370" dur="1300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71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373" dur="1300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6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2124 -0.16274 0.04552 -0.09764 0.06069 0.20116 E" pathEditMode="relative" rAng="0">
                                      <p:cBhvr>
                                        <p:cTn id="378" dur="1300" fill="hold"/>
                                        <p:tgtEl>
                                          <p:spTgt spid="2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79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381" dur="1300" fill="hold"/>
                                        <p:tgtEl>
                                          <p:spTgt spid="24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8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4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3567 -0.20246 0.07643 -0.12148 0.10191 0.10591 E" pathEditMode="relative" rAng="0">
                                      <p:cBhvr>
                                        <p:cTn id="386" dur="1300" fill="hold"/>
                                        <p:tgtEl>
                                          <p:spTgt spid="2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87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389" dur="1300" fill="hold"/>
                                        <p:tgtEl>
                                          <p:spTgt spid="25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9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2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3797 -0.14125 0.08136 -0.08475 0.10849 0.14020 E" pathEditMode="relative" rAng="0">
                                      <p:cBhvr>
                                        <p:cTn id="394" dur="1300" fill="hold"/>
                                        <p:tgtEl>
                                          <p:spTgt spid="2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95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397" dur="1300" fill="hold"/>
                                        <p:tgtEl>
                                          <p:spTgt spid="25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9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0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5621 -0.16619 0.12044 -0.09971 0.16059 0.12392 E" pathEditMode="relative" rAng="0">
                                      <p:cBhvr>
                                        <p:cTn id="402" dur="1300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03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405" dur="1300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0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8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5660 -0.13308 0.12128 -0.07985 0.16170 0.18971 E" pathEditMode="relative" rAng="0">
                                      <p:cBhvr>
                                        <p:cTn id="410" dur="1300" fill="hold"/>
                                        <p:tgtEl>
                                          <p:spTgt spid="2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11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413" dur="1300" fill="hold"/>
                                        <p:tgtEl>
                                          <p:spTgt spid="25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6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8025 -0.20296 0.17195 -0.12177 0.22927 0.08052 E" pathEditMode="relative" rAng="0">
                                      <p:cBhvr>
                                        <p:cTn id="418" dur="1300" fill="hold"/>
                                        <p:tgtEl>
                                          <p:spTgt spid="2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19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421" dur="1300" fill="hold"/>
                                        <p:tgtEl>
                                          <p:spTgt spid="25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7" fill="hold">
                            <p:stCondLst>
                              <p:cond delay="2150"/>
                            </p:stCondLst>
                            <p:childTnLst>
                              <p:par>
                                <p:cTn id="42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5" dur="4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4" fill="hold">
                            <p:stCondLst>
                              <p:cond delay="2800"/>
                            </p:stCondLst>
                            <p:childTnLst>
                              <p:par>
                                <p:cTn id="42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0" dur="3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1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4" dur="3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5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8" dur="3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9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2" dur="3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3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6" dur="3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7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0" dur="3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1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4" dur="3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5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8" dur="3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9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2" dur="3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3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6" dur="3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7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0" dur="3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1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4" dur="3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5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8" dur="3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9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2" dur="3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3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8" fill="hold">
                            <p:stCondLst>
                              <p:cond delay="3000"/>
                            </p:stCondLst>
                            <p:childTnLst>
                              <p:par>
                                <p:cTn id="4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7" dur="4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211" grpId="0" animBg="1"/>
      <p:bldP spid="212" grpId="0" animBg="1"/>
      <p:bldP spid="213" grpId="0" animBg="1"/>
      <p:bldP spid="214" grpId="0" animBg="1"/>
      <p:bldP spid="215" grpId="0" animBg="1"/>
      <p:bldP spid="216" grpId="0" animBg="1"/>
      <p:bldP spid="217" grpId="0" animBg="1"/>
      <p:bldP spid="218" grpId="0" animBg="1"/>
      <p:bldP spid="219" grpId="0" animBg="1"/>
      <p:bldP spid="220" grpId="0" animBg="1"/>
      <p:bldP spid="221" grpId="0" animBg="1"/>
      <p:bldP spid="222" grpId="0" animBg="1"/>
      <p:bldP spid="223" grpId="0" animBg="1"/>
      <p:bldP spid="224" grpId="0" animBg="1"/>
      <p:bldP spid="225" grpId="0" animBg="1"/>
      <p:bldP spid="226" grpId="0" animBg="1"/>
      <p:bldP spid="227" grpId="0" animBg="1"/>
      <p:bldP spid="238" grpId="0" animBg="1"/>
      <p:bldP spid="239" grpId="0" animBg="1"/>
      <p:bldP spid="240" grpId="0" animBg="1"/>
      <p:bldP spid="241" grpId="0" animBg="1"/>
      <p:bldP spid="242" grpId="0" animBg="1"/>
      <p:bldP spid="243" grpId="0" animBg="1"/>
      <p:bldP spid="244" grpId="0" animBg="1"/>
      <p:bldP spid="245" grpId="0" animBg="1"/>
      <p:bldP spid="246" grpId="0" animBg="1"/>
      <p:bldP spid="247" grpId="0" animBg="1"/>
      <p:bldP spid="248" grpId="0" animBg="1"/>
      <p:bldP spid="249" grpId="0" animBg="1"/>
      <p:bldP spid="250" grpId="0" animBg="1"/>
      <p:bldP spid="251" grpId="0" animBg="1"/>
      <p:bldP spid="252" grpId="0" animBg="1"/>
      <p:bldP spid="253" grpId="0" animBg="1"/>
      <p:bldP spid="254" grpId="0" animBg="1"/>
      <p:bldP spid="255" grpId="0" animBg="1"/>
    </p:bld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Пенальти!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 ичинде кошуу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12-тепкич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15/16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4069080" cy="1828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298448"/>
            <a:ext cx="27432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6B7280"/>
                </a:solidFill>
                <a:latin typeface="PT Sans"/>
              </a:rPr>
              <a:t>СУРОО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" y="1554480"/>
            <a:ext cx="4069080" cy="1417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400" b="1" i="0">
                <a:solidFill>
                  <a:srgbClr val="1F2430"/>
                </a:solidFill>
                <a:latin typeface="PT Sans"/>
              </a:rPr>
              <a:t>1 + 2 + 3 + 4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" y="3246120"/>
            <a:ext cx="4069080" cy="713232"/>
          </a:xfrm>
          <a:prstGeom prst="roundRect">
            <a:avLst>
              <a:gd name="adj" fmla="val 30000"/>
            </a:avLst>
          </a:prstGeom>
          <a:solidFill>
            <a:srgbClr val="BFCBE9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3200" b="1">
                <a:solidFill>
                  <a:srgbClr val="1D3557"/>
                </a:solidFill>
                <a:latin typeface="PT Sans"/>
              </a:rPr>
              <a:t>1234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" y="4087368"/>
            <a:ext cx="4069080" cy="713232"/>
          </a:xfrm>
          <a:prstGeom prst="roundRect">
            <a:avLst>
              <a:gd name="adj" fmla="val 30000"/>
            </a:avLst>
          </a:prstGeom>
          <a:solidFill>
            <a:srgbClr val="BFCBE9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3200" b="1">
                <a:solidFill>
                  <a:srgbClr val="1D3557"/>
                </a:solidFill>
                <a:latin typeface="PT Sans"/>
              </a:rPr>
              <a:t>9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" y="4928616"/>
            <a:ext cx="4069080" cy="713232"/>
          </a:xfrm>
          <a:prstGeom prst="roundRect">
            <a:avLst>
              <a:gd name="adj" fmla="val 30000"/>
            </a:avLst>
          </a:prstGeom>
          <a:solidFill>
            <a:srgbClr val="BFCBE9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3200" b="1">
                <a:solidFill>
                  <a:srgbClr val="1D3557"/>
                </a:solidFill>
                <a:latin typeface="PT Sans"/>
              </a:rPr>
              <a:t>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" y="5760720"/>
            <a:ext cx="406908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007A5A"/>
                </a:solidFill>
                <a:latin typeface="PT Sans"/>
              </a:rPr>
              <a:t>Жоопту бас · «Кантип таптың?» +1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54880" y="1234440"/>
            <a:ext cx="7007047" cy="4800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846320" y="4160520"/>
            <a:ext cx="6824167" cy="1783080"/>
          </a:xfrm>
          <a:prstGeom prst="roundRect">
            <a:avLst>
              <a:gd name="adj" fmla="val 4000"/>
            </a:avLst>
          </a:prstGeom>
          <a:solidFill>
            <a:srgbClr val="B5E2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3" name="Group 32"/>
          <p:cNvGrpSpPr/>
          <p:nvPr/>
        </p:nvGrpSpPr>
        <p:grpSpPr>
          <a:xfrm>
            <a:off x="5394960" y="1417320"/>
            <a:ext cx="5669280" cy="2743200"/>
            <a:chOff x="5394960" y="1417320"/>
            <a:chExt cx="5669280" cy="2743200"/>
          </a:xfrm>
        </p:grpSpPr>
        <p:cxnSp>
          <p:nvCxnSpPr>
            <p:cNvPr id="19" name="Connector 18"/>
            <p:cNvCxnSpPr/>
            <p:nvPr/>
          </p:nvCxnSpPr>
          <p:spPr>
            <a:xfrm>
              <a:off x="5961888" y="1417320"/>
              <a:ext cx="0" cy="2743200"/>
            </a:xfrm>
            <a:prstGeom prst="line">
              <a:avLst/>
            </a:prstGeom>
            <a:ln w="9525">
              <a:solidFill>
                <a:srgbClr val="BFCB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or 19"/>
            <p:cNvCxnSpPr/>
            <p:nvPr/>
          </p:nvCxnSpPr>
          <p:spPr>
            <a:xfrm>
              <a:off x="6528816" y="1417320"/>
              <a:ext cx="0" cy="2743200"/>
            </a:xfrm>
            <a:prstGeom prst="line">
              <a:avLst/>
            </a:prstGeom>
            <a:ln w="9525">
              <a:solidFill>
                <a:srgbClr val="BFCB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 20"/>
            <p:cNvCxnSpPr/>
            <p:nvPr/>
          </p:nvCxnSpPr>
          <p:spPr>
            <a:xfrm>
              <a:off x="7095744" y="1417320"/>
              <a:ext cx="0" cy="2743200"/>
            </a:xfrm>
            <a:prstGeom prst="line">
              <a:avLst/>
            </a:prstGeom>
            <a:ln w="9525">
              <a:solidFill>
                <a:srgbClr val="BFCB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or 21"/>
            <p:cNvCxnSpPr/>
            <p:nvPr/>
          </p:nvCxnSpPr>
          <p:spPr>
            <a:xfrm>
              <a:off x="7662672" y="1417320"/>
              <a:ext cx="0" cy="2743200"/>
            </a:xfrm>
            <a:prstGeom prst="line">
              <a:avLst/>
            </a:prstGeom>
            <a:ln w="9525">
              <a:solidFill>
                <a:srgbClr val="BFCB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or 22"/>
            <p:cNvCxnSpPr/>
            <p:nvPr/>
          </p:nvCxnSpPr>
          <p:spPr>
            <a:xfrm>
              <a:off x="8229600" y="1417320"/>
              <a:ext cx="0" cy="2743200"/>
            </a:xfrm>
            <a:prstGeom prst="line">
              <a:avLst/>
            </a:prstGeom>
            <a:ln w="9525">
              <a:solidFill>
                <a:srgbClr val="BFCB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or 23"/>
            <p:cNvCxnSpPr/>
            <p:nvPr/>
          </p:nvCxnSpPr>
          <p:spPr>
            <a:xfrm>
              <a:off x="8796528" y="1417320"/>
              <a:ext cx="0" cy="2743200"/>
            </a:xfrm>
            <a:prstGeom prst="line">
              <a:avLst/>
            </a:prstGeom>
            <a:ln w="9525">
              <a:solidFill>
                <a:srgbClr val="BFCB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nector 24"/>
            <p:cNvCxnSpPr/>
            <p:nvPr/>
          </p:nvCxnSpPr>
          <p:spPr>
            <a:xfrm>
              <a:off x="9363456" y="1417320"/>
              <a:ext cx="0" cy="2743200"/>
            </a:xfrm>
            <a:prstGeom prst="line">
              <a:avLst/>
            </a:prstGeom>
            <a:ln w="9525">
              <a:solidFill>
                <a:srgbClr val="BFCB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nector 25"/>
            <p:cNvCxnSpPr/>
            <p:nvPr/>
          </p:nvCxnSpPr>
          <p:spPr>
            <a:xfrm>
              <a:off x="9930384" y="1417320"/>
              <a:ext cx="0" cy="2743200"/>
            </a:xfrm>
            <a:prstGeom prst="line">
              <a:avLst/>
            </a:prstGeom>
            <a:ln w="9525">
              <a:solidFill>
                <a:srgbClr val="BFCB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nector 26"/>
            <p:cNvCxnSpPr/>
            <p:nvPr/>
          </p:nvCxnSpPr>
          <p:spPr>
            <a:xfrm>
              <a:off x="10497312" y="1417320"/>
              <a:ext cx="0" cy="2743200"/>
            </a:xfrm>
            <a:prstGeom prst="line">
              <a:avLst/>
            </a:prstGeom>
            <a:ln w="9525">
              <a:solidFill>
                <a:srgbClr val="BFCB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nector 27"/>
            <p:cNvCxnSpPr/>
            <p:nvPr/>
          </p:nvCxnSpPr>
          <p:spPr>
            <a:xfrm>
              <a:off x="5394960" y="1874519"/>
              <a:ext cx="5669280" cy="0"/>
            </a:xfrm>
            <a:prstGeom prst="line">
              <a:avLst/>
            </a:prstGeom>
            <a:ln w="9525">
              <a:solidFill>
                <a:srgbClr val="BFCB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nector 28"/>
            <p:cNvCxnSpPr/>
            <p:nvPr/>
          </p:nvCxnSpPr>
          <p:spPr>
            <a:xfrm>
              <a:off x="5394960" y="2331720"/>
              <a:ext cx="5669280" cy="0"/>
            </a:xfrm>
            <a:prstGeom prst="line">
              <a:avLst/>
            </a:prstGeom>
            <a:ln w="9525">
              <a:solidFill>
                <a:srgbClr val="BFCB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nector 29"/>
            <p:cNvCxnSpPr/>
            <p:nvPr/>
          </p:nvCxnSpPr>
          <p:spPr>
            <a:xfrm>
              <a:off x="5394960" y="2788920"/>
              <a:ext cx="5669280" cy="0"/>
            </a:xfrm>
            <a:prstGeom prst="line">
              <a:avLst/>
            </a:prstGeom>
            <a:ln w="9525">
              <a:solidFill>
                <a:srgbClr val="BFCB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nector 30"/>
            <p:cNvCxnSpPr/>
            <p:nvPr/>
          </p:nvCxnSpPr>
          <p:spPr>
            <a:xfrm>
              <a:off x="5394960" y="3246120"/>
              <a:ext cx="5669280" cy="0"/>
            </a:xfrm>
            <a:prstGeom prst="line">
              <a:avLst/>
            </a:prstGeom>
            <a:ln w="9525">
              <a:solidFill>
                <a:srgbClr val="BFCB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nector 31"/>
            <p:cNvCxnSpPr/>
            <p:nvPr/>
          </p:nvCxnSpPr>
          <p:spPr>
            <a:xfrm>
              <a:off x="5394960" y="3703320"/>
              <a:ext cx="5669280" cy="0"/>
            </a:xfrm>
            <a:prstGeom prst="line">
              <a:avLst/>
            </a:prstGeom>
            <a:ln w="9525">
              <a:solidFill>
                <a:srgbClr val="BFCB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4" name="Connector 33"/>
          <p:cNvCxnSpPr/>
          <p:nvPr/>
        </p:nvCxnSpPr>
        <p:spPr>
          <a:xfrm flipV="1">
            <a:off x="5394960" y="1417320"/>
            <a:ext cx="0" cy="2743200"/>
          </a:xfrm>
          <a:prstGeom prst="line">
            <a:avLst/>
          </a:prstGeom>
          <a:ln w="889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358384" y="1417320"/>
            <a:ext cx="5742432" cy="0"/>
          </a:xfrm>
          <a:prstGeom prst="line">
            <a:avLst/>
          </a:prstGeom>
          <a:ln w="889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1064240" y="1417320"/>
            <a:ext cx="0" cy="2743200"/>
          </a:xfrm>
          <a:prstGeom prst="line">
            <a:avLst/>
          </a:prstGeom>
          <a:ln w="889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4846320" y="4160520"/>
            <a:ext cx="6824167" cy="0"/>
          </a:xfrm>
          <a:prstGeom prst="line">
            <a:avLst/>
          </a:prstGeom>
          <a:ln w="3810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8147304" y="5532120"/>
            <a:ext cx="164592" cy="731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81" name="Group 80"/>
          <p:cNvGrpSpPr/>
          <p:nvPr/>
        </p:nvGrpSpPr>
        <p:grpSpPr>
          <a:xfrm>
            <a:off x="7363114" y="1990100"/>
            <a:ext cx="1732971" cy="2195656"/>
            <a:chOff x="7363114" y="1990100"/>
            <a:chExt cx="1732971" cy="2195656"/>
          </a:xfrm>
        </p:grpSpPr>
        <p:cxnSp>
          <p:nvCxnSpPr>
            <p:cNvPr id="39" name="Connector 38"/>
            <p:cNvCxnSpPr/>
            <p:nvPr/>
          </p:nvCxnSpPr>
          <p:spPr>
            <a:xfrm flipH="1">
              <a:off x="7977225" y="3361334"/>
              <a:ext cx="109362" cy="378562"/>
            </a:xfrm>
            <a:prstGeom prst="line">
              <a:avLst/>
            </a:prstGeom>
            <a:ln w="160274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or 39"/>
            <p:cNvCxnSpPr/>
            <p:nvPr/>
          </p:nvCxnSpPr>
          <p:spPr>
            <a:xfrm flipH="1">
              <a:off x="7977225" y="3361334"/>
              <a:ext cx="109362" cy="378562"/>
            </a:xfrm>
            <a:prstGeom prst="line">
              <a:avLst/>
            </a:prstGeom>
            <a:ln w="128524" cap="rnd">
              <a:solidFill>
                <a:srgbClr val="E8B98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nector 40"/>
            <p:cNvCxnSpPr/>
            <p:nvPr/>
          </p:nvCxnSpPr>
          <p:spPr>
            <a:xfrm flipH="1">
              <a:off x="7909925" y="3739896"/>
              <a:ext cx="67300" cy="344911"/>
            </a:xfrm>
            <a:prstGeom prst="line">
              <a:avLst/>
            </a:prstGeom>
            <a:ln w="160274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nector 41"/>
            <p:cNvCxnSpPr/>
            <p:nvPr/>
          </p:nvCxnSpPr>
          <p:spPr>
            <a:xfrm flipH="1">
              <a:off x="7909925" y="3739896"/>
              <a:ext cx="67300" cy="344911"/>
            </a:xfrm>
            <a:prstGeom prst="line">
              <a:avLst/>
            </a:prstGeom>
            <a:ln w="128524" cap="rnd">
              <a:solidFill>
                <a:srgbClr val="F6B25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Rounded Rectangle 42"/>
            <p:cNvSpPr/>
            <p:nvPr/>
          </p:nvSpPr>
          <p:spPr>
            <a:xfrm>
              <a:off x="7716438" y="4051157"/>
              <a:ext cx="286024" cy="134599"/>
            </a:xfrm>
            <a:prstGeom prst="roundRect">
              <a:avLst/>
            </a:prstGeom>
            <a:solidFill>
              <a:srgbClr val="1F2430"/>
            </a:solidFill>
            <a:ln w="12700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4" name="Connector 43"/>
            <p:cNvCxnSpPr/>
            <p:nvPr/>
          </p:nvCxnSpPr>
          <p:spPr>
            <a:xfrm>
              <a:off x="8372612" y="3361334"/>
              <a:ext cx="109362" cy="378562"/>
            </a:xfrm>
            <a:prstGeom prst="line">
              <a:avLst/>
            </a:prstGeom>
            <a:ln w="160274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nector 44"/>
            <p:cNvCxnSpPr/>
            <p:nvPr/>
          </p:nvCxnSpPr>
          <p:spPr>
            <a:xfrm>
              <a:off x="8372612" y="3361334"/>
              <a:ext cx="109362" cy="378562"/>
            </a:xfrm>
            <a:prstGeom prst="line">
              <a:avLst/>
            </a:prstGeom>
            <a:ln w="128524" cap="rnd">
              <a:solidFill>
                <a:srgbClr val="E8B98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nector 45"/>
            <p:cNvCxnSpPr/>
            <p:nvPr/>
          </p:nvCxnSpPr>
          <p:spPr>
            <a:xfrm>
              <a:off x="8481974" y="3739896"/>
              <a:ext cx="67300" cy="344911"/>
            </a:xfrm>
            <a:prstGeom prst="line">
              <a:avLst/>
            </a:prstGeom>
            <a:ln w="160274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onnector 46"/>
            <p:cNvCxnSpPr/>
            <p:nvPr/>
          </p:nvCxnSpPr>
          <p:spPr>
            <a:xfrm>
              <a:off x="8481974" y="3739896"/>
              <a:ext cx="67300" cy="344911"/>
            </a:xfrm>
            <a:prstGeom prst="line">
              <a:avLst/>
            </a:prstGeom>
            <a:ln w="128524" cap="rnd">
              <a:solidFill>
                <a:srgbClr val="F6B25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Rounded Rectangle 47"/>
            <p:cNvSpPr/>
            <p:nvPr/>
          </p:nvSpPr>
          <p:spPr>
            <a:xfrm>
              <a:off x="8456736" y="4051157"/>
              <a:ext cx="286024" cy="134599"/>
            </a:xfrm>
            <a:prstGeom prst="roundRect">
              <a:avLst/>
            </a:prstGeom>
            <a:solidFill>
              <a:srgbClr val="1F2430"/>
            </a:solidFill>
            <a:ln w="12700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Rounded Rectangle 48"/>
            <p:cNvSpPr/>
            <p:nvPr/>
          </p:nvSpPr>
          <p:spPr>
            <a:xfrm>
              <a:off x="7918338" y="3235147"/>
              <a:ext cx="622523" cy="302849"/>
            </a:xfrm>
            <a:prstGeom prst="roundRect">
              <a:avLst/>
            </a:prstGeom>
            <a:solidFill>
              <a:srgbClr val="1D3557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50" name="Connector 49"/>
            <p:cNvCxnSpPr/>
            <p:nvPr/>
          </p:nvCxnSpPr>
          <p:spPr>
            <a:xfrm flipV="1">
              <a:off x="8229600" y="2419136"/>
              <a:ext cx="0" cy="143012"/>
            </a:xfrm>
            <a:prstGeom prst="line">
              <a:avLst/>
            </a:prstGeom>
            <a:ln w="136906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nector 50"/>
            <p:cNvCxnSpPr/>
            <p:nvPr/>
          </p:nvCxnSpPr>
          <p:spPr>
            <a:xfrm flipV="1">
              <a:off x="8229600" y="2419136"/>
              <a:ext cx="0" cy="143012"/>
            </a:xfrm>
            <a:prstGeom prst="line">
              <a:avLst/>
            </a:prstGeom>
            <a:ln w="105156" cap="rnd">
              <a:solidFill>
                <a:srgbClr val="E8B98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Round Same Side Corner Rectangle 51"/>
            <p:cNvSpPr/>
            <p:nvPr/>
          </p:nvSpPr>
          <p:spPr>
            <a:xfrm>
              <a:off x="7901513" y="2536911"/>
              <a:ext cx="656173" cy="824423"/>
            </a:xfrm>
            <a:prstGeom prst="round2SameRect">
              <a:avLst>
                <a:gd name="adj1" fmla="val 30000"/>
                <a:gd name="adj2" fmla="val 12000"/>
              </a:avLst>
            </a:prstGeom>
            <a:solidFill>
              <a:srgbClr val="F28C28"/>
            </a:solidFill>
            <a:ln w="22225">
              <a:solidFill>
                <a:srgbClr val="A844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Rounded Rectangle 52"/>
            <p:cNvSpPr/>
            <p:nvPr/>
          </p:nvSpPr>
          <p:spPr>
            <a:xfrm>
              <a:off x="7918338" y="3273003"/>
              <a:ext cx="622523" cy="75712"/>
            </a:xfrm>
            <a:prstGeom prst="roundRect">
              <a:avLst/>
            </a:prstGeom>
            <a:solidFill>
              <a:srgbClr val="A844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Chord 53"/>
            <p:cNvSpPr/>
            <p:nvPr/>
          </p:nvSpPr>
          <p:spPr>
            <a:xfrm>
              <a:off x="8103412" y="2461199"/>
              <a:ext cx="252374" cy="168249"/>
            </a:xfrm>
            <a:prstGeom prst="chord">
              <a:avLst>
                <a:gd name="adj1" fmla="val 0"/>
                <a:gd name="adj2" fmla="val 10800000"/>
              </a:avLst>
            </a:prstGeom>
            <a:solidFill>
              <a:srgbClr val="FFFFFF"/>
            </a:solidFill>
            <a:ln w="12700">
              <a:solidFill>
                <a:srgbClr val="A844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7977225" y="2705160"/>
              <a:ext cx="504748" cy="47109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2300" b="1">
                  <a:solidFill>
                    <a:srgbClr val="FFFFFF"/>
                  </a:solidFill>
                  <a:latin typeface="PT Sans"/>
                </a:rPr>
                <a:t>1</a:t>
              </a:r>
            </a:p>
          </p:txBody>
        </p:sp>
        <p:cxnSp>
          <p:nvCxnSpPr>
            <p:cNvPr id="56" name="Connector 55"/>
            <p:cNvCxnSpPr/>
            <p:nvPr/>
          </p:nvCxnSpPr>
          <p:spPr>
            <a:xfrm flipH="1">
              <a:off x="7657551" y="2587386"/>
              <a:ext cx="269199" cy="269199"/>
            </a:xfrm>
            <a:prstGeom prst="line">
              <a:avLst/>
            </a:prstGeom>
            <a:ln w="148590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Connector 56"/>
            <p:cNvCxnSpPr/>
            <p:nvPr/>
          </p:nvCxnSpPr>
          <p:spPr>
            <a:xfrm flipH="1">
              <a:off x="7657551" y="2587386"/>
              <a:ext cx="269199" cy="269199"/>
            </a:xfrm>
            <a:prstGeom prst="line">
              <a:avLst/>
            </a:prstGeom>
            <a:ln w="116840" cap="rnd">
              <a:solidFill>
                <a:srgbClr val="F28C2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Connector 57"/>
            <p:cNvCxnSpPr/>
            <p:nvPr/>
          </p:nvCxnSpPr>
          <p:spPr>
            <a:xfrm flipH="1" flipV="1">
              <a:off x="7506126" y="2469611"/>
              <a:ext cx="151425" cy="386974"/>
            </a:xfrm>
            <a:prstGeom prst="line">
              <a:avLst/>
            </a:prstGeom>
            <a:ln w="148590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nector 58"/>
            <p:cNvCxnSpPr/>
            <p:nvPr/>
          </p:nvCxnSpPr>
          <p:spPr>
            <a:xfrm flipH="1" flipV="1">
              <a:off x="7506126" y="2469611"/>
              <a:ext cx="151425" cy="386974"/>
            </a:xfrm>
            <a:prstGeom prst="line">
              <a:avLst/>
            </a:prstGeom>
            <a:ln w="116840" cap="rnd">
              <a:solidFill>
                <a:srgbClr val="F28C2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nector 59"/>
            <p:cNvCxnSpPr/>
            <p:nvPr/>
          </p:nvCxnSpPr>
          <p:spPr>
            <a:xfrm>
              <a:off x="8532449" y="2587386"/>
              <a:ext cx="269199" cy="269199"/>
            </a:xfrm>
            <a:prstGeom prst="line">
              <a:avLst/>
            </a:prstGeom>
            <a:ln w="148590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nector 60"/>
            <p:cNvCxnSpPr/>
            <p:nvPr/>
          </p:nvCxnSpPr>
          <p:spPr>
            <a:xfrm>
              <a:off x="8532449" y="2587386"/>
              <a:ext cx="269199" cy="269199"/>
            </a:xfrm>
            <a:prstGeom prst="line">
              <a:avLst/>
            </a:prstGeom>
            <a:ln w="116840" cap="rnd">
              <a:solidFill>
                <a:srgbClr val="F28C2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Connector 61"/>
            <p:cNvCxnSpPr/>
            <p:nvPr/>
          </p:nvCxnSpPr>
          <p:spPr>
            <a:xfrm flipV="1">
              <a:off x="8801648" y="2469611"/>
              <a:ext cx="151425" cy="386974"/>
            </a:xfrm>
            <a:prstGeom prst="line">
              <a:avLst/>
            </a:prstGeom>
            <a:ln w="148590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nector 62"/>
            <p:cNvCxnSpPr/>
            <p:nvPr/>
          </p:nvCxnSpPr>
          <p:spPr>
            <a:xfrm flipV="1">
              <a:off x="8801648" y="2469611"/>
              <a:ext cx="151425" cy="386974"/>
            </a:xfrm>
            <a:prstGeom prst="line">
              <a:avLst/>
            </a:prstGeom>
            <a:ln w="116840" cap="rnd">
              <a:solidFill>
                <a:srgbClr val="F28C2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Oval 63"/>
            <p:cNvSpPr/>
            <p:nvPr/>
          </p:nvSpPr>
          <p:spPr>
            <a:xfrm>
              <a:off x="7973019" y="2179380"/>
              <a:ext cx="92537" cy="126187"/>
            </a:xfrm>
            <a:prstGeom prst="ellipse">
              <a:avLst/>
            </a:prstGeom>
            <a:solidFill>
              <a:srgbClr val="E8B98E"/>
            </a:solidFill>
            <a:ln w="12700">
              <a:solidFill>
                <a:srgbClr val="A86E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Oval 64"/>
            <p:cNvSpPr/>
            <p:nvPr/>
          </p:nvSpPr>
          <p:spPr>
            <a:xfrm>
              <a:off x="8393643" y="2179380"/>
              <a:ext cx="92537" cy="126187"/>
            </a:xfrm>
            <a:prstGeom prst="ellipse">
              <a:avLst/>
            </a:prstGeom>
            <a:solidFill>
              <a:srgbClr val="E8B98E"/>
            </a:solidFill>
            <a:ln w="12700">
              <a:solidFill>
                <a:srgbClr val="A86E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" name="Oval 65"/>
            <p:cNvSpPr/>
            <p:nvPr/>
          </p:nvSpPr>
          <p:spPr>
            <a:xfrm>
              <a:off x="8002463" y="1990100"/>
              <a:ext cx="454273" cy="370149"/>
            </a:xfrm>
            <a:prstGeom prst="ellipse">
              <a:avLst/>
            </a:prstGeom>
            <a:solidFill>
              <a:srgbClr val="3A2A22"/>
            </a:solidFill>
            <a:ln w="15875">
              <a:solidFill>
                <a:srgbClr val="3A2A2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Oval 66"/>
            <p:cNvSpPr/>
            <p:nvPr/>
          </p:nvSpPr>
          <p:spPr>
            <a:xfrm>
              <a:off x="8031906" y="2078431"/>
              <a:ext cx="395386" cy="395386"/>
            </a:xfrm>
            <a:prstGeom prst="ellipse">
              <a:avLst/>
            </a:prstGeom>
            <a:solidFill>
              <a:srgbClr val="E8B98E"/>
            </a:solidFill>
            <a:ln w="15875">
              <a:solidFill>
                <a:srgbClr val="A86E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Chord 67"/>
            <p:cNvSpPr/>
            <p:nvPr/>
          </p:nvSpPr>
          <p:spPr>
            <a:xfrm>
              <a:off x="8031906" y="2032162"/>
              <a:ext cx="395386" cy="185074"/>
            </a:xfrm>
            <a:prstGeom prst="chord">
              <a:avLst>
                <a:gd name="adj1" fmla="val 10800000"/>
                <a:gd name="adj2" fmla="val 0"/>
              </a:avLst>
            </a:prstGeom>
            <a:solidFill>
              <a:srgbClr val="3A2A2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Oval 68"/>
            <p:cNvSpPr/>
            <p:nvPr/>
          </p:nvSpPr>
          <p:spPr>
            <a:xfrm>
              <a:off x="8113928" y="2221443"/>
              <a:ext cx="63093" cy="75712"/>
            </a:xfrm>
            <a:prstGeom prst="ellipse">
              <a:avLst/>
            </a:prstGeom>
            <a:solidFill>
              <a:srgbClr val="1F243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" name="Oval 69"/>
            <p:cNvSpPr/>
            <p:nvPr/>
          </p:nvSpPr>
          <p:spPr>
            <a:xfrm>
              <a:off x="8147578" y="2236165"/>
              <a:ext cx="21031" cy="2103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Rounded Rectangle 70"/>
            <p:cNvSpPr/>
            <p:nvPr/>
          </p:nvSpPr>
          <p:spPr>
            <a:xfrm>
              <a:off x="8103412" y="2181484"/>
              <a:ext cx="84124" cy="21031"/>
            </a:xfrm>
            <a:prstGeom prst="roundRect">
              <a:avLst/>
            </a:prstGeom>
            <a:solidFill>
              <a:srgbClr val="3A2A2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Oval 71"/>
            <p:cNvSpPr/>
            <p:nvPr/>
          </p:nvSpPr>
          <p:spPr>
            <a:xfrm>
              <a:off x="8282178" y="2221443"/>
              <a:ext cx="63093" cy="75712"/>
            </a:xfrm>
            <a:prstGeom prst="ellipse">
              <a:avLst/>
            </a:prstGeom>
            <a:solidFill>
              <a:srgbClr val="1F243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" name="Oval 72"/>
            <p:cNvSpPr/>
            <p:nvPr/>
          </p:nvSpPr>
          <p:spPr>
            <a:xfrm>
              <a:off x="8315827" y="2236165"/>
              <a:ext cx="21031" cy="2103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Rounded Rectangle 73"/>
            <p:cNvSpPr/>
            <p:nvPr/>
          </p:nvSpPr>
          <p:spPr>
            <a:xfrm>
              <a:off x="8271662" y="2181484"/>
              <a:ext cx="84124" cy="21031"/>
            </a:xfrm>
            <a:prstGeom prst="roundRect">
              <a:avLst/>
            </a:prstGeom>
            <a:solidFill>
              <a:srgbClr val="3A2A2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Oval 74"/>
            <p:cNvSpPr/>
            <p:nvPr/>
          </p:nvSpPr>
          <p:spPr>
            <a:xfrm>
              <a:off x="8208568" y="2292949"/>
              <a:ext cx="42062" cy="33649"/>
            </a:xfrm>
            <a:prstGeom prst="ellipse">
              <a:avLst/>
            </a:prstGeom>
            <a:solidFill>
              <a:srgbClr val="A86E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" name="Chord 75"/>
            <p:cNvSpPr/>
            <p:nvPr/>
          </p:nvSpPr>
          <p:spPr>
            <a:xfrm>
              <a:off x="8153887" y="2309774"/>
              <a:ext cx="151424" cy="100949"/>
            </a:xfrm>
            <a:prstGeom prst="chord">
              <a:avLst>
                <a:gd name="adj1" fmla="val 0"/>
                <a:gd name="adj2" fmla="val 10800000"/>
              </a:avLst>
            </a:prstGeom>
            <a:solidFill>
              <a:srgbClr val="FFFFFF"/>
            </a:solidFill>
            <a:ln w="12700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" name="Oval 76"/>
            <p:cNvSpPr/>
            <p:nvPr/>
          </p:nvSpPr>
          <p:spPr>
            <a:xfrm>
              <a:off x="7363114" y="2318186"/>
              <a:ext cx="286024" cy="302849"/>
            </a:xfrm>
            <a:prstGeom prst="ellipse">
              <a:avLst/>
            </a:prstGeom>
            <a:solidFill>
              <a:srgbClr val="B5E2D3"/>
            </a:solidFill>
            <a:ln w="28575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" name="Oval 77"/>
            <p:cNvSpPr/>
            <p:nvPr/>
          </p:nvSpPr>
          <p:spPr>
            <a:xfrm rot="4117763">
              <a:off x="7502425" y="2590078"/>
              <a:ext cx="134599" cy="84124"/>
            </a:xfrm>
            <a:prstGeom prst="ellipse">
              <a:avLst/>
            </a:prstGeom>
            <a:solidFill>
              <a:srgbClr val="007A5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" name="Oval 78"/>
            <p:cNvSpPr/>
            <p:nvPr/>
          </p:nvSpPr>
          <p:spPr>
            <a:xfrm>
              <a:off x="8810061" y="2318186"/>
              <a:ext cx="286024" cy="302849"/>
            </a:xfrm>
            <a:prstGeom prst="ellipse">
              <a:avLst/>
            </a:prstGeom>
            <a:solidFill>
              <a:srgbClr val="B5E2D3"/>
            </a:solidFill>
            <a:ln w="28575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" name="Oval 79"/>
            <p:cNvSpPr/>
            <p:nvPr/>
          </p:nvSpPr>
          <p:spPr>
            <a:xfrm rot="6682237">
              <a:off x="8822175" y="2590078"/>
              <a:ext cx="134599" cy="84124"/>
            </a:xfrm>
            <a:prstGeom prst="ellipse">
              <a:avLst/>
            </a:prstGeom>
            <a:solidFill>
              <a:srgbClr val="007A5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4" name="Group 123"/>
          <p:cNvGrpSpPr/>
          <p:nvPr/>
        </p:nvGrpSpPr>
        <p:grpSpPr>
          <a:xfrm>
            <a:off x="5992793" y="1839684"/>
            <a:ext cx="2553036" cy="1197033"/>
            <a:chOff x="5992793" y="1839684"/>
            <a:chExt cx="2553036" cy="1197033"/>
          </a:xfrm>
        </p:grpSpPr>
        <p:cxnSp>
          <p:nvCxnSpPr>
            <p:cNvPr id="82" name="Connector 81"/>
            <p:cNvCxnSpPr/>
            <p:nvPr/>
          </p:nvCxnSpPr>
          <p:spPr>
            <a:xfrm>
              <a:off x="7632146" y="2727857"/>
              <a:ext cx="389033" cy="82177"/>
            </a:xfrm>
            <a:prstGeom prst="line">
              <a:avLst/>
            </a:prstGeom>
            <a:ln w="160274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Connector 82"/>
            <p:cNvCxnSpPr/>
            <p:nvPr/>
          </p:nvCxnSpPr>
          <p:spPr>
            <a:xfrm>
              <a:off x="7632146" y="2727857"/>
              <a:ext cx="389033" cy="82177"/>
            </a:xfrm>
            <a:prstGeom prst="line">
              <a:avLst/>
            </a:prstGeom>
            <a:ln w="128524" cap="rnd">
              <a:solidFill>
                <a:srgbClr val="E8B98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Connector 83"/>
            <p:cNvCxnSpPr/>
            <p:nvPr/>
          </p:nvCxnSpPr>
          <p:spPr>
            <a:xfrm>
              <a:off x="8021179" y="2810034"/>
              <a:ext cx="365233" cy="100981"/>
            </a:xfrm>
            <a:prstGeom prst="line">
              <a:avLst/>
            </a:prstGeom>
            <a:ln w="160274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Connector 84"/>
            <p:cNvCxnSpPr/>
            <p:nvPr/>
          </p:nvCxnSpPr>
          <p:spPr>
            <a:xfrm>
              <a:off x="8021179" y="2810034"/>
              <a:ext cx="365233" cy="100981"/>
            </a:xfrm>
            <a:prstGeom prst="line">
              <a:avLst/>
            </a:prstGeom>
            <a:ln w="128524" cap="rnd">
              <a:solidFill>
                <a:srgbClr val="F6B25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Rounded Rectangle 85"/>
            <p:cNvSpPr/>
            <p:nvPr/>
          </p:nvSpPr>
          <p:spPr>
            <a:xfrm rot="17280000">
              <a:off x="8259805" y="2902118"/>
              <a:ext cx="286024" cy="134599"/>
            </a:xfrm>
            <a:prstGeom prst="roundRect">
              <a:avLst/>
            </a:prstGeom>
            <a:solidFill>
              <a:srgbClr val="1F2430"/>
            </a:solidFill>
            <a:ln w="12700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87" name="Connector 86"/>
            <p:cNvCxnSpPr/>
            <p:nvPr/>
          </p:nvCxnSpPr>
          <p:spPr>
            <a:xfrm flipV="1">
              <a:off x="7720533" y="2389604"/>
              <a:ext cx="313416" cy="66228"/>
            </a:xfrm>
            <a:prstGeom prst="line">
              <a:avLst/>
            </a:prstGeom>
            <a:ln w="160274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Connector 87"/>
            <p:cNvCxnSpPr/>
            <p:nvPr/>
          </p:nvCxnSpPr>
          <p:spPr>
            <a:xfrm flipV="1">
              <a:off x="7720533" y="2389604"/>
              <a:ext cx="313416" cy="66228"/>
            </a:xfrm>
            <a:prstGeom prst="line">
              <a:avLst/>
            </a:prstGeom>
            <a:ln w="128524" cap="rnd">
              <a:solidFill>
                <a:srgbClr val="E8B98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Connector 88"/>
            <p:cNvCxnSpPr/>
            <p:nvPr/>
          </p:nvCxnSpPr>
          <p:spPr>
            <a:xfrm>
              <a:off x="8033949" y="2389604"/>
              <a:ext cx="249235" cy="240199"/>
            </a:xfrm>
            <a:prstGeom prst="line">
              <a:avLst/>
            </a:prstGeom>
            <a:ln w="160274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Connector 89"/>
            <p:cNvCxnSpPr/>
            <p:nvPr/>
          </p:nvCxnSpPr>
          <p:spPr>
            <a:xfrm>
              <a:off x="8033949" y="2389604"/>
              <a:ext cx="249235" cy="240199"/>
            </a:xfrm>
            <a:prstGeom prst="line">
              <a:avLst/>
            </a:prstGeom>
            <a:ln w="128524" cap="rnd">
              <a:solidFill>
                <a:srgbClr val="F6B25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Rounded Rectangle 90"/>
            <p:cNvSpPr/>
            <p:nvPr/>
          </p:nvSpPr>
          <p:spPr>
            <a:xfrm rot="17280000">
              <a:off x="8187773" y="2524897"/>
              <a:ext cx="286024" cy="134599"/>
            </a:xfrm>
            <a:prstGeom prst="roundRect">
              <a:avLst/>
            </a:prstGeom>
            <a:solidFill>
              <a:srgbClr val="1F2430"/>
            </a:solidFill>
            <a:ln w="12700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2" name="Rounded Rectangle 91"/>
            <p:cNvSpPr/>
            <p:nvPr/>
          </p:nvSpPr>
          <p:spPr>
            <a:xfrm rot="17280000">
              <a:off x="7389080" y="2448218"/>
              <a:ext cx="622523" cy="302849"/>
            </a:xfrm>
            <a:prstGeom prst="roundRect">
              <a:avLst/>
            </a:prstGeom>
            <a:solidFill>
              <a:srgbClr val="1D3557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93" name="Connector 92"/>
            <p:cNvCxnSpPr/>
            <p:nvPr/>
          </p:nvCxnSpPr>
          <p:spPr>
            <a:xfrm flipH="1" flipV="1">
              <a:off x="6780256" y="2300689"/>
              <a:ext cx="136013" cy="44193"/>
            </a:xfrm>
            <a:prstGeom prst="line">
              <a:avLst/>
            </a:prstGeom>
            <a:ln w="136906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Connector 93"/>
            <p:cNvCxnSpPr/>
            <p:nvPr/>
          </p:nvCxnSpPr>
          <p:spPr>
            <a:xfrm flipH="1" flipV="1">
              <a:off x="6780256" y="2300689"/>
              <a:ext cx="136013" cy="44193"/>
            </a:xfrm>
            <a:prstGeom prst="line">
              <a:avLst/>
            </a:prstGeom>
            <a:ln w="105156" cap="rnd">
              <a:solidFill>
                <a:srgbClr val="E8B98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5" name="Round Same Side Corner Rectangle 94"/>
            <p:cNvSpPr/>
            <p:nvPr/>
          </p:nvSpPr>
          <p:spPr>
            <a:xfrm rot="17280000">
              <a:off x="6956216" y="2052252"/>
              <a:ext cx="656173" cy="824423"/>
            </a:xfrm>
            <a:prstGeom prst="round2SameRect">
              <a:avLst>
                <a:gd name="adj1" fmla="val 30000"/>
                <a:gd name="adj2" fmla="val 12000"/>
              </a:avLst>
            </a:prstGeom>
            <a:solidFill>
              <a:srgbClr val="F28C28"/>
            </a:solidFill>
            <a:ln w="22225">
              <a:solidFill>
                <a:srgbClr val="A844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6" name="Rounded Rectangle 95"/>
            <p:cNvSpPr/>
            <p:nvPr/>
          </p:nvSpPr>
          <p:spPr>
            <a:xfrm rot="17280000">
              <a:off x="7317073" y="2538390"/>
              <a:ext cx="622523" cy="75712"/>
            </a:xfrm>
            <a:prstGeom prst="roundRect">
              <a:avLst/>
            </a:prstGeom>
            <a:solidFill>
              <a:srgbClr val="A844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7" name="Chord 96"/>
            <p:cNvSpPr/>
            <p:nvPr/>
          </p:nvSpPr>
          <p:spPr>
            <a:xfrm rot="17280000">
              <a:off x="6774080" y="2255558"/>
              <a:ext cx="252374" cy="168249"/>
            </a:xfrm>
            <a:prstGeom prst="chord">
              <a:avLst>
                <a:gd name="adj1" fmla="val 0"/>
                <a:gd name="adj2" fmla="val 10800000"/>
              </a:avLst>
            </a:prstGeom>
            <a:solidFill>
              <a:srgbClr val="FFFFFF"/>
            </a:solidFill>
            <a:ln w="12700">
              <a:solidFill>
                <a:srgbClr val="A844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8" name="TextBox 97"/>
            <p:cNvSpPr txBox="1"/>
            <p:nvPr/>
          </p:nvSpPr>
          <p:spPr>
            <a:xfrm rot="17280000">
              <a:off x="7023928" y="2226315"/>
              <a:ext cx="504748" cy="47109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2300" b="1">
                  <a:solidFill>
                    <a:srgbClr val="FFFFFF"/>
                  </a:solidFill>
                  <a:latin typeface="PT Sans"/>
                </a:rPr>
                <a:t>1</a:t>
              </a:r>
            </a:p>
          </p:txBody>
        </p:sp>
        <p:cxnSp>
          <p:nvCxnSpPr>
            <p:cNvPr id="99" name="Connector 98"/>
            <p:cNvCxnSpPr/>
            <p:nvPr/>
          </p:nvCxnSpPr>
          <p:spPr>
            <a:xfrm flipH="1" flipV="1">
              <a:off x="6451242" y="2414921"/>
              <a:ext cx="395443" cy="225787"/>
            </a:xfrm>
            <a:prstGeom prst="line">
              <a:avLst/>
            </a:prstGeom>
            <a:ln w="148590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Connector 99"/>
            <p:cNvCxnSpPr/>
            <p:nvPr/>
          </p:nvCxnSpPr>
          <p:spPr>
            <a:xfrm flipH="1" flipV="1">
              <a:off x="6451242" y="2414921"/>
              <a:ext cx="395443" cy="225787"/>
            </a:xfrm>
            <a:prstGeom prst="line">
              <a:avLst/>
            </a:prstGeom>
            <a:ln w="116840" cap="rnd">
              <a:solidFill>
                <a:srgbClr val="F28C2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Connector 100"/>
            <p:cNvCxnSpPr/>
            <p:nvPr/>
          </p:nvCxnSpPr>
          <p:spPr>
            <a:xfrm flipH="1" flipV="1">
              <a:off x="6135805" y="2215130"/>
              <a:ext cx="315437" cy="199791"/>
            </a:xfrm>
            <a:prstGeom prst="line">
              <a:avLst/>
            </a:prstGeom>
            <a:ln w="148590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Connector 101"/>
            <p:cNvCxnSpPr/>
            <p:nvPr/>
          </p:nvCxnSpPr>
          <p:spPr>
            <a:xfrm flipH="1" flipV="1">
              <a:off x="6135805" y="2215130"/>
              <a:ext cx="315437" cy="199791"/>
            </a:xfrm>
            <a:prstGeom prst="line">
              <a:avLst/>
            </a:prstGeom>
            <a:ln w="116840" cap="rnd">
              <a:solidFill>
                <a:srgbClr val="F28C2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Connector 102"/>
            <p:cNvCxnSpPr/>
            <p:nvPr/>
          </p:nvCxnSpPr>
          <p:spPr>
            <a:xfrm flipH="1" flipV="1">
              <a:off x="6581221" y="2014884"/>
              <a:ext cx="452635" cy="49770"/>
            </a:xfrm>
            <a:prstGeom prst="line">
              <a:avLst/>
            </a:prstGeom>
            <a:ln w="148590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Connector 103"/>
            <p:cNvCxnSpPr/>
            <p:nvPr/>
          </p:nvCxnSpPr>
          <p:spPr>
            <a:xfrm flipH="1" flipV="1">
              <a:off x="6581221" y="2014884"/>
              <a:ext cx="452635" cy="49770"/>
            </a:xfrm>
            <a:prstGeom prst="line">
              <a:avLst/>
            </a:prstGeom>
            <a:ln w="116840" cap="rnd">
              <a:solidFill>
                <a:srgbClr val="F28C2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Connector 104"/>
            <p:cNvCxnSpPr/>
            <p:nvPr/>
          </p:nvCxnSpPr>
          <p:spPr>
            <a:xfrm flipH="1" flipV="1">
              <a:off x="6208594" y="1991109"/>
              <a:ext cx="372627" cy="23775"/>
            </a:xfrm>
            <a:prstGeom prst="line">
              <a:avLst/>
            </a:prstGeom>
            <a:ln w="148590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Connector 105"/>
            <p:cNvCxnSpPr/>
            <p:nvPr/>
          </p:nvCxnSpPr>
          <p:spPr>
            <a:xfrm flipH="1" flipV="1">
              <a:off x="6208594" y="1991109"/>
              <a:ext cx="372627" cy="23775"/>
            </a:xfrm>
            <a:prstGeom prst="line">
              <a:avLst/>
            </a:prstGeom>
            <a:ln w="116840" cap="rnd">
              <a:solidFill>
                <a:srgbClr val="F28C2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7" name="Oval 106"/>
            <p:cNvSpPr/>
            <p:nvPr/>
          </p:nvSpPr>
          <p:spPr>
            <a:xfrm rot="17280000">
              <a:off x="6500982" y="2383022"/>
              <a:ext cx="92537" cy="126187"/>
            </a:xfrm>
            <a:prstGeom prst="ellipse">
              <a:avLst/>
            </a:prstGeom>
            <a:solidFill>
              <a:srgbClr val="E8B98E"/>
            </a:solidFill>
            <a:ln w="12700">
              <a:solidFill>
                <a:srgbClr val="A86E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8" name="Oval 107"/>
            <p:cNvSpPr/>
            <p:nvPr/>
          </p:nvSpPr>
          <p:spPr>
            <a:xfrm rot="17280000">
              <a:off x="6630962" y="1982985"/>
              <a:ext cx="92537" cy="126187"/>
            </a:xfrm>
            <a:prstGeom prst="ellipse">
              <a:avLst/>
            </a:prstGeom>
            <a:solidFill>
              <a:srgbClr val="E8B98E"/>
            </a:solidFill>
            <a:ln w="12700">
              <a:solidFill>
                <a:srgbClr val="A86E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9" name="Oval 108"/>
            <p:cNvSpPr/>
            <p:nvPr/>
          </p:nvSpPr>
          <p:spPr>
            <a:xfrm rot="17280000">
              <a:off x="6321098" y="2040226"/>
              <a:ext cx="454273" cy="370149"/>
            </a:xfrm>
            <a:prstGeom prst="ellipse">
              <a:avLst/>
            </a:prstGeom>
            <a:solidFill>
              <a:srgbClr val="3A2A22"/>
            </a:solidFill>
            <a:ln w="15875">
              <a:solidFill>
                <a:srgbClr val="3A2A2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0" name="Oval 109"/>
            <p:cNvSpPr/>
            <p:nvPr/>
          </p:nvSpPr>
          <p:spPr>
            <a:xfrm rot="17280000">
              <a:off x="6446550" y="2058803"/>
              <a:ext cx="395386" cy="395386"/>
            </a:xfrm>
            <a:prstGeom prst="ellipse">
              <a:avLst/>
            </a:prstGeom>
            <a:solidFill>
              <a:srgbClr val="E8B98E"/>
            </a:solidFill>
            <a:ln w="15875">
              <a:solidFill>
                <a:srgbClr val="A86E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1" name="Chord 110"/>
            <p:cNvSpPr/>
            <p:nvPr/>
          </p:nvSpPr>
          <p:spPr>
            <a:xfrm rot="17280000">
              <a:off x="6302537" y="2117166"/>
              <a:ext cx="395386" cy="185074"/>
            </a:xfrm>
            <a:prstGeom prst="chord">
              <a:avLst>
                <a:gd name="adj1" fmla="val 10800000"/>
                <a:gd name="adj2" fmla="val 0"/>
              </a:avLst>
            </a:prstGeom>
            <a:solidFill>
              <a:srgbClr val="3A2A2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2" name="Oval 111"/>
            <p:cNvSpPr/>
            <p:nvPr/>
          </p:nvSpPr>
          <p:spPr>
            <a:xfrm rot="17280000">
              <a:off x="6570699" y="2293448"/>
              <a:ext cx="63093" cy="75712"/>
            </a:xfrm>
            <a:prstGeom prst="ellipse">
              <a:avLst/>
            </a:prstGeom>
            <a:solidFill>
              <a:srgbClr val="1F243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3" name="Oval 112"/>
            <p:cNvSpPr/>
            <p:nvPr/>
          </p:nvSpPr>
          <p:spPr>
            <a:xfrm rot="17280000">
              <a:off x="6583629" y="2304888"/>
              <a:ext cx="21031" cy="2103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4" name="Rounded Rectangle 113"/>
            <p:cNvSpPr/>
            <p:nvPr/>
          </p:nvSpPr>
          <p:spPr>
            <a:xfrm rot="17280000">
              <a:off x="6496178" y="2299992"/>
              <a:ext cx="84124" cy="21031"/>
            </a:xfrm>
            <a:prstGeom prst="roundRect">
              <a:avLst/>
            </a:prstGeom>
            <a:solidFill>
              <a:srgbClr val="3A2A2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5" name="Oval 114"/>
            <p:cNvSpPr/>
            <p:nvPr/>
          </p:nvSpPr>
          <p:spPr>
            <a:xfrm rot="17280000">
              <a:off x="6622691" y="2133433"/>
              <a:ext cx="63093" cy="75712"/>
            </a:xfrm>
            <a:prstGeom prst="ellipse">
              <a:avLst/>
            </a:prstGeom>
            <a:solidFill>
              <a:srgbClr val="1F243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6" name="Oval 115"/>
            <p:cNvSpPr/>
            <p:nvPr/>
          </p:nvSpPr>
          <p:spPr>
            <a:xfrm rot="17280000">
              <a:off x="6635621" y="2144873"/>
              <a:ext cx="21031" cy="2103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7" name="Rounded Rectangle 116"/>
            <p:cNvSpPr/>
            <p:nvPr/>
          </p:nvSpPr>
          <p:spPr>
            <a:xfrm rot="17280000">
              <a:off x="6548170" y="2139977"/>
              <a:ext cx="84124" cy="21031"/>
            </a:xfrm>
            <a:prstGeom prst="roundRect">
              <a:avLst/>
            </a:prstGeom>
            <a:solidFill>
              <a:srgbClr val="3A2A2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8" name="Oval 117"/>
            <p:cNvSpPr/>
            <p:nvPr/>
          </p:nvSpPr>
          <p:spPr>
            <a:xfrm rot="17280000">
              <a:off x="6655215" y="2250069"/>
              <a:ext cx="42062" cy="33649"/>
            </a:xfrm>
            <a:prstGeom prst="ellipse">
              <a:avLst/>
            </a:prstGeom>
            <a:solidFill>
              <a:srgbClr val="A86E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9" name="Chord 118"/>
            <p:cNvSpPr/>
            <p:nvPr/>
          </p:nvSpPr>
          <p:spPr>
            <a:xfrm rot="17280000">
              <a:off x="6648539" y="2232017"/>
              <a:ext cx="151424" cy="100949"/>
            </a:xfrm>
            <a:prstGeom prst="chord">
              <a:avLst>
                <a:gd name="adj1" fmla="val 0"/>
                <a:gd name="adj2" fmla="val 10800000"/>
              </a:avLst>
            </a:prstGeom>
            <a:solidFill>
              <a:srgbClr val="FFFFFF"/>
            </a:solidFill>
            <a:ln w="12700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0" name="Oval 119"/>
            <p:cNvSpPr/>
            <p:nvPr/>
          </p:nvSpPr>
          <p:spPr>
            <a:xfrm rot="17280000">
              <a:off x="5992793" y="2063705"/>
              <a:ext cx="286024" cy="302849"/>
            </a:xfrm>
            <a:prstGeom prst="ellipse">
              <a:avLst/>
            </a:prstGeom>
            <a:solidFill>
              <a:srgbClr val="B5E2D3"/>
            </a:solidFill>
            <a:ln w="28575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1" name="Oval 120"/>
            <p:cNvSpPr/>
            <p:nvPr/>
          </p:nvSpPr>
          <p:spPr>
            <a:xfrm rot="1940960">
              <a:off x="6200989" y="2256980"/>
              <a:ext cx="134599" cy="84124"/>
            </a:xfrm>
            <a:prstGeom prst="ellipse">
              <a:avLst/>
            </a:prstGeom>
            <a:solidFill>
              <a:srgbClr val="007A5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2" name="Oval 121"/>
            <p:cNvSpPr/>
            <p:nvPr/>
          </p:nvSpPr>
          <p:spPr>
            <a:xfrm rot="17280000">
              <a:off x="6065582" y="1839684"/>
              <a:ext cx="286024" cy="302849"/>
            </a:xfrm>
            <a:prstGeom prst="ellipse">
              <a:avLst/>
            </a:prstGeom>
            <a:solidFill>
              <a:srgbClr val="B5E2D3"/>
            </a:solidFill>
            <a:ln w="28575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3" name="Oval 122"/>
            <p:cNvSpPr/>
            <p:nvPr/>
          </p:nvSpPr>
          <p:spPr>
            <a:xfrm rot="219040">
              <a:off x="6297798" y="1959032"/>
              <a:ext cx="134599" cy="84124"/>
            </a:xfrm>
            <a:prstGeom prst="ellipse">
              <a:avLst/>
            </a:prstGeom>
            <a:solidFill>
              <a:srgbClr val="007A5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10" name="Group 209"/>
          <p:cNvGrpSpPr/>
          <p:nvPr/>
        </p:nvGrpSpPr>
        <p:grpSpPr>
          <a:xfrm>
            <a:off x="7867863" y="1631655"/>
            <a:ext cx="723473" cy="2355494"/>
            <a:chOff x="7867863" y="1631655"/>
            <a:chExt cx="723473" cy="2355494"/>
          </a:xfrm>
        </p:grpSpPr>
        <p:cxnSp>
          <p:nvCxnSpPr>
            <p:cNvPr id="168" name="Connector 167"/>
            <p:cNvCxnSpPr/>
            <p:nvPr/>
          </p:nvCxnSpPr>
          <p:spPr>
            <a:xfrm flipH="1">
              <a:off x="7943575" y="3347801"/>
              <a:ext cx="143012" cy="252374"/>
            </a:xfrm>
            <a:prstGeom prst="line">
              <a:avLst/>
            </a:prstGeom>
            <a:ln w="160274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Connector 168"/>
            <p:cNvCxnSpPr/>
            <p:nvPr/>
          </p:nvCxnSpPr>
          <p:spPr>
            <a:xfrm flipH="1">
              <a:off x="7943575" y="3347801"/>
              <a:ext cx="143012" cy="252374"/>
            </a:xfrm>
            <a:prstGeom prst="line">
              <a:avLst/>
            </a:prstGeom>
            <a:ln w="128524" cap="rnd">
              <a:solidFill>
                <a:srgbClr val="E8B98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Connector 169"/>
            <p:cNvCxnSpPr/>
            <p:nvPr/>
          </p:nvCxnSpPr>
          <p:spPr>
            <a:xfrm>
              <a:off x="7943575" y="3600175"/>
              <a:ext cx="117775" cy="286025"/>
            </a:xfrm>
            <a:prstGeom prst="line">
              <a:avLst/>
            </a:prstGeom>
            <a:ln w="160274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Connector 170"/>
            <p:cNvCxnSpPr/>
            <p:nvPr/>
          </p:nvCxnSpPr>
          <p:spPr>
            <a:xfrm>
              <a:off x="7943575" y="3600175"/>
              <a:ext cx="117775" cy="286025"/>
            </a:xfrm>
            <a:prstGeom prst="line">
              <a:avLst/>
            </a:prstGeom>
            <a:ln w="128524" cap="rnd">
              <a:solidFill>
                <a:srgbClr val="F6B25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2" name="Rounded Rectangle 171"/>
            <p:cNvSpPr/>
            <p:nvPr/>
          </p:nvSpPr>
          <p:spPr>
            <a:xfrm>
              <a:off x="7867863" y="3852550"/>
              <a:ext cx="286024" cy="134599"/>
            </a:xfrm>
            <a:prstGeom prst="roundRect">
              <a:avLst/>
            </a:prstGeom>
            <a:solidFill>
              <a:srgbClr val="1F2430"/>
            </a:solidFill>
            <a:ln w="12700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73" name="Connector 172"/>
            <p:cNvCxnSpPr/>
            <p:nvPr/>
          </p:nvCxnSpPr>
          <p:spPr>
            <a:xfrm>
              <a:off x="8372612" y="3347801"/>
              <a:ext cx="143012" cy="252374"/>
            </a:xfrm>
            <a:prstGeom prst="line">
              <a:avLst/>
            </a:prstGeom>
            <a:ln w="160274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Connector 173"/>
            <p:cNvCxnSpPr/>
            <p:nvPr/>
          </p:nvCxnSpPr>
          <p:spPr>
            <a:xfrm>
              <a:off x="8372612" y="3347801"/>
              <a:ext cx="143012" cy="252374"/>
            </a:xfrm>
            <a:prstGeom prst="line">
              <a:avLst/>
            </a:prstGeom>
            <a:ln w="128524" cap="rnd">
              <a:solidFill>
                <a:srgbClr val="E8B98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Connector 174"/>
            <p:cNvCxnSpPr/>
            <p:nvPr/>
          </p:nvCxnSpPr>
          <p:spPr>
            <a:xfrm flipH="1">
              <a:off x="8397849" y="3600175"/>
              <a:ext cx="117775" cy="286025"/>
            </a:xfrm>
            <a:prstGeom prst="line">
              <a:avLst/>
            </a:prstGeom>
            <a:ln w="160274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Connector 175"/>
            <p:cNvCxnSpPr/>
            <p:nvPr/>
          </p:nvCxnSpPr>
          <p:spPr>
            <a:xfrm flipH="1">
              <a:off x="8397849" y="3600175"/>
              <a:ext cx="117775" cy="286025"/>
            </a:xfrm>
            <a:prstGeom prst="line">
              <a:avLst/>
            </a:prstGeom>
            <a:ln w="128524" cap="rnd">
              <a:solidFill>
                <a:srgbClr val="F6B25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7" name="Rounded Rectangle 176"/>
            <p:cNvSpPr/>
            <p:nvPr/>
          </p:nvSpPr>
          <p:spPr>
            <a:xfrm>
              <a:off x="8305312" y="3852550"/>
              <a:ext cx="286024" cy="134599"/>
            </a:xfrm>
            <a:prstGeom prst="roundRect">
              <a:avLst/>
            </a:prstGeom>
            <a:solidFill>
              <a:srgbClr val="1F2430"/>
            </a:solidFill>
            <a:ln w="12700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8" name="Rounded Rectangle 177"/>
            <p:cNvSpPr/>
            <p:nvPr/>
          </p:nvSpPr>
          <p:spPr>
            <a:xfrm>
              <a:off x="7918338" y="3221614"/>
              <a:ext cx="622523" cy="302849"/>
            </a:xfrm>
            <a:prstGeom prst="roundRect">
              <a:avLst/>
            </a:prstGeom>
            <a:solidFill>
              <a:srgbClr val="1D3557"/>
            </a:solidFill>
            <a:ln w="1587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79" name="Connector 178"/>
            <p:cNvCxnSpPr/>
            <p:nvPr/>
          </p:nvCxnSpPr>
          <p:spPr>
            <a:xfrm flipV="1">
              <a:off x="8229600" y="2405603"/>
              <a:ext cx="0" cy="143012"/>
            </a:xfrm>
            <a:prstGeom prst="line">
              <a:avLst/>
            </a:prstGeom>
            <a:ln w="136906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Connector 179"/>
            <p:cNvCxnSpPr/>
            <p:nvPr/>
          </p:nvCxnSpPr>
          <p:spPr>
            <a:xfrm flipV="1">
              <a:off x="8229600" y="2405603"/>
              <a:ext cx="0" cy="143012"/>
            </a:xfrm>
            <a:prstGeom prst="line">
              <a:avLst/>
            </a:prstGeom>
            <a:ln w="105156" cap="rnd">
              <a:solidFill>
                <a:srgbClr val="E8B98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1" name="Round Same Side Corner Rectangle 180"/>
            <p:cNvSpPr/>
            <p:nvPr/>
          </p:nvSpPr>
          <p:spPr>
            <a:xfrm>
              <a:off x="7901513" y="2523378"/>
              <a:ext cx="656173" cy="824423"/>
            </a:xfrm>
            <a:prstGeom prst="round2SameRect">
              <a:avLst>
                <a:gd name="adj1" fmla="val 30000"/>
                <a:gd name="adj2" fmla="val 12000"/>
              </a:avLst>
            </a:prstGeom>
            <a:solidFill>
              <a:srgbClr val="F28C28"/>
            </a:solidFill>
            <a:ln w="22225">
              <a:solidFill>
                <a:srgbClr val="A844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2" name="Rounded Rectangle 181"/>
            <p:cNvSpPr/>
            <p:nvPr/>
          </p:nvSpPr>
          <p:spPr>
            <a:xfrm>
              <a:off x="7918338" y="3259470"/>
              <a:ext cx="622523" cy="75712"/>
            </a:xfrm>
            <a:prstGeom prst="roundRect">
              <a:avLst/>
            </a:prstGeom>
            <a:solidFill>
              <a:srgbClr val="A844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3" name="Chord 182"/>
            <p:cNvSpPr/>
            <p:nvPr/>
          </p:nvSpPr>
          <p:spPr>
            <a:xfrm>
              <a:off x="8103412" y="2447665"/>
              <a:ext cx="252374" cy="168249"/>
            </a:xfrm>
            <a:prstGeom prst="chord">
              <a:avLst>
                <a:gd name="adj1" fmla="val 0"/>
                <a:gd name="adj2" fmla="val 10800000"/>
              </a:avLst>
            </a:prstGeom>
            <a:solidFill>
              <a:srgbClr val="FFFFFF"/>
            </a:solidFill>
            <a:ln w="12700">
              <a:solidFill>
                <a:srgbClr val="A844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4" name="TextBox 183"/>
            <p:cNvSpPr txBox="1"/>
            <p:nvPr/>
          </p:nvSpPr>
          <p:spPr>
            <a:xfrm>
              <a:off x="7977225" y="2691627"/>
              <a:ext cx="504748" cy="47109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2300" b="1">
                  <a:solidFill>
                    <a:srgbClr val="FFFFFF"/>
                  </a:solidFill>
                  <a:latin typeface="PT Sans"/>
                </a:rPr>
                <a:t>1</a:t>
              </a:r>
            </a:p>
          </p:txBody>
        </p:sp>
        <p:cxnSp>
          <p:nvCxnSpPr>
            <p:cNvPr id="185" name="Connector 184"/>
            <p:cNvCxnSpPr/>
            <p:nvPr/>
          </p:nvCxnSpPr>
          <p:spPr>
            <a:xfrm flipH="1" flipV="1">
              <a:off x="7893100" y="2153229"/>
              <a:ext cx="33650" cy="420624"/>
            </a:xfrm>
            <a:prstGeom prst="line">
              <a:avLst/>
            </a:prstGeom>
            <a:ln w="148590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Connector 185"/>
            <p:cNvCxnSpPr/>
            <p:nvPr/>
          </p:nvCxnSpPr>
          <p:spPr>
            <a:xfrm flipH="1" flipV="1">
              <a:off x="7893100" y="2153229"/>
              <a:ext cx="33650" cy="420624"/>
            </a:xfrm>
            <a:prstGeom prst="line">
              <a:avLst/>
            </a:prstGeom>
            <a:ln w="116840" cap="rnd">
              <a:solidFill>
                <a:srgbClr val="F28C2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Connector 186"/>
            <p:cNvCxnSpPr/>
            <p:nvPr/>
          </p:nvCxnSpPr>
          <p:spPr>
            <a:xfrm flipV="1">
              <a:off x="7893100" y="1783080"/>
              <a:ext cx="117775" cy="370149"/>
            </a:xfrm>
            <a:prstGeom prst="line">
              <a:avLst/>
            </a:prstGeom>
            <a:ln w="148590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Connector 187"/>
            <p:cNvCxnSpPr/>
            <p:nvPr/>
          </p:nvCxnSpPr>
          <p:spPr>
            <a:xfrm flipV="1">
              <a:off x="7893100" y="1783080"/>
              <a:ext cx="117775" cy="370149"/>
            </a:xfrm>
            <a:prstGeom prst="line">
              <a:avLst/>
            </a:prstGeom>
            <a:ln w="116840" cap="rnd">
              <a:solidFill>
                <a:srgbClr val="F28C2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Connector 188"/>
            <p:cNvCxnSpPr/>
            <p:nvPr/>
          </p:nvCxnSpPr>
          <p:spPr>
            <a:xfrm flipV="1">
              <a:off x="8532449" y="2153229"/>
              <a:ext cx="33650" cy="420624"/>
            </a:xfrm>
            <a:prstGeom prst="line">
              <a:avLst/>
            </a:prstGeom>
            <a:ln w="148590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Connector 189"/>
            <p:cNvCxnSpPr/>
            <p:nvPr/>
          </p:nvCxnSpPr>
          <p:spPr>
            <a:xfrm flipV="1">
              <a:off x="8532449" y="2153229"/>
              <a:ext cx="33650" cy="420624"/>
            </a:xfrm>
            <a:prstGeom prst="line">
              <a:avLst/>
            </a:prstGeom>
            <a:ln w="116840" cap="rnd">
              <a:solidFill>
                <a:srgbClr val="F28C2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Connector 190"/>
            <p:cNvCxnSpPr/>
            <p:nvPr/>
          </p:nvCxnSpPr>
          <p:spPr>
            <a:xfrm flipH="1" flipV="1">
              <a:off x="8448324" y="1783080"/>
              <a:ext cx="117775" cy="370149"/>
            </a:xfrm>
            <a:prstGeom prst="line">
              <a:avLst/>
            </a:prstGeom>
            <a:ln w="148590" cap="rnd">
              <a:solidFill>
                <a:srgbClr val="1D35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Connector 191"/>
            <p:cNvCxnSpPr/>
            <p:nvPr/>
          </p:nvCxnSpPr>
          <p:spPr>
            <a:xfrm flipH="1" flipV="1">
              <a:off x="8448324" y="1783080"/>
              <a:ext cx="117775" cy="370149"/>
            </a:xfrm>
            <a:prstGeom prst="line">
              <a:avLst/>
            </a:prstGeom>
            <a:ln w="116840" cap="rnd">
              <a:solidFill>
                <a:srgbClr val="F28C2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3" name="Oval 192"/>
            <p:cNvSpPr/>
            <p:nvPr/>
          </p:nvSpPr>
          <p:spPr>
            <a:xfrm>
              <a:off x="7973019" y="2165847"/>
              <a:ext cx="92537" cy="126187"/>
            </a:xfrm>
            <a:prstGeom prst="ellipse">
              <a:avLst/>
            </a:prstGeom>
            <a:solidFill>
              <a:srgbClr val="E8B98E"/>
            </a:solidFill>
            <a:ln w="12700">
              <a:solidFill>
                <a:srgbClr val="A86E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4" name="Oval 193"/>
            <p:cNvSpPr/>
            <p:nvPr/>
          </p:nvSpPr>
          <p:spPr>
            <a:xfrm>
              <a:off x="8393643" y="2165847"/>
              <a:ext cx="92537" cy="126187"/>
            </a:xfrm>
            <a:prstGeom prst="ellipse">
              <a:avLst/>
            </a:prstGeom>
            <a:solidFill>
              <a:srgbClr val="E8B98E"/>
            </a:solidFill>
            <a:ln w="12700">
              <a:solidFill>
                <a:srgbClr val="A86E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5" name="Oval 194"/>
            <p:cNvSpPr/>
            <p:nvPr/>
          </p:nvSpPr>
          <p:spPr>
            <a:xfrm>
              <a:off x="8002463" y="1976567"/>
              <a:ext cx="454273" cy="370149"/>
            </a:xfrm>
            <a:prstGeom prst="ellipse">
              <a:avLst/>
            </a:prstGeom>
            <a:solidFill>
              <a:srgbClr val="3A2A22"/>
            </a:solidFill>
            <a:ln w="15875">
              <a:solidFill>
                <a:srgbClr val="3A2A2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6" name="Oval 195"/>
            <p:cNvSpPr/>
            <p:nvPr/>
          </p:nvSpPr>
          <p:spPr>
            <a:xfrm>
              <a:off x="8031906" y="2064898"/>
              <a:ext cx="395386" cy="395386"/>
            </a:xfrm>
            <a:prstGeom prst="ellipse">
              <a:avLst/>
            </a:prstGeom>
            <a:solidFill>
              <a:srgbClr val="E8B98E"/>
            </a:solidFill>
            <a:ln w="15875">
              <a:solidFill>
                <a:srgbClr val="A86E4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7" name="Chord 196"/>
            <p:cNvSpPr/>
            <p:nvPr/>
          </p:nvSpPr>
          <p:spPr>
            <a:xfrm>
              <a:off x="8031906" y="2018629"/>
              <a:ext cx="395386" cy="185074"/>
            </a:xfrm>
            <a:prstGeom prst="chord">
              <a:avLst>
                <a:gd name="adj1" fmla="val 10800000"/>
                <a:gd name="adj2" fmla="val 0"/>
              </a:avLst>
            </a:prstGeom>
            <a:solidFill>
              <a:srgbClr val="3A2A2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8" name="Oval 197"/>
            <p:cNvSpPr/>
            <p:nvPr/>
          </p:nvSpPr>
          <p:spPr>
            <a:xfrm>
              <a:off x="8113928" y="2207910"/>
              <a:ext cx="63093" cy="75712"/>
            </a:xfrm>
            <a:prstGeom prst="ellipse">
              <a:avLst/>
            </a:prstGeom>
            <a:solidFill>
              <a:srgbClr val="1F243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9" name="Oval 198"/>
            <p:cNvSpPr/>
            <p:nvPr/>
          </p:nvSpPr>
          <p:spPr>
            <a:xfrm>
              <a:off x="8147578" y="2222632"/>
              <a:ext cx="21031" cy="2103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0" name="Rounded Rectangle 199"/>
            <p:cNvSpPr/>
            <p:nvPr/>
          </p:nvSpPr>
          <p:spPr>
            <a:xfrm>
              <a:off x="8103412" y="2167950"/>
              <a:ext cx="84124" cy="21031"/>
            </a:xfrm>
            <a:prstGeom prst="roundRect">
              <a:avLst/>
            </a:prstGeom>
            <a:solidFill>
              <a:srgbClr val="3A2A2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1" name="Oval 200"/>
            <p:cNvSpPr/>
            <p:nvPr/>
          </p:nvSpPr>
          <p:spPr>
            <a:xfrm>
              <a:off x="8282178" y="2207910"/>
              <a:ext cx="63093" cy="75712"/>
            </a:xfrm>
            <a:prstGeom prst="ellipse">
              <a:avLst/>
            </a:prstGeom>
            <a:solidFill>
              <a:srgbClr val="1F243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2" name="Oval 201"/>
            <p:cNvSpPr/>
            <p:nvPr/>
          </p:nvSpPr>
          <p:spPr>
            <a:xfrm>
              <a:off x="8315827" y="2222632"/>
              <a:ext cx="21031" cy="2103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3" name="Rounded Rectangle 202"/>
            <p:cNvSpPr/>
            <p:nvPr/>
          </p:nvSpPr>
          <p:spPr>
            <a:xfrm>
              <a:off x="8271662" y="2167950"/>
              <a:ext cx="84124" cy="21031"/>
            </a:xfrm>
            <a:prstGeom prst="roundRect">
              <a:avLst/>
            </a:prstGeom>
            <a:solidFill>
              <a:srgbClr val="3A2A2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4" name="Oval 203"/>
            <p:cNvSpPr/>
            <p:nvPr/>
          </p:nvSpPr>
          <p:spPr>
            <a:xfrm>
              <a:off x="8208568" y="2279416"/>
              <a:ext cx="42062" cy="33649"/>
            </a:xfrm>
            <a:prstGeom prst="ellipse">
              <a:avLst/>
            </a:prstGeom>
            <a:solidFill>
              <a:srgbClr val="A86E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5" name="Chord 204"/>
            <p:cNvSpPr/>
            <p:nvPr/>
          </p:nvSpPr>
          <p:spPr>
            <a:xfrm>
              <a:off x="8153887" y="2296241"/>
              <a:ext cx="151424" cy="100949"/>
            </a:xfrm>
            <a:prstGeom prst="chord">
              <a:avLst>
                <a:gd name="adj1" fmla="val 0"/>
                <a:gd name="adj2" fmla="val 10800000"/>
              </a:avLst>
            </a:prstGeom>
            <a:solidFill>
              <a:srgbClr val="FFFFFF"/>
            </a:solidFill>
            <a:ln w="12700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6" name="Oval 205"/>
            <p:cNvSpPr/>
            <p:nvPr/>
          </p:nvSpPr>
          <p:spPr>
            <a:xfrm>
              <a:off x="7867863" y="1631655"/>
              <a:ext cx="286024" cy="302849"/>
            </a:xfrm>
            <a:prstGeom prst="ellipse">
              <a:avLst/>
            </a:prstGeom>
            <a:solidFill>
              <a:srgbClr val="B5E2D3"/>
            </a:solidFill>
            <a:ln w="28575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7" name="Oval 206"/>
            <p:cNvSpPr/>
            <p:nvPr/>
          </p:nvSpPr>
          <p:spPr>
            <a:xfrm rot="6459007">
              <a:off x="7894110" y="1896480"/>
              <a:ext cx="134599" cy="84124"/>
            </a:xfrm>
            <a:prstGeom prst="ellipse">
              <a:avLst/>
            </a:prstGeom>
            <a:solidFill>
              <a:srgbClr val="007A5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8" name="Oval 207"/>
            <p:cNvSpPr/>
            <p:nvPr/>
          </p:nvSpPr>
          <p:spPr>
            <a:xfrm>
              <a:off x="8305312" y="1631655"/>
              <a:ext cx="286024" cy="302849"/>
            </a:xfrm>
            <a:prstGeom prst="ellipse">
              <a:avLst/>
            </a:prstGeom>
            <a:solidFill>
              <a:srgbClr val="B5E2D3"/>
            </a:solidFill>
            <a:ln w="28575">
              <a:solidFill>
                <a:srgbClr val="007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9" name="Oval 208"/>
            <p:cNvSpPr/>
            <p:nvPr/>
          </p:nvSpPr>
          <p:spPr>
            <a:xfrm rot="4340993">
              <a:off x="8430490" y="1896480"/>
              <a:ext cx="134599" cy="84124"/>
            </a:xfrm>
            <a:prstGeom prst="ellipse">
              <a:avLst/>
            </a:prstGeom>
            <a:solidFill>
              <a:srgbClr val="007A5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211" name="Oval 210"/>
          <p:cNvSpPr/>
          <p:nvPr/>
        </p:nvSpPr>
        <p:spPr>
          <a:xfrm>
            <a:off x="7903845" y="5497830"/>
            <a:ext cx="651509" cy="137160"/>
          </a:xfrm>
          <a:prstGeom prst="ellipse">
            <a:avLst/>
          </a:prstGeom>
          <a:solidFill>
            <a:srgbClr val="8CB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Explosion 211"/>
          <p:cNvSpPr/>
          <p:nvPr/>
        </p:nvSpPr>
        <p:spPr>
          <a:xfrm>
            <a:off x="7680960" y="5017770"/>
            <a:ext cx="1097280" cy="754380"/>
          </a:xfrm>
          <a:prstGeom prst="irregularSeal2">
            <a:avLst/>
          </a:prstGeom>
          <a:solidFill>
            <a:srgbClr val="FFFFFF"/>
          </a:solidFill>
          <a:ln w="1587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Explosion 212"/>
          <p:cNvSpPr/>
          <p:nvPr/>
        </p:nvSpPr>
        <p:spPr>
          <a:xfrm>
            <a:off x="5646420" y="1668779"/>
            <a:ext cx="1051560" cy="868680"/>
          </a:xfrm>
          <a:prstGeom prst="irregularSeal2">
            <a:avLst/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7563002" y="4371746"/>
            <a:ext cx="510235" cy="51023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FCB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7170724" y="3760012"/>
            <a:ext cx="471830" cy="47183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FCB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6778447" y="3148279"/>
            <a:ext cx="433425" cy="43342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FCB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6386169" y="2536545"/>
            <a:ext cx="395020" cy="3950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FCB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Explosion 217"/>
          <p:cNvSpPr/>
          <p:nvPr/>
        </p:nvSpPr>
        <p:spPr>
          <a:xfrm>
            <a:off x="7703820" y="1348740"/>
            <a:ext cx="1051560" cy="868680"/>
          </a:xfrm>
          <a:prstGeom prst="irregularSeal2">
            <a:avLst/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7974482" y="4307738"/>
            <a:ext cx="510235" cy="51023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FCB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7993684" y="3631996"/>
            <a:ext cx="471830" cy="47183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FCB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8012887" y="2956255"/>
            <a:ext cx="433425" cy="43342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FCB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8032089" y="2280513"/>
            <a:ext cx="395020" cy="3950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FCB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Explosion 222"/>
          <p:cNvSpPr/>
          <p:nvPr/>
        </p:nvSpPr>
        <p:spPr>
          <a:xfrm>
            <a:off x="9509760" y="1440179"/>
            <a:ext cx="1554480" cy="1325880"/>
          </a:xfrm>
          <a:prstGeom prst="irregularSeal1">
            <a:avLst/>
          </a:prstGeom>
          <a:solidFill>
            <a:srgbClr val="FFEBB5"/>
          </a:solidFill>
          <a:ln w="317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8563721" y="4093125"/>
            <a:ext cx="510235" cy="51023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FCB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9028968" y="3189141"/>
            <a:ext cx="471830" cy="47183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FCB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9405335" y="2424469"/>
            <a:ext cx="433425" cy="43342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FCB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9747138" y="1952046"/>
            <a:ext cx="395020" cy="3950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FCB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237" name="Group 236"/>
          <p:cNvGrpSpPr/>
          <p:nvPr/>
        </p:nvGrpSpPr>
        <p:grpSpPr>
          <a:xfrm>
            <a:off x="7886700" y="4914900"/>
            <a:ext cx="685800" cy="685800"/>
            <a:chOff x="7886700" y="4914900"/>
            <a:chExt cx="685800" cy="685800"/>
          </a:xfrm>
        </p:grpSpPr>
        <p:sp>
          <p:nvSpPr>
            <p:cNvPr id="228" name="Oval 227"/>
            <p:cNvSpPr/>
            <p:nvPr/>
          </p:nvSpPr>
          <p:spPr>
            <a:xfrm>
              <a:off x="7886700" y="4914900"/>
              <a:ext cx="685800" cy="685800"/>
            </a:xfrm>
            <a:prstGeom prst="ellipse">
              <a:avLst/>
            </a:prstGeom>
            <a:solidFill>
              <a:srgbClr val="FFFFFF"/>
            </a:solidFill>
            <a:ln w="22225">
              <a:solidFill>
                <a:srgbClr val="1D35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9" name="Chord 228"/>
            <p:cNvSpPr/>
            <p:nvPr/>
          </p:nvSpPr>
          <p:spPr>
            <a:xfrm>
              <a:off x="7910702" y="4938903"/>
              <a:ext cx="637794" cy="637794"/>
            </a:xfrm>
            <a:prstGeom prst="chord">
              <a:avLst>
                <a:gd name="adj1" fmla="val 18900000"/>
                <a:gd name="adj2" fmla="val 8100000"/>
              </a:avLst>
            </a:prstGeom>
            <a:solidFill>
              <a:srgbClr val="E3E7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0" name="Regular Pentagon 229"/>
            <p:cNvSpPr/>
            <p:nvPr/>
          </p:nvSpPr>
          <p:spPr>
            <a:xfrm rot="2160000">
              <a:off x="8161020" y="4945761"/>
              <a:ext cx="137160" cy="130302"/>
            </a:xfrm>
            <a:prstGeom prst="pentagon">
              <a:avLst/>
            </a:prstGeom>
            <a:solidFill>
              <a:srgbClr val="1D355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1" name="Regular Pentagon 230"/>
            <p:cNvSpPr/>
            <p:nvPr/>
          </p:nvSpPr>
          <p:spPr>
            <a:xfrm rot="6480000">
              <a:off x="8395824" y="5116356"/>
              <a:ext cx="137160" cy="130302"/>
            </a:xfrm>
            <a:prstGeom prst="pentagon">
              <a:avLst/>
            </a:prstGeom>
            <a:solidFill>
              <a:srgbClr val="1D355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2" name="Regular Pentagon 231"/>
            <p:cNvSpPr/>
            <p:nvPr/>
          </p:nvSpPr>
          <p:spPr>
            <a:xfrm rot="10800000">
              <a:off x="8306137" y="5392385"/>
              <a:ext cx="137160" cy="130302"/>
            </a:xfrm>
            <a:prstGeom prst="pentagon">
              <a:avLst/>
            </a:prstGeom>
            <a:solidFill>
              <a:srgbClr val="1D355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3" name="Regular Pentagon 232"/>
            <p:cNvSpPr/>
            <p:nvPr/>
          </p:nvSpPr>
          <p:spPr>
            <a:xfrm rot="15120000">
              <a:off x="8015902" y="5392385"/>
              <a:ext cx="137160" cy="130302"/>
            </a:xfrm>
            <a:prstGeom prst="pentagon">
              <a:avLst/>
            </a:prstGeom>
            <a:solidFill>
              <a:srgbClr val="1D355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4" name="Regular Pentagon 233"/>
            <p:cNvSpPr/>
            <p:nvPr/>
          </p:nvSpPr>
          <p:spPr>
            <a:xfrm rot="19440000">
              <a:off x="7926215" y="5116356"/>
              <a:ext cx="137160" cy="130302"/>
            </a:xfrm>
            <a:prstGeom prst="pentagon">
              <a:avLst/>
            </a:prstGeom>
            <a:solidFill>
              <a:srgbClr val="1D355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5" name="Regular Pentagon 234"/>
            <p:cNvSpPr/>
            <p:nvPr/>
          </p:nvSpPr>
          <p:spPr>
            <a:xfrm>
              <a:off x="8126729" y="5158359"/>
              <a:ext cx="205739" cy="198881"/>
            </a:xfrm>
            <a:prstGeom prst="pentagon">
              <a:avLst/>
            </a:prstGeom>
            <a:solidFill>
              <a:srgbClr val="1D355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6" name="Oval 235"/>
            <p:cNvSpPr/>
            <p:nvPr/>
          </p:nvSpPr>
          <p:spPr>
            <a:xfrm rot="19500000">
              <a:off x="8051292" y="5079492"/>
              <a:ext cx="82296" cy="5486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238" name="Rounded Rectangle 237"/>
          <p:cNvSpPr/>
          <p:nvPr/>
        </p:nvSpPr>
        <p:spPr>
          <a:xfrm>
            <a:off x="5623560" y="4224528"/>
            <a:ext cx="5212080" cy="10972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444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000" b="1">
                <a:solidFill>
                  <a:srgbClr val="007A5A"/>
                </a:solidFill>
                <a:latin typeface="PT Sans"/>
              </a:rPr>
              <a:t>ГОЛ!</a:t>
            </a:r>
          </a:p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1 + 2 + 3 + 4 = 10</a:t>
            </a:r>
          </a:p>
        </p:txBody>
      </p:sp>
      <p:sp>
        <p:nvSpPr>
          <p:cNvPr id="239" name="Rounded Rectangle 238"/>
          <p:cNvSpPr/>
          <p:nvPr/>
        </p:nvSpPr>
        <p:spPr>
          <a:xfrm>
            <a:off x="5257800" y="4224528"/>
            <a:ext cx="5943600" cy="120700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444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3400" b="1">
                <a:solidFill>
                  <a:srgbClr val="A84400"/>
                </a:solidFill>
                <a:latin typeface="PT Sans"/>
              </a:rPr>
              <a:t>Кармап калды!</a:t>
            </a:r>
          </a:p>
          <a:p>
            <a:pPr algn="ctr"/>
            <a:r>
              <a:rPr sz="1900" b="1">
                <a:solidFill>
                  <a:srgbClr val="1D3557"/>
                </a:solidFill>
                <a:latin typeface="PT Sans"/>
              </a:rPr>
              <a:t>Туура жооп: 1 + 2 + 3 + 4 = 10</a:t>
            </a:r>
          </a:p>
          <a:p>
            <a:pPr algn="ctr"/>
            <a:r>
              <a:rPr sz="1200" b="0">
                <a:solidFill>
                  <a:srgbClr val="1F2430"/>
                </a:solidFill>
                <a:latin typeface="PT Sans"/>
              </a:rPr>
              <a:t>Кеңеш: «+» эмнени билдирет? Эки топту бириктирип санайбыз.</a:t>
            </a:r>
          </a:p>
        </p:txBody>
      </p:sp>
      <p:sp>
        <p:nvSpPr>
          <p:cNvPr id="240" name="Rounded Rectangle 239"/>
          <p:cNvSpPr/>
          <p:nvPr/>
        </p:nvSpPr>
        <p:spPr>
          <a:xfrm>
            <a:off x="5257800" y="4224528"/>
            <a:ext cx="5943600" cy="120700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444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3400" b="1">
                <a:solidFill>
                  <a:srgbClr val="A84400"/>
                </a:solidFill>
                <a:latin typeface="PT Sans"/>
              </a:rPr>
              <a:t>Кармап калды!</a:t>
            </a:r>
          </a:p>
          <a:p>
            <a:pPr algn="ctr"/>
            <a:r>
              <a:rPr sz="1900" b="1">
                <a:solidFill>
                  <a:srgbClr val="1D3557"/>
                </a:solidFill>
                <a:latin typeface="PT Sans"/>
              </a:rPr>
              <a:t>Туура жооп: 1 + 2 + 3 + 4 = 10</a:t>
            </a:r>
          </a:p>
          <a:p>
            <a:pPr algn="ctr"/>
            <a:r>
              <a:rPr sz="1200" b="0">
                <a:solidFill>
                  <a:srgbClr val="1F2430"/>
                </a:solidFill>
                <a:latin typeface="PT Sans"/>
              </a:rPr>
              <a:t>Кеңеш: бардык сандарды коштуңбу? Бирин да унутпа.</a:t>
            </a:r>
          </a:p>
        </p:txBody>
      </p:sp>
      <p:sp>
        <p:nvSpPr>
          <p:cNvPr id="241" name="Rectangle 240"/>
          <p:cNvSpPr/>
          <p:nvPr/>
        </p:nvSpPr>
        <p:spPr>
          <a:xfrm>
            <a:off x="8183879" y="2697480"/>
            <a:ext cx="155448" cy="91440"/>
          </a:xfrm>
          <a:prstGeom prst="rect">
            <a:avLst/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8183879" y="2697480"/>
            <a:ext cx="155448" cy="91440"/>
          </a:xfrm>
          <a:prstGeom prst="rect">
            <a:avLst/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8183879" y="2697480"/>
            <a:ext cx="155448" cy="91440"/>
          </a:xfrm>
          <a:prstGeom prst="rect">
            <a:avLst/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8183879" y="2697480"/>
            <a:ext cx="155448" cy="91440"/>
          </a:xfrm>
          <a:prstGeom prst="rect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8183879" y="2697480"/>
            <a:ext cx="155448" cy="91440"/>
          </a:xfrm>
          <a:prstGeom prst="rect">
            <a:avLst/>
          </a:prstGeom>
          <a:solidFill>
            <a:srgbClr val="F2C9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8183879" y="2697480"/>
            <a:ext cx="155448" cy="91440"/>
          </a:xfrm>
          <a:prstGeom prst="rect">
            <a:avLst/>
          </a:prstGeom>
          <a:solidFill>
            <a:srgbClr val="B5E2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8183879" y="2697480"/>
            <a:ext cx="155448" cy="91440"/>
          </a:xfrm>
          <a:prstGeom prst="rect">
            <a:avLst/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8183879" y="2697480"/>
            <a:ext cx="155448" cy="91440"/>
          </a:xfrm>
          <a:prstGeom prst="rect">
            <a:avLst/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8183879" y="2697480"/>
            <a:ext cx="155448" cy="91440"/>
          </a:xfrm>
          <a:prstGeom prst="rect">
            <a:avLst/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8183879" y="2697480"/>
            <a:ext cx="155448" cy="91440"/>
          </a:xfrm>
          <a:prstGeom prst="rect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8183879" y="2697480"/>
            <a:ext cx="155448" cy="91440"/>
          </a:xfrm>
          <a:prstGeom prst="rect">
            <a:avLst/>
          </a:prstGeom>
          <a:solidFill>
            <a:srgbClr val="F2C9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Rectangle 251"/>
          <p:cNvSpPr/>
          <p:nvPr/>
        </p:nvSpPr>
        <p:spPr>
          <a:xfrm>
            <a:off x="8183879" y="2697480"/>
            <a:ext cx="155448" cy="91440"/>
          </a:xfrm>
          <a:prstGeom prst="rect">
            <a:avLst/>
          </a:prstGeom>
          <a:solidFill>
            <a:srgbClr val="B5E2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Rectangle 252"/>
          <p:cNvSpPr/>
          <p:nvPr/>
        </p:nvSpPr>
        <p:spPr>
          <a:xfrm>
            <a:off x="8183879" y="2697480"/>
            <a:ext cx="155448" cy="91440"/>
          </a:xfrm>
          <a:prstGeom prst="rect">
            <a:avLst/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Rectangle 253"/>
          <p:cNvSpPr/>
          <p:nvPr/>
        </p:nvSpPr>
        <p:spPr>
          <a:xfrm>
            <a:off x="8183879" y="2697480"/>
            <a:ext cx="155448" cy="91440"/>
          </a:xfrm>
          <a:prstGeom prst="rect">
            <a:avLst/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Pentagon 254">
            <a:hlinkClick action="ppaction://hlinksldjump" r:id="rId8"/>
          </p:cNvPr>
          <p:cNvSpPr/>
          <p:nvPr/>
        </p:nvSpPr>
        <p:spPr>
          <a:xfrm>
            <a:off x="8652967" y="5486400"/>
            <a:ext cx="3017520" cy="457200"/>
          </a:xfrm>
          <a:prstGeom prst="homePlate">
            <a:avLst/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Кийинки тепкич →</a:t>
            </a:r>
          </a:p>
        </p:txBody>
      </p:sp>
    </p:spTree>
  </p:cSld>
  <p:clrMapOvr>
    <a:masterClrMapping/>
  </p:clrMapOvr>
  <p:transition spd="med" advClick="0">
    <p:fade/>
    <p:sndAc>
      <p:stSnd>
        <p:snd r:embed="rId3" name="whistle.wav"/>
      </p:stSnd>
    </p:sndAc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180" fill="hold" autoRev="1" repeatCount="3000"/>
                                        <p:tgtEl>
                                          <p:spTgt spid="13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" presetID="1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" dur="2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2C9AC"/>
                                      </p:to>
                                    </p:animClr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"/>
                            </p:stCondLst>
                            <p:childTnLst>
                              <p:par>
                                <p:cTn id="13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5" dur="110" fill="hold" autoRev="1" repeatCount="3000"/>
                                        <p:tgtEl>
                                          <p:spTgt spid="237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150"/>
                            </p:stCondLst>
                            <p:childTnLst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6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6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8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25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16875 -0.46000 L -0.20626 -0.52000 L -0.24001 -0.21333 E" pathEditMode="relative" rAng="0">
                                      <p:cBhvr>
                                        <p:cTn id="28" dur="1150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k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9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64800000">
                                      <p:cBhvr>
                                        <p:cTn id="31" dur="1150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2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4" dur="600" fill="hold"/>
                                        <p:tgtEl>
                                          <p:spTgt spid="237"/>
                                        </p:tgtEl>
                                      </p:cBhvr>
                                      <p:by x="65000" y="6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200"/>
                            </p:stCondLst>
                            <p:childTnLst>
                              <p:par>
                                <p:cTn id="3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32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045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32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270"/>
                            </p:stCondLst>
                            <p:childTnLst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310"/>
                            </p:stCondLst>
                            <p:childTnLst>
                              <p:par>
                                <p:cTn id="4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25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33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329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390"/>
                            </p:stCondLst>
                            <p:childTnLst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430"/>
                            </p:stCondLst>
                            <p:childTnLst>
                              <p:par>
                                <p:cTn id="5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33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329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510"/>
                            </p:stCondLst>
                            <p:childTnLst>
                              <p:par>
                                <p:cTn id="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550"/>
                            </p:stCondLst>
                            <p:childTnLst>
                              <p:par>
                                <p:cTn id="6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33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329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630"/>
                            </p:stCondLst>
                            <p:childTnLst>
                              <p:par>
                                <p:cTn id="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670"/>
                            </p:stCondLst>
                            <p:childTnLst>
                              <p:par>
                                <p:cTn id="7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" dur="33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329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720"/>
                            </p:stCondLst>
                            <p:childTnLst>
                              <p:par>
                                <p:cTn id="8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260" fill="hold"/>
                                        <p:tgtEl>
                                          <p:spTgt spid="2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260" fill="hold"/>
                                        <p:tgtEl>
                                          <p:spTgt spid="2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13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1750"/>
                            </p:stCondLst>
                            <p:childTnLst>
                              <p:par>
                                <p:cTn id="8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450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450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225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groa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2150"/>
                            </p:stCondLst>
                            <p:childTnLst>
                              <p:par>
                                <p:cTn id="9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4" dur="4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2300"/>
                            </p:stCondLst>
                            <p:childTnLst>
                              <p:par>
                                <p:cTn id="97" presetID="1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9" dur="3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B5E2D3"/>
                                      </p:to>
                                    </p:animClr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3000"/>
                            </p:stCondLst>
                            <p:childTnLst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4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107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8" fill="hold">
                      <p:stCondLst>
                        <p:cond delay="0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11" dur="180" fill="hold" autoRev="1" repeatCount="3000"/>
                                        <p:tgtEl>
                                          <p:spTgt spid="14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2" presetID="1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4" dur="2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2C9AC"/>
                                      </p:to>
                                    </p:animClr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300"/>
                            </p:stCondLst>
                            <p:childTnLst>
                              <p:par>
                                <p:cTn id="118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20" dur="110" fill="hold" autoRev="1" repeatCount="3000"/>
                                        <p:tgtEl>
                                          <p:spTgt spid="237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1150"/>
                            </p:stCondLst>
                            <p:childTnLst>
                              <p:par>
                                <p:cTn id="12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4" dur="16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" dur="16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6" dur="8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9" dur="25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0 -0.50667 L 0.06750 -0.56667 L 0.12825 -0.26000 E" pathEditMode="relative" rAng="0">
                                      <p:cBhvr>
                                        <p:cTn id="133" dur="1150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k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34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64800000">
                                      <p:cBhvr>
                                        <p:cTn id="136" dur="1150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7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39" dur="600" fill="hold"/>
                                        <p:tgtEl>
                                          <p:spTgt spid="237"/>
                                        </p:tgtEl>
                                      </p:cBhvr>
                                      <p:by x="65000" y="6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1200"/>
                            </p:stCondLst>
                            <p:childTnLst>
                              <p:par>
                                <p:cTn id="14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6" dur="320" fill="hold"/>
                                        <p:tgtEl>
                                          <p:spTgt spid="2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7" dur="320" fill="hold"/>
                                        <p:tgtEl>
                                          <p:spTgt spid="2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1270"/>
                            </p:stCondLst>
                            <p:childTnLst>
                              <p:par>
                                <p:cTn id="1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>
                            <p:stCondLst>
                              <p:cond delay="1310"/>
                            </p:stCondLst>
                            <p:childTnLst>
                              <p:par>
                                <p:cTn id="15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4" dur="25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8" dur="33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329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1390"/>
                            </p:stCondLst>
                            <p:childTnLst>
                              <p:par>
                                <p:cTn id="1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" fill="hold">
                            <p:stCondLst>
                              <p:cond delay="1430"/>
                            </p:stCondLst>
                            <p:childTnLst>
                              <p:par>
                                <p:cTn id="16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6" dur="33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329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1" fill="hold">
                            <p:stCondLst>
                              <p:cond delay="1510"/>
                            </p:stCondLst>
                            <p:childTnLst>
                              <p:par>
                                <p:cTn id="1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6" fill="hold">
                            <p:stCondLst>
                              <p:cond delay="1550"/>
                            </p:stCondLst>
                            <p:childTnLst>
                              <p:par>
                                <p:cTn id="17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4" dur="33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329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9" fill="hold">
                            <p:stCondLst>
                              <p:cond delay="1630"/>
                            </p:stCondLst>
                            <p:childTnLst>
                              <p:par>
                                <p:cTn id="1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4" fill="hold">
                            <p:stCondLst>
                              <p:cond delay="1670"/>
                            </p:stCondLst>
                            <p:childTnLst>
                              <p:par>
                                <p:cTn id="18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2" dur="33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329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>
                            <p:stCondLst>
                              <p:cond delay="1720"/>
                            </p:stCondLst>
                            <p:childTnLst>
                              <p:par>
                                <p:cTn id="18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7" dur="260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8" dur="260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9" dur="13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6" fill="hold">
                            <p:stCondLst>
                              <p:cond delay="1750"/>
                            </p:stCondLst>
                            <p:childTnLst>
                              <p:par>
                                <p:cTn id="19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3" dur="45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4" dur="45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5" dur="225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groa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01" fill="hold">
                            <p:stCondLst>
                              <p:cond delay="2150"/>
                            </p:stCondLst>
                            <p:childTnLst>
                              <p:par>
                                <p:cTn id="19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9" dur="4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7" fill="hold">
                            <p:stCondLst>
                              <p:cond delay="2300"/>
                            </p:stCondLst>
                            <p:childTnLst>
                              <p:par>
                                <p:cTn id="202" presetID="1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4" dur="3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B5E2D3"/>
                                      </p:to>
                                    </p:animClr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1" fill="hold">
                            <p:stCondLst>
                              <p:cond delay="3000"/>
                            </p:stCondLst>
                            <p:childTnLst>
                              <p:par>
                                <p:cTn id="2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" dur="4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21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3" fill="hold">
                      <p:stCondLst>
                        <p:cond delay="0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16" dur="180" fill="hold" autoRev="1" repeatCount="3000"/>
                                        <p:tgtEl>
                                          <p:spTgt spid="15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17" presetID="1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9" dur="2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2C9AC"/>
                                      </p:to>
                                    </p:animClr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6" fill="hold">
                            <p:stCondLst>
                              <p:cond delay="300"/>
                            </p:stCondLst>
                            <p:childTnLst>
                              <p:par>
                                <p:cTn id="223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25" dur="110" fill="hold" autoRev="1" repeatCount="3000"/>
                                        <p:tgtEl>
                                          <p:spTgt spid="237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5" fill="hold">
                            <p:stCondLst>
                              <p:cond delay="1150"/>
                            </p:stCondLst>
                            <p:childTnLst>
                              <p:par>
                                <p:cTn id="22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9" dur="16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0" dur="16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1" dur="8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4" dur="25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6" presetID="0" presetClass="path" presetSubtype="0" accel="40000" decel="2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9281 -0.20700 0.11813 -0.51520 0.16875 -0.46000 E" pathEditMode="relative" rAng="0">
                                      <p:cBhvr>
                                        <p:cTn id="238" dur="600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k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39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241" dur="600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42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44" dur="600" fill="hold"/>
                                        <p:tgtEl>
                                          <p:spTgt spid="237"/>
                                        </p:tgtEl>
                                      </p:cBhvr>
                                      <p:by x="65000" y="6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3" fill="hold">
                            <p:stCondLst>
                              <p:cond delay="1200"/>
                            </p:stCondLst>
                            <p:childTnLst>
                              <p:par>
                                <p:cTn id="24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1" dur="32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045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2" dur="32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6" fill="hold">
                            <p:stCondLst>
                              <p:cond delay="1270"/>
                            </p:stCondLst>
                            <p:childTnLst>
                              <p:par>
                                <p:cTn id="2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5" fill="hold">
                            <p:stCondLst>
                              <p:cond delay="1310"/>
                            </p:stCondLst>
                            <p:childTnLst>
                              <p:par>
                                <p:cTn id="25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9" dur="25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3" dur="33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329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8" fill="hold">
                            <p:stCondLst>
                              <p:cond delay="1390"/>
                            </p:stCondLst>
                            <p:childTnLst>
                              <p:par>
                                <p:cTn id="2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3" fill="hold">
                            <p:stCondLst>
                              <p:cond delay="1430"/>
                            </p:stCondLst>
                            <p:childTnLst>
                              <p:par>
                                <p:cTn id="26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1" dur="33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329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6" fill="hold">
                            <p:stCondLst>
                              <p:cond delay="1510"/>
                            </p:stCondLst>
                            <p:childTnLst>
                              <p:par>
                                <p:cTn id="27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1" fill="hold">
                            <p:stCondLst>
                              <p:cond delay="1550"/>
                            </p:stCondLst>
                            <p:childTnLst>
                              <p:par>
                                <p:cTn id="27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9" dur="33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329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4" fill="hold">
                            <p:stCondLst>
                              <p:cond delay="1630"/>
                            </p:stCondLst>
                            <p:childTnLst>
                              <p:par>
                                <p:cTn id="28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9" fill="hold">
                            <p:stCondLst>
                              <p:cond delay="1670"/>
                            </p:stCondLst>
                            <p:childTnLst>
                              <p:par>
                                <p:cTn id="28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7" dur="33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329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3" fill="hold">
                            <p:stCondLst>
                              <p:cond delay="1700"/>
                            </p:stCondLst>
                            <p:childTnLst>
                              <p:par>
                                <p:cTn id="29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92" dur="140" fill="hold" autoRev="1" repeatCount="2000"/>
                                        <p:tgtEl>
                                          <p:spTgt spid="33"/>
                                        </p:tgtEl>
                                      </p:cBhvr>
                                      <p:by x="104000" y="104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9" fill="hold">
                            <p:stCondLst>
                              <p:cond delay="1720"/>
                            </p:stCondLst>
                            <p:childTnLst>
                              <p:par>
                                <p:cTn id="29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6" dur="260" fill="hold"/>
                                        <p:tgtEl>
                                          <p:spTgt spid="2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7" dur="260" fill="hold"/>
                                        <p:tgtEl>
                                          <p:spTgt spid="2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8" dur="13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2" fill="hold">
                            <p:stCondLst>
                              <p:cond delay="1750"/>
                            </p:stCondLst>
                            <p:childTnLst>
                              <p:par>
                                <p:cTn id="30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2" dur="450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w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3" dur="450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70000">
                                          <p:val>
                                            <p:strVal val="#ppt_h*1.1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4" dur="225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he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05" presetID="1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7" dur="3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B5E2D3"/>
                                      </p:to>
                                    </p:animClr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2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6797 -0.13986 -0.14566 -0.08391 -0.19421 0.20567 E" pathEditMode="relative" rAng="0">
                                      <p:cBhvr>
                                        <p:cTn id="314" dur="1300" fill="hold"/>
                                        <p:tgtEl>
                                          <p:spTgt spid="2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15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317" dur="1300" fill="hold"/>
                                        <p:tgtEl>
                                          <p:spTgt spid="2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0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6197 -0.15711 -0.13280 -0.09426 -0.17706 0.16229 E" pathEditMode="relative" rAng="0">
                                      <p:cBhvr>
                                        <p:cTn id="322" dur="1300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23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325" dur="1300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8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5583 -0.13807 -0.11964 -0.08284 -0.15951 0.13622 E" pathEditMode="relative" rAng="0">
                                      <p:cBhvr>
                                        <p:cTn id="330" dur="1300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31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333" dur="1300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6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4363 -0.18257 -0.09350 -0.10954 -0.12467 0.13550 E" pathEditMode="relative" rAng="0">
                                      <p:cBhvr>
                                        <p:cTn id="338" dur="130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39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341" dur="130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4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2996 -0.14592 -0.06420 -0.08755 -0.08560 0.10944 E" pathEditMode="relative" rAng="0">
                                      <p:cBhvr>
                                        <p:cTn id="346" dur="1300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47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349" dur="1300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2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1347 -0.20424 -0.02886 -0.12254 -0.03849 0.12670 E" pathEditMode="relative" rAng="0">
                                      <p:cBhvr>
                                        <p:cTn id="354" dur="1300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55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357" dur="1300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0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0084 -0.14923 -0.00179 -0.08954 -0.00239 0.18139 E" pathEditMode="relative" rAng="0">
                                      <p:cBhvr>
                                        <p:cTn id="362" dur="1300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63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365" dur="1300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8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0151 -0.17308 0.00324 -0.10385 0.00432 0.13433 E" pathEditMode="relative" rAng="0">
                                      <p:cBhvr>
                                        <p:cTn id="370" dur="1300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71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373" dur="1300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6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2272 -0.19105 0.04868 -0.11463 0.06491 0.09437 E" pathEditMode="relative" rAng="0">
                                      <p:cBhvr>
                                        <p:cTn id="378" dur="1300" fill="hold"/>
                                        <p:tgtEl>
                                          <p:spTgt spid="2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79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381" dur="1300" fill="hold"/>
                                        <p:tgtEl>
                                          <p:spTgt spid="24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8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4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2181 -0.16294 0.04675 -0.09776 0.06233 0.10870 E" pathEditMode="relative" rAng="0">
                                      <p:cBhvr>
                                        <p:cTn id="386" dur="1300" fill="hold"/>
                                        <p:tgtEl>
                                          <p:spTgt spid="2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87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389" dur="1300" fill="hold"/>
                                        <p:tgtEl>
                                          <p:spTgt spid="25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9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2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3525 -0.20877 0.07553 -0.12526 0.10071 0.20542 E" pathEditMode="relative" rAng="0">
                                      <p:cBhvr>
                                        <p:cTn id="394" dur="1300" fill="hold"/>
                                        <p:tgtEl>
                                          <p:spTgt spid="2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95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397" dur="1300" fill="hold"/>
                                        <p:tgtEl>
                                          <p:spTgt spid="25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9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0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4303 -0.12208 0.09220 -0.07325 0.12293 0.16360 E" pathEditMode="relative" rAng="0">
                                      <p:cBhvr>
                                        <p:cTn id="402" dur="1300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03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405" dur="1300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0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8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6893 -0.20292 0.14770 -0.12175 0.19693 0.17240 E" pathEditMode="relative" rAng="0">
                                      <p:cBhvr>
                                        <p:cTn id="410" dur="1300" fill="hold"/>
                                        <p:tgtEl>
                                          <p:spTgt spid="2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11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413" dur="1300" fill="hold"/>
                                        <p:tgtEl>
                                          <p:spTgt spid="25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6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7690 -0.16506 0.16478 -0.09904 0.21971 0.14530 E" pathEditMode="relative" rAng="0">
                                      <p:cBhvr>
                                        <p:cTn id="418" dur="1300" fill="hold"/>
                                        <p:tgtEl>
                                          <p:spTgt spid="2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19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421" dur="1300" fill="hold"/>
                                        <p:tgtEl>
                                          <p:spTgt spid="25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7" fill="hold">
                            <p:stCondLst>
                              <p:cond delay="2150"/>
                            </p:stCondLst>
                            <p:childTnLst>
                              <p:par>
                                <p:cTn id="42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5" dur="4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4" fill="hold">
                            <p:stCondLst>
                              <p:cond delay="2800"/>
                            </p:stCondLst>
                            <p:childTnLst>
                              <p:par>
                                <p:cTn id="42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0" dur="3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1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4" dur="3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5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8" dur="3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9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2" dur="3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3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6" dur="3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7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0" dur="3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1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4" dur="3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5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8" dur="3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9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2" dur="3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3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6" dur="3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7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0" dur="3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1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4" dur="3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5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8" dur="3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9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2" dur="3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3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8" fill="hold">
                            <p:stCondLst>
                              <p:cond delay="3000"/>
                            </p:stCondLst>
                            <p:childTnLst>
                              <p:par>
                                <p:cTn id="4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7" dur="4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211" grpId="0" animBg="1"/>
      <p:bldP spid="212" grpId="0" animBg="1"/>
      <p:bldP spid="213" grpId="0" animBg="1"/>
      <p:bldP spid="214" grpId="0" animBg="1"/>
      <p:bldP spid="215" grpId="0" animBg="1"/>
      <p:bldP spid="216" grpId="0" animBg="1"/>
      <p:bldP spid="217" grpId="0" animBg="1"/>
      <p:bldP spid="218" grpId="0" animBg="1"/>
      <p:bldP spid="219" grpId="0" animBg="1"/>
      <p:bldP spid="220" grpId="0" animBg="1"/>
      <p:bldP spid="221" grpId="0" animBg="1"/>
      <p:bldP spid="222" grpId="0" animBg="1"/>
      <p:bldP spid="223" grpId="0" animBg="1"/>
      <p:bldP spid="224" grpId="0" animBg="1"/>
      <p:bldP spid="225" grpId="0" animBg="1"/>
      <p:bldP spid="226" grpId="0" animBg="1"/>
      <p:bldP spid="227" grpId="0" animBg="1"/>
      <p:bldP spid="238" grpId="0" animBg="1"/>
      <p:bldP spid="239" grpId="0" animBg="1"/>
      <p:bldP spid="240" grpId="0" animBg="1"/>
      <p:bldP spid="241" grpId="0" animBg="1"/>
      <p:bldP spid="242" grpId="0" animBg="1"/>
      <p:bldP spid="243" grpId="0" animBg="1"/>
      <p:bldP spid="244" grpId="0" animBg="1"/>
      <p:bldP spid="245" grpId="0" animBg="1"/>
      <p:bldP spid="246" grpId="0" animBg="1"/>
      <p:bldP spid="247" grpId="0" animBg="1"/>
      <p:bldP spid="248" grpId="0" animBg="1"/>
      <p:bldP spid="249" grpId="0" animBg="1"/>
      <p:bldP spid="250" grpId="0" animBg="1"/>
      <p:bldP spid="251" grpId="0" animBg="1"/>
      <p:bldP spid="252" grpId="0" animBg="1"/>
      <p:bldP spid="253" grpId="0" animBg="1"/>
      <p:bldP spid="254" grpId="0" animBg="1"/>
      <p:bldP spid="255" grpId="0" animBg="1"/>
    </p:bld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Оюн бүттү!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 ичинде кошуу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Бүттү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16/16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645920"/>
            <a:ext cx="11329416" cy="1645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0" b="1" i="0">
                <a:solidFill>
                  <a:srgbClr val="007A5A"/>
                </a:solidFill>
                <a:latin typeface="PT Sans"/>
              </a:rPr>
              <a:t>Оюн бүттү!</a:t>
            </a:r>
          </a:p>
        </p:txBody>
      </p:sp>
      <p:sp>
        <p:nvSpPr>
          <p:cNvPr id="11" name="Oval 10"/>
          <p:cNvSpPr/>
          <p:nvPr/>
        </p:nvSpPr>
        <p:spPr>
          <a:xfrm>
            <a:off x="429768" y="3712463"/>
            <a:ext cx="365760" cy="36576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12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657600"/>
            <a:ext cx="1581912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1F2430"/>
                </a:solidFill>
                <a:latin typeface="PT Sans"/>
              </a:rPr>
              <a:t>3 + 2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79" y="3657600"/>
            <a:ext cx="146304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5</a:t>
            </a:r>
          </a:p>
        </p:txBody>
      </p:sp>
      <p:sp>
        <p:nvSpPr>
          <p:cNvPr id="14" name="Oval 13"/>
          <p:cNvSpPr/>
          <p:nvPr/>
        </p:nvSpPr>
        <p:spPr>
          <a:xfrm>
            <a:off x="429768" y="4169663"/>
            <a:ext cx="365760" cy="36576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12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114800"/>
            <a:ext cx="1581912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1F2430"/>
                </a:solidFill>
                <a:latin typeface="PT Sans"/>
              </a:rPr>
              <a:t>4 + 4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79" y="4114800"/>
            <a:ext cx="146304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8</a:t>
            </a:r>
          </a:p>
        </p:txBody>
      </p:sp>
      <p:sp>
        <p:nvSpPr>
          <p:cNvPr id="17" name="Oval 16"/>
          <p:cNvSpPr/>
          <p:nvPr/>
        </p:nvSpPr>
        <p:spPr>
          <a:xfrm>
            <a:off x="429768" y="4626864"/>
            <a:ext cx="365760" cy="36576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12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4572000"/>
            <a:ext cx="1581912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1F2430"/>
                </a:solidFill>
                <a:latin typeface="PT Sans"/>
              </a:rPr>
              <a:t>6 + 1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79" y="4572000"/>
            <a:ext cx="146304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7</a:t>
            </a:r>
          </a:p>
        </p:txBody>
      </p:sp>
      <p:sp>
        <p:nvSpPr>
          <p:cNvPr id="20" name="Oval 19"/>
          <p:cNvSpPr/>
          <p:nvPr/>
        </p:nvSpPr>
        <p:spPr>
          <a:xfrm>
            <a:off x="429768" y="5084064"/>
            <a:ext cx="365760" cy="36576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12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5029200"/>
            <a:ext cx="1581912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1F2430"/>
                </a:solidFill>
                <a:latin typeface="PT Sans"/>
              </a:rPr>
              <a:t>0 + 9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68879" y="5029200"/>
            <a:ext cx="146304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9</a:t>
            </a:r>
          </a:p>
        </p:txBody>
      </p:sp>
      <p:sp>
        <p:nvSpPr>
          <p:cNvPr id="23" name="Oval 22"/>
          <p:cNvSpPr/>
          <p:nvPr/>
        </p:nvSpPr>
        <p:spPr>
          <a:xfrm>
            <a:off x="4206240" y="3712463"/>
            <a:ext cx="365760" cy="36576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1200" b="1">
                <a:solidFill>
                  <a:srgbClr val="1D3557"/>
                </a:solidFill>
                <a:latin typeface="PT Sans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59" y="3657600"/>
            <a:ext cx="1581912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1F2430"/>
                </a:solidFill>
                <a:latin typeface="PT Sans"/>
              </a:rPr>
              <a:t>2 + 7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45352" y="3657600"/>
            <a:ext cx="146304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9</a:t>
            </a:r>
          </a:p>
        </p:txBody>
      </p:sp>
      <p:sp>
        <p:nvSpPr>
          <p:cNvPr id="26" name="Oval 25"/>
          <p:cNvSpPr/>
          <p:nvPr/>
        </p:nvSpPr>
        <p:spPr>
          <a:xfrm>
            <a:off x="4206240" y="4169663"/>
            <a:ext cx="365760" cy="36576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1200" b="1">
                <a:solidFill>
                  <a:srgbClr val="1D3557"/>
                </a:solidFill>
                <a:latin typeface="PT Sans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59" y="4114800"/>
            <a:ext cx="1581912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1F2430"/>
                </a:solidFill>
                <a:latin typeface="PT Sans"/>
              </a:rPr>
              <a:t>5 + 5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5352" y="4114800"/>
            <a:ext cx="146304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10</a:t>
            </a:r>
          </a:p>
        </p:txBody>
      </p:sp>
      <p:sp>
        <p:nvSpPr>
          <p:cNvPr id="29" name="Oval 28"/>
          <p:cNvSpPr/>
          <p:nvPr/>
        </p:nvSpPr>
        <p:spPr>
          <a:xfrm>
            <a:off x="4206240" y="4626864"/>
            <a:ext cx="365760" cy="36576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1200" b="1">
                <a:solidFill>
                  <a:srgbClr val="1D3557"/>
                </a:solidFill>
                <a:latin typeface="PT Sans"/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09159" y="4572000"/>
            <a:ext cx="1581912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1F2430"/>
                </a:solidFill>
                <a:latin typeface="PT Sans"/>
              </a:rPr>
              <a:t>1 + 3 + 2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45352" y="4572000"/>
            <a:ext cx="146304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6</a:t>
            </a:r>
          </a:p>
        </p:txBody>
      </p:sp>
      <p:sp>
        <p:nvSpPr>
          <p:cNvPr id="32" name="Oval 31"/>
          <p:cNvSpPr/>
          <p:nvPr/>
        </p:nvSpPr>
        <p:spPr>
          <a:xfrm>
            <a:off x="4206240" y="5084064"/>
            <a:ext cx="365760" cy="36576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1200" b="1">
                <a:solidFill>
                  <a:srgbClr val="1D3557"/>
                </a:solidFill>
                <a:latin typeface="PT Sans"/>
              </a:rPr>
              <a:t>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09159" y="5029200"/>
            <a:ext cx="1581912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1F2430"/>
                </a:solidFill>
                <a:latin typeface="PT Sans"/>
              </a:rPr>
              <a:t>4 + 2 + 2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45352" y="5029200"/>
            <a:ext cx="146304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8</a:t>
            </a:r>
          </a:p>
        </p:txBody>
      </p:sp>
      <p:sp>
        <p:nvSpPr>
          <p:cNvPr id="35" name="Oval 34"/>
          <p:cNvSpPr/>
          <p:nvPr/>
        </p:nvSpPr>
        <p:spPr>
          <a:xfrm>
            <a:off x="7982712" y="3712463"/>
            <a:ext cx="365760" cy="36576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1200" b="1">
                <a:solidFill>
                  <a:srgbClr val="1D3557"/>
                </a:solidFill>
                <a:latin typeface="PT Sans"/>
              </a:rPr>
              <a:t>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85632" y="3657600"/>
            <a:ext cx="1581912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1F2430"/>
                </a:solidFill>
                <a:latin typeface="PT Sans"/>
              </a:rPr>
              <a:t>3 + 3 + 3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21824" y="3657600"/>
            <a:ext cx="146304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9</a:t>
            </a:r>
          </a:p>
        </p:txBody>
      </p:sp>
      <p:sp>
        <p:nvSpPr>
          <p:cNvPr id="38" name="Oval 37"/>
          <p:cNvSpPr/>
          <p:nvPr/>
        </p:nvSpPr>
        <p:spPr>
          <a:xfrm>
            <a:off x="7982712" y="4169663"/>
            <a:ext cx="365760" cy="36576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1200" b="1">
                <a:solidFill>
                  <a:srgbClr val="1D3557"/>
                </a:solidFill>
                <a:latin typeface="PT Sans"/>
              </a:rPr>
              <a:t>10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85632" y="4114800"/>
            <a:ext cx="1581912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1F2430"/>
                </a:solidFill>
                <a:latin typeface="PT Sans"/>
              </a:rPr>
              <a:t>□ + 6 = 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21824" y="4114800"/>
            <a:ext cx="146304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2</a:t>
            </a:r>
          </a:p>
        </p:txBody>
      </p:sp>
      <p:sp>
        <p:nvSpPr>
          <p:cNvPr id="41" name="Oval 40"/>
          <p:cNvSpPr/>
          <p:nvPr/>
        </p:nvSpPr>
        <p:spPr>
          <a:xfrm>
            <a:off x="7982712" y="4626864"/>
            <a:ext cx="365760" cy="36576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1200" b="1">
                <a:solidFill>
                  <a:srgbClr val="1D3557"/>
                </a:solidFill>
                <a:latin typeface="PT Sans"/>
              </a:rPr>
              <a:t>11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85632" y="4572000"/>
            <a:ext cx="1581912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1F2430"/>
                </a:solidFill>
                <a:latin typeface="PT Sans"/>
              </a:rPr>
              <a:t>7 = 5 + 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21824" y="4572000"/>
            <a:ext cx="146304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2</a:t>
            </a:r>
          </a:p>
        </p:txBody>
      </p:sp>
      <p:sp>
        <p:nvSpPr>
          <p:cNvPr id="44" name="Oval 43"/>
          <p:cNvSpPr/>
          <p:nvPr/>
        </p:nvSpPr>
        <p:spPr>
          <a:xfrm>
            <a:off x="7982712" y="5084064"/>
            <a:ext cx="365760" cy="36576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1200" b="1">
                <a:solidFill>
                  <a:srgbClr val="1D3557"/>
                </a:solidFill>
                <a:latin typeface="PT Sans"/>
              </a:rPr>
              <a:t>12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85632" y="5029200"/>
            <a:ext cx="1581912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1F2430"/>
                </a:solidFill>
                <a:latin typeface="PT Sans"/>
              </a:rPr>
              <a:t>1 + 2 + 3 + 4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021824" y="5029200"/>
            <a:ext cx="146304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