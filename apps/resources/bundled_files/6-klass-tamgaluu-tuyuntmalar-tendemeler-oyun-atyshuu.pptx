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жупта же мини-тактада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Таластагы буурчак түшүмү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3a + 4a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3a + 4a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+ 5 =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+ 5 =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x =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4x = 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4x = 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x =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a = 7 болсо, 2a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a = 7 болсо, 2a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− 8 =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− 8 =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x =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9m −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9m − 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2x + 1 =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2x + 1 = 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x = 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= 3 болсо, x + x +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= 3 болсо, x + x + 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÷ 5 =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÷ 5 = 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x =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2a + 3 +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2a + 3 +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3a + 3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5x − 4 =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5x − 4 =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x = 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b = 10 болсо, 3b − 5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b = 10 болсо, 3b − 5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