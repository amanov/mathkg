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Ат-Башыдагы мектеп ийримдери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 ∈ {1, 3, 5, 7}? Ооба же жок?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{2, 4, 6} ∩ {1, 2, 3} =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{1, 2, 3} ∪ {3, 4} 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20га чейинки жуп жана 3кө бөлүнгөн сандар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 ∈ {1, 3, 5, 7}? Ооба же жок?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Ооба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{2, 4, 6} ∩ {1, 2, 3} =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{2}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{1, 2, 3} ∪ {3, 4} =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{1, 2, 3, 4}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20га чейинки жуп жана 3кө бөлүнгөн сандар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{6, 12, 18}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Футбол 6, экөө тең 2. Футбол гана?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Футбол 10, шахмат 7, экөө тең 3. Жок дегенде бирөө?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Футбол гана 8, шахмат гана 5, экөө тең 4. Футбол бардыгы?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Футбол 14, шахмат 12, жок дегенде бирөө 20. Экөө тең?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Футбол 6, экөө тең 2. Футбол гана?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Футбол 10, шахмат 7, экөө тең 3. Жок дегенде бирөө?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Футбол гана 8, шахмат гана 5, экөө тең 4. Футбол бардыгы?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Футбол 14, шахмат 12, жок дегенде бирөө 20. Экөө тең?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20, жок дегенде бирөө 17. Эч бири?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28, футбол 13, шахмат 10, экөө тең 4. Эч бири?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30, футбол 18, шахмат 15, эч бири 2. Экөө тең?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32, эч бири 4, футбол 20, экөө тең 7. Шахмат гана?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20, жок дегенде бирөө 17. Эч бири?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28, футбол 13, шахмат 10, экөө тең 4. Эч бири?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30, футбол 18, шахмат 15, эч бири 2. Экөө тең?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32, эч бири 4, футбол 20, экөө тең 7. Шахмат гана?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Кыздар 15, ийримде 9 кыз. Ийримде эмес кыздар?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Ийримде 17 окуучу, 9у кыз. Ийримдеги эркектер?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Эркектер 15, ийримде 8 эркек. Ийримде эмес эркектер?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1–20: «так» жана «5ке бөлүнөт» уячасында канча сан?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Кыздар 15, ийримде 9 кыз. Ийримде эмес кыздар?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Ийримде 17 окуучу, 9у кыз. Ийримдеги эркектер?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Эркектер 15, ийримде 8 эркек. Ийримде эмес эркектер?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1–20: «так» жана «5ке бөлүнөт» уячасында канча сан?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