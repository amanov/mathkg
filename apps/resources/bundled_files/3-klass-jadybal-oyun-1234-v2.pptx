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Нооруз дасторкону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 × 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 × 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8 × ___ = 64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 × 8 − 6 ×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 × 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 × 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8 × ___ = 64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 × 8 − 6 × 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56 − 54 =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40 :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63 : 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___ : 6 = 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72 : 8 + 81 :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40 :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63 : 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___ : 6 = 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72 : 8 + 81 : 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 + 9 =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 топ, 9дан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36 сомдун үчтөн бири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Мирада 7 сом, Эрланда 8 эсе көп. Эрланда канча?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48ди 6 бөлүккө бөл. 4 бөлүгү канча?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 топ, 9дан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 × 9 = 54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36 сомдун үчтөн бири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12 сом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Мирада 7 сом, Эрланда 8 эсе көп. Эрланда канча?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 × 7 = 56 сом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48ди 6 бөлүккө бөл. 4 бөлүгү канча?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 × 8 =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Улант: 7, 14, 21, ___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Кайсынысы так сан: 5 × 9 же 6 × 8?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□ × □ = 42 (бир орундуу)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Эң чоңун тап: 8 × 9, 9 × 7, 70 + 1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5–9га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Улант: 7, 14, 21, ___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Кайсынысы так сан: 5 × 9 же 6 × 8?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 × 9 = 45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□ × □ = 42 (бир орундуу)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 × 7, 7 × 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Эң чоңун тап: 8 × 9, 9 × 7, 70 + 1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 × 9 = 72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