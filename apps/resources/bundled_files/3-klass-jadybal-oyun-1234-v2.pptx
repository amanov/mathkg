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1234 оюну: ар бир окуучу өз деңгээлинен баштайт. Жооп слайдында ар бир суроонун жообу жана кыскача түшүндүрмөсү бар.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1234: төрт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5–9га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раундда 4 суроо: ① жеңил … ④ эң кыйын.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окуучу өзүнө ылайыктуусунан баштайт, андан кийин кийинкисине өтөт.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Жоопторду мини-тактага жазгыла. Жооп слайдында текшергиле.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Кыйын болсо – жакшы! Мээң өсүп жатат.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Колдонуу · Талдоо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Нооруз дасторкону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5–9га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5 × 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7 × 9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8 × ___ = 64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7 × 8 − 6 ×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5–9га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5 × 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7 × 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63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8 × ___ = 64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7 × 8 − 6 × 9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56 − 54 =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5–9га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40 : 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63 : 9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___ : 6 = 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72 : 8 + 81 :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5–9га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40 : 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63 : 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___ : 6 = 7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42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72 : 8 + 81 : 9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9 + 9 =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5–9га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6 топ, 9дан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36 сомдун үчтөн бири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Мирада 7 сом, Эрланда 8 эсе көп. Эрланда канча?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48ди 6 бөлүккө бөл. 4 бөлүгү канча?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5–9га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6 топ, 9дан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6 × 9 = 54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36 сомдун үчтөн бири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12 сом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Мирада 7 сом, Эрланда 8 эсе көп. Эрланда канча?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8 × 7 = 56 сом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48ди 6 бөлүккө бөл. 4 бөлүгү канча?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4 × 8 = 32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5–9га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Улант: 7, 14, 21, ___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Кайсынысы так сан: 5 × 9 же 6 × 8?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□ × □ = 42 (бир орундуу)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Эң чоңун тап: 8 × 9, 9 × 7, 70 + 1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5–9га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Улант: 7, 14, 21, ___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Кайсынысы так сан: 5 × 9 же 6 × 8?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5 × 9 = 45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□ × □ = 42 (бир орундуу)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6 × 7, 7 × 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Эң чоңун тап: 8 × 9, 9 × 7, 70 + 1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8 × 9 = 72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