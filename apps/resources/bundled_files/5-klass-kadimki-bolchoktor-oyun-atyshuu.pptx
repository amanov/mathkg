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Айылдагы бакча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1/2 = □/10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1/2 = □/10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20нын 1/5 бөлүгү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20нын 1/5 бөлүгү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Кайсы чоң: 1/3 же 1/4?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Кайсы чоң: 1/3 же 1/4?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4/8ди кыскарт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4/8ди кыскарт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18дин 2/3 бөлүгү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18дин 2/3 бөлүгү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3/4 = □/12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3/4 = □/12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Бүтүндө канча алтыдан бир?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Бүтүндө канча алтыдан бир?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Кайсы чоң: 4/9 же 7/9?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Кайсы чоң: 4/9 же 7/9?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7/9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1 − 1/4 =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1 − 1/4 =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3/4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30дун 1/10 бөлүгү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30дун 1/10 бөлүгү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1/3 бөлүгү 8 болсо, бүтүн?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1/3 бөлүгү 8 болсо, бүтүн?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9/12ни кыскарт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Кадимки бөлчөктөр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9/12ни кыскарт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