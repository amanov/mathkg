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Ош базарындагы арзандатуулар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1/4 →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1/4 →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25%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0,8 →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0,8 →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3% → ондук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3% → ондук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1/5 → ондук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1/5 → ондук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0,25 → бөлчөк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0,25 → бөлчөк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Кайсынысы чоң: 0,4 же 0,38?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Кайсынысы чоң: 0,4 же 0,38?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3/4 →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3/4 →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75%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1/10 →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1/10 →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60% → бөлчөк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60% → бөлчөк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3/5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0,05 →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0,05 →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1/8 → ондук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1/8 → ондук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0,125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→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→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