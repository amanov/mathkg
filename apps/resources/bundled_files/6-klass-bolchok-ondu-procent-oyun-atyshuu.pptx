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Атышуу (ылдамдыксыз): суроо слайды, андан кийин жооп слайды. Туура жооп 1 упай, «туура жана түшүндүрдү» дагы 1 упай. Ылдамдык боюнча тизме жок (3C · Сынчыл ой).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Атышуу: туура жана түшүндүр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Баары ойлонот (10 секунд), анан жупта же мини-тактада жазат. Ким биринчи экени маанилүү эмес.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Туура жооп = 1 упай. Ыкмасын түшүндүрсө («туура жана түшүндүрдү») = дагы 1 упай.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 слайдында текшеребиз: «кантип таптың?» деп 2–3 окуучудан сурайм.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ким өз упайын өзүнүн мурунку жыйынтыгы менен салыштырат; класс алдында тизме жок.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Эстөө · Колдонуу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Ош базарындагы арзандатуулар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1/4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1/4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0,8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0,8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80%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3% → ондук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3% → ондук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1/5 → ондук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1/5 → ондук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0,25 → бөлчөк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5-суроо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0,25 → бөлчөк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1/4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Кайсынысы чоң: 0,4 же 0,38?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6-суроо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Кайсынысы чоң: 0,4 же 0,38?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7-суроо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3/4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75%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16/25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1/10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8-суроо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17/25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1/10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10%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18/25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60% → бөлчөк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9-суроо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19/25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60% → бөлчөк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3/5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20/25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0,05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10-суроо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21/25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0,05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5%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22/25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1/8 → ондук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11-суроо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23/25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1/8 → ондук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0,125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24/25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→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206240"/>
            <a:ext cx="11332159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0" i="1">
                <a:solidFill>
                  <a:srgbClr val="6B7280"/>
                </a:solidFill>
                <a:latin typeface="PT Sans"/>
              </a:rPr>
              <a:t>Ойлон… жаз… ыкмаңды айтууга даярдан!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12-суроо — жооп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6-класс ›</a:t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Бөлчөк, ондук бөлчөк жана пайыз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25/25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1463040"/>
            <a:ext cx="11332159" cy="21945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>
              <a:lnSpc>
                <a:spcPct val="105000"/>
              </a:lnSpc>
            </a:pPr>
            <a:r>
              <a:rPr sz="5400" b="1" i="0">
                <a:solidFill>
                  <a:srgbClr val="1F2430"/>
                </a:solidFill>
                <a:latin typeface="PT Sans"/>
              </a:rPr>
              <a:t>2 →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114800"/>
            <a:ext cx="5486400" cy="1188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3175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4800" b="1">
                <a:solidFill>
                  <a:srgbClr val="24418C"/>
                </a:solidFill>
                <a:latin typeface="PT Sans"/>
              </a:rPr>
              <a:t>200%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