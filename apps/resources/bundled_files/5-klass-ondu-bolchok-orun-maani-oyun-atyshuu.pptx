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мини-тактага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Разряд же сан огу менен түшүндүрсө («туура жана түшүндүрдү»)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«кайсы разрядды карадың?»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Караколдогу спорт күнү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0,9 □ 0,85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0,9 □ 0,85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0,9 &gt; 0,85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4,07деги 7нин мааниси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4,07деги 7нин мааниси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0,07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5,6 ≈ ? (бүтүнгө)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5,6 ≈ ? (бүтүнгө)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3,25 ≈ ? (ондон бирге)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3,25 ≈ ? (ондон бирге)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3,3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0,3 = ? жүздөн бир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0,3 = ? жүздөн бир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Эң чоңу: 0,5;  0,49;  0,409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Эң чоңу: 0,5;  0,49;  0,409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0,5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м 7 см = ? 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м 7 см = ? 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2,07 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7,04 □ 7,4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7,04 □ 7,4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7,04 &lt; 7,4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8,95 ≈ ? (ондон бирге)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8,95 ≈ ? (ондон бирге)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9,0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сом 10 тыйын = ? сом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сом 10 тыйын = ? сом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1,1 сом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6,333 ≈ ? (жүздөн бирге)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6,333 ≈ ? (жүздөн бирге)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6,33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2,5 менен 2,6нын ортосундагы бир сан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бөлчөктөр: разряд, салыштыруу, тегеректөө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2,5 менен 2,6нын ортосундагы бир сан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Мис.: 2,55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