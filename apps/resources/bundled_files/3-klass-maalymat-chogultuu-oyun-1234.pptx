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Ат-Башыдагы оюндар күнү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топ 3 чийик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толук топ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топ 4 чийик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= □ топ □ чийик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топ 3 чийик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толук топ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топ 4 чийик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= □ топ □ чийик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топ 3 чийик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3 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5 жарым 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8 жарым 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15 окуучу = 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3 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5 жарым 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8 жарым 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15 окуучу = 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жарым 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Жай 11, жаз 6: канча көп?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Жаз 6, жай 11, күз 4, кыш 8: баары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Ордо 9, тогуз к. 7, ак терек 8, жоолук 4. Эң азы?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окуучу: 9, 8, 6 жана калганы. Калганы?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Жай 11, жаз 6: канча көп?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Жаз 6, жай 11, күз 4, кыш 8: баары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Ордо 9, тогуз к. 7, ак терек 8, жоолук 4. Эң азы?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жоолук (4)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окуучу: 9, 8, 6 жана калганы. Калганы?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көп 12, эң аз 5: канча көп?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Кыздар 13, балдар 15: баары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Дш 4 ●, Шш 6 ●. Шш канча көп?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Класста 28 окуучу, таблицанын суммасы 31. Ката канча?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көп 12, эң аз 5: канча көп?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Кыздар 13, балдар 15: баары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● = 2: Дш 4 ●, Шш 6 ●. Шш канча көп?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окуучу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Класста 28 окуучу, таблицанын суммасы 31. Ката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ашык (М8)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