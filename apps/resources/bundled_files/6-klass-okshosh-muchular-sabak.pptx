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баары 3 000 сомдон көппү же азбы? Жоопту сабактын аягында (22-слайд) текшеребиз. Бул сабак «Тамгалуу туюнтмалар жана теңдемелер» сабагынан кийин өтөт: 3a + 2a тааныш, жаңысы эки тамга жана кашаа.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ар бир топтомдо 2 кичине банка, 3 топтомдо 6. a = 1, b = 1: 3(a + 2b) = 9, 3a + 6b = 9, бирок 3a + 2b = 5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картондон кесилген плиткалар: 6 узун тилке (x, 6 см × 1 см), 4 кыска тилке (b) жана 20 кичине чарчы (1 см × 1 см). Картон жок болсо, эки түстүү бөтөлкө капкагы: көк = x, сары = b, буурчак = 1. 1) 3(x + 4): 3 бирдей топ, ар биринде 1 тилке жана 4 чарчы. 2) Тилкелерди бир катарга, чарчыларды башка катарга чогултушат: 3 тилке жана 12 чарчы. 3) «3x + 4 эмне үчүн туура эмес?» Чарчылар 3 топто тең бар. 4) Мен 2 тилке кошуп берем: 3x + 12 + 2x = 5x + 12. Проектор жок болсо, доскага тилке жана чарчы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чийишет: жалбыз тилке = чоң банка a (2 чакмак), шабдалы = кичине банка b (1 чакмак). Адегенде топтом боюнча (кашаа), анан бардык a бир катарга, бардык b башка катарга: 5a жана 6b. Пойанын 4 кадамын оң жактагы картадан окуйбуз.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Окшош мүчөлөр (окшош кошулуучулар) = тамгалуу бөлүгү бирдей мүчөлөр. Коэффициент = тамганын алдындагы сан; a = 1a. Мүчөнүн белгиси андан мурунку белги: 8a − 3a + 2aда −3a жана +2a. Кашааны ачканда ичиндеги ар бир мүчө көбөйөт. Ката коддору: М1 (окшош эмес), М4 (кашаа), М5 (белги).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«a мүчөлөр: 4 жана −1, бирге 3a».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М4; Б = М2; В = ✓;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окшош мүчөлөр → кашаа → көп кадам. Жооптор: 5x = 35; x = 7 банка; 4a + 200 = 2 000 сом; 4x + 8 = 32; x = 6 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Кашааны ачабыз: 3 топтомдо 3 чоң жана 6 кичине банка: 3a + 6b. Мирландын 2 чоң банкасы менен 5a + 6b. a = 500, b = 300: 2 500 + 1 800 = 4 300 сом. Кашаада 2bни 3кө көбөйтпөсөк (М4), 5a + 2b = 3 100 сом чыгат: Сабыр ата 1 200 сомго алданып калат. Ошондуктан сан коюп текшеребиз.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3a + 5b; 5x + 12; x =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Чаткалдагы бал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Мирлан Сабыр атанын балын банкаларга куюп, Ала-Бука базарына белек топтомдорду жыйнашат.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6-класс: «Кашааларды ачуу. Коэффициент. Окшош кошулуучулар» (туюнтмалар бөлүмү). «Тамгалуу туюнтмалар жана теңдемелер» пакетинин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Чаткалдагы бал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Чаткал өрөөнү. Сабыр атанын тоо этегинде 20 аары уюгу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Күздө неберелери Айдана менен Мирлан балды банкаларга куюшат: чоң банка (1 кг) жана кичине банка (жарым кг).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Ала-Бука базарына белек топтомдорду алып барышат.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Бааларды азырынча билбейбиз: чоң банка a сом, кичинеси b 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Айдана 3 белек топтом жыйнады: ар биринде 1 чоң жана 2 кичине банка. Мирлан дагы 2 чоң банка сатты. Баары канча сом? a = 500, b = 300 болсо?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Окшош мүчөлөрдү табам жана бириктирем: 3a + 5a − 2a = 6a, 2a + 3b + a = 3a + 3b.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Кашааны ачам: 3(x + 4) = 3x + 12, жана жөнөкөйлөтүп, сан коюп эсептейм.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Туюнтманы жөнөкөйлөтүп, теңдеме чыгарам: 3x + 2x = 35, жана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Окшош мүчөлөрдү кошуу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Кашааны ачуу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Жөнөкөйлөтүп, теңдеме чыгаруу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3(a + 2b) = 3a + 2b?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плиткалар, домино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Чаткалдагы бал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Белек топтомдун баасы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4–5-класс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Бөлүштүрүү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 · (10 + 4)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6-класс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Тамгалуу туюнтма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2x + 5 = 17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Окшош мүчөлөр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3(x + 4)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мүчөлөр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 × кашаа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· (10 + 4)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· 10 + 3 ·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a = 5 болсо, 4a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Жөнөкөйлөт: 3a + 2a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· (10 + 4)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· 10 + 3 ·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a = 5 болсо, 4a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3a + 2a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Сабыр ата: «3 белек топтом: ар биринде 1 чоң банка (a) жана 2 кичине банка (b). Баары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Мирлан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3(a + 2b)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3a + 2b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3(a + 2b)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3a + 6b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Плиткалар менен же a = 1, b = 1 коюп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узун тилке = x, кичине чарчы = 1. 3 бирдей топ түзгүлө: ар биринде x жана 4 чарчы. Анан окшошторду бириктиргиле.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3(x + 4): 3 бирдей топ, ар биринде x жана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2"/>
            <a:ext cx="2029968" cy="1115568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" y="2578608"/>
            <a:ext cx="1700784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431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36192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01952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16352" y="2450592"/>
            <a:ext cx="2029968" cy="1115568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80944" y="2578608"/>
            <a:ext cx="1700784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8094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4670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1246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7822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92624" y="2450592"/>
            <a:ext cx="2029968" cy="1115568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216" y="2578608"/>
            <a:ext cx="1700784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21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297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8873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5449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63931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↓ окшошторду бириктир: тилке тилке менен, чарчы чарчы менен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14800"/>
            <a:ext cx="109728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74519" y="4114800"/>
            <a:ext cx="109728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40" y="4114800"/>
            <a:ext cx="109728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024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93207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22392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51575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59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34840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64024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3207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22392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51575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0759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498848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4709160"/>
            <a:ext cx="1920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07492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3(x + 4) = 3x + 12   (3x + 4 эмес!)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2011680"/>
            <a:ext cx="443484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79" y="2103120"/>
            <a:ext cx="41148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 (картондон):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 узун тилке = x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кыска тилке = b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20 кичине чарчы = 1</a:t>
            </a:r>
          </a:p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1F2430"/>
                </a:solidFill>
                <a:latin typeface="PT Sans"/>
              </a:rPr>
              <a:t>Же: көк капкак = x, сары = b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Тилке менен чарчы бириктирилбейт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3x + 12 + 2x = 5x + 12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5120640"/>
            <a:ext cx="137160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5120640"/>
            <a:ext cx="731520" cy="310896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513892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24160" y="5074920"/>
            <a:ext cx="12801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= 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(белек топтомдор)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топтом (a + b + b) жана Мирландын 2 чоң банкасы. Окшошторду бир катарга топто.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121408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1-топтом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121408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1176" y="2121408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35224" y="2121408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560320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2-топтом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6032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51176" y="2560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35224" y="2560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999232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3-топтом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99232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51176" y="2999232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35224" y="2999232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438144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Мирлан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438144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51176" y="3438144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88620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↓ бардык a бир катарга, бардык b башка катарга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343400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a банкалар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51176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9272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87368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55464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434340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5a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846320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b банкалар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51176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35224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19272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48463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6b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21031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2157984"/>
            <a:ext cx="356616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Пойанын 4 кадамы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1. Түшүн: эмне белгилүү, эмне суралат?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2. Планда: тилке чий, туюнтма жаз.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3. Аткар: кашааны ач, окшошторду кош.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4. Текшер: a = 500, b = 300 коюп эсепте.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3(a + 2b) + 2a  =  3a + 6b + 2a  =  5a + 6b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(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Кашааны 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Ар бир мүчөнү көбөйт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◯ 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Окшошторду белгиле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 тамга – бир түс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Коэффициенттерди кош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 мүчө менен жүрөт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= 2 коюп салыштыр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3(x + 4) + 2x = 3x + 12 + 2x = 5x + 12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канча түрдүү мүчө калат?  2a + 3b + a + 4b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2a + 3b + a + 4b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2a + a + 3b + 4b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окшошторду жанаша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3a + 7b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окшошторду кош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a = 1, b = 1: 10 =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3a + 7b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x канча жолу калат?  3(x + 4) + 2x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3(x + 4) + 2x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3x + 12 + 2x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кашааны ач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5x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окшошторду кош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x = 2: 22 =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5x + 12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топто, ач, бириктир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Түстөр менен топто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4a + 2b − a + 3b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a: 4 − 1 =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b: 2 + 3 =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3a + 5b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мүчө өз белгиси менен жүрөт.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Кашаа = бирдей топтор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3(x + 4)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топ x: 3x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топ 4: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3x + 12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Кашаанын ичиндеги ар бир мүчө көбөйөт.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бириктир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3x + 2x = 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5x = 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= 35 ÷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x =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Теңдемеде да адегенде окшошторду кош.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Болжолдо → кашааны ач → окшошторду топто → сан коюп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Жөнөкөйлөт: 3(a + 4) + 5a −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7a + 4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8a + 12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7a + 12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9a + 12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 3 кутуча, Мирлан 2 кутуча бал салды. Ар бир кутучада x банка, баары 35 банка. x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белек топтом: ар биринде чоң банка (a сом) жана 50 сомдук жыгач кашык. a = 450 болсо, баары канча сом?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Аарыкананын тик бурчтуу тосмосу: узундугу x + 4 м, туурасы x м. Тосмонун узундугу 32 м. x =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Айдана 3 кутуча, Мирлан 2 кутуча бал салды. Ар бир кутучада x банка, баары 35 банка. x =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5x = 35; x = 7 банка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 белек топтом: ар биринде чоң банка (a сом) жана 50 сомдук жыгач кашык. a = 450 болсо, баары канча сом?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Банка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2858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3076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43294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Кашык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82640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9452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6264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3076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4a + 200 = 2 000 сом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Аарыкананын тик бурчтуу тосмосу: узундугу x + 4 м, туурасы x м. Тосмонун узундугу 32 м. x = 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11755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51239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90722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302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4x + 8 = 32; x = 6 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6a − 2a +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3x + 5 + 4x − 2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Кашааны ач: 5(a + 3)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2(x + 4) + 3x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Чыгар: 4x + 3x = 56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a = 3, b = 2 болсо: 3a + 4b − 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6a − 2a +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3x + 5 + 4x − 2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7x + 3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Кашааны ач: 5(a + 3)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 + 15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2(x + 4) + 3x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5x + 8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Чыгар: 4x + 3x = 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a = 3, b = 2 болсо: 3a + 4b −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2a + 4b = 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Айдана 3 белек топтом жыйнады: ар биринде 1 чоң жана 2 кичине банка. Мирлан дагы 2 чоң банка сатты. Баары канча сом? a = 500, b = 300 болсо?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Баары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6130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00475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820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23509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7854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0889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95234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9579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18269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3(a + 2b) + 2a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туюнтма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3a + 6b + 2a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кашааны ач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5a + 6b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окшошторду кош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2 500 + 1 800 = 4 300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a = 500, b = 300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Баары 4 300 сом. 3a + 2b деп жазсак: 3 100 сом (М4)!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Чаткалдагы бал жөнүндө маселе түз: эки түрдүү банка (a жана b) жана кашаа болсун. Туюнтманы жөнөкөйлөтүп, сан коюп эсепте.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Мирлан, Сабыр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Жөнөкөйлөт: 4a + 2b − a + 3b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Кашааны ач жана жөнөкөйлөт: 2(x + 6) + 3x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Теңдемени чыгар: 3x + 2x + 4 =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2a + 3b = 5ab туура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3(x + 4) деп кашааны ачканда эмнени унутпайбыз?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Жөнөкөйлөткөнүңдү кантип текшердиң?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картон плиткалар: 6 узун тилке (x), 4 кыска (b), 20 чарчы (1); же эки түстүү капкак.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туюнтмадан мурун: «Адегенде болжолдо: канча түрдүү мүчө калат?»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Окшош мүчөлөрдү бир түс менен белгилетем; белги мүчө менен бирге тегеректелет.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жөнөкөйлөтүүдөн кийин сан коюп текшерүү: a = 2 (a = 1 кээде алдайт).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