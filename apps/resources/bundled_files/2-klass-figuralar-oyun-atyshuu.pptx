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Буюм же сүрөт менен көрсөтүп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санадың?»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Каракол: чоң атанын устаканасы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1649669"/>
            <a:ext cx="2103120" cy="1821302"/>
          </a:xfrm>
          <a:custGeom>
            <a:avLst/>
            <a:gdLst/>
            <a:ahLst/>
            <a:cxnLst/>
            <a:rect l="l" t="t" r="r" b="b"/>
            <a:pathLst>
              <a:path w="2103120" h="1821302">
                <a:moveTo>
                  <a:pt x="1051560" y="0"/>
                </a:moveTo>
                <a:lnTo>
                  <a:pt x="2103120" y="1821302"/>
                </a:lnTo>
                <a:lnTo>
                  <a:pt x="0" y="1821302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1649669"/>
            <a:ext cx="2103120" cy="1821302"/>
          </a:xfrm>
          <a:custGeom>
            <a:avLst/>
            <a:gdLst/>
            <a:ahLst/>
            <a:cxnLst/>
            <a:rect l="l" t="t" r="r" b="b"/>
            <a:pathLst>
              <a:path w="2103120" h="1821302">
                <a:moveTo>
                  <a:pt x="1051560" y="0"/>
                </a:moveTo>
                <a:lnTo>
                  <a:pt x="2103120" y="1821302"/>
                </a:lnTo>
                <a:lnTo>
                  <a:pt x="0" y="1821302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Үч бурчтук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000610" y="1508760"/>
            <a:ext cx="1813035" cy="2103120"/>
          </a:xfrm>
          <a:custGeom>
            <a:avLst/>
            <a:gdLst/>
            <a:ahLst/>
            <a:cxnLst/>
            <a:rect l="l" t="t" r="r" b="b"/>
            <a:pathLst>
              <a:path w="1813035" h="2103120">
                <a:moveTo>
                  <a:pt x="906518" y="0"/>
                </a:moveTo>
                <a:lnTo>
                  <a:pt x="0" y="1813034"/>
                </a:lnTo>
                <a:lnTo>
                  <a:pt x="7756" y="1850898"/>
                </a:lnTo>
                <a:lnTo>
                  <a:pt x="30889" y="1888114"/>
                </a:lnTo>
                <a:lnTo>
                  <a:pt x="69005" y="1924045"/>
                </a:lnTo>
                <a:lnTo>
                  <a:pt x="121451" y="1958077"/>
                </a:lnTo>
                <a:lnTo>
                  <a:pt x="187329" y="1989627"/>
                </a:lnTo>
                <a:lnTo>
                  <a:pt x="265513" y="2018156"/>
                </a:lnTo>
                <a:lnTo>
                  <a:pt x="354665" y="2043175"/>
                </a:lnTo>
                <a:lnTo>
                  <a:pt x="453259" y="2064256"/>
                </a:lnTo>
                <a:lnTo>
                  <a:pt x="559608" y="2081039"/>
                </a:lnTo>
                <a:lnTo>
                  <a:pt x="671894" y="2093236"/>
                </a:lnTo>
                <a:lnTo>
                  <a:pt x="788193" y="2100638"/>
                </a:lnTo>
                <a:lnTo>
                  <a:pt x="906518" y="2103120"/>
                </a:lnTo>
                <a:lnTo>
                  <a:pt x="1024842" y="2100638"/>
                </a:lnTo>
                <a:lnTo>
                  <a:pt x="1141142" y="2093236"/>
                </a:lnTo>
                <a:lnTo>
                  <a:pt x="1253427" y="2081039"/>
                </a:lnTo>
                <a:lnTo>
                  <a:pt x="1359776" y="2064256"/>
                </a:lnTo>
                <a:lnTo>
                  <a:pt x="1458370" y="2043175"/>
                </a:lnTo>
                <a:lnTo>
                  <a:pt x="1547522" y="2018156"/>
                </a:lnTo>
                <a:lnTo>
                  <a:pt x="1625706" y="1989627"/>
                </a:lnTo>
                <a:lnTo>
                  <a:pt x="1691585" y="1958077"/>
                </a:lnTo>
                <a:lnTo>
                  <a:pt x="1744030" y="1924045"/>
                </a:lnTo>
                <a:lnTo>
                  <a:pt x="1782146" y="1888114"/>
                </a:lnTo>
                <a:lnTo>
                  <a:pt x="1805279" y="1850898"/>
                </a:lnTo>
                <a:lnTo>
                  <a:pt x="1813035" y="1813034"/>
                </a:lnTo>
                <a:close/>
              </a:path>
            </a:pathLst>
          </a:custGeom>
          <a:solidFill>
            <a:srgbClr val="C9D4EE"/>
          </a:solidFill>
          <a:ln w="3359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000610" y="3031709"/>
            <a:ext cx="1813035" cy="290085"/>
          </a:xfrm>
          <a:custGeom>
            <a:avLst/>
            <a:gdLst/>
            <a:ahLst/>
            <a:cxnLst/>
            <a:rect l="l" t="t" r="r" b="b"/>
            <a:pathLst>
              <a:path w="1813035" h="290085">
                <a:moveTo>
                  <a:pt x="1813035" y="290085"/>
                </a:moveTo>
                <a:lnTo>
                  <a:pt x="1805279" y="252222"/>
                </a:lnTo>
                <a:lnTo>
                  <a:pt x="1782146" y="215006"/>
                </a:lnTo>
                <a:lnTo>
                  <a:pt x="1744030" y="179075"/>
                </a:lnTo>
                <a:lnTo>
                  <a:pt x="1691585" y="145043"/>
                </a:lnTo>
                <a:lnTo>
                  <a:pt x="1625706" y="113493"/>
                </a:lnTo>
                <a:lnTo>
                  <a:pt x="1547522" y="84964"/>
                </a:lnTo>
                <a:lnTo>
                  <a:pt x="1458370" y="59945"/>
                </a:lnTo>
                <a:lnTo>
                  <a:pt x="1359776" y="38864"/>
                </a:lnTo>
                <a:lnTo>
                  <a:pt x="1253427" y="22081"/>
                </a:lnTo>
                <a:lnTo>
                  <a:pt x="1141142" y="9884"/>
                </a:lnTo>
                <a:lnTo>
                  <a:pt x="1024842" y="2482"/>
                </a:lnTo>
                <a:lnTo>
                  <a:pt x="906518" y="0"/>
                </a:lnTo>
                <a:lnTo>
                  <a:pt x="788193" y="2482"/>
                </a:lnTo>
                <a:lnTo>
                  <a:pt x="671894" y="9884"/>
                </a:lnTo>
                <a:lnTo>
                  <a:pt x="559608" y="22081"/>
                </a:lnTo>
                <a:lnTo>
                  <a:pt x="453259" y="38864"/>
                </a:lnTo>
                <a:lnTo>
                  <a:pt x="354665" y="59945"/>
                </a:lnTo>
                <a:lnTo>
                  <a:pt x="265513" y="84964"/>
                </a:lnTo>
                <a:lnTo>
                  <a:pt x="187329" y="113493"/>
                </a:lnTo>
                <a:lnTo>
                  <a:pt x="121451" y="145043"/>
                </a:lnTo>
                <a:lnTo>
                  <a:pt x="69005" y="179075"/>
                </a:lnTo>
                <a:lnTo>
                  <a:pt x="30889" y="215006"/>
                </a:lnTo>
                <a:lnTo>
                  <a:pt x="7756" y="252222"/>
                </a:lnTo>
                <a:lnTo>
                  <a:pt x="0" y="290085"/>
                </a:lnTo>
              </a:path>
            </a:pathLst>
          </a:custGeom>
          <a:noFill/>
          <a:ln w="20154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000610" y="1508760"/>
            <a:ext cx="1813035" cy="2103120"/>
          </a:xfrm>
          <a:custGeom>
            <a:avLst/>
            <a:gdLst/>
            <a:ahLst/>
            <a:cxnLst/>
            <a:rect l="l" t="t" r="r" b="b"/>
            <a:pathLst>
              <a:path w="1813035" h="2103120">
                <a:moveTo>
                  <a:pt x="906518" y="0"/>
                </a:moveTo>
                <a:lnTo>
                  <a:pt x="0" y="1813034"/>
                </a:lnTo>
                <a:lnTo>
                  <a:pt x="7756" y="1850898"/>
                </a:lnTo>
                <a:lnTo>
                  <a:pt x="30889" y="1888114"/>
                </a:lnTo>
                <a:lnTo>
                  <a:pt x="69005" y="1924045"/>
                </a:lnTo>
                <a:lnTo>
                  <a:pt x="121451" y="1958077"/>
                </a:lnTo>
                <a:lnTo>
                  <a:pt x="187329" y="1989627"/>
                </a:lnTo>
                <a:lnTo>
                  <a:pt x="265513" y="2018156"/>
                </a:lnTo>
                <a:lnTo>
                  <a:pt x="354665" y="2043175"/>
                </a:lnTo>
                <a:lnTo>
                  <a:pt x="453259" y="2064256"/>
                </a:lnTo>
                <a:lnTo>
                  <a:pt x="559608" y="2081039"/>
                </a:lnTo>
                <a:lnTo>
                  <a:pt x="671894" y="2093236"/>
                </a:lnTo>
                <a:lnTo>
                  <a:pt x="788193" y="2100638"/>
                </a:lnTo>
                <a:lnTo>
                  <a:pt x="906518" y="2103120"/>
                </a:lnTo>
                <a:lnTo>
                  <a:pt x="1024842" y="2100638"/>
                </a:lnTo>
                <a:lnTo>
                  <a:pt x="1141142" y="2093236"/>
                </a:lnTo>
                <a:lnTo>
                  <a:pt x="1253427" y="2081039"/>
                </a:lnTo>
                <a:lnTo>
                  <a:pt x="1359776" y="2064256"/>
                </a:lnTo>
                <a:lnTo>
                  <a:pt x="1458370" y="2043175"/>
                </a:lnTo>
                <a:lnTo>
                  <a:pt x="1547522" y="2018156"/>
                </a:lnTo>
                <a:lnTo>
                  <a:pt x="1625706" y="1989627"/>
                </a:lnTo>
                <a:lnTo>
                  <a:pt x="1691585" y="1958077"/>
                </a:lnTo>
                <a:lnTo>
                  <a:pt x="1744030" y="1924045"/>
                </a:lnTo>
                <a:lnTo>
                  <a:pt x="1782146" y="1888114"/>
                </a:lnTo>
                <a:lnTo>
                  <a:pt x="1805279" y="1850898"/>
                </a:lnTo>
                <a:lnTo>
                  <a:pt x="1813035" y="1813034"/>
                </a:lnTo>
                <a:close/>
              </a:path>
            </a:pathLst>
          </a:custGeom>
          <a:solidFill>
            <a:srgbClr val="C9D4EE"/>
          </a:solidFill>
          <a:ln w="3359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000610" y="3031709"/>
            <a:ext cx="1813035" cy="290085"/>
          </a:xfrm>
          <a:custGeom>
            <a:avLst/>
            <a:gdLst/>
            <a:ahLst/>
            <a:cxnLst/>
            <a:rect l="l" t="t" r="r" b="b"/>
            <a:pathLst>
              <a:path w="1813035" h="290085">
                <a:moveTo>
                  <a:pt x="1813035" y="290085"/>
                </a:moveTo>
                <a:lnTo>
                  <a:pt x="1805279" y="252222"/>
                </a:lnTo>
                <a:lnTo>
                  <a:pt x="1782146" y="215006"/>
                </a:lnTo>
                <a:lnTo>
                  <a:pt x="1744030" y="179075"/>
                </a:lnTo>
                <a:lnTo>
                  <a:pt x="1691585" y="145043"/>
                </a:lnTo>
                <a:lnTo>
                  <a:pt x="1625706" y="113493"/>
                </a:lnTo>
                <a:lnTo>
                  <a:pt x="1547522" y="84964"/>
                </a:lnTo>
                <a:lnTo>
                  <a:pt x="1458370" y="59945"/>
                </a:lnTo>
                <a:lnTo>
                  <a:pt x="1359776" y="38864"/>
                </a:lnTo>
                <a:lnTo>
                  <a:pt x="1253427" y="22081"/>
                </a:lnTo>
                <a:lnTo>
                  <a:pt x="1141142" y="9884"/>
                </a:lnTo>
                <a:lnTo>
                  <a:pt x="1024842" y="2482"/>
                </a:lnTo>
                <a:lnTo>
                  <a:pt x="906518" y="0"/>
                </a:lnTo>
                <a:lnTo>
                  <a:pt x="788193" y="2482"/>
                </a:lnTo>
                <a:lnTo>
                  <a:pt x="671894" y="9884"/>
                </a:lnTo>
                <a:lnTo>
                  <a:pt x="559608" y="22081"/>
                </a:lnTo>
                <a:lnTo>
                  <a:pt x="453259" y="38864"/>
                </a:lnTo>
                <a:lnTo>
                  <a:pt x="354665" y="59945"/>
                </a:lnTo>
                <a:lnTo>
                  <a:pt x="265513" y="84964"/>
                </a:lnTo>
                <a:lnTo>
                  <a:pt x="187329" y="113493"/>
                </a:lnTo>
                <a:lnTo>
                  <a:pt x="121451" y="145043"/>
                </a:lnTo>
                <a:lnTo>
                  <a:pt x="69005" y="179075"/>
                </a:lnTo>
                <a:lnTo>
                  <a:pt x="30889" y="215006"/>
                </a:lnTo>
                <a:lnTo>
                  <a:pt x="7756" y="252222"/>
                </a:lnTo>
                <a:lnTo>
                  <a:pt x="0" y="290085"/>
                </a:lnTo>
              </a:path>
            </a:pathLst>
          </a:custGeom>
          <a:noFill/>
          <a:ln w="20154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Конус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Кубдун канча чокусу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Кубдун канча чокусу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1560227"/>
            <a:ext cx="2103120" cy="2000186"/>
          </a:xfrm>
          <a:custGeom>
            <a:avLst/>
            <a:gdLst/>
            <a:ahLst/>
            <a:cxnLst/>
            <a:rect l="l" t="t" r="r" b="b"/>
            <a:pathLst>
              <a:path w="2103120" h="2000186">
                <a:moveTo>
                  <a:pt x="1051560" y="0"/>
                </a:moveTo>
                <a:lnTo>
                  <a:pt x="2103120" y="764003"/>
                </a:lnTo>
                <a:lnTo>
                  <a:pt x="1701459" y="2000186"/>
                </a:lnTo>
                <a:lnTo>
                  <a:pt x="401660" y="2000186"/>
                </a:lnTo>
                <a:lnTo>
                  <a:pt x="0" y="764003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жагы бар?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1560227"/>
            <a:ext cx="2103120" cy="2000186"/>
          </a:xfrm>
          <a:custGeom>
            <a:avLst/>
            <a:gdLst/>
            <a:ahLst/>
            <a:cxnLst/>
            <a:rect l="l" t="t" r="r" b="b"/>
            <a:pathLst>
              <a:path w="2103120" h="2000186">
                <a:moveTo>
                  <a:pt x="1051560" y="0"/>
                </a:moveTo>
                <a:lnTo>
                  <a:pt x="2103120" y="764003"/>
                </a:lnTo>
                <a:lnTo>
                  <a:pt x="1701459" y="2000186"/>
                </a:lnTo>
                <a:lnTo>
                  <a:pt x="401660" y="2000186"/>
                </a:lnTo>
                <a:lnTo>
                  <a:pt x="0" y="764003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жагы бар?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Шар тоголонобу?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Шар тоголонобу?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2259540"/>
            <a:ext cx="1803120" cy="901560"/>
          </a:xfrm>
          <a:custGeom>
            <a:avLst/>
            <a:gdLst/>
            <a:ahLst/>
            <a:cxnLst/>
            <a:rect l="l" t="t" r="r" b="b"/>
            <a:pathLst>
              <a:path w="1803120" h="901560">
                <a:moveTo>
                  <a:pt x="0" y="901560"/>
                </a:moveTo>
                <a:lnTo>
                  <a:pt x="1803120" y="901560"/>
                </a:lnTo>
                <a:lnTo>
                  <a:pt x="1803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855568" y="1959540"/>
            <a:ext cx="2103120" cy="300000"/>
          </a:xfrm>
          <a:custGeom>
            <a:avLst/>
            <a:gdLst/>
            <a:ahLst/>
            <a:cxnLst/>
            <a:rect l="l" t="t" r="r" b="b"/>
            <a:pathLst>
              <a:path w="2103120" h="300000">
                <a:moveTo>
                  <a:pt x="0" y="300000"/>
                </a:moveTo>
                <a:lnTo>
                  <a:pt x="1803120" y="300000"/>
                </a:lnTo>
                <a:lnTo>
                  <a:pt x="2103120" y="0"/>
                </a:lnTo>
                <a:lnTo>
                  <a:pt x="299999" y="0"/>
                </a:lnTo>
                <a:close/>
              </a:path>
            </a:pathLst>
          </a:custGeom>
          <a:solidFill>
            <a:srgbClr val="E6EBF7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58688" y="1959540"/>
            <a:ext cx="300000" cy="1201560"/>
          </a:xfrm>
          <a:custGeom>
            <a:avLst/>
            <a:gdLst/>
            <a:ahLst/>
            <a:cxnLst/>
            <a:rect l="l" t="t" r="r" b="b"/>
            <a:pathLst>
              <a:path w="300000" h="1201560">
                <a:moveTo>
                  <a:pt x="0" y="1201560"/>
                </a:moveTo>
                <a:lnTo>
                  <a:pt x="0" y="300000"/>
                </a:lnTo>
                <a:lnTo>
                  <a:pt x="300000" y="0"/>
                </a:lnTo>
                <a:lnTo>
                  <a:pt x="300000" y="901560"/>
                </a:lnTo>
                <a:close/>
              </a:path>
            </a:pathLst>
          </a:custGeom>
          <a:solidFill>
            <a:srgbClr val="C9D4EE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855567" y="2861100"/>
            <a:ext cx="300000" cy="299999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5567" y="2861100"/>
            <a:ext cx="1803120" cy="0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55567" y="1959540"/>
            <a:ext cx="0" cy="901560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55567" y="3161099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55567" y="2259539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58687" y="2259539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58687" y="286110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855567" y="2259539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58687" y="195954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55567" y="195954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58687" y="1959540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155567" y="1959540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бети бар?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2259540"/>
            <a:ext cx="1803120" cy="901560"/>
          </a:xfrm>
          <a:custGeom>
            <a:avLst/>
            <a:gdLst/>
            <a:ahLst/>
            <a:cxnLst/>
            <a:rect l="l" t="t" r="r" b="b"/>
            <a:pathLst>
              <a:path w="1803120" h="901560">
                <a:moveTo>
                  <a:pt x="0" y="901560"/>
                </a:moveTo>
                <a:lnTo>
                  <a:pt x="1803120" y="901560"/>
                </a:lnTo>
                <a:lnTo>
                  <a:pt x="1803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855568" y="1959540"/>
            <a:ext cx="2103120" cy="300000"/>
          </a:xfrm>
          <a:custGeom>
            <a:avLst/>
            <a:gdLst/>
            <a:ahLst/>
            <a:cxnLst/>
            <a:rect l="l" t="t" r="r" b="b"/>
            <a:pathLst>
              <a:path w="2103120" h="300000">
                <a:moveTo>
                  <a:pt x="0" y="300000"/>
                </a:moveTo>
                <a:lnTo>
                  <a:pt x="1803120" y="300000"/>
                </a:lnTo>
                <a:lnTo>
                  <a:pt x="2103120" y="0"/>
                </a:lnTo>
                <a:lnTo>
                  <a:pt x="299999" y="0"/>
                </a:lnTo>
                <a:close/>
              </a:path>
            </a:pathLst>
          </a:custGeom>
          <a:solidFill>
            <a:srgbClr val="E6EBF7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58688" y="1959540"/>
            <a:ext cx="300000" cy="1201560"/>
          </a:xfrm>
          <a:custGeom>
            <a:avLst/>
            <a:gdLst/>
            <a:ahLst/>
            <a:cxnLst/>
            <a:rect l="l" t="t" r="r" b="b"/>
            <a:pathLst>
              <a:path w="300000" h="1201560">
                <a:moveTo>
                  <a:pt x="0" y="1201560"/>
                </a:moveTo>
                <a:lnTo>
                  <a:pt x="0" y="300000"/>
                </a:lnTo>
                <a:lnTo>
                  <a:pt x="300000" y="0"/>
                </a:lnTo>
                <a:lnTo>
                  <a:pt x="300000" y="901560"/>
                </a:lnTo>
                <a:close/>
              </a:path>
            </a:pathLst>
          </a:custGeom>
          <a:solidFill>
            <a:srgbClr val="C9D4EE"/>
          </a:solidFill>
          <a:ln w="13436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855567" y="2861100"/>
            <a:ext cx="300000" cy="299999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5567" y="2861100"/>
            <a:ext cx="1803120" cy="0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55567" y="1959540"/>
            <a:ext cx="0" cy="901560"/>
          </a:xfrm>
          <a:prstGeom prst="line">
            <a:avLst/>
          </a:prstGeom>
          <a:ln w="20154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55567" y="3161099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55567" y="2259539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58687" y="2259539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58687" y="286110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855567" y="2259539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58687" y="195954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55567" y="1959540"/>
            <a:ext cx="300000" cy="299999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58687" y="1959540"/>
            <a:ext cx="0" cy="90156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155567" y="1959540"/>
            <a:ext cx="1803120" cy="0"/>
          </a:xfrm>
          <a:prstGeom prst="line">
            <a:avLst/>
          </a:prstGeom>
          <a:ln w="3359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бети бар?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Тегеректин канча чокусу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Тегеректин канча чокусу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203454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525780" y="0"/>
                </a:moveTo>
                <a:lnTo>
                  <a:pt x="2103120" y="0"/>
                </a:lnTo>
                <a:lnTo>
                  <a:pt x="1577340" y="1051560"/>
                </a:lnTo>
                <a:lnTo>
                  <a:pt x="0" y="1051560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тик бурчтукпу?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855568" y="203454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525780" y="0"/>
                </a:moveTo>
                <a:lnTo>
                  <a:pt x="2103120" y="0"/>
                </a:lnTo>
                <a:lnTo>
                  <a:pt x="1577340" y="1051560"/>
                </a:lnTo>
                <a:lnTo>
                  <a:pt x="0" y="1051560"/>
                </a:lnTo>
                <a:close/>
              </a:path>
            </a:pathLst>
          </a:custGeom>
          <a:solidFill>
            <a:srgbClr val="B5E2D3"/>
          </a:solidFill>
          <a:ln w="3359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тик бурчтукпу?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бурчтуу призманын канча бети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бурчтуу призманын канча бети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045193" y="1784579"/>
            <a:ext cx="1723869" cy="1827301"/>
          </a:xfrm>
          <a:custGeom>
            <a:avLst/>
            <a:gdLst/>
            <a:ahLst/>
            <a:cxnLst/>
            <a:rect l="l" t="t" r="r" b="b"/>
            <a:pathLst>
              <a:path w="1723869" h="1827301">
                <a:moveTo>
                  <a:pt x="0" y="0"/>
                </a:moveTo>
                <a:lnTo>
                  <a:pt x="0" y="1551482"/>
                </a:lnTo>
                <a:lnTo>
                  <a:pt x="7374" y="1587484"/>
                </a:lnTo>
                <a:lnTo>
                  <a:pt x="29370" y="1622869"/>
                </a:lnTo>
                <a:lnTo>
                  <a:pt x="65611" y="1657033"/>
                </a:lnTo>
                <a:lnTo>
                  <a:pt x="115477" y="1689391"/>
                </a:lnTo>
                <a:lnTo>
                  <a:pt x="178116" y="1719390"/>
                </a:lnTo>
                <a:lnTo>
                  <a:pt x="252455" y="1746515"/>
                </a:lnTo>
                <a:lnTo>
                  <a:pt x="337222" y="1770304"/>
                </a:lnTo>
                <a:lnTo>
                  <a:pt x="430967" y="1790348"/>
                </a:lnTo>
                <a:lnTo>
                  <a:pt x="532087" y="1806306"/>
                </a:lnTo>
                <a:lnTo>
                  <a:pt x="638850" y="1817903"/>
                </a:lnTo>
                <a:lnTo>
                  <a:pt x="749430" y="1824941"/>
                </a:lnTo>
                <a:lnTo>
                  <a:pt x="861935" y="1827301"/>
                </a:lnTo>
                <a:lnTo>
                  <a:pt x="974440" y="1824941"/>
                </a:lnTo>
                <a:lnTo>
                  <a:pt x="1085020" y="1817903"/>
                </a:lnTo>
                <a:lnTo>
                  <a:pt x="1191783" y="1806306"/>
                </a:lnTo>
                <a:lnTo>
                  <a:pt x="1292902" y="1790348"/>
                </a:lnTo>
                <a:lnTo>
                  <a:pt x="1386647" y="1770304"/>
                </a:lnTo>
                <a:lnTo>
                  <a:pt x="1471414" y="1746515"/>
                </a:lnTo>
                <a:lnTo>
                  <a:pt x="1545753" y="1719390"/>
                </a:lnTo>
                <a:lnTo>
                  <a:pt x="1608392" y="1689391"/>
                </a:lnTo>
                <a:lnTo>
                  <a:pt x="1658258" y="1657033"/>
                </a:lnTo>
                <a:lnTo>
                  <a:pt x="1694499" y="1622869"/>
                </a:lnTo>
                <a:lnTo>
                  <a:pt x="1716495" y="1587484"/>
                </a:lnTo>
                <a:lnTo>
                  <a:pt x="1723869" y="1551482"/>
                </a:lnTo>
                <a:lnTo>
                  <a:pt x="1723869" y="0"/>
                </a:lnTo>
                <a:lnTo>
                  <a:pt x="1723869" y="0"/>
                </a:lnTo>
                <a:lnTo>
                  <a:pt x="1716495" y="36002"/>
                </a:lnTo>
                <a:lnTo>
                  <a:pt x="1694499" y="71387"/>
                </a:lnTo>
                <a:lnTo>
                  <a:pt x="1658258" y="105551"/>
                </a:lnTo>
                <a:lnTo>
                  <a:pt x="1608392" y="137910"/>
                </a:lnTo>
                <a:lnTo>
                  <a:pt x="1545753" y="167908"/>
                </a:lnTo>
                <a:lnTo>
                  <a:pt x="1471414" y="195034"/>
                </a:lnTo>
                <a:lnTo>
                  <a:pt x="1386647" y="218822"/>
                </a:lnTo>
                <a:lnTo>
                  <a:pt x="1292902" y="238866"/>
                </a:lnTo>
                <a:lnTo>
                  <a:pt x="1191783" y="254824"/>
                </a:lnTo>
                <a:lnTo>
                  <a:pt x="1085020" y="266421"/>
                </a:lnTo>
                <a:lnTo>
                  <a:pt x="974440" y="273459"/>
                </a:lnTo>
                <a:lnTo>
                  <a:pt x="861935" y="275819"/>
                </a:lnTo>
                <a:lnTo>
                  <a:pt x="749430" y="273459"/>
                </a:lnTo>
                <a:lnTo>
                  <a:pt x="638850" y="266421"/>
                </a:lnTo>
                <a:lnTo>
                  <a:pt x="532087" y="254824"/>
                </a:lnTo>
                <a:lnTo>
                  <a:pt x="430967" y="238866"/>
                </a:lnTo>
                <a:lnTo>
                  <a:pt x="337222" y="218822"/>
                </a:lnTo>
                <a:lnTo>
                  <a:pt x="252455" y="195034"/>
                </a:lnTo>
                <a:lnTo>
                  <a:pt x="178116" y="167908"/>
                </a:lnTo>
                <a:lnTo>
                  <a:pt x="115477" y="137910"/>
                </a:lnTo>
                <a:lnTo>
                  <a:pt x="65611" y="105551"/>
                </a:lnTo>
                <a:lnTo>
                  <a:pt x="29370" y="71387"/>
                </a:lnTo>
                <a:lnTo>
                  <a:pt x="7374" y="36002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3359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45193" y="1508759"/>
            <a:ext cx="1723868" cy="551638"/>
          </a:xfrm>
          <a:prstGeom prst="ellipse">
            <a:avLst/>
          </a:prstGeom>
          <a:solidFill>
            <a:srgbClr val="E6EBF7"/>
          </a:solidFill>
          <a:ln w="3359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045193" y="3060242"/>
            <a:ext cx="1723869" cy="275819"/>
          </a:xfrm>
          <a:custGeom>
            <a:avLst/>
            <a:gdLst/>
            <a:ahLst/>
            <a:cxnLst/>
            <a:rect l="l" t="t" r="r" b="b"/>
            <a:pathLst>
              <a:path w="1723869" h="275819">
                <a:moveTo>
                  <a:pt x="1723869" y="275819"/>
                </a:moveTo>
                <a:lnTo>
                  <a:pt x="1716495" y="239817"/>
                </a:lnTo>
                <a:lnTo>
                  <a:pt x="1694499" y="204432"/>
                </a:lnTo>
                <a:lnTo>
                  <a:pt x="1658258" y="170268"/>
                </a:lnTo>
                <a:lnTo>
                  <a:pt x="1608392" y="137909"/>
                </a:lnTo>
                <a:lnTo>
                  <a:pt x="1545753" y="107911"/>
                </a:lnTo>
                <a:lnTo>
                  <a:pt x="1471414" y="80785"/>
                </a:lnTo>
                <a:lnTo>
                  <a:pt x="1386647" y="56997"/>
                </a:lnTo>
                <a:lnTo>
                  <a:pt x="1292902" y="36953"/>
                </a:lnTo>
                <a:lnTo>
                  <a:pt x="1191783" y="20995"/>
                </a:lnTo>
                <a:lnTo>
                  <a:pt x="1085020" y="9398"/>
                </a:lnTo>
                <a:lnTo>
                  <a:pt x="974440" y="2360"/>
                </a:lnTo>
                <a:lnTo>
                  <a:pt x="861935" y="0"/>
                </a:lnTo>
                <a:lnTo>
                  <a:pt x="749430" y="2360"/>
                </a:lnTo>
                <a:lnTo>
                  <a:pt x="638850" y="9398"/>
                </a:lnTo>
                <a:lnTo>
                  <a:pt x="532087" y="20995"/>
                </a:lnTo>
                <a:lnTo>
                  <a:pt x="430967" y="36953"/>
                </a:lnTo>
                <a:lnTo>
                  <a:pt x="337222" y="56997"/>
                </a:lnTo>
                <a:lnTo>
                  <a:pt x="252455" y="80785"/>
                </a:lnTo>
                <a:lnTo>
                  <a:pt x="178116" y="107911"/>
                </a:lnTo>
                <a:lnTo>
                  <a:pt x="115477" y="137909"/>
                </a:lnTo>
                <a:lnTo>
                  <a:pt x="65611" y="170268"/>
                </a:lnTo>
                <a:lnTo>
                  <a:pt x="29370" y="204432"/>
                </a:lnTo>
                <a:lnTo>
                  <a:pt x="7374" y="239817"/>
                </a:lnTo>
                <a:lnTo>
                  <a:pt x="0" y="275819"/>
                </a:lnTo>
              </a:path>
            </a:pathLst>
          </a:custGeom>
          <a:noFill/>
          <a:ln w="20154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жалпак бети бар?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045193" y="1784579"/>
            <a:ext cx="1723869" cy="1827301"/>
          </a:xfrm>
          <a:custGeom>
            <a:avLst/>
            <a:gdLst/>
            <a:ahLst/>
            <a:cxnLst/>
            <a:rect l="l" t="t" r="r" b="b"/>
            <a:pathLst>
              <a:path w="1723869" h="1827301">
                <a:moveTo>
                  <a:pt x="0" y="0"/>
                </a:moveTo>
                <a:lnTo>
                  <a:pt x="0" y="1551482"/>
                </a:lnTo>
                <a:lnTo>
                  <a:pt x="7374" y="1587484"/>
                </a:lnTo>
                <a:lnTo>
                  <a:pt x="29370" y="1622869"/>
                </a:lnTo>
                <a:lnTo>
                  <a:pt x="65611" y="1657033"/>
                </a:lnTo>
                <a:lnTo>
                  <a:pt x="115477" y="1689391"/>
                </a:lnTo>
                <a:lnTo>
                  <a:pt x="178116" y="1719390"/>
                </a:lnTo>
                <a:lnTo>
                  <a:pt x="252455" y="1746515"/>
                </a:lnTo>
                <a:lnTo>
                  <a:pt x="337222" y="1770304"/>
                </a:lnTo>
                <a:lnTo>
                  <a:pt x="430967" y="1790348"/>
                </a:lnTo>
                <a:lnTo>
                  <a:pt x="532087" y="1806306"/>
                </a:lnTo>
                <a:lnTo>
                  <a:pt x="638850" y="1817903"/>
                </a:lnTo>
                <a:lnTo>
                  <a:pt x="749430" y="1824941"/>
                </a:lnTo>
                <a:lnTo>
                  <a:pt x="861935" y="1827301"/>
                </a:lnTo>
                <a:lnTo>
                  <a:pt x="974440" y="1824941"/>
                </a:lnTo>
                <a:lnTo>
                  <a:pt x="1085020" y="1817903"/>
                </a:lnTo>
                <a:lnTo>
                  <a:pt x="1191783" y="1806306"/>
                </a:lnTo>
                <a:lnTo>
                  <a:pt x="1292902" y="1790348"/>
                </a:lnTo>
                <a:lnTo>
                  <a:pt x="1386647" y="1770304"/>
                </a:lnTo>
                <a:lnTo>
                  <a:pt x="1471414" y="1746515"/>
                </a:lnTo>
                <a:lnTo>
                  <a:pt x="1545753" y="1719390"/>
                </a:lnTo>
                <a:lnTo>
                  <a:pt x="1608392" y="1689391"/>
                </a:lnTo>
                <a:lnTo>
                  <a:pt x="1658258" y="1657033"/>
                </a:lnTo>
                <a:lnTo>
                  <a:pt x="1694499" y="1622869"/>
                </a:lnTo>
                <a:lnTo>
                  <a:pt x="1716495" y="1587484"/>
                </a:lnTo>
                <a:lnTo>
                  <a:pt x="1723869" y="1551482"/>
                </a:lnTo>
                <a:lnTo>
                  <a:pt x="1723869" y="0"/>
                </a:lnTo>
                <a:lnTo>
                  <a:pt x="1723869" y="0"/>
                </a:lnTo>
                <a:lnTo>
                  <a:pt x="1716495" y="36002"/>
                </a:lnTo>
                <a:lnTo>
                  <a:pt x="1694499" y="71387"/>
                </a:lnTo>
                <a:lnTo>
                  <a:pt x="1658258" y="105551"/>
                </a:lnTo>
                <a:lnTo>
                  <a:pt x="1608392" y="137910"/>
                </a:lnTo>
                <a:lnTo>
                  <a:pt x="1545753" y="167908"/>
                </a:lnTo>
                <a:lnTo>
                  <a:pt x="1471414" y="195034"/>
                </a:lnTo>
                <a:lnTo>
                  <a:pt x="1386647" y="218822"/>
                </a:lnTo>
                <a:lnTo>
                  <a:pt x="1292902" y="238866"/>
                </a:lnTo>
                <a:lnTo>
                  <a:pt x="1191783" y="254824"/>
                </a:lnTo>
                <a:lnTo>
                  <a:pt x="1085020" y="266421"/>
                </a:lnTo>
                <a:lnTo>
                  <a:pt x="974440" y="273459"/>
                </a:lnTo>
                <a:lnTo>
                  <a:pt x="861935" y="275819"/>
                </a:lnTo>
                <a:lnTo>
                  <a:pt x="749430" y="273459"/>
                </a:lnTo>
                <a:lnTo>
                  <a:pt x="638850" y="266421"/>
                </a:lnTo>
                <a:lnTo>
                  <a:pt x="532087" y="254824"/>
                </a:lnTo>
                <a:lnTo>
                  <a:pt x="430967" y="238866"/>
                </a:lnTo>
                <a:lnTo>
                  <a:pt x="337222" y="218822"/>
                </a:lnTo>
                <a:lnTo>
                  <a:pt x="252455" y="195034"/>
                </a:lnTo>
                <a:lnTo>
                  <a:pt x="178116" y="167908"/>
                </a:lnTo>
                <a:lnTo>
                  <a:pt x="115477" y="137910"/>
                </a:lnTo>
                <a:lnTo>
                  <a:pt x="65611" y="105551"/>
                </a:lnTo>
                <a:lnTo>
                  <a:pt x="29370" y="71387"/>
                </a:lnTo>
                <a:lnTo>
                  <a:pt x="7374" y="36002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3359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45193" y="1508759"/>
            <a:ext cx="1723868" cy="551638"/>
          </a:xfrm>
          <a:prstGeom prst="ellipse">
            <a:avLst/>
          </a:prstGeom>
          <a:solidFill>
            <a:srgbClr val="E6EBF7"/>
          </a:solidFill>
          <a:ln w="3359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045193" y="3060242"/>
            <a:ext cx="1723869" cy="275819"/>
          </a:xfrm>
          <a:custGeom>
            <a:avLst/>
            <a:gdLst/>
            <a:ahLst/>
            <a:cxnLst/>
            <a:rect l="l" t="t" r="r" b="b"/>
            <a:pathLst>
              <a:path w="1723869" h="275819">
                <a:moveTo>
                  <a:pt x="1723869" y="275819"/>
                </a:moveTo>
                <a:lnTo>
                  <a:pt x="1716495" y="239817"/>
                </a:lnTo>
                <a:lnTo>
                  <a:pt x="1694499" y="204432"/>
                </a:lnTo>
                <a:lnTo>
                  <a:pt x="1658258" y="170268"/>
                </a:lnTo>
                <a:lnTo>
                  <a:pt x="1608392" y="137909"/>
                </a:lnTo>
                <a:lnTo>
                  <a:pt x="1545753" y="107911"/>
                </a:lnTo>
                <a:lnTo>
                  <a:pt x="1471414" y="80785"/>
                </a:lnTo>
                <a:lnTo>
                  <a:pt x="1386647" y="56997"/>
                </a:lnTo>
                <a:lnTo>
                  <a:pt x="1292902" y="36953"/>
                </a:lnTo>
                <a:lnTo>
                  <a:pt x="1191783" y="20995"/>
                </a:lnTo>
                <a:lnTo>
                  <a:pt x="1085020" y="9398"/>
                </a:lnTo>
                <a:lnTo>
                  <a:pt x="974440" y="2360"/>
                </a:lnTo>
                <a:lnTo>
                  <a:pt x="861935" y="0"/>
                </a:lnTo>
                <a:lnTo>
                  <a:pt x="749430" y="2360"/>
                </a:lnTo>
                <a:lnTo>
                  <a:pt x="638850" y="9398"/>
                </a:lnTo>
                <a:lnTo>
                  <a:pt x="532087" y="20995"/>
                </a:lnTo>
                <a:lnTo>
                  <a:pt x="430967" y="36953"/>
                </a:lnTo>
                <a:lnTo>
                  <a:pt x="337222" y="56997"/>
                </a:lnTo>
                <a:lnTo>
                  <a:pt x="252455" y="80785"/>
                </a:lnTo>
                <a:lnTo>
                  <a:pt x="178116" y="107911"/>
                </a:lnTo>
                <a:lnTo>
                  <a:pt x="115477" y="137909"/>
                </a:lnTo>
                <a:lnTo>
                  <a:pt x="65611" y="170268"/>
                </a:lnTo>
                <a:lnTo>
                  <a:pt x="29370" y="204432"/>
                </a:lnTo>
                <a:lnTo>
                  <a:pt x="7374" y="239817"/>
                </a:lnTo>
                <a:lnTo>
                  <a:pt x="0" y="275819"/>
                </a:lnTo>
              </a:path>
            </a:pathLst>
          </a:custGeom>
          <a:noFill/>
          <a:ln w="20154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Канча жалпак бети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Пирамиданын (асты квадрат) канча чокусу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Пирамиданын (асты квадрат) канча чокусу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