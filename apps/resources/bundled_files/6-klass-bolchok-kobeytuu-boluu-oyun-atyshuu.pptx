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Сокулуктагы тойго боорсок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1/4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1/2 × 1/2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1/2 × 1/2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÷ 1/2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÷ 1/2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×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2/3 × 3/2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2/3 × 3/2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÷ 1/5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÷ 1/5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1/3 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1/3 ÷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3/5 ×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3/5 ×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1/2 ×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1/2 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÷ 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÷ 1/4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2/5 × 5/6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2/5 × 5/6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Аралаш сан менен жаз: 7/2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Аралаш сан менен жаз: 7/2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1/2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