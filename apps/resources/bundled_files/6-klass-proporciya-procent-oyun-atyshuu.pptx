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Мектептин спорт күнү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50дүн 10%ы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50дүн 10%ы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1/4 = ?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1/4 = ?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: 3 = 4 :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: 3 = 4 :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200дүн 25%ы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200дүн 25%ы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бөтөлкө 50 сом. 6 бөтөлкө?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бөтөлкө 50 сом. 6 бөтөлкө?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150 сом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– 36нын канча проценти?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– 36нын канча проценти?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: 12ни кыскарт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: 12ни кыскарт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: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300дүн 3%ы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300дүн 3%ы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10%ы 7 болсо, сан?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10%ы 7 болсо, сан?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= ?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= ?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1 000 сомдун 15%ы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1 000 сомдун 15%ы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150 сом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: 5 = 9 :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: 5 = 9 :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