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Сары-Челекке саякат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100 000, 6 см → ? км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50 000, 8 см → ? км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25 000, 6 см → ? км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250 000, 3 см → ? км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100 000, 6 см → ? км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 км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50 000, 8 см → ? км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 км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25 000, 6 см → ? км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1,5 км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250 000, 3 см → ? км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7,5 км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100 000, 9 км → картада?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50 000, 3 км → картада?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20 000, 5 км → картада?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40 000, 1 км → картада?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100 000, 9 км → картада?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 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50 000, 3 км → картада?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 см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20 000, 5 км → картада?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 см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40 000, 1 км → картада?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2,5 см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см = 1 км. Масштаб 1 : 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см = 3 км. Масштаб 1 : 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 см = 1 км. Масштаб 1 : 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 см = 1 км. Масштаб 1 : 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см = 1 км. Масштаб 1 : 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 : 100 000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см = 3 км. Масштаб 1 : 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 : 300 000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 см = 1 км. Масштаб 1 : 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 : 50 000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 см = 1 км. Масштаб 1 : 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 : 20 000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Бөлмө 5 м × 4 м, масштаб 1 : 100. Планда өлчөмдөрү?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50 000 картада жол 3 см + 5 см. Чыныгы узундугу?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Кайсынысында айыл көрүнөт: 1 : 5 000 же 1 : 50 000?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100 планда бөлмө 6 см × 3 см. Чыныгы аянты?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Масштаб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Бөлмө 5 м × 4 м, масштаб 1 : 100. Планда өлчөмдөрү?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 см × 4 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50 000 картада жол 3 см + 5 см. Чыныгы узундугу?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 км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Кайсынысында айыл көрүнөт: 1 : 5 000 же 1 : 50 000?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 : 5 000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 : 100 планда бөлмө 6 см × 3 см. Чыныгы аянты?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 м²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