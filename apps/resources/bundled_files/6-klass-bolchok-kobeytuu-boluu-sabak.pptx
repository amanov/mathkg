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Адегенде болжолдошсун: 3 казанданбы, 10 казанданбы? Бекжан туурабы, ун азбы? Колун көтөртүп добуш алам.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Айпери: ар бир нанда 2 жарым, 6 нанда 12 жарым. Бекжан «1/2ге бөлүүнү» «2ге бөлүү» деп окуду (М4).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эски дептерден кесилген 5 кагаз тилке (бирин жарымынан кесебиз), бир чарчы кагаз (салфетка же дептер барагы), карандаш. 1) Тилкелерди экиге, анан дагы экиге бүктөшөт: ар бир тилкеде 4 чейрек, баары 18 чейрек. 2) 3 чейректен боёп, санашат: 6 казан. 3) Чарчы кагазды тигинен 4кө бүктөп, 3үн боёшот (бир казан = 3/4 кг). Анан туурасынан 3кө бүктөп, 2син штрихтешет: 2/3 казанга 6/12 = 1/2 кг. Проектор жок болсо, доскага ушул эле тилкелерди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Доскага узун тилке чийип, ар бир килограммды 4 чейрекке бөлөм. 3 чейректен кашаа менен белгилеп, санайбыз: 6. Анан аянт модели: 1 кг = чарчы. Тигинен 4кө бөлүп, 3үн боёйм (3/4 кг = бир казан). Туурасынан 3кө бөлүп, 2син белгилейм: 12 бөлүктүн 6сы, 1/2 кг. Окуучулар ушул эки сүрөттү дептерге чийишет.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Эреже тилкеден чыгат: бөлчөккө бөлүү = «ичинде канча бар?». Тескери сан: көбөйтүндүсү 1 болгон сан (3/4 жана 4/3). Туура эмес бөлчөк (китепте «буруш бөлчөк»): алымы бөлүмүнөн чоң же барабар. Жоопту кыскартып, 1ден чоң болсо аралаш сан менен жазабыз. Ката коддору: М1 (3 × 2/5 = 6/15), М3 (тескери кылбай көбөйтүү), М5 (2 3/4 = 5/4), М6 (бүтүндөрдү өзүнчө).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М3; Б = ✓; В = М2; Г = М5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бүтүн × бөлчөк → бөлчөккө бөлүү → аралаш сан ÷ бөлчөк. Жооптор: 4 × 2/3 = 8/3 = 2 2/3 л; 3 ÷ 3/4 = 4 казан; 9/4 × 8/3 = 6 казан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1/2 кг = 18 чейрек, бир казан = 3 чейрек: 18 ÷ 3 = 6. Эрежеси менен: 9/2 × 4/3 = 6. Кимдир бирөө 4 1/2 × 3/4 = 3 3/8 деп эсептесе (М3), «бир казанга 3/4 кгдан кетсе, 4 1/2 кг 4 казандан аз жетеби?» деп сурайм. Бекжан «бөлүү кичирейтет» деп ойлоду (М4).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1 7/8; 1 1/2;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6-класс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Бөлчөктөрдү көбөйтүү жана бөлүү, аралаш сандар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Сокулуктагы тойго боорсок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Айпери менен Бекжан Сайра апага той үчүн боорсок бышырууга жардам беришет: ун жетеби?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Кыдыралиев ж.б., «Математика 6», §11 «Кадимки бөлчөктөрдүн үстүнөн амалдар» (көбөйтүү, бөлүү, аралаш сандар); стандарт 2018, 6-класс. Даярдык: 5-класстын «Кадимки бөлчөктөр» пакети.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Сокулуктагы тойго боорсок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Сокулукта Айперинин агасы үйлөнөт. Той ишемби күнү.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Чоң энеси Сайра апа боорсок бышырат. Айпери менен Бекжан жардам беришет.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Сайра апанын эрежеси: бир казан боорсокко 3/4 кг ун кетет.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Үйдө 4 1/2 кг ун калыптыр. Бекжан: «Ун аз, дүкөнгө барайын!» Ун жетеби?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Үйдө 4 1/2 кг ун бар. Бир казан боорсокко 3/4 кг ун кетет. Ушул ундан канча казан боорсок бышырабыз?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Бүтүндү бөлчөккө жана бөлчөктү бөлчөккө көбөйтөм, аянт модели менен түшүндүрөм.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Бөлчөккө бөлөм: «ичинде канча бар?» деп тилке менен көрсөтөм, тескери санга көбөйтөм.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Аралаш санды туура эмес бөлчөккө айландырып, аралаш сандар менен көбөйтөм жана бөлөм.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Бүтүн × бөлчөк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Бөлчөк × ÷ бөлчөк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Аралаш сандар, маселе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6 ÷ 1/2 = 3 же 12?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кагаз бүктөө,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Той алдында боорсок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Ун, сүт, май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4-класс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Үлүштөр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Сандын бөлүгү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Кадимки бөлчөктөр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Кошуу, кемитүү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6-класс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Бөлчөктү көбөйтүү, бөлүү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Аралаш сандар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7-класс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Рационалдык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Алгебралык бөлчөк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2/5 + 2/5 + 2/5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12/16ны кыскарт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20 боорсоктун 1/4 бөлүгү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бүтүндө канча 1/3 бар?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2/5 + 2/5 + 2/5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6/5 = 1 1/5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12/16ны кыскарт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3/4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20 боорсоктун 1/4 бөлүгү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бүтүндө канча 1/3 бар?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Сайра апа: «6 нанды жарымынан кестик. Канча бөлүк болду? 6 ÷ 1/2»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Бекжан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Бөлүү кичирейтет: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 ÷ 2 = 3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Айпери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6да канча жарым бар?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 × 2 = 12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Кагаз тилке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4 1/2 кагаз тилке = 4 1/2 кг ун. Ар бир тилкени 4кө бүктөгүлө. 3/4 кгдан (3 чейрек) канча казан чыгат?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1) 4 1/2 тилке, ар бири 4 чейрек: 3 чейректен боё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88920"/>
            <a:ext cx="329184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4983" y="2788920"/>
            <a:ext cx="329184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44168" y="2788920"/>
            <a:ext cx="329184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73352" y="2788920"/>
            <a:ext cx="329184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75688" y="2788920"/>
            <a:ext cx="329184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04872" y="2788920"/>
            <a:ext cx="329184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34056" y="2788920"/>
            <a:ext cx="329184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2788920"/>
            <a:ext cx="329184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65576" y="2788920"/>
            <a:ext cx="329184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94759" y="2788920"/>
            <a:ext cx="329184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23944" y="2788920"/>
            <a:ext cx="329184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3128" y="2788920"/>
            <a:ext cx="329184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55464" y="2788920"/>
            <a:ext cx="329184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84648" y="2788920"/>
            <a:ext cx="329184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13832" y="2788920"/>
            <a:ext cx="329184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43016" y="2788920"/>
            <a:ext cx="329184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45352" y="2788920"/>
            <a:ext cx="329184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74536" y="2788920"/>
            <a:ext cx="329184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2788920"/>
            <a:ext cx="1316736" cy="457200"/>
          </a:xfrm>
          <a:prstGeom prst="rect">
            <a:avLst/>
          </a:prstGeom>
          <a:noFill/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478024"/>
            <a:ext cx="1316736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1 кг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75688" y="2788920"/>
            <a:ext cx="1316736" cy="457200"/>
          </a:xfrm>
          <a:prstGeom prst="rect">
            <a:avLst/>
          </a:prstGeom>
          <a:noFill/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75688" y="2478024"/>
            <a:ext cx="1316736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1 кг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65576" y="2788920"/>
            <a:ext cx="1316736" cy="457200"/>
          </a:xfrm>
          <a:prstGeom prst="rect">
            <a:avLst/>
          </a:prstGeom>
          <a:noFill/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65576" y="2478024"/>
            <a:ext cx="1316736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1 кг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55464" y="2788920"/>
            <a:ext cx="1316736" cy="457200"/>
          </a:xfrm>
          <a:prstGeom prst="rect">
            <a:avLst/>
          </a:prstGeom>
          <a:noFill/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55464" y="2478024"/>
            <a:ext cx="1316736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1 кг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45352" y="2788920"/>
            <a:ext cx="658368" cy="457200"/>
          </a:xfrm>
          <a:prstGeom prst="rect">
            <a:avLst/>
          </a:prstGeom>
          <a:noFill/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5352" y="2478024"/>
            <a:ext cx="658368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1/2 кг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3232" y="3337560"/>
            <a:ext cx="932688" cy="0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5800" y="3355848"/>
            <a:ext cx="98755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700784" y="3337560"/>
            <a:ext cx="1005840" cy="0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673352" y="3355848"/>
            <a:ext cx="1060703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61488" y="3337560"/>
            <a:ext cx="1005840" cy="0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34056" y="3355848"/>
            <a:ext cx="1060704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822191" y="3337560"/>
            <a:ext cx="932689" cy="0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794759" y="3355848"/>
            <a:ext cx="98755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882896" y="3337560"/>
            <a:ext cx="932688" cy="0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855464" y="3355848"/>
            <a:ext cx="98755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5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870448" y="3337560"/>
            <a:ext cx="1005840" cy="0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843016" y="3355848"/>
            <a:ext cx="1060704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3675887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18 чейрек ÷ 3 чейрек = 6 казан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406908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2) Чарчы кагаз = 1 кг: 2/3 казанга канча ун?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498848"/>
            <a:ext cx="438912" cy="429768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16152" y="4498848"/>
            <a:ext cx="438912" cy="429768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55064" y="4498848"/>
            <a:ext cx="438912" cy="429768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093976" y="4498848"/>
            <a:ext cx="43891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7240" y="4928616"/>
            <a:ext cx="438912" cy="429768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16152" y="4928616"/>
            <a:ext cx="438912" cy="429768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55064" y="4928616"/>
            <a:ext cx="438912" cy="429768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093976" y="4928616"/>
            <a:ext cx="43891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7240" y="5358383"/>
            <a:ext cx="438912" cy="429768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216152" y="5358383"/>
            <a:ext cx="438912" cy="429768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55064" y="5358383"/>
            <a:ext cx="438912" cy="429768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093976" y="5358383"/>
            <a:ext cx="43891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0" y="4480560"/>
            <a:ext cx="4389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Тигинен 4кө: 3 бөлүк = 3/4 кг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Туурасынан 3кө: 2 бөлүк = 2/3</a:t>
            </a:r>
          </a:p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Эки жолу боёлгон: 6 / 12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2/3 × 3/4 = 6/12 = 1/2 кг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0" y="2194560"/>
            <a:ext cx="44348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79" y="2286000"/>
            <a:ext cx="4114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5 кагаз тилке (бири жарым)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бир чарчы кагаз же салфетка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түстүү карандаш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Бөлүү: «ичинде канча бар?»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4 1/2 ÷ 3/4 = 6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2/3 × 3/4 = 1/2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жана аянт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4 1/2 кг унду 3/4 кгдан бөлөбүз. Анан: 2/3 казан бышырсак, канча ун кетет?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1700784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89888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56816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23744" y="2331720"/>
            <a:ext cx="170078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90672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224528" y="2331720"/>
            <a:ext cx="1700784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58384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925312" y="2331720"/>
            <a:ext cx="170078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92240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59168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26096" y="2331720"/>
            <a:ext cx="1700784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93024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59952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326880" y="2331720"/>
            <a:ext cx="170078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93808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460736" y="2386584"/>
            <a:ext cx="0" cy="438912"/>
          </a:xfrm>
          <a:prstGeom prst="line">
            <a:avLst/>
          </a:prstGeom>
          <a:ln w="9525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2960" y="2990088"/>
            <a:ext cx="10204704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2960" y="2907792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306324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90672" y="2907792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724912" y="306324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58384" y="2907792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2624" y="306324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26096" y="2907792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60336" y="306324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93808" y="2907792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528048" y="306324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027664" y="2907792"/>
            <a:ext cx="0" cy="16459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570464" y="306324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4 1/2 кг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" y="3611880"/>
            <a:ext cx="27432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3657600"/>
            <a:ext cx="566928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64207" y="3657600"/>
            <a:ext cx="566928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31136" y="3657600"/>
            <a:ext cx="566928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98063" y="3657600"/>
            <a:ext cx="5669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97280" y="4114800"/>
            <a:ext cx="566928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64207" y="4114800"/>
            <a:ext cx="566928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31136" y="4114800"/>
            <a:ext cx="566928" cy="457200"/>
          </a:xfrm>
          <a:prstGeom prst="rect">
            <a:avLst/>
          </a:prstGeom>
          <a:solidFill>
            <a:srgbClr val="B5E2D3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98063" y="4114800"/>
            <a:ext cx="5669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97280" y="4572000"/>
            <a:ext cx="566928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64207" y="4572000"/>
            <a:ext cx="566928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31136" y="4572000"/>
            <a:ext cx="566928" cy="457200"/>
          </a:xfrm>
          <a:prstGeom prst="rect">
            <a:avLst/>
          </a:prstGeom>
          <a:solidFill>
            <a:srgbClr val="F5E9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98063" y="4572000"/>
            <a:ext cx="5669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5047488"/>
            <a:ext cx="1700784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3/4 кг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10711" y="3657600"/>
            <a:ext cx="5486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2/3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23360" y="3611880"/>
            <a:ext cx="768096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6 бирдей бөлүк = 6 казан. Аянт модели: чарчы = 1 кг ун.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Бир казан = 3/4 кг (шабдалы). Анын 2/3 бөлүгү – жалбыз түс.</a:t>
            </a:r>
          </a:p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12 бөлүктүн 6сы: 2/3 × 3/4 = 6/12 = 1/2 кг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4 1/2 ÷ 3/4 = 6 казан;      2/3 × 3/4 = 6/12 = 1/2 кг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n × a/b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Бүтүн × бөлчөк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Алымын гана көбөйт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a/b × c/d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Бөлчөк × бөлчөк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Алымдар, бөлүмдөр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÷ → 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Бөлүү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Тескери санга көбөйт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2 1/2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Аралаш сан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Туура эмес бөлчөккө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3 × 2/5 = 6/5;    ÷ 3/4 = × 4/3;    2 1/2 = 5/2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болжолдо: жооп 2ден чоңбу?  1 1/2 × 2 2/3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1/2 × 2 2/3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3/2 × 8/3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аралаш → бөлчөк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24/6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алымдар, бөлүмдөр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кыскарт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болжолдо: 3/4 кгда 3/8 кг канча жолу бар?  3/4 ÷ 3/8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3/4 ÷ 3/8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3/4 × 8/3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тескери санга көбөйт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24/12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кыскарт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ыкма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Ичинде канча бар?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÷ 1/2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1де 2 жарым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× 2 =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1/n санына бөлүү = n санына көбөйтүү.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Адегенде кыскарт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4/9 × 3/8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менен 8: ÷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менен 9: ÷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1/3 × 1/2 = 1/6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Кыскартып алсак, сандар кичине калат.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Бөл, анан көбөйт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2/3 ×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12 ÷ 3 =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× 2 =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Сандын 2/3 бөлүгү: адегенде 1/3, анан 2 эсе.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болжолдо: жооп 1ден чоңбу? → эсепте → салыштыр.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Эсепте: 2 1/2 ÷ 3/4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 7/8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 1/3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3/10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Бир казан боорсокко 2/3 л сүт кетет. Сайра апа 4 казан бышырат. Канча литр сүт керек?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Дүкөндөн 3 кг ун алышты. Бир казанга 3/4 кг кетет. Канча казан боорсок чыгат?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Сайра апада 2 1/4 л май бар. Бир казан боорсокту куурууга 3/8 л май кетет. Канча казанга жетет?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Бир казан боорсокко 2/3 л сүт кетет. Сайра апа 4 казан бышырат. Канча литр сүт керек?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2/3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906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2/3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8884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2/3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4862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2/3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 × 2/3 = 8/3 = 2 2/3 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Дүкөндөн 3 кг ун алышты. Бир казанга 3/4 кг кетет. Канча казан боорсок чыгат?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9600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5578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91555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7533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 кг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 ÷ 3/4 = 4 казан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Сайра апада 2 1/4 л май бар. Бир казан боорсокту куурууга 3/8 л май кетет. Канча казанга жетет?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2272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3/8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62924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3/8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3575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3/8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44227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3/8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34879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3/8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25531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3/8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 1/4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9/4 × 8/3 = 6 казан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× 3/10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3/8 × 4/9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÷ 2/5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7/8 ÷ 7/12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1/4 × 1 1/3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1/2 ÷ 1 1/4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 × 3/10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 1/2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3/8 × 4/9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1/6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÷ 2/5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7/8 ÷ 7/12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 1/2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1/4 × 1 1/3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1/2 ÷ 1 1/4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Үйдө 4 1/2 кг ун бар. Бир казан боорсокко 3/4 кг ун кетет. Ушул ундан канча казан боорсок бышырабыз?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Ун, кг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42360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7280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199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37120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02040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3/4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4 1/2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4 1/2 ÷ 3/4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4 1/2 кгда канча 3/4 кг?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9/2 ÷ 3/4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аралаш сан → бөлчөк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9/2 × 4/3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тескери санга көбөйт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=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36/6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6 казан боорсок бышырабыз: ун так жетет!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Той жөнүндө маселе түз: аралаш сан бөлчөккө бөлүнсүн (мисалы, «канча казанга жетет?»).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Айпери, Бекжан, Сайра апа.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Эсепте: 5 × 3/8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Эсепте: 2/3 ÷ 4/9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Эсепте: 1 1/3 × 2 1/4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6 ÷ 1/2 = 12, 3 эмес?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3/4кө көбөйткөндө сан кичирейет?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Аралаш сандарды көбөйтүүдөн мурун эмне кылабыз жана эмне үчүн?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5 кагаз тилке жана бир чарчы кагаз: бүктөп, боёп, санашат.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мисалдан мурун: «Жооп 1ден чоңбу, кичинеби?» (М4).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Бөлүүдө ар дайым: «Ичинде канча бар?» – анан гана тескери санга көбөйтөбүз (М2, М3).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Аралаш сан: адегенде туура эмес бөлчөккө, (2 × 4 + 3)/4 (М5, 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