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(«экөөнү тең 2ге бөлдүм…»)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Аравандагы тандыр нан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: 7 → 1 :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: 7 → 1 :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: 3,5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: 4 → n :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: 4 → n 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2,5 :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: 1 → 1 :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: 1 → 1 :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: 0,25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: 3. Кичине бөлүк,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: 3. Кичине бөлүк,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→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→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: b = 1 : 2, b : c = 2 : 3. a : c?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: b = 1 : 2, b : c = 2 : 3. a : c?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: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: b = 1 : 3, b : c = 2 : 1. a : b : c?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: b = 1 : 3, b : c = 2 : 1. a : b : c?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: 6 :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: 3. Кичине бөлүк, бөлчөк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: 3. Кичине бөлүк, бөлчөк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2/5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Патыр 6, самса 4. +2 самса. Патыр : самса?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Патыр 6, самса 4. +2 самса. Патыр : самса?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: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 сом, 1 : 4. Кичине бөлүгү?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 сом, 1 : 4. Кичине бөлүгү?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1/8 →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1/8 →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12,5%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: 4 → n :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: 4 → n 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1,25 :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