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Кызыл-Кыяда ордо аянтчасы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316147" y="2407383"/>
            <a:ext cx="1328886" cy="234318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16147" y="1473098"/>
            <a:ext cx="674693" cy="1168603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453307" y="2404134"/>
            <a:ext cx="132993" cy="189932"/>
          </a:xfrm>
          <a:custGeom>
            <a:avLst/>
            <a:gdLst/>
            <a:ahLst/>
            <a:cxnLst/>
            <a:rect l="l" t="t" r="r" b="b"/>
            <a:pathLst>
              <a:path w="132993" h="189932">
                <a:moveTo>
                  <a:pt x="132993" y="189932"/>
                </a:moveTo>
                <a:lnTo>
                  <a:pt x="129994" y="175276"/>
                </a:lnTo>
                <a:lnTo>
                  <a:pt x="126201" y="160805"/>
                </a:lnTo>
                <a:lnTo>
                  <a:pt x="121625" y="146562"/>
                </a:lnTo>
                <a:lnTo>
                  <a:pt x="116279" y="132590"/>
                </a:lnTo>
                <a:lnTo>
                  <a:pt x="110179" y="118930"/>
                </a:lnTo>
                <a:lnTo>
                  <a:pt x="103344" y="105623"/>
                </a:lnTo>
                <a:lnTo>
                  <a:pt x="95793" y="92708"/>
                </a:lnTo>
                <a:lnTo>
                  <a:pt x="87550" y="80224"/>
                </a:lnTo>
                <a:lnTo>
                  <a:pt x="78638" y="68208"/>
                </a:lnTo>
                <a:lnTo>
                  <a:pt x="69085" y="56696"/>
                </a:lnTo>
                <a:lnTo>
                  <a:pt x="58918" y="45721"/>
                </a:lnTo>
                <a:lnTo>
                  <a:pt x="48168" y="35318"/>
                </a:lnTo>
                <a:lnTo>
                  <a:pt x="36867" y="25515"/>
                </a:lnTo>
                <a:lnTo>
                  <a:pt x="25048" y="16344"/>
                </a:lnTo>
                <a:lnTo>
                  <a:pt x="12747" y="7830"/>
                </a:lnTo>
                <a:lnTo>
                  <a:pt x="0" y="0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5246" y="2600800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9576" y="2641701"/>
            <a:ext cx="1168603" cy="0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129576" y="1473098"/>
            <a:ext cx="0" cy="1168603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129577" y="2435962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8675" y="2600800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876703" y="4648050"/>
            <a:ext cx="775422" cy="207774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309055" y="4288175"/>
            <a:ext cx="567648" cy="567649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1695056" y="4598936"/>
            <a:ext cx="429783" cy="190401"/>
          </a:xfrm>
          <a:custGeom>
            <a:avLst/>
            <a:gdLst/>
            <a:ahLst/>
            <a:cxnLst/>
            <a:rect l="l" t="t" r="r" b="b"/>
            <a:pathLst>
              <a:path w="429783" h="190401">
                <a:moveTo>
                  <a:pt x="429783" y="190401"/>
                </a:moveTo>
                <a:lnTo>
                  <a:pt x="418981" y="158581"/>
                </a:lnTo>
                <a:lnTo>
                  <a:pt x="404119" y="128444"/>
                </a:lnTo>
                <a:lnTo>
                  <a:pt x="385451" y="100505"/>
                </a:lnTo>
                <a:lnTo>
                  <a:pt x="363295" y="75241"/>
                </a:lnTo>
                <a:lnTo>
                  <a:pt x="338031" y="53085"/>
                </a:lnTo>
                <a:lnTo>
                  <a:pt x="310092" y="34416"/>
                </a:lnTo>
                <a:lnTo>
                  <a:pt x="279954" y="19554"/>
                </a:lnTo>
                <a:lnTo>
                  <a:pt x="248135" y="8753"/>
                </a:lnTo>
                <a:lnTo>
                  <a:pt x="215178" y="2198"/>
                </a:lnTo>
                <a:lnTo>
                  <a:pt x="181648" y="0"/>
                </a:lnTo>
                <a:lnTo>
                  <a:pt x="148117" y="2198"/>
                </a:lnTo>
                <a:lnTo>
                  <a:pt x="115160" y="8753"/>
                </a:lnTo>
                <a:lnTo>
                  <a:pt x="83341" y="19554"/>
                </a:lnTo>
                <a:lnTo>
                  <a:pt x="53203" y="34416"/>
                </a:lnTo>
                <a:lnTo>
                  <a:pt x="25264" y="53085"/>
                </a:lnTo>
                <a:lnTo>
                  <a:pt x="0" y="75241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35802" y="4814923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9036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Жактары кыска. Түрү?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595468" y="4413847"/>
            <a:ext cx="789945" cy="553125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7042343" y="4177027"/>
            <a:ext cx="553125" cy="789945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477461" y="4680433"/>
            <a:ext cx="286540" cy="168532"/>
          </a:xfrm>
          <a:custGeom>
            <a:avLst/>
            <a:gdLst/>
            <a:ahLst/>
            <a:cxnLst/>
            <a:rect l="l" t="t" r="r" b="b"/>
            <a:pathLst>
              <a:path w="286540" h="168532">
                <a:moveTo>
                  <a:pt x="286540" y="168532"/>
                </a:moveTo>
                <a:lnTo>
                  <a:pt x="168532" y="0"/>
                </a:lnTo>
                <a:lnTo>
                  <a:pt x="0" y="118007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54567" y="4926071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Буралган. Түрү?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316147" y="2407383"/>
            <a:ext cx="1328886" cy="234318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16147" y="1473098"/>
            <a:ext cx="674693" cy="1168603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453307" y="2404134"/>
            <a:ext cx="132993" cy="189932"/>
          </a:xfrm>
          <a:custGeom>
            <a:avLst/>
            <a:gdLst/>
            <a:ahLst/>
            <a:cxnLst/>
            <a:rect l="l" t="t" r="r" b="b"/>
            <a:pathLst>
              <a:path w="132993" h="189932">
                <a:moveTo>
                  <a:pt x="132993" y="189932"/>
                </a:moveTo>
                <a:lnTo>
                  <a:pt x="129994" y="175276"/>
                </a:lnTo>
                <a:lnTo>
                  <a:pt x="126201" y="160805"/>
                </a:lnTo>
                <a:lnTo>
                  <a:pt x="121625" y="146562"/>
                </a:lnTo>
                <a:lnTo>
                  <a:pt x="116279" y="132590"/>
                </a:lnTo>
                <a:lnTo>
                  <a:pt x="110179" y="118930"/>
                </a:lnTo>
                <a:lnTo>
                  <a:pt x="103344" y="105623"/>
                </a:lnTo>
                <a:lnTo>
                  <a:pt x="95793" y="92708"/>
                </a:lnTo>
                <a:lnTo>
                  <a:pt x="87550" y="80224"/>
                </a:lnTo>
                <a:lnTo>
                  <a:pt x="78638" y="68208"/>
                </a:lnTo>
                <a:lnTo>
                  <a:pt x="69085" y="56696"/>
                </a:lnTo>
                <a:lnTo>
                  <a:pt x="58918" y="45721"/>
                </a:lnTo>
                <a:lnTo>
                  <a:pt x="48168" y="35318"/>
                </a:lnTo>
                <a:lnTo>
                  <a:pt x="36867" y="25515"/>
                </a:lnTo>
                <a:lnTo>
                  <a:pt x="25048" y="16344"/>
                </a:lnTo>
                <a:lnTo>
                  <a:pt x="12747" y="7830"/>
                </a:lnTo>
                <a:lnTo>
                  <a:pt x="0" y="0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5246" y="2600800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Тар бурч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29576" y="2641701"/>
            <a:ext cx="1168603" cy="0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29576" y="1473098"/>
            <a:ext cx="0" cy="1168603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129577" y="2435962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8675" y="2600800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Бурчтун түрү?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876703" y="4648050"/>
            <a:ext cx="775422" cy="207774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309055" y="4288175"/>
            <a:ext cx="567648" cy="567649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1695056" y="4598936"/>
            <a:ext cx="429783" cy="190401"/>
          </a:xfrm>
          <a:custGeom>
            <a:avLst/>
            <a:gdLst/>
            <a:ahLst/>
            <a:cxnLst/>
            <a:rect l="l" t="t" r="r" b="b"/>
            <a:pathLst>
              <a:path w="429783" h="190401">
                <a:moveTo>
                  <a:pt x="429783" y="190401"/>
                </a:moveTo>
                <a:lnTo>
                  <a:pt x="418981" y="158581"/>
                </a:lnTo>
                <a:lnTo>
                  <a:pt x="404119" y="128444"/>
                </a:lnTo>
                <a:lnTo>
                  <a:pt x="385451" y="100505"/>
                </a:lnTo>
                <a:lnTo>
                  <a:pt x="363295" y="75241"/>
                </a:lnTo>
                <a:lnTo>
                  <a:pt x="338031" y="53085"/>
                </a:lnTo>
                <a:lnTo>
                  <a:pt x="310092" y="34416"/>
                </a:lnTo>
                <a:lnTo>
                  <a:pt x="279954" y="19554"/>
                </a:lnTo>
                <a:lnTo>
                  <a:pt x="248135" y="8753"/>
                </a:lnTo>
                <a:lnTo>
                  <a:pt x="215178" y="2198"/>
                </a:lnTo>
                <a:lnTo>
                  <a:pt x="181648" y="0"/>
                </a:lnTo>
                <a:lnTo>
                  <a:pt x="148117" y="2198"/>
                </a:lnTo>
                <a:lnTo>
                  <a:pt x="115160" y="8753"/>
                </a:lnTo>
                <a:lnTo>
                  <a:pt x="83341" y="19554"/>
                </a:lnTo>
                <a:lnTo>
                  <a:pt x="53203" y="34416"/>
                </a:lnTo>
                <a:lnTo>
                  <a:pt x="25264" y="53085"/>
                </a:lnTo>
                <a:lnTo>
                  <a:pt x="0" y="75241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35802" y="4814923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09036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Жактары кыска. Түрү?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Кең бурч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595468" y="4413847"/>
            <a:ext cx="789945" cy="553125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042343" y="4177027"/>
            <a:ext cx="553125" cy="789945"/>
          </a:xfrm>
          <a:prstGeom prst="line">
            <a:avLst/>
          </a:prstGeom>
          <a:ln w="20531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7477461" y="4680433"/>
            <a:ext cx="286540" cy="168532"/>
          </a:xfrm>
          <a:custGeom>
            <a:avLst/>
            <a:gdLst/>
            <a:ahLst/>
            <a:cxnLst/>
            <a:rect l="l" t="t" r="r" b="b"/>
            <a:pathLst>
              <a:path w="286540" h="168532">
                <a:moveTo>
                  <a:pt x="286540" y="168532"/>
                </a:moveTo>
                <a:lnTo>
                  <a:pt x="168532" y="0"/>
                </a:lnTo>
                <a:lnTo>
                  <a:pt x="0" y="118007"/>
                </a:lnTo>
              </a:path>
            </a:pathLst>
          </a:custGeom>
          <a:noFill/>
          <a:ln w="14372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54567" y="4926071"/>
            <a:ext cx="81802" cy="81802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Буралган. Түрү?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94132" y="1782817"/>
            <a:ext cx="1372917" cy="549166"/>
          </a:xfrm>
          <a:custGeom>
            <a:avLst/>
            <a:gdLst/>
            <a:ahLst/>
            <a:cxnLst/>
            <a:rect l="l" t="t" r="r" b="b"/>
            <a:pathLst>
              <a:path w="1372917" h="549166">
                <a:moveTo>
                  <a:pt x="0" y="0"/>
                </a:moveTo>
                <a:lnTo>
                  <a:pt x="1372917" y="0"/>
                </a:lnTo>
                <a:lnTo>
                  <a:pt x="1372917" y="549166"/>
                </a:lnTo>
                <a:lnTo>
                  <a:pt x="0" y="549166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9036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Freeform 15"/>
          <p:cNvSpPr/>
          <p:nvPr/>
        </p:nvSpPr>
        <p:spPr>
          <a:xfrm>
            <a:off x="7027420" y="1714171"/>
            <a:ext cx="1372917" cy="686458"/>
          </a:xfrm>
          <a:custGeom>
            <a:avLst/>
            <a:gdLst/>
            <a:ahLst/>
            <a:cxnLst/>
            <a:rect l="l" t="t" r="r" b="b"/>
            <a:pathLst>
              <a:path w="1372917" h="686458">
                <a:moveTo>
                  <a:pt x="0" y="0"/>
                </a:moveTo>
                <a:lnTo>
                  <a:pt x="858073" y="0"/>
                </a:lnTo>
                <a:lnTo>
                  <a:pt x="1372917" y="686458"/>
                </a:lnTo>
                <a:lnTo>
                  <a:pt x="514844" y="686458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Freeform 19"/>
          <p:cNvSpPr/>
          <p:nvPr/>
        </p:nvSpPr>
        <p:spPr>
          <a:xfrm>
            <a:off x="1294132" y="4297417"/>
            <a:ext cx="1372917" cy="549166"/>
          </a:xfrm>
          <a:custGeom>
            <a:avLst/>
            <a:gdLst/>
            <a:ahLst/>
            <a:cxnLst/>
            <a:rect l="l" t="t" r="r" b="b"/>
            <a:pathLst>
              <a:path w="1372917" h="549166">
                <a:moveTo>
                  <a:pt x="274583" y="0"/>
                </a:moveTo>
                <a:lnTo>
                  <a:pt x="1098333" y="0"/>
                </a:lnTo>
                <a:lnTo>
                  <a:pt x="1372917" y="549166"/>
                </a:lnTo>
                <a:lnTo>
                  <a:pt x="0" y="549166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9036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Freeform 23"/>
          <p:cNvSpPr/>
          <p:nvPr/>
        </p:nvSpPr>
        <p:spPr>
          <a:xfrm>
            <a:off x="7027420" y="4228771"/>
            <a:ext cx="1372917" cy="686458"/>
          </a:xfrm>
          <a:custGeom>
            <a:avLst/>
            <a:gdLst/>
            <a:ahLst/>
            <a:cxnLst/>
            <a:rect l="l" t="t" r="r" b="b"/>
            <a:pathLst>
              <a:path w="1372917" h="686458">
                <a:moveTo>
                  <a:pt x="0" y="0"/>
                </a:moveTo>
                <a:lnTo>
                  <a:pt x="915278" y="0"/>
                </a:lnTo>
                <a:lnTo>
                  <a:pt x="1372917" y="686458"/>
                </a:lnTo>
                <a:lnTo>
                  <a:pt x="457639" y="686458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94132" y="1782817"/>
            <a:ext cx="1372917" cy="549166"/>
          </a:xfrm>
          <a:custGeom>
            <a:avLst/>
            <a:gdLst/>
            <a:ahLst/>
            <a:cxnLst/>
            <a:rect l="l" t="t" r="r" b="b"/>
            <a:pathLst>
              <a:path w="1372917" h="549166">
                <a:moveTo>
                  <a:pt x="0" y="0"/>
                </a:moveTo>
                <a:lnTo>
                  <a:pt x="1372917" y="0"/>
                </a:lnTo>
                <a:lnTo>
                  <a:pt x="1372917" y="549166"/>
                </a:lnTo>
                <a:lnTo>
                  <a:pt x="0" y="549166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9036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Тик бурчтук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7" name="Freeform 16"/>
          <p:cNvSpPr/>
          <p:nvPr/>
        </p:nvSpPr>
        <p:spPr>
          <a:xfrm>
            <a:off x="7027420" y="1714171"/>
            <a:ext cx="1372917" cy="686458"/>
          </a:xfrm>
          <a:custGeom>
            <a:avLst/>
            <a:gdLst/>
            <a:ahLst/>
            <a:cxnLst/>
            <a:rect l="l" t="t" r="r" b="b"/>
            <a:pathLst>
              <a:path w="1372917" h="686458">
                <a:moveTo>
                  <a:pt x="0" y="0"/>
                </a:moveTo>
                <a:lnTo>
                  <a:pt x="858073" y="0"/>
                </a:lnTo>
                <a:lnTo>
                  <a:pt x="1372917" y="686458"/>
                </a:lnTo>
                <a:lnTo>
                  <a:pt x="514844" y="686458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Ромб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2" name="Freeform 21"/>
          <p:cNvSpPr/>
          <p:nvPr/>
        </p:nvSpPr>
        <p:spPr>
          <a:xfrm>
            <a:off x="1294132" y="4297417"/>
            <a:ext cx="1372917" cy="549166"/>
          </a:xfrm>
          <a:custGeom>
            <a:avLst/>
            <a:gdLst/>
            <a:ahLst/>
            <a:cxnLst/>
            <a:rect l="l" t="t" r="r" b="b"/>
            <a:pathLst>
              <a:path w="1372917" h="549166">
                <a:moveTo>
                  <a:pt x="274583" y="0"/>
                </a:moveTo>
                <a:lnTo>
                  <a:pt x="1098333" y="0"/>
                </a:lnTo>
                <a:lnTo>
                  <a:pt x="1372917" y="549166"/>
                </a:lnTo>
                <a:lnTo>
                  <a:pt x="0" y="549166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036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Трапеция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7" name="Freeform 26"/>
          <p:cNvSpPr/>
          <p:nvPr/>
        </p:nvSpPr>
        <p:spPr>
          <a:xfrm>
            <a:off x="7027420" y="4228771"/>
            <a:ext cx="1372917" cy="686458"/>
          </a:xfrm>
          <a:custGeom>
            <a:avLst/>
            <a:gdLst/>
            <a:ahLst/>
            <a:cxnLst/>
            <a:rect l="l" t="t" r="r" b="b"/>
            <a:pathLst>
              <a:path w="1372917" h="686458">
                <a:moveTo>
                  <a:pt x="0" y="0"/>
                </a:moveTo>
                <a:lnTo>
                  <a:pt x="915278" y="0"/>
                </a:lnTo>
                <a:lnTo>
                  <a:pt x="1372917" y="686458"/>
                </a:lnTo>
                <a:lnTo>
                  <a:pt x="457639" y="686458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Параллелограмм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Радиусу 3 м. Диаметри?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Диаметри 10 м. Радиусу?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Радиусу 7 м. Диаметри?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Диаметри 18 м. Радиусу?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Радиусу 3 м. Диаметри?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Диаметри 10 м. Радиусу?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Радиусу 7 м. Диаметри?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Диаметри 18 м. Радиусу?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Freeform 14"/>
          <p:cNvSpPr/>
          <p:nvPr/>
        </p:nvSpPr>
        <p:spPr>
          <a:xfrm>
            <a:off x="7027420" y="1645525"/>
            <a:ext cx="1372917" cy="823750"/>
          </a:xfrm>
          <a:custGeom>
            <a:avLst/>
            <a:gdLst/>
            <a:ahLst/>
            <a:cxnLst/>
            <a:rect l="l" t="t" r="r" b="b"/>
            <a:pathLst>
              <a:path w="1372917" h="823750">
                <a:moveTo>
                  <a:pt x="0" y="0"/>
                </a:moveTo>
                <a:lnTo>
                  <a:pt x="823750" y="0"/>
                </a:lnTo>
                <a:lnTo>
                  <a:pt x="1372917" y="823750"/>
                </a:lnTo>
                <a:lnTo>
                  <a:pt x="0" y="823750"/>
                </a:lnTo>
                <a:close/>
              </a:path>
            </a:pathLst>
          </a:custGeom>
          <a:solidFill>
            <a:srgbClr val="B5E2D3"/>
          </a:solidFill>
          <a:ln w="1315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тик бурчу бар?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ромббу?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2" name="Freeform 21"/>
          <p:cNvSpPr/>
          <p:nvPr/>
        </p:nvSpPr>
        <p:spPr>
          <a:xfrm>
            <a:off x="7116592" y="3974714"/>
            <a:ext cx="1194572" cy="1194572"/>
          </a:xfrm>
          <a:custGeom>
            <a:avLst/>
            <a:gdLst/>
            <a:ahLst/>
            <a:cxnLst/>
            <a:rect l="l" t="t" r="r" b="b"/>
            <a:pathLst>
              <a:path w="1194572" h="1194572">
                <a:moveTo>
                  <a:pt x="597286" y="0"/>
                </a:moveTo>
                <a:lnTo>
                  <a:pt x="1194572" y="597286"/>
                </a:lnTo>
                <a:lnTo>
                  <a:pt x="597286" y="1194572"/>
                </a:lnTo>
                <a:lnTo>
                  <a:pt x="0" y="597286"/>
                </a:lnTo>
                <a:close/>
              </a:path>
            </a:pathLst>
          </a:custGeom>
          <a:solidFill>
            <a:srgbClr val="B5E2D3"/>
          </a:solidFill>
          <a:ln w="19079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Freeform 15"/>
          <p:cNvSpPr/>
          <p:nvPr/>
        </p:nvSpPr>
        <p:spPr>
          <a:xfrm>
            <a:off x="7027420" y="1645525"/>
            <a:ext cx="1372917" cy="823750"/>
          </a:xfrm>
          <a:custGeom>
            <a:avLst/>
            <a:gdLst/>
            <a:ahLst/>
            <a:cxnLst/>
            <a:rect l="l" t="t" r="r" b="b"/>
            <a:pathLst>
              <a:path w="1372917" h="823750">
                <a:moveTo>
                  <a:pt x="0" y="0"/>
                </a:moveTo>
                <a:lnTo>
                  <a:pt x="823750" y="0"/>
                </a:lnTo>
                <a:lnTo>
                  <a:pt x="1372917" y="823750"/>
                </a:lnTo>
                <a:lnTo>
                  <a:pt x="0" y="823750"/>
                </a:lnTo>
                <a:close/>
              </a:path>
            </a:pathLst>
          </a:custGeom>
          <a:solidFill>
            <a:srgbClr val="B5E2D3"/>
          </a:solidFill>
          <a:ln w="13157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2324" y="13716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Канча тик бурчу бар?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ромббу?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5" name="Freeform 24"/>
          <p:cNvSpPr/>
          <p:nvPr/>
        </p:nvSpPr>
        <p:spPr>
          <a:xfrm>
            <a:off x="7116592" y="3974714"/>
            <a:ext cx="1194572" cy="1194572"/>
          </a:xfrm>
          <a:custGeom>
            <a:avLst/>
            <a:gdLst/>
            <a:ahLst/>
            <a:cxnLst/>
            <a:rect l="l" t="t" r="r" b="b"/>
            <a:pathLst>
              <a:path w="1194572" h="1194572">
                <a:moveTo>
                  <a:pt x="597286" y="0"/>
                </a:moveTo>
                <a:lnTo>
                  <a:pt x="1194572" y="597286"/>
                </a:lnTo>
                <a:lnTo>
                  <a:pt x="597286" y="1194572"/>
                </a:lnTo>
                <a:lnTo>
                  <a:pt x="0" y="597286"/>
                </a:lnTo>
                <a:close/>
              </a:path>
            </a:pathLst>
          </a:custGeom>
          <a:solidFill>
            <a:srgbClr val="B5E2D3"/>
          </a:solidFill>
          <a:ln w="19079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2324" y="3886200"/>
            <a:ext cx="306141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Аты эмне?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Квадрат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