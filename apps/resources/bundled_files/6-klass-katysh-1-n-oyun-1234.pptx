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Аравандагы тандыр нан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: 12 → 1 : 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: 15 → 1 : 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15 : 4 → n :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 камырда ун көбүрөөк: ун : суу = 7 : 4 же 9 : 5?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: 12 → 1 : 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 :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: 15 → 1 : 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 : 2,5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15 : 4 → n :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3,75 :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 камырда ун көбүрөөк: ун : суу = 7 : 4 же 9 : 5?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 : 5 (1,8 : 1 &gt; 1,75 : 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: b = 1 : 2, b : c = 2 : 5. a : b : c?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: b = 2 : 3, b : c = 6 : 7. a : b : c?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: b = 3 : 4, b : c = 6 : 5. a : b : c?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Ун : суу = 5 : 3, суу : туз = 30 : 1. Ун : туз =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: b = 1 : 2, b : c = 2 : 5. a : b : c?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 : 2 :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: b = 2 : 3, b : c = 6 : 7. a : b : c?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 : 6 :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: b = 3 : 4, b : c = 6 : 5. a : b : c?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 : 12 : 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Ун : суу = 5 : 3, суу : туз = 30 : 1. Ун : туз = 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50 :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Патыр 12, самса 8. Дагы 4 самса кошулду. Патыр : самса?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Патыр : самса = 3 : 1, самса 5. Канча самса кошсо, 1 : 1 болот?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Патыр : самса = 5 : 4. 6 патыр сатылып, катыш 1 : 1 болду. Самса канча?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Жаннат : Элдияр = 5 : 3 (сом). Экөө тең 40 сомдон коротуп, 3 : 1 калды. Жаннатта башында канча болгон?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Патыр 12, самса 8. Дагы 4 самса кошулду. Патыр : самса?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 :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Патыр : самса = 3 : 1, самса 5. Канча самса кошсо, 1 : 1 болот?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 самса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Патыр : самса = 5 : 4. 6 патыр сатылып, катыш 1 : 1 болду. Самса канча?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Жаннат : Элдияр = 5 : 3 (сом). Экөө тең 40 сомдон коротуп, 3 : 1 калды. Жаннатта башында канча болгон?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100 сом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: 3. Кичине бөлүк,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Калькуляторсуз: 5 : 3. Чоң бөлүк,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Калькулятор менен: 11 : 21. Кичине бөлүк, 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Нандын 35%ы Кара-Сууга кетти. Кара-Суу : Араван =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: 3. Кичине бөлүк,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Калькуляторсуз: 5 : 3. Чоң бөлүк,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62,5%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Калькулятор менен: 11 : 21. Кичине бөлүк,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34,375%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Нандын 35%ы Кара-Сууга кетти. Кара-Суу : Араван = 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 :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