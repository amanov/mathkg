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жупта же мини-тактада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= 1 упай. Ыкмасын түшүндүрсө («туура жана түшүндүрдү»)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«кантип таптың?»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Белек баштыктар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Жөнөкөйбү: 19?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Жөнөкөйбү: 19?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ооба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Ажырат: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Ажырат: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 · 2 ·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ЭЧЖБ (10; 15)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ЭЧЖБ (10; 15)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ЭКЖБ (2; 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ЭКЖБ (2; 7)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Курамабы: 39?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Курамабы: 39?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ооба: 3 ·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ЭЧЖБ (16; 40)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ЭЧЖБ (16; 40)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ЭКЖБ (5; 15)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ЭКЖБ (5; 15)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Ажырат: 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Ажырат: 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 · 3 · 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ЭЧЖБ (9; 14)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ЭЧЖБ (9; 14)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ЭКЖБ (8; 10)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ЭКЖБ (8; 10)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40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Эң кичине эки орундуу жөнөкөй сан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Эң кичине эки орундуу жөнөкөй сан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 · 2 · 7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 · 2 · 7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