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Бирдиктерди айтып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«кайсы бирдик? 100бү же 1000би?»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Арстанбаптагы жаңгак түшүмү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дм = □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дм = □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 см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1000 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л = □ мл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л = □ мл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1000 мл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м = □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м = □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600 см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см 7 мм = □ 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см 7 мм = □ мм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27 мм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кг 40 г = □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кг 40 г = □ 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3040 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км − 400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км − 400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600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800 мл □ 1 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800 мл □ 1 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800 мл &lt; 1 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700 г + 500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700 г + 500 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кг 200 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 − 35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м − 35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65 см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л 600 мл + 400 мл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л 600 мл + 400 мл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Бутак сызгычтын 5 белгисинен 12 белгисине чейин. Узундугу?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Бутак сызгычтын 5 белгисинен 12 белгисине чейин. Узундугу?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 см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