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1234 оюну: ар бир окуучу өз деңгээлинен баштайт. Жооп слайдында ар бир суроонун жообу жана кыскача түшүндүрмөсү бар.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1234: төрт 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Окшош мүчөлөр жана туюнтмаларды жөнөкөйлөтүү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32159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49047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бир раундда 4 суроо: ① жеңил … ④ эң кыйын.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40487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5915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бир окуучу өзүнө ылайыктуусунан баштайт, андан кийин кийинкисине өтөт.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7355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2783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Жоопторду мини-тактага жазгыла. Жооп слайдында текшергиле.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142231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96511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Кыйын болсо – жакшы! Мээң өсүп жатат.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7047" y="5669280"/>
            <a:ext cx="47548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Блум: Колдонуу · Талдоо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" y="5669280"/>
            <a:ext cx="58521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Бүгүнкү окуя: Чаткалдагы бал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Окшош мүчөлөр жана туюнтмаларды жөнөкөйлөтүү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6a + 3a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8x − 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2a + 5 + 4a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3a + 2b + 5a − 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Окшош мүчөлөр жана туюнтмаларды жөнөкөйлөтүү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6a + 3a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9a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8x − 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7x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2a + 5 + 4a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6a + 5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3a + 2b + 5a − 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8a + 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Окшош мүчөлөр жана туюнтмаларды жөнөкөйлөтүү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2(x + 3)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5(a + 1)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3(2x + 4)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4(a + 2) + 3a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Окшош мүчөлөр жана туюнтмаларды жөнөкөйлөтүү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2(x + 3)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2x + 6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5(a + 1)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5a + 5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3(2x + 4)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6x + 12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4(a + 2) + 3a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7a + 8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Окшош мүчөлөр жана туюнтмаларды жөнөкөйлөтүү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a = 3 болсо, 4a + 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x = 5 болсо, 2x + 3 + 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a = 10 болсо, 3(a + 2)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a = 4, b = 5 болсо, 2a + 3b + a − 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Окшош мүчөлөр жана туюнтмаларды жөнөкөйлөтүү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a = 3 болсо, 4a + 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x = 5 болсо, 2x + 3 + 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a = 10 болсо, 3(a + 2)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36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a = 4, b = 5 болсо, 2a + 3b + a − 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Окшош мүчөлөр жана туюнтмаларды жөнөкөйлөтүү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2x + 3x = 45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4x + x − 2 = 18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Айдана 4 кутуча, Мирлан 3 кутуча салды, ар биринде x банка. Баары 42 банка. x = 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Тик бурчтук: узундугу x + 3, туурасы x. Периметри 26. x = 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Окшош мүчөлөр жана туюнтмаларды жөнөкөйлөтүү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2x + 3x = 45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x = 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4x + x − 2 = 18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x = 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Айдана 4 кутуча, Мирлан 3 кутуча салды, ар биринде x банка. Баары 42 банка. x = 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7x = 42; x = 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Тик бурчтук: узундугу x + 3, туурасы x. Периметри 26. x = 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4x + 6 = 26; x =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