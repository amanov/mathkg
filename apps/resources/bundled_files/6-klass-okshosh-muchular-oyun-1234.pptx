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Чаткалдагы бал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6a + 3a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8x − 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2a + 5 + 4a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3a + 2b + 5a − 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6a + 3a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8x − 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2a + 5 + 4a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6a + 5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3a + 2b + 5a −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8a + 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2(x + 3)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5(a + 1)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3(2x + 4)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4(a + 2) + 3a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2(x + 3)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2x + 6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5(a + 1)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5a + 5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3(2x + 4)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6x + 12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4(a + 2) + 3a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7a + 8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3 болсо, 4a +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5 болсо, 2x + 3 + 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10 болсо, 3(a + 2)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4, b = 5 болсо, 2a + 3b + a − 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3 болсо, 4a +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 = 5 болсо, 2x + 3 + 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10 болсо, 3(a + 2)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4, b = 5 болсо, 2a + 3b + a − 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2x + 3x = 45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4x + x − 2 = 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Айдана 4 кутуча, Мирлан 3 кутуча салды, ар биринде x банка. Баары 42 банка. x =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бурчтук: узундугу x + 3, туурасы x. Периметри 26. x =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Окшош мүчөлөр жана туюнтмаларды жөнөкөйлөтүү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2x + 3x = 45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4x + x − 2 = 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x =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Айдана 4 кутуча, Мирлан 3 кутуча салды, ар биринде x банка. Баары 42 банка. x =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7x = 42; x =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бурчтук: узундугу x + 3, туурасы x. Периметри 26. x = 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4x + 6 = 26; x =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