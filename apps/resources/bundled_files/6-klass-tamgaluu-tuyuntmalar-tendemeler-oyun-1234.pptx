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Таластагы буурчак түшүмү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6 болсо, a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4 болсо, 5x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b = 3 болсо, 4b − 7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2 болсо, 3x + 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6 болсо, a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4 болсо, 5x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b = 3 болсо, 4b − 7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2 болсо, 3x + 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+ 5a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6x −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3m + 4 + 2m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5a + 2b − 3a +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+ 5a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6x −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3m + 4 + 2m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5m + 4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5a + 2b − 3a +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2a + 3b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+ 12 =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6x = 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3x − 5 = 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4x + 2x + 3 =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+ 12 =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6x = 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3x − 5 = 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4x + 2x + 3 = 27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Баштыкка 9 кг кошулду, 25 кг болду. Адегенде канча кг эле?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бирдей баштык 40 кг. Бир баштык канча кг?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кг буурчак x сом. 3 кг буурчак жана 100 сомдук нан = 700 сом. x =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 3кө көбөйтүп, 4тү кошсом, 31 чыгат. Кайсы сан?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Баштыкка 9 кг кошулду, 25 кг болду. Адегенде канча кг эле?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+ 9 = 25; x = 16 кг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бирдей баштык 40 кг. Бир баштык канча кг?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5x = 40; x = 8 кг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кг буурчак x сом. 3 кг буурчак жана 100 сомдук нан = 700 сом. x =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3x + 100 = 700; x = 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 3кө көбөйтүп, 4тү кошсом, 31 чыгат. Кайсы сан?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3x + 4 = 31; x =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