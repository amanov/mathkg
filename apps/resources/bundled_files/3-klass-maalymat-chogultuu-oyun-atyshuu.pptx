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(«бештен санадым…», «● = 2»)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Ат-Башыдагы оюндар күнү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топ 3 чийик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топ 3 чийик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● = 2: 6 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● = 2: 6 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толук топ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толук топ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● = 2: 2 жарым 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● = 2: 2 жарым 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Ордо 9, жоолук 4: канча көп?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Ордо 9, жоолук 4: канча көп?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топ 1 чийик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топ 1 чийик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+ 8 + 5: баары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+ 8 + 5: баары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16 = □ топ □ чийик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16 = □ топ □ чийик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 топ 1 чийик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● = 2: 10 окуучу = 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● = 2: 10 окуучу = 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 ●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топ 2 чийик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топ 2 чийик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● = 2: 4 жарым 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● = 2: 4 жарым 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 окуучу: 12си кыз, калганы бала. Балдар?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 окуучу: 12си кыз, калганы бала. Балдар?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