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жана туура бирдик (см² же см³) = 1 упай. Сүрөт же сөз менен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«толтурдуңбу же каптадыңбы?»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Өзгөндөгү күрүч кутулары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3 × 4 (см):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3 × 4 (см):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 см³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 2 см: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 2 см: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 см³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 2 см: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Куб 2 см: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 см²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л = ? см³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л = ? см³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1 000 см³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м³ = ? 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м³ = ? 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1 000 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Кутунун канча кыры бар?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Кутунун канча кыры бар?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× 5 × 2 (см):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× 5 × 2 (см):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 см³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Аквариумга суу: көлөмбү же бет аянтыбы?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Аквариумга суу: көлөмбү же бет аянтыбы?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Көлөм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Белек кагазы: көлөмбү же бет аянтыбы?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Белек кагазы: көлөмбү же бет аянтыбы?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Бет аянты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6 000 см³ = ? 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6 000 см³ = ? 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 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V = 30 см³, түбү 5 × 3 (см). Бийиктиги?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V = 30 см³, түбү 5 × 3 (см). Бийиктиги?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см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 × 1 (см):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 × 1 (см):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 см²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