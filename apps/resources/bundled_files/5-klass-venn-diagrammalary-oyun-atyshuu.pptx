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Венн диаграммасы менен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«ортодо ким? сыртында ким?»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Ат-Башыдагы мектеп ийримдери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{1, 2, 3} ∩ {3, 4}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{1, 2, 3} ∩ {3, 4}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{3}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{5, 6} ∪ {6, 7}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{5, 6} ∪ {6, 7}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{5, 6, 7}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 жуппу, 3кө бөлүнөбү?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 жуппу, 3кө бөлүнөбү?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экөө тең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Футбол 9, экөө тең 4: футбол гана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Футбол 9, экөө тең 4: футбол гана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Футбол 8, шахмат 6, экөө тең 2: бирикме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Футбол 8, шахмат 6, экөө тең 2: бирикме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20, бирикме 15: эч бири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20, бирикме 15: эч бири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{1, 3} ∩ {2, 4}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{1, 3} ∩ {2, 4}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15: кайсы бөлүк? (жуп / 5ке бөлүнөт)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15: кайсы бөлүк? (жуп / 5ке бөлүнөт)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200" b="1">
                <a:solidFill>
                  <a:srgbClr val="24418C"/>
                </a:solidFill>
                <a:latin typeface="PT Sans"/>
              </a:rPr>
              <a:t>5ке бөлүнөт гана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Футбол гана 7, экөө тең 3, шахмат гана 4: бирикме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Футбол гана 7, экөө тең 3, шахмат гана 4: бирикме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{а, б, в} – канча элемент?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{а, б, в} – канча элемент?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Кыздар 13, ийримде 8: ийримде эмес кыздар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Кыздар 13, ийримде 8: ийримде эмес кыздар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22, ф 12, ш 10, эч бири 3: экөө тең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Көптүктөр жана Венн диаграммалары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Баары 22, ф 12, ш 10, эч бири 3: экөө тең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