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(«адегенде иреттедим…»)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Ош базарындагы жемиш дүкөнү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Мода: 1, 4, 4,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Мода: 1, 4, 4, 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Кулач: 1, 4, 4,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Кулач: 1, 4, 4, 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Медиана: 1, 4, 4,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Медиана: 1, 4, 4, 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Орточо: 1, 4, 4,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Орточо: 1, 4, 4, 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4,5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Орточо: 6, 8,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Орточо: 6, 8,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Медиана: 7, 3,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Медиана: 7, 3,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Кулач: 20, 5,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Кулач: 20, 5,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Мода: 3, 3, 8, 8,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Мода: 3, 3, 8, 8,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Орточо: 0, 0,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Орточо: 0, 0, 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Медиана: 2, 4, 6,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Медиана: 2, 4, 6,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Кулач: 7, 7,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Кулач: 7, 7, 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сандын орточосу 10. Суммасы?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сандын орточосу 10. Суммасы?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