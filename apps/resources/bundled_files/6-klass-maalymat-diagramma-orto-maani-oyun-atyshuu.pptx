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(«адегенде ирээттедим…»)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базарындагы жемиш дүкөнү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6, 8,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6, 8,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7, 3,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7, 3,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20, 5,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20, 5,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3, 3, 8, 8,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3, 3, 8, 8,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0, 0,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0, 0,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2, 4, 6,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2, 4, 6,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7, 7,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7, 7,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сандын орточосу 10. Суммасы?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сандын орточосу 10. Суммасы?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