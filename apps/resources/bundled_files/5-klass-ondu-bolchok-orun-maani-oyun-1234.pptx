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Караколдогу спорт күнү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3,7деги 7нин мааниси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5,04төгү 4түн мааниси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Ондук менен: 2 бүтүн миңден 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6,285: 8 кайсы разрядда?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3,7деги 7нин мааниси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0,7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5,04төгү 4түн мааниси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0,04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Ондук менен: 2 бүтүн миңден 15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2,015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6,285: 8 кайсы разрядда?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жүздөн бирлер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Салыштыр: 0,6 □ 0,4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Салыштыр: 2,5 □ 2,48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Салыштыр: 0,07 □ 0,1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Өсүү тартиби: 1,1;  1,01;  1,11;  1,001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Салыштыр: 0,6 □ 0,4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0,6 &gt; 0,4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Салыштыр: 2,5 □ 2,48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2,5 &gt; 2,48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Салыштыр: 0,07 □ 0,1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0,07 &lt; 0,1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Өсүү тартиби: 1,1;  1,01;  1,11;  1,001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1,001; 1,01; 1,1; 1,11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4,3 ≈ ? (бүтүнгө)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6,78 ≈ ? (ондон бирге)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2,349 ≈ ? (жүздөн бирге)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9,97 ≈ ? (ондон бирге)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4,3 ≈ ? (бүтүнгө)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6,78 ≈ ? (ондон бирге)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6,8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2,349 ≈ ? (жүздөн бирге)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2,35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9,97 ≈ ? (ондон бирге)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10,0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м 25 см = ? 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сом 50 тыйын = ? сом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Ким тез: 9,8 с же 9,75 с?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Секирик 3,46 м. Таблодо (ондон бирге) эмне жазылат?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м 25 см = ? 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1,25 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сом 50 тыйын = ? сом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3,5 сом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Ким тез: 9,8 с же 9,75 с?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9,75 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Секирик 3,46 м. Таблодо (ондон бирге) эмне жазылат?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3,5 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