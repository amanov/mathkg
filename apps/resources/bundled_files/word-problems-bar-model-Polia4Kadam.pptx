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/>
  <p:notesSz cx="6858000" cy="9144000"/>
  <p:embeddedFontLst>
    <p:embeddedFont>
      <p:font typeface="IBM Plex Sans" pitchFamily="34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Полианын (Pólya) 4 кадамын тактага илип коюңуз.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Полианын 1-2-кадамы: маселени түшүнүү жана модель тартуу. Жооп: Бүтүн 1 250, бөлүктөр 480, 135 жана 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Полианын 1-2-кадамы: маселени түшүнүү жана модель тартуу.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Текшерүү: 480 + 135 + 635 = 1 250. Жооп: 1 250 − 480 − 135 = 635.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Текшерүү: 480 + 135 + 635 = 1 250.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Айырма 5 − 2 = 3 бөлүк. Жооп: 3 бөлүк = 24 → 1 бөлүк = 8 → кызыл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Айырма 5 − 2 = 3 бөлүк.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Тилкени 10 бирдей бөлүккө бөлөбүз: 2/5 = 4/10, 1/2 = 5/10. Жооп: 1/2 − 2/5 = 1/10 = 36 бет → 360 бет.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Тилкени 10 бирдей бөлүккө бөлөбүз: 2/5 = 4/10, 1/2 = 5/10.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Тексттик маселелер: тилке модели менен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955580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Полианын 4 кадамы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05388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Тексттик маселе: 4 кадам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1. Оку жана түшүн: эмне берилген, эмне суралат?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2. Тилке тарт: бөлүк–бүтүн, салыштыруу же бирдиктер.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3. Чеч: тилкеден амалды тандап эсепте.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4. Текшер: жооп маселеге туура келеби?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Тексттик маселелер: тилке модели менен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1. Оку · 2. Тарт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Нурайда 1 250 сом бар. Ал китепке 480 сом, калемге 135 сом коротту. Канча сом калды?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611880"/>
            <a:ext cx="2907353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88401" y="3611880"/>
            <a:ext cx="817693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06094" y="3611880"/>
            <a:ext cx="3846186" cy="537667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981048" y="3460090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9552280" y="3460090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81048" y="3460090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5766664" y="3344875"/>
            <a:ext cx="0" cy="115215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1523848" y="2960827"/>
            <a:ext cx="8485632" cy="384048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Кайсы модель? Эмнени билбейбиз?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Тексттик маселелер: тилке модели менен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1. Оку · 2. Тарт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Нурайда 1 250 сом бар. Ал китепке 480 сом, калемге 135 сом коротту. Канча сом калды?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611880"/>
            <a:ext cx="2907353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611880"/>
            <a:ext cx="2907353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8401" y="3611880"/>
            <a:ext cx="817693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88401" y="3611880"/>
            <a:ext cx="817693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06094" y="3611880"/>
            <a:ext cx="3846186" cy="537667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06094" y="3611880"/>
            <a:ext cx="3846186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981048" y="3460090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9552280" y="3460090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1981048" y="3460090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5766664" y="3344875"/>
            <a:ext cx="0" cy="115215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1523848" y="2960827"/>
            <a:ext cx="8485632" cy="384048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1 250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Бүтүн 1 250, бөлүктөр 480, 135 жана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Тексттик маселелер: тилке модели менен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3. Чеч · 4. Текшер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Нурайда 1 250 сом бар. Ал китепке 480 сом, калемге 135 сом коротту. Канча сом калды?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611880"/>
            <a:ext cx="2907353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611880"/>
            <a:ext cx="2907353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8401" y="3611880"/>
            <a:ext cx="817693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88401" y="3611880"/>
            <a:ext cx="817693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06094" y="3611880"/>
            <a:ext cx="3846186" cy="537667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06094" y="3611880"/>
            <a:ext cx="3846186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981048" y="3460090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9552280" y="3460090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1981048" y="3460090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5766664" y="3344875"/>
            <a:ext cx="0" cy="115215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1523848" y="2960827"/>
            <a:ext cx="8485632" cy="384048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1 250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Кайсы модель? Эмнени билбейбиз?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Тексттик маселелер: тилке модели менен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3. Чеч · 4. Текшер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Нурайда 1 250 сом бар. Ал китепке 480 сом, калемге 135 сом коротту. Канча сом калды?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611880"/>
            <a:ext cx="2907353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611880"/>
            <a:ext cx="2907353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8401" y="3611880"/>
            <a:ext cx="817693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88401" y="3611880"/>
            <a:ext cx="817693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06094" y="3611880"/>
            <a:ext cx="3846186" cy="537667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06094" y="3611880"/>
            <a:ext cx="3846186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981048" y="3460090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9552280" y="3460090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1981048" y="3460090"/>
            <a:ext cx="7571232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5766664" y="3344875"/>
            <a:ext cx="0" cy="115215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1523848" y="2960827"/>
            <a:ext cx="8485632" cy="384048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1 250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1 250 − 480 − 135 = 635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Тексттик маселелер: тилке модели менен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Модел: бирдиктер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Кутуда кызыл жана көк карандаштын катышы 2 : 5. Көгү кызылдан 24 көп. Канча кызыл карандаш бар?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Кызыл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3192" y="2971800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5064" y="2971800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1048" y="3791102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Көк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3192" y="3791102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5064" y="3791102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56936" y="3791102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18808" y="3791102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0680" y="3791102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Кайсы модель? Эмнени билбейбиз?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Тексттик маселелер: тилке модели менен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Модел: бирдиктер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Кутуда кызыл жана көк карандаштын катышы 2 : 5. Көгү кызылдан 24 көп. Канча кызыл карандаш бар?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Кызыл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3192" y="2971800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33192" y="2971800"/>
            <a:ext cx="126187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5064" y="2971800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5064" y="2971800"/>
            <a:ext cx="126187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1048" y="3791102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Көк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3192" y="3791102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33192" y="3791102"/>
            <a:ext cx="126187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5064" y="3791102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95064" y="3791102"/>
            <a:ext cx="126187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6936" y="3791102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56936" y="3791102"/>
            <a:ext cx="126187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18808" y="3791102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18808" y="3791102"/>
            <a:ext cx="126187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0680" y="3791102"/>
            <a:ext cx="1261872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0680" y="3791102"/>
            <a:ext cx="126187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56936" y="4356202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9442552" y="4356202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5656936" y="4471416"/>
            <a:ext cx="3785616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7549744" y="4471416"/>
            <a:ext cx="0" cy="11521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31" name="Rectangle 30"/>
          <p:cNvSpPr/>
          <p:nvPr/>
        </p:nvSpPr>
        <p:spPr>
          <a:xfrm>
            <a:off x="5199736" y="4586630"/>
            <a:ext cx="4700016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 бөлүк = 24 → 1 бөлүк = 8 → кызыл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Тексттик маселелер: тилке модели менен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Модел: ондон бирлер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Айгүл китептин 2/5 бөлүгүн окуду, андан кийин дагы 36 бет окуду. Эми жарымы окулду. Китеп канча бет?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Китеп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3192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4128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5064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6000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56936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7872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18808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9744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0680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11616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544964" y="2971800"/>
            <a:ext cx="102413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9544964" y="3509467"/>
            <a:ext cx="102413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9647377" y="2971800"/>
            <a:ext cx="0" cy="537667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9698584" y="2984602"/>
            <a:ext cx="1152144" cy="51206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7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Кайсы модель? Эмнени билбейбиз?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Тексттик маселелер: тилке модели менен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Модел: ондон бирлер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Айгүл китептин 2/5 бөлүгүн окуду, андан кийин дагы 36 бет окуду. Эми жарымы окулду. Китеп канча бет?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Китеп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3192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4128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5064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6000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56936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56936" y="2971800"/>
            <a:ext cx="630936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7872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18808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49744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0680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11616" y="2971800"/>
            <a:ext cx="630936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44964" y="2971800"/>
            <a:ext cx="102413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9544964" y="3509467"/>
            <a:ext cx="102413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9647377" y="2971800"/>
            <a:ext cx="0" cy="537667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9698584" y="2984602"/>
            <a:ext cx="1152144" cy="51206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1/2 − 2/5 = 1/10 = 36 бет → 360 бет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Тексттик маселелер: тилке модели менен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86157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Жыйынтык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38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Кайсы модель?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Бүтүн жана бөлүктөр → бөлүк–бүтүн.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Эки нерсени салыштыруу → эки тилке.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«эсе», бөлчөк, катыш → бирдиктер.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Полианын 4 кадамы</dc:title>
  <dc:subject>Тексттик маселелер: тилке модели менен</dc:subject>
  <dc:creator>MathKG</dc:creator>
  <cp:keywords>MathKG; </cp:keywords>
  <dc:description>generated using python-pptx</dc:description>
  <cp:lastModifiedBy>MathKG</cp:lastModifiedBy>
  <cp:revision>1</cp:revision>
  <dcterms:created xsi:type="dcterms:W3CDTF">2013-01-27T09:14:16Z</dcterms:created>
  <dcterms:modified xsi:type="dcterms:W3CDTF">2013-01-27T09:15:58Z</dcterms:modified>
  <cp:category/>
  <dc:language>ky-KG</dc:language>
</cp:coreProperties>
</file>