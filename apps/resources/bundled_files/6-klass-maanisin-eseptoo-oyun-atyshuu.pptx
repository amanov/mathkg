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Кербендеги аба ырайы бурчу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−3:  5a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−3:  5a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−8:  x + 3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−8:  x + 3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−4:  x²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−4:  x²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−4:  −x²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−4:  −x²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−2, b = −5:  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−2, b = −5:  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b = −6:  1 −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b = −6:  1 −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−10:  x ÷ 2 + 1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−10:  x ÷ 2 + 1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7, b = −3:  a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7, b = −3:  a +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−2:  x³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−2:  x³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−8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−1:  3a²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−1:  3a²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−5:  x² − 5x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−5:  x² − 5x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2, b = −4:  2(a −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2, b = −4:  2(a − 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