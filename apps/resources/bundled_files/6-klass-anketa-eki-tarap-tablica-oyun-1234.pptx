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Жумгалдагы мектеп гезити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Кыздар 12, балдар 10. Баары?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Жөө 17; анын 9у кыз. Балдар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Кутучалар 0–2, 2–4. Кайсы сан эки кутуда?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20 = 8 + 6 + □ + 3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Кыздар 12, балдар 10. Баары?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Жөө 17; анын 9у кыз. Балдар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Кутучалар 0–2, 2–4. Кайсы сан эки кутуда?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Баары 20 = 8 + 6 + □ + 3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китеп – 4 окуучу. Канча китеп?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китеп: 3, 2: 2 окуучу. Канча окуучу?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китеп: 3, 2: 2 окуучу. Орточо?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 китеп: 5, 4: 5 окуучу. Орточо?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китеп – 4 окуучу. Канча китеп?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китеп: 3, 2: 2 окуучу. Канча окуучу?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китеп: 3, 2: 2 окуучу. Орточо?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1,4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0 китеп: 5, 4: 5 окуучу. Орточо?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 6, 4 сан. Сумма?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Сумма 45, орточо 9. Канча сан?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 5: 3, 4, 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сан, орточо 4 → 6 сан, орточо 5. Жаңы сан?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 6, 4 сан. Сумма?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Сумма 45, орточо 9. Канча сан?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 5: 3, 4, 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сан, орточо 4 → 6 сан, орточо 5. Жаңы сан?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 6, 8 жана 6 кошулду. Орточо?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 6, 8 жана 10 кошулду. Орточо?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 4, 6, 12 → 12 алынды. Орточо?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«Сүйүктүү тамак» анкетасы: кайсы орточо?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Анкета жана таблица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 6, 8 жана 6 кошулду. Орточо?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 6, 8 жана 10 кошулду. Орточо?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2, 4, 6, 12 → 12 алынды. Орточо?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«Сүйүктүү тамак» анкетасы: кайсы орточо?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мода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