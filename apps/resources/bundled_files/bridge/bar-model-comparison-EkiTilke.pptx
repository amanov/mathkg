
<file path=[Content_Types].xml><?xml version="1.0" encoding="utf-8"?>
<Types xmlns="http://schemas.openxmlformats.org/package/2006/content-types">
  <Default Extension="fntdata" ContentType="application/x-fontdata"/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/>
  <p:notesSz cx="6858000" cy="9144000"/>
  <p:embeddedFontLst>
    <p:embeddedFont>
      <p:font typeface="IBM Plex Sans" pitchFamily="34" charset="0"/>
      <p:regular r:id="rId20"/>
      <p:bold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font" Target="fonts/font1.fntdata"/><Relationship Id="rId21" Type="http://schemas.openxmlformats.org/officeDocument/2006/relationships/font" Target="fonts/font2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Эки окуучуну чакырып, эки кубик мунарасын салыштыртыңыз; андан кийин тилкеге өтүңүз.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Эки тилке сол жактан тегиз башталат. Айырма — узун тилкенин ашыкча бөлүгү. «Көп» деген сөз дайыма кошуу эмес: ким көп экенин тилкеден кара. Жооп: 42 − 27 = 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Эки тилке сол жактан тегиз башталат. Айырма — узун тилкенин ашыкча бөлүгү. «Көп» деген сөз дайыма кошуу эмес: ким көп экенин тилкеден кара.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Эки тилке сол жактан тегиз башталат. Айырма — узун тилкенин ашыкча бөлүгү. «Көп» деген сөз дайыма кошуу эмес: ким көп экенин тилкеден кара. Жооп: 27 + 15 = 42.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Эки тилке сол жактан тегиз башталат. Айырма — узун тилкенин ашыкча бөлүгү. «Көп» деген сөз дайыма кошуу эмес: ким көп экенин тилкеден кара.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Эки тилке сол жактан тегиз башталат. Айырма — узун тилкенин ашыкча бөлүгү. «Көп» деген сөз дайыма кошуу эмес: ким көп экенин тилкеден кара. Жооп: 42 − 15 = 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Эки тилке сол жактан тегиз башталат. Айырма — узун тилкенин ашыкча бөлүгү. «Көп» деген сөз дайыма кошуу эмес: ким көп экенин тилкеден кара.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Эки тилке сол жактан тегиз башталат. Айырма — узун тилкенин ашыкча бөлүгү. «Көп» деген сөз дайыма кошуу эмес: ким көп экенин тилкеден кара. Жооп: 9 − 4 = 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Эки тилке сол жактан тегиз башталат. Айырма — узун тилкенин ашыкча бөлүгү. «Көп» деген сөз дайыма кошуу эмес: ким көп экенин тилкеден кара.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Эки тилке сол жактан тегиз башталат. Айырма — узун тилкенин ашыкча бөлүгү. «Көп» деген сөз дайыма кошуу эмес: ким көп экенин тилкеден кара. Жооп: 136 − 58 = 78.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Эки тилке сол жактан тегиз башталат. Айырма — узун тилкенин ашыкча бөлүгү. «Көп» деген сөз дайыма кошуу эмес: ким көп экенин тилкеден кара.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Салыштыруу тилке модели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488029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Эки тилке</a:t>
            </a:r>
          </a:p>
        </p:txBody>
      </p:sp>
      <p:sp>
        <p:nvSpPr>
          <p:cNvPr id="4" name="Rectangle 3"/>
          <p:cNvSpPr/>
          <p:nvPr/>
        </p:nvSpPr>
        <p:spPr>
          <a:xfrm>
            <a:off x="3237837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Ким көп? Канчага көп?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11094415" cy="41148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Эки нерсени салыштыруу үчүн эки тилке тартабыз.</a:t>
            </a:r>
          </a:p>
          <a:p>
            <a:pPr algn="l"/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Тилкелер бир сызыктан башталат.</a:t>
            </a:r>
          </a:p>
          <a:p>
            <a:pPr algn="l"/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Айырма — узун тилкенин ашыкча бөлүгү.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Салыштыруу тилке модели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282458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1-маселе</a:t>
            </a:r>
          </a:p>
        </p:txBody>
      </p:sp>
      <p:sp>
        <p:nvSpPr>
          <p:cNvPr id="4" name="Rectangle 3"/>
          <p:cNvSpPr/>
          <p:nvPr/>
        </p:nvSpPr>
        <p:spPr>
          <a:xfrm>
            <a:off x="3032266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Тилкени карап, ойлон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Асанда 42 жаңгак, Үсөндө 27 жаңгак бар. Асанда канча көп?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8" y="2971800"/>
            <a:ext cx="1243584" cy="61447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92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Асан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7784" y="2971800"/>
            <a:ext cx="6035040" cy="61447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7784" y="2971800"/>
            <a:ext cx="6035040" cy="61447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92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42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1048" y="3908146"/>
            <a:ext cx="1243584" cy="61447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92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Үсөн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7784" y="3908146"/>
            <a:ext cx="3879669" cy="61447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7784" y="3908146"/>
            <a:ext cx="3879669" cy="61447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92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27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77452" y="4550054"/>
            <a:ext cx="0" cy="131674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9332824" y="4550054"/>
            <a:ext cx="0" cy="131674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7177452" y="4681728"/>
            <a:ext cx="2155372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8255138" y="4681728"/>
            <a:ext cx="0" cy="131674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sp>
        <p:nvSpPr>
          <p:cNvPr id="21" name="Rectangle 20"/>
          <p:cNvSpPr/>
          <p:nvPr/>
        </p:nvSpPr>
        <p:spPr>
          <a:xfrm>
            <a:off x="6720252" y="4813402"/>
            <a:ext cx="3069771" cy="438912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ctr"/>
            <a:r>
              <a:rPr sz="192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60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Узун тилке кайсы? «?» кайда?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Салыштыруу тилке модели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3927634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1-маселе · жооп</a:t>
            </a:r>
          </a:p>
        </p:txBody>
      </p:sp>
      <p:sp>
        <p:nvSpPr>
          <p:cNvPr id="4" name="Rectangle 3"/>
          <p:cNvSpPr/>
          <p:nvPr/>
        </p:nvSpPr>
        <p:spPr>
          <a:xfrm>
            <a:off x="4677442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Тилкени карап, ойлон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Асанда 42 жаңгак, Үсөндө 27 жаңгак бар. Асанда канча көп?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8" y="2971800"/>
            <a:ext cx="1243584" cy="61447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92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Асан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7784" y="2971800"/>
            <a:ext cx="6035040" cy="61447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7784" y="2971800"/>
            <a:ext cx="6035040" cy="61447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92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42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1048" y="3908146"/>
            <a:ext cx="1243584" cy="61447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92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Үсөн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7784" y="3908146"/>
            <a:ext cx="3879669" cy="61447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7784" y="3908146"/>
            <a:ext cx="3879669" cy="61447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92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27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77452" y="4550054"/>
            <a:ext cx="0" cy="131674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9332824" y="4550054"/>
            <a:ext cx="0" cy="131674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7177452" y="4681728"/>
            <a:ext cx="2155372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8255138" y="4681728"/>
            <a:ext cx="0" cy="131674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sp>
        <p:nvSpPr>
          <p:cNvPr id="21" name="Rectangle 20"/>
          <p:cNvSpPr/>
          <p:nvPr/>
        </p:nvSpPr>
        <p:spPr>
          <a:xfrm>
            <a:off x="6720252" y="4813402"/>
            <a:ext cx="3069771" cy="438912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ctr"/>
            <a:r>
              <a:rPr sz="192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0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42 − 27 = 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Салыштыруу тилке модели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282458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2-маселе</a:t>
            </a:r>
          </a:p>
        </p:txBody>
      </p:sp>
      <p:sp>
        <p:nvSpPr>
          <p:cNvPr id="4" name="Rectangle 3"/>
          <p:cNvSpPr/>
          <p:nvPr/>
        </p:nvSpPr>
        <p:spPr>
          <a:xfrm>
            <a:off x="3032266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Тилкени карап, ойлон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Үсөндө 27 жаңгак. Асанда 15 жаңгак көп. Асанда канча?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8" y="2971800"/>
            <a:ext cx="1243584" cy="61447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92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Асан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7784" y="2971800"/>
            <a:ext cx="6035040" cy="614477"/>
          </a:xfrm>
          <a:prstGeom prst="rect">
            <a:avLst/>
          </a:prstGeom>
          <a:noFill/>
          <a:ln w="16510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7784" y="2971800"/>
            <a:ext cx="6035040" cy="61447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92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1048" y="3908146"/>
            <a:ext cx="1243584" cy="61447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92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Үсөн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7784" y="3908146"/>
            <a:ext cx="3879669" cy="61447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7784" y="3908146"/>
            <a:ext cx="3879669" cy="61447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92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27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77452" y="4550054"/>
            <a:ext cx="0" cy="131674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9332824" y="4550054"/>
            <a:ext cx="0" cy="131674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7177452" y="4681728"/>
            <a:ext cx="2155372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8255138" y="4681728"/>
            <a:ext cx="0" cy="131674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sp>
        <p:nvSpPr>
          <p:cNvPr id="21" name="Rectangle 20"/>
          <p:cNvSpPr/>
          <p:nvPr/>
        </p:nvSpPr>
        <p:spPr>
          <a:xfrm>
            <a:off x="6720252" y="4813402"/>
            <a:ext cx="3069771" cy="438912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ctr"/>
            <a:r>
              <a:rPr sz="192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60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Узун тилке кайсы? «?» кайда?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Салыштыруу тилке модели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3927634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2-маселе · жооп</a:t>
            </a:r>
          </a:p>
        </p:txBody>
      </p:sp>
      <p:sp>
        <p:nvSpPr>
          <p:cNvPr id="4" name="Rectangle 3"/>
          <p:cNvSpPr/>
          <p:nvPr/>
        </p:nvSpPr>
        <p:spPr>
          <a:xfrm>
            <a:off x="4677442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Тилкени карап, ойлон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Үсөндө 27 жаңгак. Асанда 15 жаңгак көп. Асанда канча?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8" y="2971800"/>
            <a:ext cx="1243584" cy="61447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92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Асан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7784" y="2971800"/>
            <a:ext cx="6035040" cy="61447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7784" y="2971800"/>
            <a:ext cx="6035040" cy="61447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92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42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1048" y="3908146"/>
            <a:ext cx="1243584" cy="61447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92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Үсөн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7784" y="3908146"/>
            <a:ext cx="3879669" cy="61447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7784" y="3908146"/>
            <a:ext cx="3879669" cy="61447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92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27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77452" y="4550054"/>
            <a:ext cx="0" cy="131674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9332824" y="4550054"/>
            <a:ext cx="0" cy="131674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7177452" y="4681728"/>
            <a:ext cx="2155372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8255138" y="4681728"/>
            <a:ext cx="0" cy="131674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sp>
        <p:nvSpPr>
          <p:cNvPr id="21" name="Rectangle 20"/>
          <p:cNvSpPr/>
          <p:nvPr/>
        </p:nvSpPr>
        <p:spPr>
          <a:xfrm>
            <a:off x="6720252" y="4813402"/>
            <a:ext cx="3069771" cy="438912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ctr"/>
            <a:r>
              <a:rPr sz="192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0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27 + 15 = 42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Салыштыруу тилке модели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282458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3-маселе</a:t>
            </a:r>
          </a:p>
        </p:txBody>
      </p:sp>
      <p:sp>
        <p:nvSpPr>
          <p:cNvPr id="4" name="Rectangle 3"/>
          <p:cNvSpPr/>
          <p:nvPr/>
        </p:nvSpPr>
        <p:spPr>
          <a:xfrm>
            <a:off x="3032266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Тилкени карап, ойлон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Асанда 42 жаңгак. Үсөндө 15 жаңгак аз. Үсөндө канча?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8" y="2971800"/>
            <a:ext cx="1243584" cy="61447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92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Асан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7784" y="2971800"/>
            <a:ext cx="6035040" cy="61447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7784" y="2971800"/>
            <a:ext cx="6035040" cy="61447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92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42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1048" y="3908146"/>
            <a:ext cx="1243584" cy="61447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92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Үсөн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7784" y="3908146"/>
            <a:ext cx="3879669" cy="614477"/>
          </a:xfrm>
          <a:prstGeom prst="rect">
            <a:avLst/>
          </a:prstGeom>
          <a:noFill/>
          <a:ln w="16510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7784" y="3908146"/>
            <a:ext cx="3879669" cy="61447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92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?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77452" y="4550054"/>
            <a:ext cx="0" cy="131674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9332824" y="4550054"/>
            <a:ext cx="0" cy="131674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7177452" y="4681728"/>
            <a:ext cx="2155372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8255138" y="4681728"/>
            <a:ext cx="0" cy="131674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sp>
        <p:nvSpPr>
          <p:cNvPr id="21" name="Rectangle 20"/>
          <p:cNvSpPr/>
          <p:nvPr/>
        </p:nvSpPr>
        <p:spPr>
          <a:xfrm>
            <a:off x="6720252" y="4813402"/>
            <a:ext cx="3069771" cy="438912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ctr"/>
            <a:r>
              <a:rPr sz="192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60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Узун тилке кайсы? «?» кайда?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Салыштыруу тилке модели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3927634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3-маселе · жооп</a:t>
            </a:r>
          </a:p>
        </p:txBody>
      </p:sp>
      <p:sp>
        <p:nvSpPr>
          <p:cNvPr id="4" name="Rectangle 3"/>
          <p:cNvSpPr/>
          <p:nvPr/>
        </p:nvSpPr>
        <p:spPr>
          <a:xfrm>
            <a:off x="4677442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Тилкени карап, ойлон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Асанда 42 жаңгак. Үсөндө 15 жаңгак аз. Үсөндө канча?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8" y="2971800"/>
            <a:ext cx="1243584" cy="61447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92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Асан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7784" y="2971800"/>
            <a:ext cx="6035040" cy="61447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7784" y="2971800"/>
            <a:ext cx="6035040" cy="61447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92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42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1048" y="3908146"/>
            <a:ext cx="1243584" cy="61447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92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Үсөн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7784" y="3908146"/>
            <a:ext cx="3879669" cy="61447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7784" y="3908146"/>
            <a:ext cx="3879669" cy="61447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92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27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77452" y="4550054"/>
            <a:ext cx="0" cy="131674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9332824" y="4550054"/>
            <a:ext cx="0" cy="131674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7177452" y="4681728"/>
            <a:ext cx="2155372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8255138" y="4681728"/>
            <a:ext cx="0" cy="131674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sp>
        <p:nvSpPr>
          <p:cNvPr id="21" name="Rectangle 20"/>
          <p:cNvSpPr/>
          <p:nvPr/>
        </p:nvSpPr>
        <p:spPr>
          <a:xfrm>
            <a:off x="6720252" y="4813402"/>
            <a:ext cx="3069771" cy="438912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ctr"/>
            <a:r>
              <a:rPr sz="192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0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42 − 15 = 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Салыштыруу тилке модели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282458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4-маселе</a:t>
            </a:r>
          </a:p>
        </p:txBody>
      </p:sp>
      <p:sp>
        <p:nvSpPr>
          <p:cNvPr id="4" name="Rectangle 3"/>
          <p:cNvSpPr/>
          <p:nvPr/>
        </p:nvSpPr>
        <p:spPr>
          <a:xfrm>
            <a:off x="3032266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Тилкени карап, ойлон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Кара козу 9 кг, ак козу 4 кг. Кара козу канча кг оор?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8" y="2971800"/>
            <a:ext cx="1243584" cy="61447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92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Кара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7784" y="2971800"/>
            <a:ext cx="6035040" cy="61447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7784" y="2971800"/>
            <a:ext cx="6035040" cy="61447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92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1048" y="3908146"/>
            <a:ext cx="1243584" cy="61447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92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7784" y="3908146"/>
            <a:ext cx="2682240" cy="61447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7784" y="3908146"/>
            <a:ext cx="2682240" cy="61447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92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80024" y="4550054"/>
            <a:ext cx="0" cy="131674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9332824" y="4550054"/>
            <a:ext cx="0" cy="131674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5980024" y="4681728"/>
            <a:ext cx="3352800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7656424" y="4681728"/>
            <a:ext cx="0" cy="131674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sp>
        <p:nvSpPr>
          <p:cNvPr id="21" name="Rectangle 20"/>
          <p:cNvSpPr/>
          <p:nvPr/>
        </p:nvSpPr>
        <p:spPr>
          <a:xfrm>
            <a:off x="5522824" y="4813402"/>
            <a:ext cx="4267200" cy="438912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ctr"/>
            <a:r>
              <a:rPr sz="192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60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Узун тилке кайсы? «?» кайда?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Салыштыруу тилке модели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3927634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4-маселе · жооп</a:t>
            </a:r>
          </a:p>
        </p:txBody>
      </p:sp>
      <p:sp>
        <p:nvSpPr>
          <p:cNvPr id="4" name="Rectangle 3"/>
          <p:cNvSpPr/>
          <p:nvPr/>
        </p:nvSpPr>
        <p:spPr>
          <a:xfrm>
            <a:off x="4677442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Тилкени карап, ойлон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Кара козу 9 кг, ак козу 4 кг. Кара козу канча кг оор?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8" y="2971800"/>
            <a:ext cx="1243584" cy="61447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92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Кара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7784" y="2971800"/>
            <a:ext cx="6035040" cy="61447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7784" y="2971800"/>
            <a:ext cx="6035040" cy="61447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92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1048" y="3908146"/>
            <a:ext cx="1243584" cy="61447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92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7784" y="3908146"/>
            <a:ext cx="2682240" cy="61447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7784" y="3908146"/>
            <a:ext cx="2682240" cy="61447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92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80024" y="4550054"/>
            <a:ext cx="0" cy="131674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9332824" y="4550054"/>
            <a:ext cx="0" cy="131674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5980024" y="4681728"/>
            <a:ext cx="3352800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7656424" y="4681728"/>
            <a:ext cx="0" cy="131674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sp>
        <p:nvSpPr>
          <p:cNvPr id="21" name="Rectangle 20"/>
          <p:cNvSpPr/>
          <p:nvPr/>
        </p:nvSpPr>
        <p:spPr>
          <a:xfrm>
            <a:off x="5522824" y="4813402"/>
            <a:ext cx="4267200" cy="438912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ctr"/>
            <a:r>
              <a:rPr sz="192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0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9 − 4 = 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Салыштыруу тилке модели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282458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5-маселе</a:t>
            </a:r>
          </a:p>
        </p:txBody>
      </p:sp>
      <p:sp>
        <p:nvSpPr>
          <p:cNvPr id="4" name="Rectangle 3"/>
          <p:cNvSpPr/>
          <p:nvPr/>
        </p:nvSpPr>
        <p:spPr>
          <a:xfrm>
            <a:off x="3032266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Тилкени карап, ойлон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Ош шаарындагы паркта 136 дарак, айыл паркында 58 дарак аз. Айыл паркында канча?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8" y="2971800"/>
            <a:ext cx="1243584" cy="61447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92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Шаар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7784" y="2971800"/>
            <a:ext cx="6035040" cy="61447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7784" y="2971800"/>
            <a:ext cx="6035040" cy="61447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92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136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1048" y="3908146"/>
            <a:ext cx="1243584" cy="61447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92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Айыл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7784" y="3908146"/>
            <a:ext cx="3461273" cy="614477"/>
          </a:xfrm>
          <a:prstGeom prst="rect">
            <a:avLst/>
          </a:prstGeom>
          <a:noFill/>
          <a:ln w="16510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7784" y="3908146"/>
            <a:ext cx="3461273" cy="61447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92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?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759057" y="4550054"/>
            <a:ext cx="0" cy="131674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9332824" y="4550054"/>
            <a:ext cx="0" cy="131674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6759057" y="4681728"/>
            <a:ext cx="2573767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8045940" y="4681728"/>
            <a:ext cx="0" cy="131674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sp>
        <p:nvSpPr>
          <p:cNvPr id="21" name="Rectangle 20"/>
          <p:cNvSpPr/>
          <p:nvPr/>
        </p:nvSpPr>
        <p:spPr>
          <a:xfrm>
            <a:off x="6301857" y="4813402"/>
            <a:ext cx="3488167" cy="438912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ctr"/>
            <a:r>
              <a:rPr sz="192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58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60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Узун тилке кайсы? «?» кайда?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Салыштыруу тилке модели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3927634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5-маселе · жооп</a:t>
            </a:r>
          </a:p>
        </p:txBody>
      </p:sp>
      <p:sp>
        <p:nvSpPr>
          <p:cNvPr id="4" name="Rectangle 3"/>
          <p:cNvSpPr/>
          <p:nvPr/>
        </p:nvSpPr>
        <p:spPr>
          <a:xfrm>
            <a:off x="4677442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Тилкени карап, ойлон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Ош шаарындагы паркта 136 дарак, айыл паркында 58 дарак аз. Айыл паркында канча?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8" y="2971800"/>
            <a:ext cx="1243584" cy="61447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92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Шаар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7784" y="2971800"/>
            <a:ext cx="6035040" cy="61447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7784" y="2971800"/>
            <a:ext cx="6035040" cy="61447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92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136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1048" y="3908146"/>
            <a:ext cx="1243584" cy="61447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92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Айыл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7784" y="3908146"/>
            <a:ext cx="3461273" cy="61447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7784" y="3908146"/>
            <a:ext cx="3461273" cy="61447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92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78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759057" y="4550054"/>
            <a:ext cx="0" cy="131674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9332824" y="4550054"/>
            <a:ext cx="0" cy="131674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6759057" y="4681728"/>
            <a:ext cx="2573767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8045940" y="4681728"/>
            <a:ext cx="0" cy="131674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sp>
        <p:nvSpPr>
          <p:cNvPr id="21" name="Rectangle 20"/>
          <p:cNvSpPr/>
          <p:nvPr/>
        </p:nvSpPr>
        <p:spPr>
          <a:xfrm>
            <a:off x="6301857" y="4813402"/>
            <a:ext cx="3488167" cy="438912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ctr"/>
            <a:r>
              <a:rPr sz="192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58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0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136 − 58 = 78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Салыштыруу тилке модели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861578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Жыйынтык</a:t>
            </a:r>
          </a:p>
        </p:txBody>
      </p:sp>
      <p:sp>
        <p:nvSpPr>
          <p:cNvPr id="4" name="Rectangle 3"/>
          <p:cNvSpPr/>
          <p:nvPr/>
        </p:nvSpPr>
        <p:spPr>
          <a:xfrm>
            <a:off x="3611386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Эмнени үйрөндүк?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11094415" cy="41148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Айырма = чоң − кичине.</a:t>
            </a:r>
          </a:p>
          <a:p>
            <a:pPr algn="l"/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Кичине = чоң − айырма.  Чоң = кичине + айырма.</a:t>
            </a:r>
          </a:p>
          <a:p>
            <a:pPr algn="l"/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«аз» деген сөз кемитүү эмес болушу мүмкүн — тилкени тарт!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Эки тилке</dc:title>
  <dc:subject>Салыштыруу тилке модели</dc:subject>
  <dc:creator>MathKG</dc:creator>
  <cp:keywords>MathKG; </cp:keywords>
  <dc:description>generated using python-pptx</dc:description>
  <cp:lastModifiedBy>MathKG</cp:lastModifiedBy>
  <cp:revision>1</cp:revision>
  <dcterms:created xsi:type="dcterms:W3CDTF">2013-01-27T09:14:16Z</dcterms:created>
  <dcterms:modified xsi:type="dcterms:W3CDTF">2013-01-27T09:15:58Z</dcterms:modified>
  <cp:category/>
  <dc:language>ky-KG</dc:language>
</cp:coreProperties>
</file>