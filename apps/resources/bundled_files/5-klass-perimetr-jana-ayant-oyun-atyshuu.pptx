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жана туура бирдик (см же см²) = 1 упай. Сүрөт же сөз менен түшүндүрсө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«айландыңбы же жаптыңбы?»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Кочкордогу шырдак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см × 3 см: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см × 3 см: 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14 см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см × 3 см: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см × 3 см: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 см²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 10 м: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 10 м: 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40 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 10 м: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 10 м: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100 м²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м = ? см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м = ? см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100 см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P = 20 см, a = 6 см. 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P = 20 см, a = 6 см. b?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 см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S = 32 м², a = 8 м. 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S = 32 м², a = 8 м. b?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 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Тосмо: периметрби же аянтпы?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Тосмо: периметрби же аянтпы?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Периметр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Линолеум: периметрби же аянтпы?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Линолеум: периметрби же аянтпы?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Аянт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L: 6 × 3 + 2 × 2 (см²)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L: 6 × 3 + 2 × 2 (см²)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22 см²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Квадраттын P = 28 м. 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Квадраттын P = 28 м. 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49 м²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см × 5 см: P жана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Периметр жана аянт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см × 5 см: P жана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24 см; 35 см²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