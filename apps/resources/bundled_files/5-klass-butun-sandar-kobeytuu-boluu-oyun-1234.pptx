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1234 оюну: ар бир окуучу өз деңгээлинен баштайт. Жооп слайдында ар бир суроонун жообу жана кыскача түшүндүрмөсү бар.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1234: төрт 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3215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9047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бир раундда 4 суроо: ① жеңил … ④ эң кыйын.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5915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бир окуучу өзүнө ылайыктуусунан баштайт, андан кийин кийинкисине өтөт.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2783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Жоопторду мини-тактага жазгыла. Жооп слайдында текшергиле.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42231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96511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Кыйын болсо – жакшы! Мээң өсүп жатат.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7047" y="5669280"/>
            <a:ext cx="47548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Блум: Колдонуу · Талдоо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5669280"/>
            <a:ext cx="58521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Бүгүнкү окуя: Суу сактагычтын күндөлүгү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 × (−2)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(−3) × 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(−7) × (−2)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(−1) × (−1) × (−1)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 × (−2)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−8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(−3) × 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−15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(−7) × (−2)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(−1) × (−1) × (−1)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−1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(−12) : 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30 : (−6)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(−63) : (−7)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□ : (−4) = 8.  □ = 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(−12) : 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−3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30 : (−6)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−5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(−63) : (−7)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9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□ : (−4) = 8.  □ = 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−32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(−5) × 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(−2) × 3 × (−5)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(−36) : 9 × (−2)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(−2) × (−2) × (−2) × (−2)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(−5) × 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(−2) × 3 × (−5)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30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(−36) : 9 × (−2)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(−2) × (−2) × (−2) × (−2)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Деңгээл күнүнө 3 см төмөндөйт. 5 күндө?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Температура 4 саатта 12° төмөндөдү. Саатына?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240 сом карыз 4 кишиге тең бөлүндү. Ар бири?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Деңгээл күнүнө 4 см төмөндөйт, бүгүн 0. 3 күн мурун?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Деңгээл күнүнө 3 см төмөндөйт. 5 күндө?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−15 см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Температура 4 саатта 12° төмөндөдү. Саатына?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−3°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240 сом карыз 4 кишиге тең бөлүндү. Ар бири?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−60 сом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Деңгээл күнүнө 4 см төмөндөйт, бүгүн 0. 3 күн мурун?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+12 см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