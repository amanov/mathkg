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Суу сактагычтын күндөлүгү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(−2)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 ×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(−2)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 × (−1) × (−1)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(−2)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 ×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(−2)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 × (−1) × (−1)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(−12) :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: (−6)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(−63) : (−7)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: (−4) = 8.  □ =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(−12) :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: (−6)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(−63) : (−7)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: (−4) = 8. 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 ×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(−2) × 3 × (−5)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: 9 × (−2)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(−2) × (−2) × (−2) × (−2)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 ×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(−2) × 3 × (−5)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: 9 × (−2)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(−2) × (−2) × (−2) × (−2)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күнүнө 3 см төмөндөйт. 5 күндө?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Температура 4 саатта 12° төмөндөдү. Саатына?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240 сом карыз 4 кишиге тең бөлүндү. Ар бири?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күнүнө 4 см төмөндөйт, бүгүн 0. 3 күн мурун?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күнүнө 3 см төмөндөйт. 5 күндө?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−15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Температура 4 саатта 12° төмөндөдү. Саатына?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−3°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240 сом карыз 4 кишиге тең бөлүндү. Ар бири?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−60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күнүнө 4 см төмөндөйт, бүгүн 0. 3 күн мурун?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+12 см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