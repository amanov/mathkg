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Ысык-Көлдөгү жайкы лагерь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4 572 саны 9га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4 572 саны 9га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3 150 саны 25ке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3 150 саны 25ке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7 206 саны 4кө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7 206 саны 4кө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2 465 саны 5ке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2 465 саны 5ке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8 913 саны 3кө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8 913 саны 3кө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6 380 саны 10го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6 380 саны 10го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5 418 саны 9га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5 418 саны 9га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1 734 саны 4кө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1 734 саны 4кө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9 025 саны 25ке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9 025 саны 25ке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3 332 саны 3кө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3 332 саны 3кө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7 008 саны 4кө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7 008 саны 4кө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2 771 саны 9га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2 771 саны 9га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