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Кагаз бурчу же жип менен көрсөтүп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билдиң?»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Кызыл-Кыяда ордо аянтчасы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441167" y="3132123"/>
            <a:ext cx="2171139" cy="382830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441167" y="1605686"/>
            <a:ext cx="1102316" cy="1909267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3578328" y="3277386"/>
            <a:ext cx="132992" cy="189932"/>
          </a:xfrm>
          <a:custGeom>
            <a:avLst/>
            <a:gdLst/>
            <a:ahLst/>
            <a:cxnLst/>
            <a:rect l="l" t="t" r="r" b="b"/>
            <a:pathLst>
              <a:path w="132992" h="189932">
                <a:moveTo>
                  <a:pt x="132992" y="189932"/>
                </a:moveTo>
                <a:lnTo>
                  <a:pt x="129994" y="175276"/>
                </a:lnTo>
                <a:lnTo>
                  <a:pt x="126201" y="160805"/>
                </a:lnTo>
                <a:lnTo>
                  <a:pt x="121624" y="146562"/>
                </a:lnTo>
                <a:lnTo>
                  <a:pt x="116279" y="132590"/>
                </a:lnTo>
                <a:lnTo>
                  <a:pt x="110179" y="118930"/>
                </a:lnTo>
                <a:lnTo>
                  <a:pt x="103344" y="105623"/>
                </a:lnTo>
                <a:lnTo>
                  <a:pt x="95793" y="92708"/>
                </a:lnTo>
                <a:lnTo>
                  <a:pt x="87550" y="80224"/>
                </a:lnTo>
                <a:lnTo>
                  <a:pt x="78638" y="68208"/>
                </a:lnTo>
                <a:lnTo>
                  <a:pt x="69085" y="56696"/>
                </a:lnTo>
                <a:lnTo>
                  <a:pt x="58918" y="45721"/>
                </a:lnTo>
                <a:lnTo>
                  <a:pt x="48168" y="35318"/>
                </a:lnTo>
                <a:lnTo>
                  <a:pt x="36867" y="25515"/>
                </a:lnTo>
                <a:lnTo>
                  <a:pt x="25048" y="16344"/>
                </a:lnTo>
                <a:lnTo>
                  <a:pt x="12747" y="7830"/>
                </a:lnTo>
                <a:lnTo>
                  <a:pt x="0" y="0"/>
                </a:lnTo>
              </a:path>
            </a:pathLst>
          </a:custGeom>
          <a:noFill/>
          <a:ln w="2348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74343" y="3448129"/>
            <a:ext cx="133648" cy="1336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441167" y="3132123"/>
            <a:ext cx="2171139" cy="382830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441167" y="1605686"/>
            <a:ext cx="1102316" cy="1909267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3578328" y="3277386"/>
            <a:ext cx="132992" cy="189932"/>
          </a:xfrm>
          <a:custGeom>
            <a:avLst/>
            <a:gdLst/>
            <a:ahLst/>
            <a:cxnLst/>
            <a:rect l="l" t="t" r="r" b="b"/>
            <a:pathLst>
              <a:path w="132992" h="189932">
                <a:moveTo>
                  <a:pt x="132992" y="189932"/>
                </a:moveTo>
                <a:lnTo>
                  <a:pt x="129994" y="175276"/>
                </a:lnTo>
                <a:lnTo>
                  <a:pt x="126201" y="160805"/>
                </a:lnTo>
                <a:lnTo>
                  <a:pt x="121624" y="146562"/>
                </a:lnTo>
                <a:lnTo>
                  <a:pt x="116279" y="132590"/>
                </a:lnTo>
                <a:lnTo>
                  <a:pt x="110179" y="118930"/>
                </a:lnTo>
                <a:lnTo>
                  <a:pt x="103344" y="105623"/>
                </a:lnTo>
                <a:lnTo>
                  <a:pt x="95793" y="92708"/>
                </a:lnTo>
                <a:lnTo>
                  <a:pt x="87550" y="80224"/>
                </a:lnTo>
                <a:lnTo>
                  <a:pt x="78638" y="68208"/>
                </a:lnTo>
                <a:lnTo>
                  <a:pt x="69085" y="56696"/>
                </a:lnTo>
                <a:lnTo>
                  <a:pt x="58918" y="45721"/>
                </a:lnTo>
                <a:lnTo>
                  <a:pt x="48168" y="35318"/>
                </a:lnTo>
                <a:lnTo>
                  <a:pt x="36867" y="25515"/>
                </a:lnTo>
                <a:lnTo>
                  <a:pt x="25048" y="16344"/>
                </a:lnTo>
                <a:lnTo>
                  <a:pt x="12747" y="7830"/>
                </a:lnTo>
                <a:lnTo>
                  <a:pt x="0" y="0"/>
                </a:lnTo>
              </a:path>
            </a:pathLst>
          </a:custGeom>
          <a:noFill/>
          <a:ln w="2348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74343" y="3448129"/>
            <a:ext cx="133648" cy="1336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Тар бурч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365711" y="2777823"/>
            <a:ext cx="1449781" cy="255635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237981" y="2087181"/>
            <a:ext cx="1127730" cy="946277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4155570" y="2759204"/>
            <a:ext cx="480294" cy="226620"/>
          </a:xfrm>
          <a:custGeom>
            <a:avLst/>
            <a:gdLst/>
            <a:ahLst/>
            <a:cxnLst/>
            <a:rect l="l" t="t" r="r" b="b"/>
            <a:pathLst>
              <a:path w="480294" h="226620">
                <a:moveTo>
                  <a:pt x="480294" y="226620"/>
                </a:moveTo>
                <a:lnTo>
                  <a:pt x="470850" y="188916"/>
                </a:lnTo>
                <a:lnTo>
                  <a:pt x="456172" y="152926"/>
                </a:lnTo>
                <a:lnTo>
                  <a:pt x="436554" y="119372"/>
                </a:lnTo>
                <a:lnTo>
                  <a:pt x="412391" y="88927"/>
                </a:lnTo>
                <a:lnTo>
                  <a:pt x="384168" y="62202"/>
                </a:lnTo>
                <a:lnTo>
                  <a:pt x="352451" y="39735"/>
                </a:lnTo>
                <a:lnTo>
                  <a:pt x="317877" y="21976"/>
                </a:lnTo>
                <a:lnTo>
                  <a:pt x="281141" y="9282"/>
                </a:lnTo>
                <a:lnTo>
                  <a:pt x="242978" y="1907"/>
                </a:lnTo>
                <a:lnTo>
                  <a:pt x="204157" y="0"/>
                </a:lnTo>
                <a:lnTo>
                  <a:pt x="165456" y="3599"/>
                </a:lnTo>
                <a:lnTo>
                  <a:pt x="127652" y="12631"/>
                </a:lnTo>
                <a:lnTo>
                  <a:pt x="91504" y="26916"/>
                </a:lnTo>
                <a:lnTo>
                  <a:pt x="57737" y="46166"/>
                </a:lnTo>
                <a:lnTo>
                  <a:pt x="27031" y="69995"/>
                </a:lnTo>
                <a:lnTo>
                  <a:pt x="0" y="97925"/>
                </a:lnTo>
              </a:path>
            </a:pathLst>
          </a:custGeom>
          <a:noFill/>
          <a:ln w="2348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8887" y="2966634"/>
            <a:ext cx="133648" cy="1336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365711" y="2777823"/>
            <a:ext cx="1449781" cy="255635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237981" y="2087181"/>
            <a:ext cx="1127730" cy="946277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4155570" y="2759204"/>
            <a:ext cx="480294" cy="226620"/>
          </a:xfrm>
          <a:custGeom>
            <a:avLst/>
            <a:gdLst/>
            <a:ahLst/>
            <a:cxnLst/>
            <a:rect l="l" t="t" r="r" b="b"/>
            <a:pathLst>
              <a:path w="480294" h="226620">
                <a:moveTo>
                  <a:pt x="480294" y="226620"/>
                </a:moveTo>
                <a:lnTo>
                  <a:pt x="470850" y="188916"/>
                </a:lnTo>
                <a:lnTo>
                  <a:pt x="456172" y="152926"/>
                </a:lnTo>
                <a:lnTo>
                  <a:pt x="436554" y="119372"/>
                </a:lnTo>
                <a:lnTo>
                  <a:pt x="412391" y="88927"/>
                </a:lnTo>
                <a:lnTo>
                  <a:pt x="384168" y="62202"/>
                </a:lnTo>
                <a:lnTo>
                  <a:pt x="352451" y="39735"/>
                </a:lnTo>
                <a:lnTo>
                  <a:pt x="317877" y="21976"/>
                </a:lnTo>
                <a:lnTo>
                  <a:pt x="281141" y="9282"/>
                </a:lnTo>
                <a:lnTo>
                  <a:pt x="242978" y="1907"/>
                </a:lnTo>
                <a:lnTo>
                  <a:pt x="204157" y="0"/>
                </a:lnTo>
                <a:lnTo>
                  <a:pt x="165456" y="3599"/>
                </a:lnTo>
                <a:lnTo>
                  <a:pt x="127652" y="12631"/>
                </a:lnTo>
                <a:lnTo>
                  <a:pt x="91504" y="26916"/>
                </a:lnTo>
                <a:lnTo>
                  <a:pt x="57737" y="46166"/>
                </a:lnTo>
                <a:lnTo>
                  <a:pt x="27031" y="69995"/>
                </a:lnTo>
                <a:lnTo>
                  <a:pt x="0" y="97925"/>
                </a:lnTo>
              </a:path>
            </a:pathLst>
          </a:custGeom>
          <a:noFill/>
          <a:ln w="2348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8887" y="2966634"/>
            <a:ext cx="133648" cy="1336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Кең бурч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Радиусу 5 м. Диаметри?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Радиусу 5 м. Диаметри?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 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209343" y="1901623"/>
            <a:ext cx="2634789" cy="1317394"/>
          </a:xfrm>
          <a:custGeom>
            <a:avLst/>
            <a:gdLst/>
            <a:ahLst/>
            <a:cxnLst/>
            <a:rect l="l" t="t" r="r" b="b"/>
            <a:pathLst>
              <a:path w="2634789" h="1317394">
                <a:moveTo>
                  <a:pt x="0" y="0"/>
                </a:moveTo>
                <a:lnTo>
                  <a:pt x="1646743" y="0"/>
                </a:lnTo>
                <a:lnTo>
                  <a:pt x="2634789" y="1317394"/>
                </a:lnTo>
                <a:lnTo>
                  <a:pt x="988046" y="1317394"/>
                </a:lnTo>
                <a:close/>
              </a:path>
            </a:pathLst>
          </a:custGeom>
          <a:solidFill>
            <a:srgbClr val="B5E2D3"/>
          </a:solidFill>
          <a:ln w="2104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209343" y="1901623"/>
            <a:ext cx="2634789" cy="1317394"/>
          </a:xfrm>
          <a:custGeom>
            <a:avLst/>
            <a:gdLst/>
            <a:ahLst/>
            <a:cxnLst/>
            <a:rect l="l" t="t" r="r" b="b"/>
            <a:pathLst>
              <a:path w="2634789" h="1317394">
                <a:moveTo>
                  <a:pt x="0" y="0"/>
                </a:moveTo>
                <a:lnTo>
                  <a:pt x="1646743" y="0"/>
                </a:lnTo>
                <a:lnTo>
                  <a:pt x="2634789" y="1317394"/>
                </a:lnTo>
                <a:lnTo>
                  <a:pt x="988046" y="1317394"/>
                </a:lnTo>
                <a:close/>
              </a:path>
            </a:pathLst>
          </a:custGeom>
          <a:solidFill>
            <a:srgbClr val="B5E2D3"/>
          </a:solidFill>
          <a:ln w="21041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Ромб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Диаметри 8 м. Радиусу?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Диаметри 8 м. Радиусу?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 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299494" y="2256805"/>
            <a:ext cx="1515998" cy="1061513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237981" y="1802321"/>
            <a:ext cx="1061513" cy="1515997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4181487" y="3031779"/>
            <a:ext cx="286540" cy="168532"/>
          </a:xfrm>
          <a:custGeom>
            <a:avLst/>
            <a:gdLst/>
            <a:ahLst/>
            <a:cxnLst/>
            <a:rect l="l" t="t" r="r" b="b"/>
            <a:pathLst>
              <a:path w="286540" h="168532">
                <a:moveTo>
                  <a:pt x="286540" y="168532"/>
                </a:moveTo>
                <a:lnTo>
                  <a:pt x="168533" y="0"/>
                </a:lnTo>
                <a:lnTo>
                  <a:pt x="0" y="118008"/>
                </a:lnTo>
              </a:path>
            </a:pathLst>
          </a:custGeom>
          <a:noFill/>
          <a:ln w="2348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32670" y="3251494"/>
            <a:ext cx="133648" cy="1336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299494" y="2256805"/>
            <a:ext cx="1515998" cy="1061513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237981" y="1802321"/>
            <a:ext cx="1061513" cy="1515997"/>
          </a:xfrm>
          <a:prstGeom prst="line">
            <a:avLst/>
          </a:prstGeom>
          <a:ln w="3354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4181487" y="3031779"/>
            <a:ext cx="286540" cy="168532"/>
          </a:xfrm>
          <a:custGeom>
            <a:avLst/>
            <a:gdLst/>
            <a:ahLst/>
            <a:cxnLst/>
            <a:rect l="l" t="t" r="r" b="b"/>
            <a:pathLst>
              <a:path w="286540" h="168532">
                <a:moveTo>
                  <a:pt x="286540" y="168532"/>
                </a:moveTo>
                <a:lnTo>
                  <a:pt x="168533" y="0"/>
                </a:lnTo>
                <a:lnTo>
                  <a:pt x="0" y="118008"/>
                </a:lnTo>
              </a:path>
            </a:pathLst>
          </a:custGeom>
          <a:noFill/>
          <a:ln w="2348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32670" y="3251494"/>
            <a:ext cx="133648" cy="1336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Тик бурч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3:00дө жебелер кандай бурч?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3:00дө жебелер кандай бурч?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Тик бурч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209343" y="2033362"/>
            <a:ext cx="2634789" cy="1053916"/>
          </a:xfrm>
          <a:custGeom>
            <a:avLst/>
            <a:gdLst/>
            <a:ahLst/>
            <a:cxnLst/>
            <a:rect l="l" t="t" r="r" b="b"/>
            <a:pathLst>
              <a:path w="2634789" h="1053916">
                <a:moveTo>
                  <a:pt x="526958" y="0"/>
                </a:moveTo>
                <a:lnTo>
                  <a:pt x="2107831" y="0"/>
                </a:lnTo>
                <a:lnTo>
                  <a:pt x="2634789" y="1053916"/>
                </a:lnTo>
                <a:lnTo>
                  <a:pt x="0" y="1053916"/>
                </a:lnTo>
                <a:close/>
              </a:path>
            </a:pathLst>
          </a:custGeom>
          <a:solidFill>
            <a:srgbClr val="B5E2D3"/>
          </a:solidFill>
          <a:ln w="16833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209343" y="2033362"/>
            <a:ext cx="2634789" cy="1053916"/>
          </a:xfrm>
          <a:custGeom>
            <a:avLst/>
            <a:gdLst/>
            <a:ahLst/>
            <a:cxnLst/>
            <a:rect l="l" t="t" r="r" b="b"/>
            <a:pathLst>
              <a:path w="2634789" h="1053916">
                <a:moveTo>
                  <a:pt x="526958" y="0"/>
                </a:moveTo>
                <a:lnTo>
                  <a:pt x="2107831" y="0"/>
                </a:lnTo>
                <a:lnTo>
                  <a:pt x="2634789" y="1053916"/>
                </a:lnTo>
                <a:lnTo>
                  <a:pt x="0" y="1053916"/>
                </a:lnTo>
                <a:close/>
              </a:path>
            </a:pathLst>
          </a:custGeom>
          <a:solidFill>
            <a:srgbClr val="B5E2D3"/>
          </a:solidFill>
          <a:ln w="16833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Трапеция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 тик бурчтукпу?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 тик бурчтукпу?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Oval 9"/>
          <p:cNvSpPr/>
          <p:nvPr/>
        </p:nvSpPr>
        <p:spPr>
          <a:xfrm>
            <a:off x="3519068" y="1552651"/>
            <a:ext cx="2015337" cy="2015337"/>
          </a:xfrm>
          <a:prstGeom prst="ellipse">
            <a:avLst/>
          </a:prstGeom>
          <a:solidFill>
            <a:srgbClr val="B5E2D3"/>
          </a:solidFill>
          <a:ln w="32189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3654070" y="1912602"/>
            <a:ext cx="1644586" cy="143883"/>
          </a:xfrm>
          <a:prstGeom prst="line">
            <a:avLst/>
          </a:prstGeom>
          <a:ln w="45065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03686" y="2006102"/>
            <a:ext cx="100766" cy="100766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48272" y="1862219"/>
            <a:ext cx="100766" cy="100766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6277" y="2499859"/>
            <a:ext cx="120920" cy="12092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8196" y="2667804"/>
            <a:ext cx="274320" cy="2687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22" b="1" i="0">
                <a:solidFill>
                  <a:srgbClr val="1D3557"/>
                </a:solidFill>
                <a:latin typeface="PT Sans"/>
              </a:rPr>
              <a:t>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Бул диаметрби?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Oval 9"/>
          <p:cNvSpPr/>
          <p:nvPr/>
        </p:nvSpPr>
        <p:spPr>
          <a:xfrm>
            <a:off x="3519068" y="1552651"/>
            <a:ext cx="2015337" cy="2015337"/>
          </a:xfrm>
          <a:prstGeom prst="ellipse">
            <a:avLst/>
          </a:prstGeom>
          <a:solidFill>
            <a:srgbClr val="B5E2D3"/>
          </a:solidFill>
          <a:ln w="32189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3654070" y="1912602"/>
            <a:ext cx="1644586" cy="143883"/>
          </a:xfrm>
          <a:prstGeom prst="line">
            <a:avLst/>
          </a:prstGeom>
          <a:ln w="45065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03686" y="2006102"/>
            <a:ext cx="100766" cy="100766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48272" y="1862219"/>
            <a:ext cx="100766" cy="100766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6277" y="2499859"/>
            <a:ext cx="120920" cy="12092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8196" y="2667804"/>
            <a:ext cx="274320" cy="2687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22" b="1" i="0">
                <a:solidFill>
                  <a:srgbClr val="1D3557"/>
                </a:solidFill>
                <a:latin typeface="PT Sans"/>
              </a:rPr>
              <a:t>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Бул диаметрби?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209343" y="2033362"/>
            <a:ext cx="2634789" cy="1053916"/>
          </a:xfrm>
          <a:custGeom>
            <a:avLst/>
            <a:gdLst/>
            <a:ahLst/>
            <a:cxnLst/>
            <a:rect l="l" t="t" r="r" b="b"/>
            <a:pathLst>
              <a:path w="2634789" h="1053916">
                <a:moveTo>
                  <a:pt x="526958" y="0"/>
                </a:moveTo>
                <a:lnTo>
                  <a:pt x="2634789" y="0"/>
                </a:lnTo>
                <a:lnTo>
                  <a:pt x="2107831" y="1053916"/>
                </a:lnTo>
                <a:lnTo>
                  <a:pt x="0" y="1053916"/>
                </a:lnTo>
                <a:close/>
              </a:path>
            </a:pathLst>
          </a:custGeom>
          <a:solidFill>
            <a:srgbClr val="B5E2D3"/>
          </a:solidFill>
          <a:ln w="16833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3209343" y="2033362"/>
            <a:ext cx="2634789" cy="1053916"/>
          </a:xfrm>
          <a:custGeom>
            <a:avLst/>
            <a:gdLst/>
            <a:ahLst/>
            <a:cxnLst/>
            <a:rect l="l" t="t" r="r" b="b"/>
            <a:pathLst>
              <a:path w="2634789" h="1053916">
                <a:moveTo>
                  <a:pt x="526958" y="0"/>
                </a:moveTo>
                <a:lnTo>
                  <a:pt x="2634789" y="0"/>
                </a:lnTo>
                <a:lnTo>
                  <a:pt x="2107831" y="1053916"/>
                </a:lnTo>
                <a:lnTo>
                  <a:pt x="0" y="1053916"/>
                </a:lnTo>
                <a:close/>
              </a:path>
            </a:pathLst>
          </a:custGeom>
          <a:solidFill>
            <a:srgbClr val="B5E2D3"/>
          </a:solidFill>
          <a:ln w="16833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Параллелограмм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