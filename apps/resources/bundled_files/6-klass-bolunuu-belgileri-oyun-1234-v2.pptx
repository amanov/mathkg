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Ысык-Көлдөгү жайкы лагерь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Жуппу же такпы: 3 517?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2 835 саны 5ке бөлүнөбү?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4 728 саны 9га бөлүнөбү?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7□8 саны 9га бөлүнөт. □ =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Жуппу же такпы: 3 517?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так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2 835 саны 5ке бөлүнөбү?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4 728 саны 9га бөлүнөбү?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жок (21)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7□8 саны 9га бөлүнөт. □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(738)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1 470 саны 10го бөлүнөбү?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6 312 саны 4кө бөлүнөбү?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8 650 саны 25ке бөлүнөбү?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4□2 саны 3кө жана 4кө бөлүнөт. □ =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1 470 саны 10го бөлүнөбү?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6 312 саны 4кө бөлүнөбү?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ооба (12)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8 650 саны 25ке бөлүнөбү?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ооба (50)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4□2 саны 3кө жана 4кө бөлүнөт. □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же 9 (432, 492)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Цифралардын суммасы: 5 307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2ге да, 3кө да бөлүнгөн эң кичине эки орундуу сан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6га бөлүнгөн 90дон кийинки сан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4кө да, 25ке да бөлүнгөн эң кичине үч орундуу сан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Цифралардын суммасы: 5 307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2ге да, 3кө да бөлүнгөн эң кичине эки орундуу сан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6га бөлүнгөн 90дон кийинки сан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4кө да, 25ке да бөлүнгөн эң кичине үч орундуу сан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бирдей кесенин баасы 284 сом болушу мүмкүнбү?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Калдык: 1 000 : 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Удаалаш 3 сандын суммасы 75. Эң кичинеси?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чоң □□□, 5ке жана 9га бөлүнөт, цифралары ар түрдүү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Сандардын бөлүнүшү (§8)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бирдей кесенин баасы 284 сом болушу мүмкүнбү?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жок: 284 3кө бөлүнбөйт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Калдык: 1 000 : 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Удаалаш 3 сандын суммасы 75. Эң кичинеси?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чоң □□□, 5ке жана 9га бөлүнөт, цифралары ар түрдүү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