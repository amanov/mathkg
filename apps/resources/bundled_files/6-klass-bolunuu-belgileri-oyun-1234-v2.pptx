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1234 оюну: ар бир окуучу өз деңгээлинен баштайт. Жооп слайдында ар бир суроонун жообу жана кыскача түшүндүрмөсү бар.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1234: төрт суроо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1/9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80160"/>
            <a:ext cx="11332159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153619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149047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раундда 4 суроо: ① жеңил … ④ эң кыйын.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240487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35915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Ар бир окуучу өзүнө ылайыктуусунан баштайт, андан кийин кийинкисине өтөт.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3273552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227832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Жоопторду мини-тактага жазгыла. Жооп слайдында текшергиле.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" y="4142231"/>
            <a:ext cx="457200" cy="457200"/>
          </a:xfrm>
          <a:prstGeom prst="ellipse">
            <a:avLst/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800" b="1">
                <a:solidFill>
                  <a:srgbClr val="1D3557"/>
                </a:solidFill>
                <a:latin typeface="PT San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4096511"/>
            <a:ext cx="996696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100" b="0" i="0">
                <a:solidFill>
                  <a:srgbClr val="1F2430"/>
                </a:solidFill>
                <a:latin typeface="PT Sans"/>
              </a:rPr>
              <a:t>Кыйын болсо – жакшы! Мээң өсүп жатат.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007047" y="5669280"/>
            <a:ext cx="475488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1D3557"/>
                </a:solidFill>
                <a:latin typeface="PT Sans"/>
              </a:rPr>
              <a:t>Блум: Колдонуу · Талдоо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9768" y="5669280"/>
            <a:ext cx="5852160" cy="411480"/>
          </a:xfrm>
          <a:prstGeom prst="roundRect">
            <a:avLst>
              <a:gd name="adj" fmla="val 50000"/>
            </a:avLst>
          </a:prstGeom>
          <a:noFill/>
          <a:ln w="15875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1400" b="1">
                <a:solidFill>
                  <a:srgbClr val="A84400"/>
                </a:solidFill>
                <a:latin typeface="PT Sans"/>
              </a:rPr>
              <a:t>Бүгүнкү окуя: Ысык-Көлдөгү жайкы лагерь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2/9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Жуппу же такпы: 3 517?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2 835 саны 5ке бөлүнөбү?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4 728 саны 9га бөлүнөбү?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7□8 саны 9га бөлүнөт. □ = 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1-раунд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3/9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Жуппу же такпы: 3 517?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так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2 835 саны 5ке бөлүнөбү?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4 728 саны 9га бөлүнөбү?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жок (21)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7□8 саны 9га бөлүнөт.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(738)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4/9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1 470 саны 10го бөлүнөбү?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6 312 саны 4кө бөлүнөбү?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8 650 саны 25ке бөлүнөбү?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4□2 саны 3кө жана 4кө бөлүнөт. □ = 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2-раунд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5/9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1 470 саны 10го бөлүнөбү?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6 312 саны 4кө бөлүнөбү?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 (12)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8 650 саны 25ке бөлүнөбү?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ооба (50)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4□2 саны 3кө жана 4кө бөлүнөт. □ = ?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3 же 9 (432, 492)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6/9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Цифралардын суммасы: 5 307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2ге да, 3кө да бөлүнгөн эң кичине эки орундуу сан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6га бөлүнгөн 90дон кийинки сан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4кө да, 25ке да бөлүнгөн эң кичине үч орундуу сан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3-раунд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7/9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Цифралардын суммасы: 5 307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15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2ге да, 3кө да бөлүнгөн эң кичине эки орундуу сан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6га бөлүнгөн 90дон кийинки сан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96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4кө да, 25ке да бөлүнгөн эң кичине үч орундуу сан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8/9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бирдей кесенин баасы 284 сом болушу мүмкүнбү?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Калдык: 1 000 : 9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Удаалаш 3 сандын суммасы 75. Эң кичинеси?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 □□□, 5ке жана 9га бөлүнөт, цифралары ар түрдүү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29768" y="219456"/>
            <a:ext cx="11332159" cy="795528"/>
          </a:xfrm>
          <a:prstGeom prst="roundRect">
            <a:avLst>
              <a:gd name="adj" fmla="val 23300"/>
            </a:avLst>
          </a:prstGeom>
          <a:noFill/>
          <a:ln w="1905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12648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007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63524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A844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84048"/>
            <a:ext cx="100584" cy="457200"/>
          </a:xfrm>
          <a:prstGeom prst="roundRect">
            <a:avLst>
              <a:gd name="adj" fmla="val 50000"/>
            </a:avLst>
          </a:prstGeom>
          <a:solidFill>
            <a:srgbClr val="24418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34440" y="219456"/>
            <a:ext cx="7345375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1D3557"/>
                </a:solidFill>
                <a:latin typeface="PT Sans"/>
              </a:rPr>
              <a:t>4-раунд — жооптор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323783" y="219456"/>
            <a:ext cx="3246120" cy="795528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/>
            </a:r>
          </a:p>
          <a:p>
            <a:pPr algn="r">
              <a:lnSpc>
                <a:spcPct val="100000"/>
              </a:lnSpc>
            </a:pPr>
            <a:r>
              <a:rPr sz="1400" b="0" i="0">
                <a:solidFill>
                  <a:srgbClr val="4A5A70"/>
                </a:solidFill>
                <a:latin typeface="PT Sans"/>
              </a:rPr>
              <a:t>Сандардын бөлүнүшү (§8)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6355080"/>
            <a:ext cx="576072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MathKG · Математика кыргызча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81567" y="6355080"/>
            <a:ext cx="2880360" cy="3657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r">
              <a:lnSpc>
                <a:spcPct val="105000"/>
              </a:lnSpc>
            </a:pPr>
            <a:r>
              <a:rPr sz="1400" b="0" i="0">
                <a:solidFill>
                  <a:srgbClr val="6B7280"/>
                </a:solidFill>
                <a:latin typeface="PT Sans"/>
              </a:rPr>
              <a:t>9/9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66928" y="1371600"/>
            <a:ext cx="502920" cy="502920"/>
          </a:xfrm>
          <a:prstGeom prst="ellipse">
            <a:avLst/>
          </a:prstGeom>
          <a:noFill/>
          <a:ln w="25400">
            <a:solidFill>
              <a:srgbClr val="007A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007A5A"/>
                </a:solidFill>
                <a:latin typeface="PT Sans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7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3 бирдей кесенин баасы 284 сом болушу мүмкүнбү?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07007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жок: 284 3кө бөлүнбөйт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3055" y="1234440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00216" y="1371600"/>
            <a:ext cx="502920" cy="502920"/>
          </a:xfrm>
          <a:prstGeom prst="ellipse">
            <a:avLst/>
          </a:prstGeom>
          <a:noFill/>
          <a:ln w="25400">
            <a:solidFill>
              <a:srgbClr val="A844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A84400"/>
                </a:solidFill>
                <a:latin typeface="PT Sans"/>
              </a:rPr>
              <a:t>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0295" y="13716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Калдык: 1 000 : 9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940295" y="28346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9768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66928" y="3886200"/>
            <a:ext cx="502920" cy="502920"/>
          </a:xfrm>
          <a:prstGeom prst="ellipse">
            <a:avLst/>
          </a:prstGeom>
          <a:noFill/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24418C"/>
                </a:solidFill>
                <a:latin typeface="PT Sans"/>
              </a:rPr>
              <a:t>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7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Удаалаш 3 сандын суммасы 75. Эң кичинеси?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207007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24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63055" y="3749039"/>
            <a:ext cx="5596128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300216" y="3886200"/>
            <a:ext cx="502920" cy="502920"/>
          </a:xfrm>
          <a:prstGeom prst="ellipse">
            <a:avLst/>
          </a:prstGeom>
          <a:noFill/>
          <a:ln w="25400">
            <a:solidFill>
              <a:srgbClr val="1D35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000" b="1">
                <a:solidFill>
                  <a:srgbClr val="1D3557"/>
                </a:solidFill>
                <a:latin typeface="PT Sans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0295" y="3886200"/>
            <a:ext cx="4663440" cy="13716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>
              <a:lnSpc>
                <a:spcPct val="105000"/>
              </a:lnSpc>
            </a:pPr>
            <a:r>
              <a:rPr sz="2400" b="0" i="0">
                <a:solidFill>
                  <a:srgbClr val="1F2430"/>
                </a:solidFill>
                <a:latin typeface="PT Sans"/>
              </a:rPr>
              <a:t>Эң чоң □□□, 5ке жана 9га бөлүнөт, цифралары ар түрдүү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940295" y="5349240"/>
            <a:ext cx="4663440" cy="594360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25400">
            <a:solidFill>
              <a:srgbClr val="24418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0" bIns="0"/>
          <a:lstStyle/>
          <a:p>
            <a:pPr algn="ctr"/>
            <a:r>
              <a:rPr sz="2200" b="1">
                <a:solidFill>
                  <a:srgbClr val="24418C"/>
                </a:solidFill>
                <a:latin typeface="PT Sans"/>
              </a:rPr>
              <a:t>945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