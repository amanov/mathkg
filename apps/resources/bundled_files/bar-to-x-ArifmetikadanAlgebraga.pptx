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/>
  <p:notesSz cx="6858000" cy="9144000"/>
  <p:embeddedFontLst>
    <p:embeddedFont>
      <p:font typeface="IBM Plex Sans" pitchFamily="34" charset="0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тилке модели менен иштегенин эскертиңиз: алгебра — ошол эле ой, жаңы жазуу.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Сол жакта арифметика, оң жакта ошол эле кадамдар теңдеме менен. «?» тилкеси x болуп калат. Жооп: 45 − 7 = 38; 38 : 2 = 19   ↔   2x + 7 = 45, x = 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Сол жакта арифметика, оң жакта ошол эле кадамдар теңдеме менен. «?» тилкеси x болуп калат.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Сол жакта арифметика, оң жакта ошол эле кадамдар теңдеме менен. «?» тилкеси x болуп калат. Жооп: 150 : 5 = 30   ↔   5x = 150, x = 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Сол жакта арифметика, оң жакта ошол эле кадамдар теңдеме менен. «?» тилкеси x болуп калат.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Сол жакта арифметика, оң жакта ошол эле кадамдар теңдеме менен. «?» тилкеси x болуп калат. Жооп: 58 − 6 = 52; 52 : 4 = 13   ↔   4x + 6 = 58, x =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Сол жакта арифметика, оң жакта ошол эле кадамдар теңдеме менен. «?» тилкеси x болуп калат.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Сол жакта арифметика, оң жакта ошол эле кадамдар теңдеме менен. «?» тилкеси x болуп калат. Жооп: 37 − 7 = 30; 30 : 3 = 10   ↔   3x + 7 = 37, x =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Сол жакта арифметика, оң жакта ошол эле кадамдар теңдеме менен. «?» тилкеси x болуп калат.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Тилкеден x ке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6488797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Арифметикадан алгебрага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238605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Тилкеден x ке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Тилкедеги белгисиз бөлүк = «?».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«?» ордуна x тамгасын жазабыз.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Тилке → туюнтма → теңдеме.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Чыгаруу кадамдары ошол эле!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Тилкеден x ке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Арифметика ↔ алгебра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Айбек менен Асанда 45 сом бар. Асанда 7 сом көп. Айбекте канча?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996696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56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Айбек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50896" y="2971800"/>
            <a:ext cx="3867912" cy="499262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50896" y="2971800"/>
            <a:ext cx="3867912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8" y="3732581"/>
            <a:ext cx="996696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56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Асан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50896" y="3732581"/>
            <a:ext cx="3867912" cy="499262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50896" y="3732581"/>
            <a:ext cx="3867912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18808" y="3732581"/>
            <a:ext cx="2578608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18808" y="3732581"/>
            <a:ext cx="2578608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92513" y="2971800"/>
            <a:ext cx="95098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9592513" y="4231843"/>
            <a:ext cx="95098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9687611" y="2971800"/>
            <a:ext cx="0" cy="126004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2" name="Rectangle 21"/>
          <p:cNvSpPr/>
          <p:nvPr/>
        </p:nvSpPr>
        <p:spPr>
          <a:xfrm>
            <a:off x="9735160" y="3364078"/>
            <a:ext cx="1069848" cy="47548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«?» ордуна x жазсак?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Тилкеден x ке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Арифметика ↔ алгебра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Айбек менен Асанда 45 сом бар. Асанда 7 сом көп. Айбекте канча?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996696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56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Айбек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50896" y="2971800"/>
            <a:ext cx="3867912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50896" y="2971800"/>
            <a:ext cx="3867912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8" y="3732581"/>
            <a:ext cx="996696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56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Асан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50896" y="3732581"/>
            <a:ext cx="3867912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50896" y="3732581"/>
            <a:ext cx="3867912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18808" y="3732581"/>
            <a:ext cx="2578608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18808" y="3732581"/>
            <a:ext cx="2578608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92513" y="2971800"/>
            <a:ext cx="95098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9592513" y="4231843"/>
            <a:ext cx="95098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9687611" y="2971800"/>
            <a:ext cx="0" cy="126004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2" name="Rectangle 21"/>
          <p:cNvSpPr/>
          <p:nvPr/>
        </p:nvSpPr>
        <p:spPr>
          <a:xfrm>
            <a:off x="9735160" y="3364078"/>
            <a:ext cx="1069848" cy="47548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45 − 7 = 38; 38 : 2 = 19   ↔   2x + 7 = 45, x =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Тилкеден x ке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Арифметика ↔ алгебра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Дептер менен 4 эсе кымбат китеп 150 сом. Дептер канча?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996696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56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Дептер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50896" y="2971800"/>
            <a:ext cx="1611630" cy="499262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50896" y="2971800"/>
            <a:ext cx="1611630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8" y="3732581"/>
            <a:ext cx="996696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56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Китеп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50896" y="3732581"/>
            <a:ext cx="1611630" cy="499262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50896" y="3732581"/>
            <a:ext cx="1611630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2526" y="3732581"/>
            <a:ext cx="1611630" cy="499262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2526" y="3732581"/>
            <a:ext cx="1611630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4156" y="3732581"/>
            <a:ext cx="1611630" cy="499262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4156" y="3732581"/>
            <a:ext cx="1611630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85786" y="3732581"/>
            <a:ext cx="1611630" cy="499262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85786" y="3732581"/>
            <a:ext cx="1611630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92513" y="2971800"/>
            <a:ext cx="95098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9592513" y="4231843"/>
            <a:ext cx="95098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9687611" y="2971800"/>
            <a:ext cx="0" cy="126004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9735160" y="3364078"/>
            <a:ext cx="1069848" cy="47548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«?» ордуна x жазсак?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Тилкеден x ке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Арифметика ↔ алгебра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Дептер менен 4 эсе кымбат китеп 150 сом. Дептер канча?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996696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56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Дептер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50896" y="2971800"/>
            <a:ext cx="1611630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50896" y="2971800"/>
            <a:ext cx="1611630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8" y="3732581"/>
            <a:ext cx="996696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56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Китеп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50896" y="3732581"/>
            <a:ext cx="1611630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50896" y="3732581"/>
            <a:ext cx="1611630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2526" y="3732581"/>
            <a:ext cx="1611630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2526" y="3732581"/>
            <a:ext cx="1611630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4156" y="3732581"/>
            <a:ext cx="1611630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4156" y="3732581"/>
            <a:ext cx="1611630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85786" y="3732581"/>
            <a:ext cx="1611630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85786" y="3732581"/>
            <a:ext cx="1611630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92513" y="2971800"/>
            <a:ext cx="95098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9592513" y="4231843"/>
            <a:ext cx="95098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9687611" y="2971800"/>
            <a:ext cx="0" cy="1260043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9735160" y="3364078"/>
            <a:ext cx="1069848" cy="47548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150 : 5 = 30   ↔   5x = 150, x =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Тилкеден x ке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Арифметика ↔ алгебра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Ар бир куржунда бирдей алма. 4 куржун жана 6 алма — баары 58. Бир куржунда канча?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996696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56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Алма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50896" y="2971800"/>
            <a:ext cx="1381397" cy="499262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50896" y="2971800"/>
            <a:ext cx="1381397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2293" y="2971800"/>
            <a:ext cx="1381397" cy="499262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2293" y="2971800"/>
            <a:ext cx="1381397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3690" y="2971800"/>
            <a:ext cx="1381397" cy="499262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3690" y="2971800"/>
            <a:ext cx="1381397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95087" y="2971800"/>
            <a:ext cx="1381397" cy="499262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95087" y="2971800"/>
            <a:ext cx="1381397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76484" y="2971800"/>
            <a:ext cx="920931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76484" y="2971800"/>
            <a:ext cx="920931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50896" y="3498494"/>
            <a:ext cx="0" cy="106985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9497416" y="3498494"/>
            <a:ext cx="0" cy="106985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3050896" y="3605479"/>
            <a:ext cx="6446520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274156" y="3605479"/>
            <a:ext cx="0" cy="106985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2593696" y="3712464"/>
            <a:ext cx="7360920" cy="356616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«?» ордуна x жазсак?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Тилкеден x ке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Арифметика ↔ алгебра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Ар бир куржунда бирдей алма. 4 куржун жана 6 алма — баары 58. Бир куржунда канча?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996696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56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Алма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50896" y="2971800"/>
            <a:ext cx="1381397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50896" y="2971800"/>
            <a:ext cx="1381397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2293" y="2971800"/>
            <a:ext cx="1381397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2293" y="2971800"/>
            <a:ext cx="1381397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3690" y="2971800"/>
            <a:ext cx="1381397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3690" y="2971800"/>
            <a:ext cx="1381397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95087" y="2971800"/>
            <a:ext cx="1381397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95087" y="2971800"/>
            <a:ext cx="1381397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76484" y="2971800"/>
            <a:ext cx="920931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76484" y="2971800"/>
            <a:ext cx="920931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50896" y="3498494"/>
            <a:ext cx="0" cy="106985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9497416" y="3498494"/>
            <a:ext cx="0" cy="106985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3050896" y="3605479"/>
            <a:ext cx="6446520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274156" y="3605479"/>
            <a:ext cx="0" cy="106985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2593696" y="3712464"/>
            <a:ext cx="7360920" cy="356616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58 − 6 = 52; 52 : 4 = 13   ↔   4x + 6 = 58, x =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Тилкеден x ке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Арифметика ↔ алгебра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Үч бир тууган: x, 2 жаш улуу, 5 жаш улуу. Баары 37 жаш. Кичүүсү канча жашта?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996696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56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Кичүү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50896" y="2971800"/>
            <a:ext cx="3867912" cy="499262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50896" y="2971800"/>
            <a:ext cx="3867912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8" y="3732581"/>
            <a:ext cx="996696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56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Ортончу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50896" y="3732581"/>
            <a:ext cx="3867912" cy="499262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50896" y="3732581"/>
            <a:ext cx="3867912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18808" y="3732581"/>
            <a:ext cx="2578608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18808" y="3732581"/>
            <a:ext cx="2578608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81048" y="4493362"/>
            <a:ext cx="996696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56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Улуу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50896" y="4493362"/>
            <a:ext cx="3867912" cy="499262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50896" y="4493362"/>
            <a:ext cx="3867912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18808" y="4493362"/>
            <a:ext cx="2578608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18808" y="4493362"/>
            <a:ext cx="2578608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92513" y="2971800"/>
            <a:ext cx="95098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9592513" y="4992624"/>
            <a:ext cx="95098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9687611" y="2971800"/>
            <a:ext cx="0" cy="202082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9735160" y="3744468"/>
            <a:ext cx="1069848" cy="47548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«?» ордуна x жазсак?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Тилкеден x ке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Арифметика ↔ алгебра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Үч бир тууган: x, 2 жаш улуу, 5 жаш улуу. Баары 37 жаш. Кичүүсү канча жашта?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996696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56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Кичүү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50896" y="2971800"/>
            <a:ext cx="3867912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50896" y="2971800"/>
            <a:ext cx="3867912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8" y="3732581"/>
            <a:ext cx="996696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56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Ортончу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50896" y="3732581"/>
            <a:ext cx="3867912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50896" y="3732581"/>
            <a:ext cx="3867912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18808" y="3732581"/>
            <a:ext cx="2578608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18808" y="3732581"/>
            <a:ext cx="2578608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81048" y="4493362"/>
            <a:ext cx="996696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56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Улуу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50896" y="4493362"/>
            <a:ext cx="3867912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50896" y="4493362"/>
            <a:ext cx="3867912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18808" y="4493362"/>
            <a:ext cx="2578608" cy="499262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18808" y="4493362"/>
            <a:ext cx="2578608" cy="49926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92513" y="2971800"/>
            <a:ext cx="95098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9592513" y="4992624"/>
            <a:ext cx="95098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9687611" y="2971800"/>
            <a:ext cx="0" cy="2020824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9735160" y="3744468"/>
            <a:ext cx="1069848" cy="47548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56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37 − 7 = 30; 30 : 3 = 10   ↔   3x + 7 = 37, x =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Тилкеден x ке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86157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Жыйынтык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1138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 = теңдеме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Бирдей бөлүктөр → бирдей тамга: x + x + x = 3x.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Бардык тилке = сан → теңдеме.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Ар бир жагынан бирдей кемит же бөл.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Арифметикадан алгебрага</dc:title>
  <dc:subject>Тилкеден x ке</dc:subject>
  <dc:creator>MathKG</dc:creator>
  <cp:keywords>MathKG; </cp:keywords>
  <dc:description>generated using python-pptx</dc:description>
  <cp:lastModifiedBy>MathKG</cp:lastModifiedBy>
  <cp:revision>1</cp:revision>
  <dcterms:created xsi:type="dcterms:W3CDTF">2013-01-27T09:14:16Z</dcterms:created>
  <dcterms:modified xsi:type="dcterms:W3CDTF">2013-01-27T09:15:58Z</dcterms:modified>
  <cp:category/>
  <dc:language>ky-KG</dc:language>
</cp:coreProperties>
</file>