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Адегенде болжолдошсун: жетеби, жетпейби? Колдорун көтөрүп добуш беришет.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Айдана: 18 сом – 60 сомдун 30%ы. Бекзат бөлүктү эле пайыз деп жазды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чакмак дептерден кесилген 10 × 10 тор жана 20 буурчак (же таш). 1) Бүт тор = 480 сом = 100%. 2) Бир тилке (10 чакмак) = 10% = 48 сом: тилкенин үстүнө 48 деп жазышат. 3) Бир чакмак = 1% = 4,8 сом. 4) 15 чакмакка буурчак коюшат: бир тилке жана жарым тилке = 48 + 24 = 72 сом. 5) Калган 85 чакмак = 408 сом. Проектор жок болсо, доскага чоң тор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Кагаз тилкени 10го бүктөйбүз (адегенде экиге, анан бешке). Үстүнө сом, астына пайыз жазабыз: эки шкала бир тилкеде. 85%дын тушунда 408 сом. Окуучулар ушул тилкени дептерге чийишет; кийинки маселелерде да ушундай тилке чийебиз.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Жаңысы: каалаган пайызды 10% жана 1%дан курап алабыз; баа өзгөрсө, көбөйтүүчү 100%дан башталат: 100% − 15% = 85% = 0,85. Канча пайызы: бөлүктү бүтүнгө бөлөбүз, өзгөрүүнү МУРУНКУ баага бөлөбүз. Ката коддору: М1 (15% = 15 сом), М3 (1% = ÷ 10), М4 (18 сом = 18%), М5 (жаңы баага бөлүү), М7 (5% = 0,5).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10%ды табам, анан курайм».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М2; В = ✓; Г = М7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чоңдуктун пайызы → кымбаттоо → пайыздык өзгөрүү. Жооптор: 300 ÷ 10 × 3 = 90 китеп; 150 + 30 = 180 сом; 80 ÷ 320 = 25%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10% = 48 сом, 5% = 24 сом, арзандатуу 72 сом. 480 − 72 = 408, 410 − 408 = 2 сом калат. Бекзат башында «480 − 15 = 465, жетпейт» деген (М1): ката чечимди да өзгөртөт. Көбөйтүүчү менен текшеребиз: 480 × 0,85 = 408.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54; 25%; 544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Пайыз: чоңдуктун пайызы, пайызга көбөйтүү жана азайтуу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Ноокаттагы китеп жарманкеси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Айдана менен Бекзат Ноокаттагы күзгү китеп жарманкесине барышат: баалар пайыз менен өзгөрөт.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Стандарт 2018, 6-класс «Пайыз»; Cambridge Stage 6 (пайыз). Мурунку пакеттер: «Бөлчөк, ондук бөлчөк жана пайыз», «Пропорция жана процент».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Ноокаттагы китеп жарманкеси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Ноокат шаарынын маданият үйүндө күзгү китеп жарманкеси ачылды.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Айдана менен Бекзат 6-класста окушат. Апасы Айданага 410 сом берди: 200 сомдук эки кагаз акча жана 10 сомдук бир тыйын.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Сатуучу Гүлнара эже: «Бүгүн балдар китептери 15% арзан!»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Айдана «Манас» эпосунун балдар үчүн басылышын тандады. Анын баасы 480 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Китеп 480 сом, бүгүн 15% арзан. Айдананын 410 сому бар. Акчасы жетеби? Канча калат?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Чоңдуктун 10%ын жана 1%ын таап, каалаган пайызды курап табам; көбөйтүүчү менен да эсептейм.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 чоңдук экинчисинин канча пайызы экенин табам.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Баа канча пайызга өзгөргөнүн табам; арзандатуудан жана кымбаттоодон кийинки бааны эсептейм.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10% жана 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Канча пайызы, көбөйтүүчү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Пайыздык өзгөрүү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18% же 30%?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тор,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Китеп жарманкеси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Арзандатуу, сом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100дүн үлүшү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 = ондук = пайыз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10%, 25%, 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10% жана 1%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Пайызга өзгөрүү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Пайыздык өзгөрүү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Пайыз жана сом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200дүн 10%ы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1/4 = ?%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0,15 = ?%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480 ÷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200дүн 10%ы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1/4 = ?%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0,15 = ?%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480 ÷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4,8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Гүлнара эже: «Блокнот 60 сом эле, 18 сомго арзандады». Канча пайызга арзандады?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Бекзат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18 сом арзан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→ 18%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18 ÷ 60 = 3/10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30/100 =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10 × 10 тор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10 × 10 тор = 480 сом. Бир тилке = 10%, бир чакмак = 1%. Арзандатууга 15 буурчак койгула.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6152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16152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6152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16152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16152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16152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16152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16152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16152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16152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6464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17904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17904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17904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17904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17904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17904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17904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17904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517904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17904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28216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9656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19656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19656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19656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19656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19656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19656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19656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19656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19656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9968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21408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21408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21408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21408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21408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21408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21408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21408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21408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21408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31720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23160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423160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23160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23160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423160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423160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23160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23160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23160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23160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33472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24912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24912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24912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24912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24912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24912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724912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24912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24912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24912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35224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26664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026664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26664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026664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026664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026664" y="40233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26664" y="43251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026664" y="46268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26664" y="492861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026664" y="52303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36976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28416" y="251460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28416" y="281635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28416" y="311810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328416" y="3419856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328416" y="372160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328416" y="4023360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328416" y="4325112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328416" y="4626864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328416" y="4928616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328416" y="5230368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38728" y="2212848"/>
            <a:ext cx="4846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48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30168" y="2514600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630168" y="2816352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630168" y="3118104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630168" y="3419856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630168" y="3721608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630168" y="4023360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630168" y="4325112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0168" y="4626864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0168" y="4928616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0168" y="5230368"/>
            <a:ext cx="301752" cy="301752"/>
          </a:xfrm>
          <a:prstGeom prst="rect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401568" y="40965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401568" y="4398264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401568" y="4700016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401568" y="5001768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401568" y="5303520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703320" y="258775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703320" y="2889504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703320" y="3191256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703320" y="3493008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703320" y="3794760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703320" y="40965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703320" y="4398264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703320" y="4700016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703320" y="5001768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703320" y="5303520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557784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Бүт тор = 480 сом = 100%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343400" y="2240280"/>
            <a:ext cx="28346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тилке = 10%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= 48 сом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чакмак = 1%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= 4,8 сом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15 буурчак = 15%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= 48 + 24 = 72 сом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85 чакмак = 408 сом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× 10 тор (чакмак дептерден)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20 буурчак же майда таш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түстүү карандаш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Тилке = 10%, чакмак = 1%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15% = 10% + 5%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48 + 24 = 72 сом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пайыз тилкеси (0%–100%)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Тилке = 480 сом = 100%. 10 бөлүк: 1 бөлүк = 10% = 48 сом. Арзандатуу 15%, калганы 85%.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313432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0" i="1">
                <a:solidFill>
                  <a:srgbClr val="24418C"/>
                </a:solidFill>
                <a:latin typeface="PT Sans"/>
              </a:rPr>
              <a:t>сом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79476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0" i="1">
                <a:solidFill>
                  <a:srgbClr val="007A5A"/>
                </a:solidFill>
                <a:latin typeface="PT Sans"/>
              </a:rPr>
              <a:t>пайыз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880360"/>
            <a:ext cx="960120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880360"/>
            <a:ext cx="960119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880360"/>
            <a:ext cx="960119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880360"/>
            <a:ext cx="960119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880360"/>
            <a:ext cx="960120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880360"/>
            <a:ext cx="960119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79" y="2880360"/>
            <a:ext cx="960120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880360"/>
            <a:ext cx="960120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880360"/>
            <a:ext cx="480060" cy="7315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41180" y="2880360"/>
            <a:ext cx="480059" cy="7315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880360"/>
            <a:ext cx="960120" cy="7315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016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59" y="2350008"/>
            <a:ext cx="91440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4028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4028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2880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10%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0040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0040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8892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20%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16052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6052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749039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30%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2064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2064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09159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40%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076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08076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23560" y="2350008"/>
            <a:ext cx="91440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240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50%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40879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40879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29399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60%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0100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00100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8952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70%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96112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96112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4964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80%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2124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92124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50976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90%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15768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881360" y="3611880"/>
            <a:ext cx="0" cy="164592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424160" y="2350008"/>
            <a:ext cx="91440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480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69880" y="3794760"/>
            <a:ext cx="8229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100%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441180" y="2377439"/>
            <a:ext cx="0" cy="1828801"/>
          </a:xfrm>
          <a:prstGeom prst="line">
            <a:avLst/>
          </a:prstGeom>
          <a:ln w="254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26780" y="2011680"/>
            <a:ext cx="182880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408 сом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09660" y="4178808"/>
            <a:ext cx="14630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85%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80160" y="4663440"/>
            <a:ext cx="8161020" cy="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280160" y="4690872"/>
            <a:ext cx="81610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Калганы: 85% = 408 сом (төлөйбүз)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486900" y="4663440"/>
            <a:ext cx="13944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166860" y="4690872"/>
            <a:ext cx="19888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15% = 72 сом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480 × 0,85 = 408 сом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÷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480 → 48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÷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480 → 4,8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p%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Курап 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15% = 10% + 5%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±p%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Көбөйтүүчү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−15% → × 0,85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Канча пайызы? бөлүк ÷ бүтүн (мурунку баа)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болжолдо: арзандатуу 1/3тен бир аз көп.  Китеп 360 сом, 35%га арзандады. Жаңы баасы?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10% = 360 ÷ 10 =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35% = 3 × 36 + 18 = 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30% + 5%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360 − 126 = 234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кемитем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Текшер: 360 × 0,65 = 234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көбөйтүүчү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Жаңы баа = </a:t>
            </a:r>
            <a:r>
              <a:rPr sz="3400" b="1">
                <a:solidFill>
                  <a:srgbClr val="24418C"/>
                </a:solidFill>
                <a:latin typeface="PT Sans"/>
              </a:rPr>
              <a:t>234 сом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болжолдо: 400дүн чейрек бөлүгү 100.  Былтыр китеп 400 сом, быйыл 500 сом. Канча пайызга кымбаттады?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500 − 400 =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өзгөрүү, 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100 ÷ 400 = 1/4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мурункуга бөлөм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1/4 = 25/100 =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пайыз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Текшер: 400 × 1,25 = 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көбөйтүүчү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Кымбаттады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10%, 1%, көбөйтүүчү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10% жана 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10% = 480 ÷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1% = 480 ÷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4,8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10% – үтүр бир орун солго, 1% – эки орун солго.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Курап ал: 240тын 35%ы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35% = 3 × 10% + 5%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 × 24 + 12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72 + 12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5% = 10%дын жарымы; 17% = 10% + 5% + 2 × 1%.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Көбөйтүүчү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−15% → × 0,85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+12% → × 1,12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200 × 1,12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100%дан баштайм: 100 − 15 = 85; 100 + 12 = 112.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→ 10% жана 1% → курап ал → көбөйтүүчү менен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Китеп 480 сом, бүгүн 5%га арзан. Жаңы баасы канча?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475 сом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456 сом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240 сом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Жарманкеде 300 китеп бар, анын 30%ы – жомок китептери. Канча жомок китеби бар?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Түстүү карандаштар 150 сом эле, 20%га кымбаттады. Азыр канча сом?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Китеп былтыр 320 сом эле, быйыл 400 сом. Канча пайызга кымбаттады?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Жарманкеде 300 китеп бар, анын 30%ы – жомок китептери. Канча жомок китеби бар?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0317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30% =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0101" y="3017520"/>
            <a:ext cx="164073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70%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300 ÷ 10 × 3 = 90 китеп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Түстүү карандаштар 150 сом эле, 20%га кымбаттады. Азыр канча сом?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195326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Мурун 150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3574389"/>
            <a:ext cx="195326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Азыр 150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2860" y="3574389"/>
            <a:ext cx="39065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150 + 30 = 180 сом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Китеп былтыр 320 сом эле, быйыл 400 сом. Канча пайызга кымбаттады?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2272" y="3017520"/>
            <a:ext cx="187512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Былтыр 320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2272" y="3574389"/>
            <a:ext cx="187512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Быйыл 320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7401" y="3574389"/>
            <a:ext cx="46878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80 ÷ 320 = 25%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420нын 30%ы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250нүн 12%ы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36 сом 120 сомдун канча пайызы?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640 сом, 25%га арзандады. Жаңы баа?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250 сом, 8%га кымбаттады. Жаңы баа?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Баа 400 → 340. Канча пайызга арзандады?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420нын 30%ы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250нүн 12%ы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36 сом 120 сомдун канча пайызы?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640 сом, 25%га арзандады. Жаңы баа?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480 сом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250 сом, 8%га кымбаттады. Жаңы баа?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270 сом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Баа 400 → 340. Канча пайызга арзандады?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Китеп 480 сом, бүгүн 15% арзан. Айдананын 410 сому бар. Акчасы жетеби? Канча калат?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480 сом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6391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95344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54296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3248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1152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0104" y="2240280"/>
            <a:ext cx="7589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6" y="2240280"/>
            <a:ext cx="379475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8532" y="2240280"/>
            <a:ext cx="1138427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72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480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15% = 48 + 24 = 72 сом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10% + 5%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480 − 72 = 408 сом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жаңы баа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410 − 408 = 2 сом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калат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Акчасы жетет: китеп 408 сом, 2 сом калат!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Жарманке жөнүндө маселе түз: баа пайызга арзандасын же кымбаттасын, жообу бүтүн сом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Айдана, Бекзат, Гүлнара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Тап: 360тын 15%ы.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18 сом 72 сомдун канча пайызы?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Китеп 640 сом, 15%га арзандады. Жаңы баасы канча?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15% арзан болсо, 15 сом эмес, 72 сом арзан?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15%га арзандатуу эмне үчүн × 0,85?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Канча пайызга өзгөргөнүн тапканда эмне үчүн мурунку баага бөлөбүз?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10 × 10 тор (чакмак дептерден) жана 20 буурчак: 1 тилке = 10%.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маселеден мурун: «Адегенде болжолдо: жооп бүтүндөн аз же көп?»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Арзандатуу жана кымбаттоо: адегенде 10% жана 1%, анан көбөйтүүчү менен текшерүү.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«15 эмнеден?» жана «мурункуга бөлдүңбү?» деп ар сабакта сурайм (М1, М5).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