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(«маани × жыштык…»)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Жумгалдагы мектеп гезити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китеп – 5 окуучу. Канча китеп?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китеп – 5 окуучу. Канча китеп?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 8, 5 сан. Сумма?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 8, 5 сан. Сумма?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китеп: 1, 3: 1 окуучу. Орточо?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китеп: 1, 3: 1 окуучу. Орточо?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Кыздар 9, балдар 11. Баары?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Кыздар 9, балдар 11. Баары?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 5, 5 жана 5 кошулду. Орточо?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 5, 5 жана 5 кошулду. Орточо?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Сумма 30, орточо 6. Канча сан?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Сумма 30, орточо 6. Канча сан?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 4, 9 → 9 алынды. Орточо?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 4, 9 → 9 алынды. Орточо?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15 = 7 + 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15 = 7 + 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китеп: 1, 2: 1 окуучу. Орточо?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китеп: 1, 2: 1 окуучу. Орточо?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 4 (2 сан): 3 жана 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Орточо 4 (2 сан): 3 жана 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1, 2, 3 жана 10 кошулду. Орточо?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1, 2, 3 жана 10 кошулду. Орточо?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Кутучалар 0–5, 6–10: 11 кайсы кутуда?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Кутучалар 0–5, 6–10: 11 кайсы кутуда?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эч кайсында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