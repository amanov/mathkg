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Мектептин спорт күнү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10%ды бөлчөк менен жаз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400дүн 1%ы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90дун 10%ы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60тын 75%ы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10%ды бөлчөк менен жаз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400дүн 1%ы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90дун 10%ы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60тын 75%ы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: 3 = 8 :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: 7 = 3 : 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15 : 25 катышын кыскарт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2,5 : 5 = x :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: 3 = 8 :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: 7 = 3 : 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15 : 25 катышын кыскарт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: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2,5 : 5 = x : 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кг алма 270 сом. 1 кг?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бөтөлкө 100 сом. 10 бөтөлкө?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айлампа 18 мүнөт. 10 айлампа?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окуучу 30 мүнөттө. 10 окуучу?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кг алма 270 сом. 1 кг?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90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бөтөлкө 100 сом. 10 бөтөлкө?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250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айлампа 18 мүнөт. 10 айлампа?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 мүнөт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окуучу 30 мүнөттө. 10 окуучу?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 мүнөт (тескери)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20%ы 14 болсо, сан?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 – 48дин канча проценти?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800 сом 5%ке кымбаттады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сом: +10%, анан −10%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Пропорция жана процент (§4)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20%ы 14 болсо, сан?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 – 48дин канча проценти?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800 сом 5%ке кымбаттады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840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сом: +10%, анан −10%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99 сом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