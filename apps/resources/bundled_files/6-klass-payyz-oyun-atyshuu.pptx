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жупта же мини-тактада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(«туура жана түшүндүрдү»)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«кантип таптың?»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Ноокаттагы китеп жарманкеси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90дун 10%ы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90дун 10%ы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600дүн 1%ы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600дүн 1%ы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80дин 25%ы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80дин 25%ы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−10%: көбөйтүүчү?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−10%: көбөйтүүчү?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× 0,9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+20%: көбөйтүүчү?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+20%: көбөйтүүчү?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× 1,2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– 40тын канча %ы?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 – 40тын канча %ы?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25%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 сом, 5% арзан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200 сом, 5% арзан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190 сом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150нүн 20%ы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150нүн 20%ы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→ 120: канча %?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100 → 120: канча %?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+20%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 сом, 10% кымбат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50 сом, 10% кымбат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55 сом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400дүн 3%ы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400дүн 3%ы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12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 – 60тын канча %ы?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6-класс ›</a:t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Пайыз: чоңдуктун пайызы, өзгөрүү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30 – 60тын канча %ы?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50%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