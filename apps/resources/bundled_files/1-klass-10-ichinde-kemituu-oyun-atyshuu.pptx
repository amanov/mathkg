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Айылдагы бакча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5 − 3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5 − 3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8 − 4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8 − 4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10 − 1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10 − 1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7 − 3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7 − 3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9 − 5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9 − 5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6 − 4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6 − 4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10 − 6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10 − 6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8 − 7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8 − 7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9 − 0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9 − 0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7 − 7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7 − 7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10 − 8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10 − 8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9 − 2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 ичинде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9 − 2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