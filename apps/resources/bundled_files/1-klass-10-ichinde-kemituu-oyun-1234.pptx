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Айылдагы бакча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6 − 2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10 − 5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9 − 6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10 − 3 − 3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6 − 2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10 − 5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9 − 6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10 − 3 − 3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7 − 0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8 − ___ =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___ − 3 =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10 − ___ = 2 + 5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7 − 0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8 − ___ =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___ − 3 =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10 − ___ = 2 + 5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Тыйында 5 жаңгак, 1и жоголду. Канча калды?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Помпондо 8 алма, 3үн берди. Канча калды?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Тыйында 9 сабиз, Помпондо 6. Тыйында канчага көп?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Помпондо 7 сом. Тыйында 2 сомго аз. Тыйында канча?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Тыйында 5 жаңгак, 1и жоголду. Канча калды?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Помпондо 8 алма, 3үн берди. Канча калды?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Тыйында 9 сабиз, Помпондо 6. Тыйында канчага көп?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Помпондо 7 сом. Тыйында 2 сомго аз. Тыйында канча?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сом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Улант: 10, 9, 8, 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3, 7, 10: кемитүү менен эки мисал жаз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Белги кой: 10 − 4 ○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− □ = 0 (бир мисал)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Улант: 10, 9, 8, 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3, 7, 10: кемитүү менен эки мисал жаз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10 − 3 = 7, 10 − 7 =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Белги кой: 10 − 4 ○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&gt;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− □ = 0 (бир мисал)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Мис.: 4 − 4 =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