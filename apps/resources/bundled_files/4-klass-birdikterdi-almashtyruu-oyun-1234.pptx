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Кайыңдыдагы кант кызылчасы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т = □ 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ц = □ кг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т 9 кг = □ кг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т 3 ц 5 кг = □ кг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т = □ 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ц = □ кг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800 кг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т 9 кг = □ кг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6009 кг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т 3 ц 5 кг = □ кг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2305 кг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4000 г = □ кг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3600 кг = □ т □ 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7080 м = □ км □ 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4050 мл = □ л □ мл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4000 г = □ кг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3600 кг = □ т □ 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т 6 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7080 м = □ км □ 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км 80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4050 мл = □ л □ мл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л 50 мл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5 ц □ 480 кг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2 км 50 м □ 2500 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оору: 1 т 1 ц, 1090 кг, 1 т 99 кг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3 л, 2990 мл, 3 л 9 мл, 3090 мл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5 ц □ 480 кг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ц &gt; 480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2 км 50 м □ 2500 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км 50 м &lt; 2500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оору: 1 т 1 ц, 1090 кг, 1 т 99 кг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т 1 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3 л, 2990 мл, 3 л 9 мл, 3090 мл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2990 мл, 3 л, 3 л 9 мл, 3090 мл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 65 см + 2 м 50 см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т − 1 т 4 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Бочкада 10 л суу бар. 3 л 600 мл алышты. Канча калды?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кап, ар биринде 25 кг. Баары канча центнер?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 65 см + 2 м 50 см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м 15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т − 1 т 4 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т 6 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Бочкада 10 л суу бар. 3 л 600 мл алышты. Канча калды?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л 400 мл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кап, ар биринде 25 кг. Баары канча центнер?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