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Сокулуктагы тойго боорсок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× 3/7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1/2 × 1/3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× 3/4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2/3 × 3/5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× 3/7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6/7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1/2 × 1/3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1/6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× 3/4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2/3 × 3/5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Аралаш сан менен жаз: 9/4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Туура эмес бөлчөк менен жаз: 3 1/5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Тескери санын жаз: 5/8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Тескери санын жаз: 2 1/4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Аралаш сан менен жаз: 9/4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 1/4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Туура эмес бөлчөк менен жаз: 3 1/5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16/5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Тескери санын жаз: 5/8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8/5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Тескери санын жаз: 2 1/4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4/9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 ÷ 1/3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3/4 ÷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4/5 ÷ 2/5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5/6 ÷ 1/3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 ÷ 1/3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3/4 ÷ 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1/4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4/5 ÷ 2/5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5/6 ÷ 1/3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 1/2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Бир казанга 2/3 л сүт кетет. 6 казанга канча?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кг унду 3/8 кгдан пакеттерге салдык. Канча пакет?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1/2 × 1 1/2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□ × 3/4 = 1.  □ =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Бир казанга 2/3 л сүт кетет. 6 казанга канча?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 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кг унду 3/8 кгдан пакеттерге салдык. Канча пакет?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 пакет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1/2 × 1 1/2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 3/4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□ × 3/4 = 1.  □ = 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4/3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