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Атышуу (ылдамдыксыз): суроо слайды, андан кийин жооп слайды. Туура жооп 1 упай, «туура жана түшүндүрдү» дагы 1 упай. Ылдамдык боюнча тизме жок (3C · Сынчыл ой).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Атышуу: туура жана түшүндүр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Тегерек диаграммалар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1/25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11332159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153619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49047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Баары ойлонот (10 секунд), анан мини-тактага жазат. Ким биринчи экени маанилүү эмес.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240487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35915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Туура жооп = 1 упай. Ыкмасын түшүндүрсө («бүтүн 360°, бир бирдик…») = дагы 1 упай.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27355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22783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Жооп слайдында текшеребиз: «кантип таптың?» деп 2–3 окуучудан сурайм.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4142231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096511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Ар ким өз упайын өзүнүн мурунку жыйынтыгы менен салыштырат; класс алдында тизме жок.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07047" y="5669280"/>
            <a:ext cx="475488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Блум: Эстөө · Колдонуу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" y="5669280"/>
            <a:ext cx="585216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A84400"/>
                </a:solidFill>
                <a:latin typeface="PT Sans"/>
              </a:rPr>
              <a:t>Бүгүнкү окуя: Таш-Көмүрдөгү ашкана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Тегерек диаграммалар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90° = ? бөлүк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Тегерек диаграммалар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3/25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90° = ? бөлүк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1/4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Тегерек диаграммалар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4/25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50% = ?°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Тегерек диаграммалар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5/25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50% = ?°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180°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Тегерек диаграммалар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6/25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360° ÷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Тегерек диаграммалар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7/25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360° ÷ 12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30°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Тегерек диаграммалар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8/25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Баары 18: 1 бирдик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Тегерек диаграммалар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9/25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Баары 18: 1 бирдик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20°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5-суроо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Тегерек диаграммалар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10/25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Баары 36, сектор 180° →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5-суроо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Тегерек диаграммалар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11/25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Баары 36, сектор 180° →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6-суроо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Тегерек диаграммалар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12/25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270° = ?%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6-суроо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Тегерек диаграммалар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13/25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270° = ?%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75%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7-суроо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Тегерек диаграммалар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14/25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Баары 60, бөлүгү 15 → ?°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7-суроо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Тегерек диаграммалар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15/25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Баары 60, бөлүгү 15 → ?°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90°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8-суроо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Тегерек диаграммалар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16/25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60° = ? бөлүк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8-суроо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Тегерек диаграммалар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17/25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60° = ? бөлүк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1/6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9-суроо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Тегерек диаграммалар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18/25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5% = ?°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9-суроо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Тегерек диаграммалар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19/25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5% = ?°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18°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10-суроо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Тегерек диаграммалар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20/25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Баары 30, сектор 24° →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10-суроо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Тегерек диаграммалар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21/25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Баары 30, сектор 24° →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11-суроо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Тегерек диаграммалар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22/25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Сектор 90° = 7 окуучу. Баары?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11-суроо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Тегерек диаграммалар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23/25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Сектор 90° = 7 окуучу. Баары?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28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12-суроо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Тегерек диаграммалар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24/25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150° + 90° + 80° + ? = 360°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12-суроо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Тегерек диаграммалар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25/25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150° + 90° + 80° + ? = 360°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40°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