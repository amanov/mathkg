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Ош базары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70 000 + 300 + 8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70 000 + 300 + 8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70 308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45 678 ≈ ? (миңге)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45 678 ≈ ? (миңге)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46 000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Миллиондо канча миң?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Миллиондо канча миң?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1 000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жүз миң + 6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жүз миң + 6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600 006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29 999 + 1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29 999 + 1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30 000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352 000 – канча миң?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352 000 – канча миң?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352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1000 сомдуктан 15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1000 сомдуктан 15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15 000 сом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8 435 ≈ ? (жүзгө)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8 435 ≈ ? (жүзгө)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8 400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100 000 − 10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100 000 − 10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99 990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Кайсы чоң: 99 999 же 100 000?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Кайсы чоң: 99 999 же 100 000?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100 000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34 ондук = ? бирдик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34 ондук = ? бирдик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703 512: 3 кайсы разрядда?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703 512: 3 кайсы разрядда?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миңдиктер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