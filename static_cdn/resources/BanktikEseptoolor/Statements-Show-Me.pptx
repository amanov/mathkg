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848" r:id="rId2"/>
    <p:sldId id="939" r:id="rId3"/>
    <p:sldId id="957" r:id="rId4"/>
    <p:sldId id="958" r:id="rId5"/>
    <p:sldId id="946" r:id="rId6"/>
    <p:sldId id="942" r:id="rId7"/>
    <p:sldId id="943" r:id="rId8"/>
    <p:sldId id="952" r:id="rId9"/>
    <p:sldId id="953" r:id="rId10"/>
    <p:sldId id="944" r:id="rId11"/>
    <p:sldId id="945" r:id="rId12"/>
    <p:sldId id="947" r:id="rId13"/>
    <p:sldId id="948" r:id="rId14"/>
    <p:sldId id="950" r:id="rId15"/>
    <p:sldId id="949" r:id="rId16"/>
    <p:sldId id="954" r:id="rId17"/>
    <p:sldId id="951" r:id="rId18"/>
    <p:sldId id="955" r:id="rId19"/>
    <p:sldId id="956" r:id="rId20"/>
    <p:sldId id="938" r:id="rId21"/>
  </p:sldIdLst>
  <p:sldSz cx="9906000" cy="6858000" type="A4"/>
  <p:notesSz cx="7104063" cy="10234613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Show Me Slides" id="{059544AC-2C27-45B1-9F95-F87DF8854DD6}">
          <p14:sldIdLst>
            <p14:sldId id="939"/>
            <p14:sldId id="957"/>
            <p14:sldId id="958"/>
            <p14:sldId id="946"/>
            <p14:sldId id="942"/>
            <p14:sldId id="943"/>
            <p14:sldId id="952"/>
            <p14:sldId id="953"/>
            <p14:sldId id="944"/>
            <p14:sldId id="945"/>
            <p14:sldId id="947"/>
            <p14:sldId id="948"/>
            <p14:sldId id="950"/>
            <p14:sldId id="949"/>
            <p14:sldId id="954"/>
            <p14:sldId id="951"/>
            <p14:sldId id="955"/>
            <p14:sldId id="956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87" d="100"/>
          <a:sy n="87" d="100"/>
        </p:scale>
        <p:origin x="1301" y="7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Show Me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activity is designed to facilitate discussion, there are no answers.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should be able to justify their answers within pairs, or to the teacher.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could answer using mini-whiteboards or paper.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25964" y="2705725"/>
            <a:ext cx="585410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a </a:t>
            </a:r>
          </a:p>
          <a:p>
            <a:pPr algn="ctr"/>
            <a:r>
              <a:rPr lang="en-GB" sz="4400" dirty="0"/>
              <a:t>starting balance of £400.</a:t>
            </a: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2676" y="3044279"/>
            <a:ext cx="97606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for </a:t>
            </a:r>
            <a:r>
              <a:rPr lang="en-GB" sz="4400" i="1" dirty="0"/>
              <a:t>your</a:t>
            </a:r>
            <a:r>
              <a:rPr lang="en-GB" sz="4400" dirty="0"/>
              <a:t> weekly spending.</a:t>
            </a:r>
          </a:p>
        </p:txBody>
      </p:sp>
    </p:spTree>
    <p:extLst>
      <p:ext uri="{BB962C8B-B14F-4D97-AF65-F5344CB8AC3E}">
        <p14:creationId xmlns:p14="http://schemas.microsoft.com/office/powerpoint/2010/main" val="410764657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57488" y="3044279"/>
            <a:ext cx="87910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for </a:t>
            </a:r>
            <a:r>
              <a:rPr lang="en-GB" sz="4400" i="1" dirty="0"/>
              <a:t>your</a:t>
            </a:r>
            <a:r>
              <a:rPr lang="en-GB" sz="4400" dirty="0"/>
              <a:t> weekly debits.</a:t>
            </a:r>
          </a:p>
        </p:txBody>
      </p:sp>
    </p:spTree>
    <p:extLst>
      <p:ext uri="{BB962C8B-B14F-4D97-AF65-F5344CB8AC3E}">
        <p14:creationId xmlns:p14="http://schemas.microsoft.com/office/powerpoint/2010/main" val="225844969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13123" y="3044279"/>
            <a:ext cx="8079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2 transactions.</a:t>
            </a:r>
          </a:p>
        </p:txBody>
      </p:sp>
    </p:spTree>
    <p:extLst>
      <p:ext uri="{BB962C8B-B14F-4D97-AF65-F5344CB8AC3E}">
        <p14:creationId xmlns:p14="http://schemas.microsoft.com/office/powerpoint/2010/main" val="119200408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13123" y="3044279"/>
            <a:ext cx="8079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3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16271693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13123" y="3044279"/>
            <a:ext cx="8079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5 transactions.</a:t>
            </a:r>
          </a:p>
        </p:txBody>
      </p:sp>
    </p:spTree>
    <p:extLst>
      <p:ext uri="{BB962C8B-B14F-4D97-AF65-F5344CB8AC3E}">
        <p14:creationId xmlns:p14="http://schemas.microsoft.com/office/powerpoint/2010/main" val="384153055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39606" y="2705725"/>
            <a:ext cx="92268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a credit &amp; a debit in</a:t>
            </a:r>
          </a:p>
          <a:p>
            <a:pPr algn="ctr"/>
            <a:r>
              <a:rPr lang="en-GB" sz="4400" dirty="0"/>
              <a:t> the ratio 3:5</a:t>
            </a:r>
          </a:p>
        </p:txBody>
      </p:sp>
    </p:spTree>
    <p:extLst>
      <p:ext uri="{BB962C8B-B14F-4D97-AF65-F5344CB8AC3E}">
        <p14:creationId xmlns:p14="http://schemas.microsoft.com/office/powerpoint/2010/main" val="307212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38276" y="2705725"/>
            <a:ext cx="722947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3 credits in</a:t>
            </a:r>
          </a:p>
          <a:p>
            <a:pPr algn="ctr"/>
            <a:r>
              <a:rPr lang="en-GB" sz="4400" dirty="0"/>
              <a:t> the ratio 1:2:3</a:t>
            </a:r>
          </a:p>
        </p:txBody>
      </p:sp>
    </p:spTree>
    <p:extLst>
      <p:ext uri="{BB962C8B-B14F-4D97-AF65-F5344CB8AC3E}">
        <p14:creationId xmlns:p14="http://schemas.microsoft.com/office/powerpoint/2010/main" val="946687328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0555" y="3044279"/>
            <a:ext cx="90649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2 credits &amp; 1 debit.</a:t>
            </a:r>
          </a:p>
        </p:txBody>
      </p:sp>
    </p:spTree>
    <p:extLst>
      <p:ext uri="{BB962C8B-B14F-4D97-AF65-F5344CB8AC3E}">
        <p14:creationId xmlns:p14="http://schemas.microsoft.com/office/powerpoint/2010/main" val="419400908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9947" y="3044279"/>
            <a:ext cx="9286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3 credits &amp; 2 debits.</a:t>
            </a:r>
          </a:p>
        </p:txBody>
      </p:sp>
    </p:spTree>
    <p:extLst>
      <p:ext uri="{BB962C8B-B14F-4D97-AF65-F5344CB8AC3E}">
        <p14:creationId xmlns:p14="http://schemas.microsoft.com/office/powerpoint/2010/main" val="178068286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9949" y="3044279"/>
            <a:ext cx="92861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with 2 debits &amp; 3 credits.</a:t>
            </a:r>
          </a:p>
        </p:txBody>
      </p:sp>
    </p:spTree>
    <p:extLst>
      <p:ext uri="{BB962C8B-B14F-4D97-AF65-F5344CB8AC3E}">
        <p14:creationId xmlns:p14="http://schemas.microsoft.com/office/powerpoint/2010/main" val="332991036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15190" y="2367171"/>
            <a:ext cx="667567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greater than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312358486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32201" y="2367171"/>
            <a:ext cx="604165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double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78798064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32201" y="2367171"/>
            <a:ext cx="604165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less than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161142444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32202" y="2367171"/>
            <a:ext cx="604165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equal to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33487527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20979" y="2705725"/>
            <a:ext cx="60640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negative.</a:t>
            </a:r>
          </a:p>
        </p:txBody>
      </p:sp>
    </p:spTree>
    <p:extLst>
      <p:ext uri="{BB962C8B-B14F-4D97-AF65-F5344CB8AC3E}">
        <p14:creationId xmlns:p14="http://schemas.microsoft.com/office/powerpoint/2010/main" val="235691052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63761" y="2367171"/>
            <a:ext cx="777854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20% greater than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2238831173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7697D6-34C5-4423-9737-1961FC978A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79" t="23329" r="5744" b="27433"/>
          <a:stretch/>
        </p:blipFill>
        <p:spPr>
          <a:xfrm>
            <a:off x="294639" y="304801"/>
            <a:ext cx="4480561" cy="7924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55171" y="2367171"/>
            <a:ext cx="7795724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a statement where the </a:t>
            </a:r>
          </a:p>
          <a:p>
            <a:pPr algn="ctr"/>
            <a:r>
              <a:rPr lang="en-GB" sz="4400" dirty="0"/>
              <a:t>final balance is 30% smaller than </a:t>
            </a:r>
          </a:p>
          <a:p>
            <a:pPr algn="ctr"/>
            <a:r>
              <a:rPr lang="en-GB" sz="4400" dirty="0"/>
              <a:t>the starting balance.</a:t>
            </a:r>
          </a:p>
        </p:txBody>
      </p:sp>
    </p:spTree>
    <p:extLst>
      <p:ext uri="{BB962C8B-B14F-4D97-AF65-F5344CB8AC3E}">
        <p14:creationId xmlns:p14="http://schemas.microsoft.com/office/powerpoint/2010/main" val="173210893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10402</TotalTime>
  <Words>275</Words>
  <Application>Microsoft Office PowerPoint</Application>
  <PresentationFormat>A4 Paper (210x297 mm)</PresentationFormat>
  <Paragraphs>53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495</cp:revision>
  <cp:lastPrinted>2017-12-31T22:38:51Z</cp:lastPrinted>
  <dcterms:created xsi:type="dcterms:W3CDTF">2017-01-17T16:57:04Z</dcterms:created>
  <dcterms:modified xsi:type="dcterms:W3CDTF">2021-05-13T01:57:55Z</dcterms:modified>
</cp:coreProperties>
</file>