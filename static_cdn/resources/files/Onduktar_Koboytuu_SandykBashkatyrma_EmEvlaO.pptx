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62" r:id="rId2"/>
    <p:sldId id="948" r:id="rId3"/>
    <p:sldId id="949" r:id="rId4"/>
    <p:sldId id="941" r:id="rId5"/>
    <p:sldId id="947" r:id="rId6"/>
    <p:sldId id="954" r:id="rId7"/>
    <p:sldId id="955" r:id="rId8"/>
    <p:sldId id="960" r:id="rId9"/>
    <p:sldId id="961" r:id="rId10"/>
    <p:sldId id="963" r:id="rId1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башкатырма-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3 табышмак бар.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915E71-F387-D4EE-E542-FB497D724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7" y="0"/>
            <a:ext cx="969630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C5D94-5353-7150-B58F-11B68531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71" y="167640"/>
            <a:ext cx="9683729" cy="661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43422" y="55121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33730" y="24667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24216" y="2468898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u="sng" dirty="0"/>
              <a:t>Эсепти канча жол менен чыгара аласы</a:t>
            </a:r>
            <a:r>
              <a:rPr lang="ru-RU" sz="1200" dirty="0"/>
              <a:t>ң</a:t>
            </a:r>
            <a:r>
              <a:rPr lang="ru-RU" sz="1200" u="sng" dirty="0"/>
              <a:t>?</a:t>
            </a:r>
            <a:endParaRPr lang="en-US" sz="1200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4216" y="285423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528543" y="288114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66565" y="288114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2987171" y="2507379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0.2 × 0.3 = 0.06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0.9 × 0.8 = 0.72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0.7 × 0.8 = 0.56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87301" y="37447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211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цифраны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u="sng" dirty="0"/>
              <a:t>Эсепти канча жол менен чыгара аласы</a:t>
            </a:r>
            <a:r>
              <a:rPr lang="ru-RU" sz="1200" dirty="0"/>
              <a:t>ң</a:t>
            </a:r>
            <a:r>
              <a:rPr lang="ru-RU" sz="1200" u="sng" dirty="0"/>
              <a:t>?</a:t>
            </a:r>
            <a:endParaRPr lang="en-US" sz="1200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34012" y="29134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24420" y="2627858"/>
            <a:ext cx="1760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0.8 = 5.12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0.5 = 3.20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0.8 = 0.96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4.2 × 0.9 = 3.78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3.4 × 0.2 = 0.68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2.6 × 0.3 = 0.78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× 0.5 = 4.80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0.7 = 0.84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>
            <a:extLst>
              <a:ext uri="{FF2B5EF4-FFF2-40B4-BE49-F238E27FC236}">
                <a16:creationId xmlns:a16="http://schemas.microsoft.com/office/drawing/2014/main" id="{167AFEF8-59C8-6B37-319D-8195E3D27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717122" cy="342900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80CC7018-37B7-438A-3458-E29A21A50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017" y="1"/>
            <a:ext cx="5032863" cy="34290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6FD70E29-76DF-CB97-ECE2-7BC76F6C5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2181"/>
            <a:ext cx="4717122" cy="336676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C823E68F-F149-E17A-D162-C94A0F9C4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016" y="3512181"/>
            <a:ext cx="5032863" cy="334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D77D87A0-34F1-2825-8C37-8E1964699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1"/>
            <a:ext cx="4704079" cy="3515359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DAEF43E-518D-9EB1-C903-D7C060C9E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71719" cy="3515359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89EFACF3-8DAA-E1A3-CE59-EF82F710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3515361"/>
            <a:ext cx="4704079" cy="342392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4B05655A-00EC-0C17-06AF-9D28AC345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15360"/>
            <a:ext cx="4871719" cy="342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8DC55-DB49-C488-CE01-86554595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3130" y="1084781"/>
            <a:ext cx="6799771" cy="4740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93E63-ED20-29A9-6CB6-BA75D3958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9362" y="1084778"/>
            <a:ext cx="6799770" cy="474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3D844-50F6-7CE2-4E72-2683FAB5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7247" y="1092190"/>
            <a:ext cx="6718209" cy="4589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E873E0-2AC8-BCB1-720C-E855F955E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3255" y="1139126"/>
            <a:ext cx="6718209" cy="449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10511</TotalTime>
  <Words>205</Words>
  <Application>Microsoft Office PowerPoint</Application>
  <PresentationFormat>A4 Paper (210x297 mm)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509</cp:revision>
  <cp:lastPrinted>2022-10-25T10:56:24Z</cp:lastPrinted>
  <dcterms:created xsi:type="dcterms:W3CDTF">2017-01-17T16:57:04Z</dcterms:created>
  <dcterms:modified xsi:type="dcterms:W3CDTF">2024-09-19T15:32:46Z</dcterms:modified>
</cp:coreProperties>
</file>