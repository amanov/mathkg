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8" r:id="rId3"/>
    <p:sldId id="947" r:id="rId4"/>
    <p:sldId id="949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FF8181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1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23" Type="http://schemas.openxmlformats.org/officeDocument/2006/relationships/image" Target="../media/image23.png"/><Relationship Id="rId36" Type="http://schemas.openxmlformats.org/officeDocument/2006/relationships/image" Target="../media/image36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39" Type="http://schemas.openxmlformats.org/officeDocument/2006/relationships/image" Target="../media/image2.png"/><Relationship Id="rId51" Type="http://schemas.openxmlformats.org/officeDocument/2006/relationships/image" Target="../media/image41.png"/><Relationship Id="rId34" Type="http://schemas.openxmlformats.org/officeDocument/2006/relationships/image" Target="../media/image34.png"/><Relationship Id="rId42" Type="http://schemas.openxmlformats.org/officeDocument/2006/relationships/image" Target="../media/image5.png"/><Relationship Id="rId47" Type="http://schemas.openxmlformats.org/officeDocument/2006/relationships/image" Target="../media/image10.png"/><Relationship Id="rId50" Type="http://schemas.openxmlformats.org/officeDocument/2006/relationships/image" Target="../media/image40.png"/><Relationship Id="rId55" Type="http://schemas.openxmlformats.org/officeDocument/2006/relationships/image" Target="../media/image44.png"/><Relationship Id="rId17" Type="http://schemas.openxmlformats.org/officeDocument/2006/relationships/image" Target="../media/image12.png"/><Relationship Id="rId38" Type="http://schemas.openxmlformats.org/officeDocument/2006/relationships/image" Target="../media/image15.png"/><Relationship Id="rId46" Type="http://schemas.openxmlformats.org/officeDocument/2006/relationships/image" Target="../media/image35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41" Type="http://schemas.openxmlformats.org/officeDocument/2006/relationships/image" Target="../media/image17.png"/><Relationship Id="rId54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3.png"/><Relationship Id="rId45" Type="http://schemas.openxmlformats.org/officeDocument/2006/relationships/image" Target="../media/image28.png"/><Relationship Id="rId53" Type="http://schemas.openxmlformats.org/officeDocument/2006/relationships/image" Target="../media/image42.png"/><Relationship Id="rId49" Type="http://schemas.openxmlformats.org/officeDocument/2006/relationships/image" Target="../media/image39.png"/><Relationship Id="rId44" Type="http://schemas.openxmlformats.org/officeDocument/2006/relationships/image" Target="../media/image27.png"/><Relationship Id="rId52" Type="http://schemas.openxmlformats.org/officeDocument/2006/relationships/image" Target="../media/image11.png"/><Relationship Id="rId22" Type="http://schemas.openxmlformats.org/officeDocument/2006/relationships/image" Target="../media/image22.png"/><Relationship Id="rId27" Type="http://schemas.openxmlformats.org/officeDocument/2006/relationships/image" Target="../media/image13.png"/><Relationship Id="rId30" Type="http://schemas.openxmlformats.org/officeDocument/2006/relationships/image" Target="../media/image30.png"/><Relationship Id="rId35" Type="http://schemas.openxmlformats.org/officeDocument/2006/relationships/image" Target="../media/image14.png"/><Relationship Id="rId43" Type="http://schemas.openxmlformats.org/officeDocument/2006/relationships/image" Target="../media/image18.png"/><Relationship Id="rId48" Type="http://schemas.openxmlformats.org/officeDocument/2006/relationships/image" Target="../media/image38.png"/><Relationship Id="rId56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Айландыруу -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73861" y="40245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382192" y="656846"/>
            <a:ext cx="27982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бөлчөктөрдүн</a:t>
            </a:r>
            <a:endParaRPr lang="en-US" sz="2000" dirty="0"/>
          </a:p>
          <a:p>
            <a:pPr algn="ctr"/>
            <a:r>
              <a:rPr lang="ky-KG" sz="2000" dirty="0"/>
              <a:t> кайсынысы </a:t>
            </a:r>
            <a:endParaRPr lang="en-US" sz="2000" dirty="0"/>
          </a:p>
          <a:p>
            <a:pPr algn="ctr"/>
            <a:r>
              <a:rPr lang="ky-KG" sz="2000" dirty="0"/>
              <a:t>кайталануучу ондукка </a:t>
            </a:r>
            <a:endParaRPr lang="en-US" sz="2000" dirty="0"/>
          </a:p>
          <a:p>
            <a:pPr algn="ctr"/>
            <a:r>
              <a:rPr lang="ky-KG" sz="2000" dirty="0"/>
              <a:t>айланат?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138122" y="4849783"/>
            <a:ext cx="30716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9𝑥нин маанисин табыңыз </a:t>
            </a:r>
            <a:endParaRPr lang="en-US" sz="2000" dirty="0"/>
          </a:p>
          <a:p>
            <a:pPr algn="ctr"/>
            <a:r>
              <a:rPr lang="ky-KG" sz="2000" dirty="0"/>
              <a:t>жана 𝑥 аралаш </a:t>
            </a:r>
            <a:endParaRPr lang="en-US" sz="2000" dirty="0"/>
          </a:p>
          <a:p>
            <a:pPr algn="ctr"/>
            <a:r>
              <a:rPr lang="ky-KG" sz="2000" dirty="0"/>
              <a:t>бөлчөк катары көрсөт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90820-CE26-7C6C-00A8-FE3798D06566}"/>
                  </a:ext>
                </a:extLst>
              </p:cNvPr>
              <p:cNvSpPr txBox="1"/>
              <p:nvPr/>
            </p:nvSpPr>
            <p:spPr>
              <a:xfrm>
                <a:off x="997795" y="2727218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90820-CE26-7C6C-00A8-FE3798D06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95" y="2727218"/>
                <a:ext cx="385041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63C05A-C5A9-9C22-1688-10FAC7977A13}"/>
                  </a:ext>
                </a:extLst>
              </p:cNvPr>
              <p:cNvSpPr txBox="1"/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63C05A-C5A9-9C22-1688-10FAC7977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47B39-C654-EBC0-23E4-1B7BAC8AF044}"/>
                  </a:ext>
                </a:extLst>
              </p:cNvPr>
              <p:cNvSpPr txBox="1"/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47B39-C654-EBC0-23E4-1B7BAC8AF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0D40D-138E-024A-D447-28CDFAC46A0F}"/>
                  </a:ext>
                </a:extLst>
              </p:cNvPr>
              <p:cNvSpPr txBox="1"/>
              <p:nvPr/>
            </p:nvSpPr>
            <p:spPr>
              <a:xfrm>
                <a:off x="2340095" y="1969111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0D40D-138E-024A-D447-28CDFAC46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095" y="1969111"/>
                <a:ext cx="385041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61B92-D709-298E-E619-22E3E9EC15E8}"/>
                  </a:ext>
                </a:extLst>
              </p:cNvPr>
              <p:cNvSpPr txBox="1"/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61B92-D709-298E-E619-22E3E9EC1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E50DCC-A8D9-2459-A794-3F9B03B4AB0A}"/>
                  </a:ext>
                </a:extLst>
              </p:cNvPr>
              <p:cNvSpPr txBox="1"/>
              <p:nvPr/>
            </p:nvSpPr>
            <p:spPr>
              <a:xfrm>
                <a:off x="1896215" y="4073328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E50DCC-A8D9-2459-A794-3F9B03B4A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15" y="4073328"/>
                <a:ext cx="623376" cy="411844"/>
              </a:xfrm>
              <a:prstGeom prst="rect">
                <a:avLst/>
              </a:prstGeom>
              <a:blipFill>
                <a:blip r:embed="rId7"/>
                <a:stretch>
                  <a:fillRect r="-4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908D52-7CAF-8335-402B-5E99D17EF514}"/>
                  </a:ext>
                </a:extLst>
              </p:cNvPr>
              <p:cNvSpPr txBox="1"/>
              <p:nvPr/>
            </p:nvSpPr>
            <p:spPr>
              <a:xfrm>
                <a:off x="1743122" y="443908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27.</m:t>
                      </m:r>
                      <m:acc>
                        <m:accPr>
                          <m:chr m:val="̇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908D52-7CAF-8335-402B-5E99D17EF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122" y="4439088"/>
                <a:ext cx="766044" cy="411844"/>
              </a:xfrm>
              <a:prstGeom prst="rect">
                <a:avLst/>
              </a:prstGeom>
              <a:blipFill>
                <a:blip r:embed="rId8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CBB3AC-E460-4CA2-A415-4EAC784490F2}"/>
                  </a:ext>
                </a:extLst>
              </p:cNvPr>
              <p:cNvSpPr txBox="1"/>
              <p:nvPr/>
            </p:nvSpPr>
            <p:spPr>
              <a:xfrm>
                <a:off x="1032350" y="4073328"/>
                <a:ext cx="792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CBB3AC-E460-4CA2-A415-4EAC7844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50" y="4073328"/>
                <a:ext cx="792653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E06F25-38F8-052C-5990-D8397C923FDD}"/>
                  </a:ext>
                </a:extLst>
              </p:cNvPr>
              <p:cNvSpPr txBox="1"/>
              <p:nvPr/>
            </p:nvSpPr>
            <p:spPr>
              <a:xfrm>
                <a:off x="889682" y="4439088"/>
                <a:ext cx="9353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E06F25-38F8-052C-5990-D8397C923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682" y="4439088"/>
                <a:ext cx="93532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0A0E92-12A6-E76E-1A00-92EDDD502759}"/>
              </a:ext>
            </a:extLst>
          </p:cNvPr>
          <p:cNvSpPr txBox="1"/>
          <p:nvPr/>
        </p:nvSpPr>
        <p:spPr>
          <a:xfrm>
            <a:off x="156104" y="8373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3762C-9C38-392A-B16D-396FFE2E0879}"/>
              </a:ext>
            </a:extLst>
          </p:cNvPr>
          <p:cNvSpPr txBox="1"/>
          <p:nvPr/>
        </p:nvSpPr>
        <p:spPr>
          <a:xfrm>
            <a:off x="3668873" y="523091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1CA2E6-3326-5FFE-0A11-6DC8674883B0}"/>
              </a:ext>
            </a:extLst>
          </p:cNvPr>
          <p:cNvSpPr txBox="1"/>
          <p:nvPr/>
        </p:nvSpPr>
        <p:spPr>
          <a:xfrm>
            <a:off x="3431460" y="194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EBB7BA-77D1-C518-DF5D-32DECC0F8100}"/>
                  </a:ext>
                </a:extLst>
              </p:cNvPr>
              <p:cNvSpPr txBox="1"/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EBB7BA-77D1-C518-DF5D-32DECC0F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blipFill>
                <a:blip r:embed="rId11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5B0F18B-C594-3086-C6C8-8A731B300EED}"/>
              </a:ext>
            </a:extLst>
          </p:cNvPr>
          <p:cNvSpPr txBox="1"/>
          <p:nvPr/>
        </p:nvSpPr>
        <p:spPr>
          <a:xfrm>
            <a:off x="3439632" y="286754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CE8D93-F452-C5F4-A288-EC78BE8B77E0}"/>
                  </a:ext>
                </a:extLst>
              </p:cNvPr>
              <p:cNvSpPr txBox="1"/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CE8D93-F452-C5F4-A288-EC78BE8B7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blipFill>
                <a:blip r:embed="rId19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D359503F-87EF-A364-B7D8-1F06FF304283}"/>
              </a:ext>
            </a:extLst>
          </p:cNvPr>
          <p:cNvSpPr txBox="1"/>
          <p:nvPr/>
        </p:nvSpPr>
        <p:spPr>
          <a:xfrm>
            <a:off x="3439632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DC4388-0FD8-3382-0125-FD2F59183A5B}"/>
                  </a:ext>
                </a:extLst>
              </p:cNvPr>
              <p:cNvSpPr txBox="1"/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DC4388-0FD8-3382-0125-FD2F5918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blipFill>
                <a:blip r:embed="rId21"/>
                <a:stretch>
                  <a:fillRect r="-20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DAF3CBAC-270E-C374-DB3C-40B8493D8D0F}"/>
              </a:ext>
            </a:extLst>
          </p:cNvPr>
          <p:cNvSpPr txBox="1"/>
          <p:nvPr/>
        </p:nvSpPr>
        <p:spPr>
          <a:xfrm>
            <a:off x="3439632" y="396560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879EAA-852B-B193-9E5D-0B29375FF18C}"/>
                  </a:ext>
                </a:extLst>
              </p:cNvPr>
              <p:cNvSpPr txBox="1"/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879EAA-852B-B193-9E5D-0B29375F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blipFill>
                <a:blip r:embed="rId23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D145B056-1689-5850-960E-E80E5D626920}"/>
              </a:ext>
            </a:extLst>
          </p:cNvPr>
          <p:cNvSpPr txBox="1"/>
          <p:nvPr/>
        </p:nvSpPr>
        <p:spPr>
          <a:xfrm>
            <a:off x="3439632" y="506366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58353DF-08F7-9422-0066-EA4070F7D700}"/>
                  </a:ext>
                </a:extLst>
              </p:cNvPr>
              <p:cNvSpPr txBox="1"/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58353DF-08F7-9422-0066-EA4070F7D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blipFill>
                <a:blip r:embed="rId25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26C03F17-CCAF-57CC-6437-D5CB12510106}"/>
              </a:ext>
            </a:extLst>
          </p:cNvPr>
          <p:cNvSpPr txBox="1"/>
          <p:nvPr/>
        </p:nvSpPr>
        <p:spPr>
          <a:xfrm>
            <a:off x="6958676" y="537722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1C6978D-1582-0072-2F1F-F482707AA217}"/>
              </a:ext>
            </a:extLst>
          </p:cNvPr>
          <p:cNvSpPr txBox="1"/>
          <p:nvPr/>
        </p:nvSpPr>
        <p:spPr>
          <a:xfrm>
            <a:off x="6736659" y="199722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5C87D6-E071-C579-E2C8-465E63E007EC}"/>
                  </a:ext>
                </a:extLst>
              </p:cNvPr>
              <p:cNvSpPr txBox="1"/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5C87D6-E071-C579-E2C8-465E63E00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blipFill>
                <a:blip r:embed="rId26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A2151F11-E563-14DB-4183-BAC622FAB067}"/>
              </a:ext>
            </a:extLst>
          </p:cNvPr>
          <p:cNvSpPr txBox="1"/>
          <p:nvPr/>
        </p:nvSpPr>
        <p:spPr>
          <a:xfrm>
            <a:off x="6764723" y="396929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2631D05-7007-3212-D69E-732B1E430A12}"/>
                  </a:ext>
                </a:extLst>
              </p:cNvPr>
              <p:cNvSpPr txBox="1"/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2631D05-7007-3212-D69E-732B1E430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blipFill>
                <a:blip r:embed="rId29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47479DF6-8B38-7A76-DE9A-3B3D4AA2EFDE}"/>
              </a:ext>
            </a:extLst>
          </p:cNvPr>
          <p:cNvSpPr txBox="1"/>
          <p:nvPr/>
        </p:nvSpPr>
        <p:spPr>
          <a:xfrm>
            <a:off x="6764723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993242-934B-1A5B-CDE5-C7A2A82FABB4}"/>
                  </a:ext>
                </a:extLst>
              </p:cNvPr>
              <p:cNvSpPr txBox="1"/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993242-934B-1A5B-CDE5-C7A2A82FA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blipFill>
                <a:blip r:embed="rId31"/>
                <a:stretch>
                  <a:fillRect r="-2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92499018-84EA-9B2E-0465-72B7E8193F45}"/>
              </a:ext>
            </a:extLst>
          </p:cNvPr>
          <p:cNvSpPr txBox="1"/>
          <p:nvPr/>
        </p:nvSpPr>
        <p:spPr>
          <a:xfrm>
            <a:off x="6764723" y="506865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2FA19FD-A58F-82AD-DAEE-F509C0396B7F}"/>
                  </a:ext>
                </a:extLst>
              </p:cNvPr>
              <p:cNvSpPr txBox="1"/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2FA19FD-A58F-82AD-DAEE-F509C0396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blipFill>
                <a:blip r:embed="rId33"/>
                <a:stretch>
                  <a:fillRect r="-3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69E1BE19-01EF-9C65-747F-BAE1864362B1}"/>
              </a:ext>
            </a:extLst>
          </p:cNvPr>
          <p:cNvSpPr txBox="1"/>
          <p:nvPr/>
        </p:nvSpPr>
        <p:spPr>
          <a:xfrm>
            <a:off x="6764723" y="28699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4A52E1-35ED-EE3D-E630-26FE139E7DB8}"/>
                  </a:ext>
                </a:extLst>
              </p:cNvPr>
              <p:cNvSpPr txBox="1"/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4A52E1-35ED-EE3D-E630-26FE139E7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blipFill>
                <a:blip r:embed="rId36"/>
                <a:stretch>
                  <a:fillRect r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E32D141-71D1-3C17-A448-EBF70A2C3268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21A59-A582-E6EF-28C6-BB0E8B7EF30B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5A92D-9FBD-2A42-C15D-2264366F41CF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61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/>
              <p:nvPr/>
            </p:nvSpPr>
            <p:spPr>
              <a:xfrm>
                <a:off x="748871" y="5611282"/>
                <a:ext cx="1149225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1" y="5611282"/>
                <a:ext cx="11492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5A10BD-9502-4912-8997-C69219CF926C}"/>
                  </a:ext>
                </a:extLst>
              </p:cNvPr>
              <p:cNvSpPr txBox="1"/>
              <p:nvPr/>
            </p:nvSpPr>
            <p:spPr>
              <a:xfrm>
                <a:off x="865250" y="6118358"/>
                <a:ext cx="1669496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5A10BD-9502-4912-8997-C69219CF9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50" y="6118358"/>
                <a:ext cx="1669496" cy="676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BA9369-420D-D576-465D-3CAC48D2C24B}"/>
                  </a:ext>
                </a:extLst>
              </p:cNvPr>
              <p:cNvSpPr txBox="1"/>
              <p:nvPr/>
            </p:nvSpPr>
            <p:spPr>
              <a:xfrm>
                <a:off x="4641247" y="1816374"/>
                <a:ext cx="385041" cy="66947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BA9369-420D-D576-465D-3CAC48D2C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247" y="1816374"/>
                <a:ext cx="385041" cy="66947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F872B9-40DE-22C0-8C10-A39152F9EC4B}"/>
                  </a:ext>
                </a:extLst>
              </p:cNvPr>
              <p:cNvSpPr txBox="1"/>
              <p:nvPr/>
            </p:nvSpPr>
            <p:spPr>
              <a:xfrm>
                <a:off x="4753649" y="2686150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F872B9-40DE-22C0-8C10-A39152F9E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2686150"/>
                <a:ext cx="527709" cy="67056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A70D5C-D316-71DB-EC0A-C9113569111A}"/>
                  </a:ext>
                </a:extLst>
              </p:cNvPr>
              <p:cNvSpPr txBox="1"/>
              <p:nvPr/>
            </p:nvSpPr>
            <p:spPr>
              <a:xfrm>
                <a:off x="4825087" y="5986613"/>
                <a:ext cx="1433213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A70D5C-D316-71DB-EC0A-C91135691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087" y="5986613"/>
                <a:ext cx="1433213" cy="67056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C27356E-342D-DBB2-F214-377AB49BB750}"/>
                  </a:ext>
                </a:extLst>
              </p:cNvPr>
              <p:cNvSpPr txBox="1"/>
              <p:nvPr/>
            </p:nvSpPr>
            <p:spPr>
              <a:xfrm>
                <a:off x="4753649" y="3784210"/>
                <a:ext cx="11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C27356E-342D-DBB2-F214-377AB49BB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3784210"/>
                <a:ext cx="1147878" cy="67056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0D2E77-1D23-FA8B-AC0E-1C5A3DDA6AA6}"/>
                  </a:ext>
                </a:extLst>
              </p:cNvPr>
              <p:cNvSpPr txBox="1"/>
              <p:nvPr/>
            </p:nvSpPr>
            <p:spPr>
              <a:xfrm>
                <a:off x="4753649" y="4882269"/>
                <a:ext cx="1058110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7.5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0D2E77-1D23-FA8B-AC0E-1C5A3DDA6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4882269"/>
                <a:ext cx="1058110" cy="67685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C63F47-E18B-C370-8B3A-AFFFA5F1695E}"/>
                  </a:ext>
                </a:extLst>
              </p:cNvPr>
              <p:cNvSpPr txBox="1"/>
              <p:nvPr/>
            </p:nvSpPr>
            <p:spPr>
              <a:xfrm>
                <a:off x="8078740" y="1803575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C63F47-E18B-C370-8B3A-AFFFA5F1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1803575"/>
                <a:ext cx="527709" cy="67056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1BCCD2B-4438-7D24-92B3-584DB2FEAC8E}"/>
                  </a:ext>
                </a:extLst>
              </p:cNvPr>
              <p:cNvSpPr txBox="1"/>
              <p:nvPr/>
            </p:nvSpPr>
            <p:spPr>
              <a:xfrm>
                <a:off x="8078740" y="3787896"/>
                <a:ext cx="129054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1BCCD2B-4438-7D24-92B3-584DB2FEA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3787896"/>
                <a:ext cx="1290546" cy="67056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9A1FF54-4F12-626F-9E4B-DFD37482EB80}"/>
                  </a:ext>
                </a:extLst>
              </p:cNvPr>
              <p:cNvSpPr txBox="1"/>
              <p:nvPr/>
            </p:nvSpPr>
            <p:spPr>
              <a:xfrm>
                <a:off x="8150178" y="5986613"/>
                <a:ext cx="1575880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2121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707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9A1FF54-4F12-626F-9E4B-DFD37482E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178" y="5986613"/>
                <a:ext cx="1575880" cy="670568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BB8948E-3068-2422-4CF9-89F186D7589C}"/>
                  </a:ext>
                </a:extLst>
              </p:cNvPr>
              <p:cNvSpPr txBox="1"/>
              <p:nvPr/>
            </p:nvSpPr>
            <p:spPr>
              <a:xfrm>
                <a:off x="8286558" y="4887254"/>
                <a:ext cx="670375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291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BB8948E-3068-2422-4CF9-89F186D7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558" y="4887254"/>
                <a:ext cx="670375" cy="670568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Picture 128">
            <a:extLst>
              <a:ext uri="{FF2B5EF4-FFF2-40B4-BE49-F238E27FC236}">
                <a16:creationId xmlns:a16="http://schemas.microsoft.com/office/drawing/2014/main" id="{EE7139C0-7C5C-3B04-482A-ECB68A804F8C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943706" y="2186025"/>
            <a:ext cx="356877" cy="385866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C6BAFCC-E14F-8F2D-289F-AEDE6244025A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2665522" y="2213595"/>
            <a:ext cx="356877" cy="385866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4B999154-9D1B-7E68-D404-264453C89EAD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1353050" y="2864970"/>
            <a:ext cx="356877" cy="3858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97D5B58-BBF2-C10D-717E-7135F64D4606}"/>
                  </a:ext>
                </a:extLst>
              </p:cNvPr>
              <p:cNvSpPr txBox="1"/>
              <p:nvPr/>
            </p:nvSpPr>
            <p:spPr>
              <a:xfrm>
                <a:off x="8078740" y="2688538"/>
                <a:ext cx="11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97D5B58-BBF2-C10D-717E-7135F64D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2688538"/>
                <a:ext cx="1147878" cy="67056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5C5B45-E51C-6A86-34D3-6728EB966265}"/>
              </a:ext>
            </a:extLst>
          </p:cNvPr>
          <p:cNvSpPr/>
          <p:nvPr/>
        </p:nvSpPr>
        <p:spPr>
          <a:xfrm>
            <a:off x="13119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1C638E-F09E-EB54-7D54-CE79DA3BA8E2}"/>
              </a:ext>
            </a:extLst>
          </p:cNvPr>
          <p:cNvSpPr/>
          <p:nvPr/>
        </p:nvSpPr>
        <p:spPr>
          <a:xfrm>
            <a:off x="344843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84B9795-A7EC-633D-EC24-1FCAFDF6A50B}"/>
              </a:ext>
            </a:extLst>
          </p:cNvPr>
          <p:cNvSpPr/>
          <p:nvPr/>
        </p:nvSpPr>
        <p:spPr>
          <a:xfrm>
            <a:off x="676567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5D062-44BE-2104-2576-5767F1C5DE01}"/>
              </a:ext>
            </a:extLst>
          </p:cNvPr>
          <p:cNvSpPr txBox="1"/>
          <p:nvPr/>
        </p:nvSpPr>
        <p:spPr>
          <a:xfrm>
            <a:off x="173861" y="40245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B7B74F-BD96-310D-30AD-A81F625C5455}"/>
              </a:ext>
            </a:extLst>
          </p:cNvPr>
          <p:cNvSpPr txBox="1"/>
          <p:nvPr/>
        </p:nvSpPr>
        <p:spPr>
          <a:xfrm>
            <a:off x="382192" y="656846"/>
            <a:ext cx="27982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бөлчөктөрдүн</a:t>
            </a:r>
            <a:endParaRPr lang="en-US" sz="2000" dirty="0"/>
          </a:p>
          <a:p>
            <a:pPr algn="ctr"/>
            <a:r>
              <a:rPr lang="ky-KG" sz="2000" dirty="0"/>
              <a:t> кайсынысы </a:t>
            </a:r>
            <a:endParaRPr lang="en-US" sz="2000" dirty="0"/>
          </a:p>
          <a:p>
            <a:pPr algn="ctr"/>
            <a:r>
              <a:rPr lang="ky-KG" sz="2000" dirty="0"/>
              <a:t>кайталануучу ондукка </a:t>
            </a:r>
            <a:endParaRPr lang="en-US" sz="2000" dirty="0"/>
          </a:p>
          <a:p>
            <a:pPr algn="ctr"/>
            <a:r>
              <a:rPr lang="ky-KG" sz="2000" dirty="0"/>
              <a:t>айланат?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80F256-9AE8-369D-081C-38E03B03CD2F}"/>
              </a:ext>
            </a:extLst>
          </p:cNvPr>
          <p:cNvSpPr txBox="1"/>
          <p:nvPr/>
        </p:nvSpPr>
        <p:spPr>
          <a:xfrm>
            <a:off x="137565" y="4534836"/>
            <a:ext cx="30716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9𝑥нин маанисин табыңыз </a:t>
            </a:r>
            <a:endParaRPr lang="en-US" sz="2000" dirty="0"/>
          </a:p>
          <a:p>
            <a:pPr algn="ctr"/>
            <a:r>
              <a:rPr lang="ky-KG" sz="2000" dirty="0"/>
              <a:t>жана 𝑥 аралаш </a:t>
            </a:r>
            <a:endParaRPr lang="en-US" sz="2000" dirty="0"/>
          </a:p>
          <a:p>
            <a:pPr algn="ctr"/>
            <a:r>
              <a:rPr lang="ky-KG" sz="2000" dirty="0"/>
              <a:t>бөлчөк катары көрсөт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B96EBA-F702-F574-94CA-E0AAA97F642F}"/>
                  </a:ext>
                </a:extLst>
              </p:cNvPr>
              <p:cNvSpPr txBox="1"/>
              <p:nvPr/>
            </p:nvSpPr>
            <p:spPr>
              <a:xfrm>
                <a:off x="946172" y="2614063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B96EBA-F702-F574-94CA-E0AAA97F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72" y="2614063"/>
                <a:ext cx="385041" cy="670568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557D629-3D1E-CB1B-184C-B3B2A332C3F5}"/>
                  </a:ext>
                </a:extLst>
              </p:cNvPr>
              <p:cNvSpPr txBox="1"/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557D629-3D1E-CB1B-184C-B3B2A332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E1E6FE-ABFD-244B-67AE-39F227B044C0}"/>
                  </a:ext>
                </a:extLst>
              </p:cNvPr>
              <p:cNvSpPr txBox="1"/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E1E6FE-ABFD-244B-67AE-39F227B04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66321-F560-681C-BEAC-254B1F6582B6}"/>
                  </a:ext>
                </a:extLst>
              </p:cNvPr>
              <p:cNvSpPr txBox="1"/>
              <p:nvPr/>
            </p:nvSpPr>
            <p:spPr>
              <a:xfrm>
                <a:off x="2310838" y="1948658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66321-F560-681C-BEAC-254B1F658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38" y="1948658"/>
                <a:ext cx="385041" cy="67056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95AE0C-EB44-CF6F-ECB7-CFCE3277220A}"/>
                  </a:ext>
                </a:extLst>
              </p:cNvPr>
              <p:cNvSpPr txBox="1"/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95AE0C-EB44-CF6F-ECB7-CFCE3277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4CA480-F881-BAB6-328C-4B5FC0641228}"/>
                  </a:ext>
                </a:extLst>
              </p:cNvPr>
              <p:cNvSpPr txBox="1"/>
              <p:nvPr/>
            </p:nvSpPr>
            <p:spPr>
              <a:xfrm>
                <a:off x="1752126" y="3911038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4CA480-F881-BAB6-328C-4B5FC0641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26" y="3911038"/>
                <a:ext cx="623376" cy="411844"/>
              </a:xfrm>
              <a:prstGeom prst="rect">
                <a:avLst/>
              </a:prstGeom>
              <a:blipFill>
                <a:blip r:embed="rId43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13D5BF-2049-E03F-5D79-5F6616D6740E}"/>
                  </a:ext>
                </a:extLst>
              </p:cNvPr>
              <p:cNvSpPr txBox="1"/>
              <p:nvPr/>
            </p:nvSpPr>
            <p:spPr>
              <a:xfrm>
                <a:off x="1599033" y="427679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27.</m:t>
                      </m:r>
                      <m:acc>
                        <m:accPr>
                          <m:chr m:val="̇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13D5BF-2049-E03F-5D79-5F6616D6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033" y="4276798"/>
                <a:ext cx="766044" cy="411844"/>
              </a:xfrm>
              <a:prstGeom prst="rect">
                <a:avLst/>
              </a:prstGeom>
              <a:blipFill>
                <a:blip r:embed="rId44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37A81F-FB45-1C90-4A49-196A03A1F904}"/>
                  </a:ext>
                </a:extLst>
              </p:cNvPr>
              <p:cNvSpPr txBox="1"/>
              <p:nvPr/>
            </p:nvSpPr>
            <p:spPr>
              <a:xfrm>
                <a:off x="888261" y="3911038"/>
                <a:ext cx="792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37A81F-FB45-1C90-4A49-196A03A1F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61" y="3911038"/>
                <a:ext cx="792653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F69CA0-801C-0360-0C40-079400EF8E7E}"/>
                  </a:ext>
                </a:extLst>
              </p:cNvPr>
              <p:cNvSpPr txBox="1"/>
              <p:nvPr/>
            </p:nvSpPr>
            <p:spPr>
              <a:xfrm>
                <a:off x="745593" y="4276798"/>
                <a:ext cx="9353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F69CA0-801C-0360-0C40-079400EF8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93" y="4276798"/>
                <a:ext cx="93532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46353D0-D54B-22AE-BF7F-3E84133A510D}"/>
              </a:ext>
            </a:extLst>
          </p:cNvPr>
          <p:cNvSpPr txBox="1"/>
          <p:nvPr/>
        </p:nvSpPr>
        <p:spPr>
          <a:xfrm>
            <a:off x="156104" y="8373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88109B-C129-BA2E-ECA0-8BDD638C5E9F}"/>
              </a:ext>
            </a:extLst>
          </p:cNvPr>
          <p:cNvSpPr txBox="1"/>
          <p:nvPr/>
        </p:nvSpPr>
        <p:spPr>
          <a:xfrm>
            <a:off x="3668873" y="523091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58ACE8-3F38-77B3-7538-A17B93C81815}"/>
              </a:ext>
            </a:extLst>
          </p:cNvPr>
          <p:cNvSpPr txBox="1"/>
          <p:nvPr/>
        </p:nvSpPr>
        <p:spPr>
          <a:xfrm>
            <a:off x="3431460" y="194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46069-5E1F-10EE-38E3-72EDA626CC8D}"/>
                  </a:ext>
                </a:extLst>
              </p:cNvPr>
              <p:cNvSpPr txBox="1"/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46069-5E1F-10EE-38E3-72EDA626C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blipFill>
                <a:blip r:embed="rId47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1790AECF-4806-71A1-6CE4-A95FA29C33B7}"/>
              </a:ext>
            </a:extLst>
          </p:cNvPr>
          <p:cNvSpPr txBox="1"/>
          <p:nvPr/>
        </p:nvSpPr>
        <p:spPr>
          <a:xfrm>
            <a:off x="3439632" y="286754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6AC49DB-354F-348D-00E5-D6105C48B61F}"/>
                  </a:ext>
                </a:extLst>
              </p:cNvPr>
              <p:cNvSpPr txBox="1"/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6AC49DB-354F-348D-00E5-D6105C48B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blipFill>
                <a:blip r:embed="rId48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678AEB30-BA43-FCD7-DCB7-0DA0733A721C}"/>
              </a:ext>
            </a:extLst>
          </p:cNvPr>
          <p:cNvSpPr txBox="1"/>
          <p:nvPr/>
        </p:nvSpPr>
        <p:spPr>
          <a:xfrm>
            <a:off x="3439632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7D3617-750D-DD5A-8D87-A3D25BA2504B}"/>
                  </a:ext>
                </a:extLst>
              </p:cNvPr>
              <p:cNvSpPr txBox="1"/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7D3617-750D-DD5A-8D87-A3D25BA2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blipFill>
                <a:blip r:embed="rId49"/>
                <a:stretch>
                  <a:fillRect r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ACBA00D3-6180-1E74-F06C-9B7B0F164D86}"/>
              </a:ext>
            </a:extLst>
          </p:cNvPr>
          <p:cNvSpPr txBox="1"/>
          <p:nvPr/>
        </p:nvSpPr>
        <p:spPr>
          <a:xfrm>
            <a:off x="3439632" y="396560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E7CC571-2B86-470A-53B4-7133CAC6E0DF}"/>
                  </a:ext>
                </a:extLst>
              </p:cNvPr>
              <p:cNvSpPr txBox="1"/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E7CC571-2B86-470A-53B4-7133CAC6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blipFill>
                <a:blip r:embed="rId50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67DEBAF1-B83C-EBD9-A697-8741EC741D16}"/>
              </a:ext>
            </a:extLst>
          </p:cNvPr>
          <p:cNvSpPr txBox="1"/>
          <p:nvPr/>
        </p:nvSpPr>
        <p:spPr>
          <a:xfrm>
            <a:off x="3439632" y="506366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989BE1E-250B-0EF5-D58C-848ABDD0CD40}"/>
                  </a:ext>
                </a:extLst>
              </p:cNvPr>
              <p:cNvSpPr txBox="1"/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989BE1E-250B-0EF5-D58C-848ABDD0C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blipFill>
                <a:blip r:embed="rId51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E671B5C7-A71A-B33E-EA1A-D50B61B75A20}"/>
              </a:ext>
            </a:extLst>
          </p:cNvPr>
          <p:cNvSpPr txBox="1"/>
          <p:nvPr/>
        </p:nvSpPr>
        <p:spPr>
          <a:xfrm>
            <a:off x="6958676" y="537722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0FF57B-6669-30BC-752B-0B48F122600B}"/>
              </a:ext>
            </a:extLst>
          </p:cNvPr>
          <p:cNvSpPr txBox="1"/>
          <p:nvPr/>
        </p:nvSpPr>
        <p:spPr>
          <a:xfrm>
            <a:off x="6736659" y="199722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0E50367-2288-7522-CEEE-C15294880AC5}"/>
                  </a:ext>
                </a:extLst>
              </p:cNvPr>
              <p:cNvSpPr txBox="1"/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0E50367-2288-7522-CEEE-C15294880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blipFill>
                <a:blip r:embed="rId52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02DC4158-7E54-2008-2852-A0A76BE66368}"/>
              </a:ext>
            </a:extLst>
          </p:cNvPr>
          <p:cNvSpPr txBox="1"/>
          <p:nvPr/>
        </p:nvSpPr>
        <p:spPr>
          <a:xfrm>
            <a:off x="6764723" y="396929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3B1E7B-CED7-6676-1A03-48AE0C186699}"/>
                  </a:ext>
                </a:extLst>
              </p:cNvPr>
              <p:cNvSpPr txBox="1"/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3B1E7B-CED7-6676-1A03-48AE0C18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blipFill>
                <a:blip r:embed="rId53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0CD3F963-A9E6-A4A8-29A1-662D163890E2}"/>
              </a:ext>
            </a:extLst>
          </p:cNvPr>
          <p:cNvSpPr txBox="1"/>
          <p:nvPr/>
        </p:nvSpPr>
        <p:spPr>
          <a:xfrm>
            <a:off x="6764723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EA426E-B1A2-A562-9F48-84885E94EC55}"/>
                  </a:ext>
                </a:extLst>
              </p:cNvPr>
              <p:cNvSpPr txBox="1"/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EA426E-B1A2-A562-9F48-84885E94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blipFill>
                <a:blip r:embed="rId54"/>
                <a:stretch>
                  <a:fillRect r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41FF86C9-E3CF-AFED-2086-8A58B1138615}"/>
              </a:ext>
            </a:extLst>
          </p:cNvPr>
          <p:cNvSpPr txBox="1"/>
          <p:nvPr/>
        </p:nvSpPr>
        <p:spPr>
          <a:xfrm>
            <a:off x="6764723" y="506865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9D78591-4AAE-C557-4920-AAA861E33E2D}"/>
                  </a:ext>
                </a:extLst>
              </p:cNvPr>
              <p:cNvSpPr txBox="1"/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9D78591-4AAE-C557-4920-AAA861E33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blipFill>
                <a:blip r:embed="rId55"/>
                <a:stretch>
                  <a:fillRect r="-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53FDE26F-CEB9-9359-5BDB-A731CBB62C70}"/>
              </a:ext>
            </a:extLst>
          </p:cNvPr>
          <p:cNvSpPr txBox="1"/>
          <p:nvPr/>
        </p:nvSpPr>
        <p:spPr>
          <a:xfrm>
            <a:off x="6764723" y="28699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28E3E2-0B8D-F474-7F1C-543EB0FBE6BB}"/>
                  </a:ext>
                </a:extLst>
              </p:cNvPr>
              <p:cNvSpPr txBox="1"/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28E3E2-0B8D-F474-7F1C-543EB0FBE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blipFill>
                <a:blip r:embed="rId56"/>
                <a:stretch>
                  <a:fillRect r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77808F1A-7D47-1EC5-5529-0FC5A4F0BB86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7EDC95-B83F-4B57-1C6D-2DA4BC8726CA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1AE6C4-FEAE-EB92-1396-0B855D24E4E5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32" grpId="0" animBg="1"/>
      <p:bldP spid="42" grpId="0" animBg="1"/>
      <p:bldP spid="57" grpId="0" animBg="1"/>
      <p:bldP spid="61" grpId="0" animBg="1"/>
      <p:bldP spid="65" grpId="0" animBg="1"/>
      <p:bldP spid="112" grpId="0" animBg="1"/>
      <p:bldP spid="116" grpId="0" animBg="1"/>
      <p:bldP spid="120" grpId="0" animBg="1"/>
      <p:bldP spid="124" grpId="0" animBg="1"/>
      <p:bldP spid="1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A93DC-A628-53A5-05F4-3883C42B0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9525"/>
            <a:ext cx="4885075" cy="335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C5DC7B-A811-6D1F-1396-908072F9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9050"/>
            <a:ext cx="4885075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12131-913F-2C24-4EE0-4E0D1F5A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3505200"/>
            <a:ext cx="4885075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1B6977-F2EA-9C7F-D2C4-B6FC3CCA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4725"/>
            <a:ext cx="48850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1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11174</TotalTime>
  <Words>305</Words>
  <Application>Microsoft Office PowerPoint</Application>
  <PresentationFormat>A4 Paper (210x297 mm)</PresentationFormat>
  <Paragraphs>128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563</cp:revision>
  <cp:lastPrinted>2017-12-31T22:38:51Z</cp:lastPrinted>
  <dcterms:created xsi:type="dcterms:W3CDTF">2017-01-17T16:57:04Z</dcterms:created>
  <dcterms:modified xsi:type="dcterms:W3CDTF">2024-08-30T06:58:16Z</dcterms:modified>
</cp:coreProperties>
</file>