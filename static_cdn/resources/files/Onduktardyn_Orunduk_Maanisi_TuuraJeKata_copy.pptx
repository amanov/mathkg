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9" r:id="rId2"/>
    <p:sldId id="960" r:id="rId3"/>
    <p:sldId id="954" r:id="rId4"/>
    <p:sldId id="955" r:id="rId5"/>
    <p:sldId id="962" r:id="rId6"/>
    <p:sldId id="963" r:id="rId7"/>
    <p:sldId id="964" r:id="rId8"/>
    <p:sldId id="965" r:id="rId9"/>
    <p:sldId id="957" r:id="rId10"/>
    <p:sldId id="958" r:id="rId11"/>
    <p:sldId id="961" r:id="rId12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9"/>
            <p14:sldId id="960"/>
          </p14:sldIdLst>
        </p14:section>
        <p14:section name="Көрсөтүү үчүн" id="{059544AC-2C27-45B1-9F95-F87DF8854DD6}">
          <p14:sldIdLst>
            <p14:sldId id="954"/>
            <p14:sldId id="955"/>
          </p14:sldIdLst>
        </p14:section>
        <p14:section name="Жооптор" id="{1FEDB314-42DC-4694-9B04-D4A4AAE625F7}">
          <p14:sldIdLst>
            <p14:sldId id="962"/>
            <p14:sldId id="963"/>
            <p14:sldId id="964"/>
          </p14:sldIdLst>
        </p14:section>
        <p14:section name="Таркатма иш кагаздар" id="{A78D9305-6AAE-4715-A210-52F6908F30F7}">
          <p14:sldIdLst>
            <p14:sldId id="965"/>
            <p14:sldId id="957"/>
            <p14:sldId id="958"/>
          </p14:sldIdLst>
        </p14:section>
        <p14:section name="Кайтарым байланыш" id="{99ED8035-81E3-4366-987F-F0DB589457E2}">
          <p14:sldIdLst>
            <p14:sldId id="9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3" Type="http://schemas.openxmlformats.org/officeDocument/2006/relationships/image" Target="../media/image19.png"/><Relationship Id="rId21" Type="http://schemas.openxmlformats.org/officeDocument/2006/relationships/image" Target="../media/image36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17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6C9BC-7E21-FA4B-0AC9-CE98BA3C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6" y="355600"/>
            <a:ext cx="9449568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741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264012"/>
              </p:ext>
            </p:extLst>
          </p:nvPr>
        </p:nvGraphicFramePr>
        <p:xfrm>
          <a:off x="35168" y="198120"/>
          <a:ext cx="9803424" cy="397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6D462-43DF-2C21-4037-23A7EDCE27A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1105057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0F426-A276-D2F2-B716-DB14AB8083C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108784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049F8-7C5A-88DE-78F8-D95F30DE92B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552B2A-976E-FB90-496B-6619031A1AB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2046" y="2417877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CAE050-83E9-8ECE-3F09-011E08B23EE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B427B-386C-8393-6CFD-DF8BEF9BAEB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2410155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DF8417-B034-230A-3EF9-C319779948A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2401842"/>
            <a:ext cx="408033" cy="4080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15170A7-57C6-4104-AE7B-9A5AA17AC766}"/>
              </a:ext>
            </a:extLst>
          </p:cNvPr>
          <p:cNvSpPr/>
          <p:nvPr/>
        </p:nvSpPr>
        <p:spPr>
          <a:xfrm>
            <a:off x="4670872" y="506406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840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1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/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/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/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/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/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5" name="Picture 224">
            <a:extLst>
              <a:ext uri="{FF2B5EF4-FFF2-40B4-BE49-F238E27FC236}">
                <a16:creationId xmlns:a16="http://schemas.microsoft.com/office/drawing/2014/main" id="{15E4E665-2259-D593-25B5-FF290FC1572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20442" y="6474539"/>
            <a:ext cx="408033" cy="408033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6E5E045C-DEFE-C62B-8403-952901F49E0D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6404419"/>
            <a:ext cx="408033" cy="408033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AAF7BFAA-F18A-483B-A30A-D41DDB8D468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6113127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5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15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DBAE-BE8D-0D92-A317-FFCB5290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3110" y="1028723"/>
            <a:ext cx="6845299" cy="48132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4A0E7B-C2C6-269A-AC9D-5904C7456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5270" y="1004568"/>
            <a:ext cx="6845299" cy="483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31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53FED2-57A0-0D0B-B157-370364F09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19049"/>
            <a:ext cx="4821052" cy="3362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1362D-BB62-4EE9-4C6D-5AE3D7650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19049"/>
            <a:ext cx="4821052" cy="3362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438552-901A-158C-FB95-CDA30AC4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3476624"/>
            <a:ext cx="4821052" cy="3362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C63BA-9F12-3430-592C-F81A90E0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3476624"/>
            <a:ext cx="4821052" cy="336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4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10477</TotalTime>
  <Words>708</Words>
  <Application>Microsoft Office PowerPoint</Application>
  <PresentationFormat>A4 Paper (210x297 mm)</PresentationFormat>
  <Paragraphs>243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2024-09-23T16:09:34Z</cp:lastPrinted>
  <dcterms:created xsi:type="dcterms:W3CDTF">2017-01-17T16:57:04Z</dcterms:created>
  <dcterms:modified xsi:type="dcterms:W3CDTF">2024-09-23T16:11:12Z</dcterms:modified>
</cp:coreProperties>
</file>