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0"/>
  </p:notesMasterIdLst>
  <p:sldIdLst>
    <p:sldId id="257" r:id="rId3"/>
    <p:sldId id="918" r:id="rId4"/>
    <p:sldId id="915" r:id="rId5"/>
    <p:sldId id="914" r:id="rId6"/>
    <p:sldId id="912" r:id="rId7"/>
    <p:sldId id="917" r:id="rId8"/>
    <p:sldId id="274" r:id="rId9"/>
  </p:sldIdLst>
  <p:sldSz cx="9906000" cy="6858000" type="A4"/>
  <p:notesSz cx="7104063" cy="10234613"/>
  <p:embeddedFontLst>
    <p:embeddedFont>
      <p:font typeface="Aharoni" panose="02010803020104030203" pitchFamily="2" charset="-79"/>
      <p:bold r:id="rId11"/>
    </p:embeddedFont>
    <p:embeddedFont>
      <p:font typeface="Bahnschrift" panose="020B0502040204020203" pitchFamily="34" charset="0"/>
      <p:regular r:id="rId12"/>
      <p:bold r:id="rId13"/>
    </p:embeddedFont>
    <p:embeddedFont>
      <p:font typeface="Script MT Bold" panose="03040602040607080904" pitchFamily="66" charset="0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16/05/2024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4036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89341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07774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0002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322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6994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909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5664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39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9243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5950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4203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6609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824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491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510665"/>
            <a:ext cx="8543925" cy="4351338"/>
          </a:xfrm>
        </p:spPr>
        <p:txBody>
          <a:bodyPr>
            <a:normAutofit/>
          </a:bodyPr>
          <a:lstStyle/>
          <a:p>
            <a:r>
              <a:rPr lang="ru-RU" sz="2400" dirty="0"/>
              <a:t>2 Орундуу Ондуктар – Кемитүү – Жооптор торчосу</a:t>
            </a:r>
            <a:endParaRPr lang="en-US" sz="2400" dirty="0"/>
          </a:p>
          <a:p>
            <a:endParaRPr lang="en-US" sz="2400" dirty="0"/>
          </a:p>
          <a:p>
            <a:r>
              <a:rPr lang="ru-RU" sz="2400" dirty="0"/>
              <a:t>Окуучулар жооптор торчосунда жоопторду сызып, калган беш сандардын суммасын чыгарышы керек.</a:t>
            </a:r>
            <a:endParaRPr lang="en-US" sz="2400" dirty="0"/>
          </a:p>
          <a:p>
            <a:endParaRPr lang="ru-RU" sz="2400" dirty="0"/>
          </a:p>
          <a:p>
            <a:r>
              <a:rPr lang="ru-RU" sz="2400" dirty="0"/>
              <a:t>Иш баракчасы ар кандай өлчөмдө/форматтарда берилет.</a:t>
            </a:r>
          </a:p>
          <a:p>
            <a:endParaRPr lang="ru-RU" sz="2400" dirty="0"/>
          </a:p>
          <a:p>
            <a:r>
              <a:rPr lang="ru-RU" sz="2400" dirty="0"/>
              <a:t>Анимацияларды текшерип, </a:t>
            </a:r>
            <a:r>
              <a:rPr lang="ky-KG" sz="2400" dirty="0"/>
              <a:t>сабагы</a:t>
            </a:r>
            <a:r>
              <a:rPr lang="ru-RU" sz="2400" dirty="0"/>
              <a:t>ң</a:t>
            </a:r>
            <a:r>
              <a:rPr lang="ky-KG" sz="2400" dirty="0"/>
              <a:t>ызга </a:t>
            </a:r>
            <a:r>
              <a:rPr lang="ru-RU" sz="2400" b="1" dirty="0">
                <a:solidFill>
                  <a:srgbClr val="FF0000"/>
                </a:solidFill>
              </a:rPr>
              <a:t>КЕРЕГИ ЖОК </a:t>
            </a:r>
            <a:r>
              <a:rPr lang="ru-RU" sz="24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2400" y="244157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18F3C0-CB86-4363-8C1E-1F32D139DED0}"/>
              </a:ext>
            </a:extLst>
          </p:cNvPr>
          <p:cNvSpPr txBox="1"/>
          <p:nvPr/>
        </p:nvSpPr>
        <p:spPr>
          <a:xfrm>
            <a:off x="1547067" y="2084252"/>
            <a:ext cx="71797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жоопту ТОРЧОдон табыңыз!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8152C6-FA9B-CCEA-65A2-D9050ECC73CD}"/>
              </a:ext>
            </a:extLst>
          </p:cNvPr>
          <p:cNvSpPr txBox="1"/>
          <p:nvPr/>
        </p:nvSpPr>
        <p:spPr>
          <a:xfrm>
            <a:off x="1270000" y="412596"/>
            <a:ext cx="73558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haroni" panose="02010803020104030203" pitchFamily="2" charset="-79"/>
              </a:rPr>
              <a:t>Жооп ТОРЧОсу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ript MT Bold" panose="03040602040607080904" pitchFamily="66" charset="0"/>
              <a:ea typeface="+mn-ea"/>
              <a:cs typeface="Aharoni" panose="02010803020104030203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79104F-92BB-7AEB-E9EF-40B6DEB0B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68" y="3151655"/>
            <a:ext cx="8178102" cy="283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524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ECEF9F-434E-4379-BE8F-FC57D6668F39}"/>
              </a:ext>
            </a:extLst>
          </p:cNvPr>
          <p:cNvGraphicFramePr>
            <a:graphicFrameLocks noGrp="1"/>
          </p:cNvGraphicFramePr>
          <p:nvPr/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0.47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3.95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3.3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4.88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/>
        </p:nvGraphicFramePr>
        <p:xfrm>
          <a:off x="61545" y="617195"/>
          <a:ext cx="6506680" cy="2760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6.81 – 2.31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2.11 – 0.8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4.5 – 2.4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1.4 – 0.93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7.51 – 5.22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10.7 – 3.4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8.4 – 3.52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10.5 – 3.87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3.9 – 0.6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2.6 – 2.19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9.1 – 4.83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5.82 – 4.25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5.32 – 2.14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6.32 – 4.1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3.8 – 1.6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11.5 – 4.29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4.4 – 2.7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9.83 – 5.3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5.7 – 4.56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8.13 – 4.18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24C9A-01A7-4E5D-A407-60D51806BBAA}"/>
              </a:ext>
            </a:extLst>
          </p:cNvPr>
          <p:cNvGraphicFramePr>
            <a:graphicFrameLocks noGrp="1"/>
          </p:cNvGraphicFramePr>
          <p:nvPr/>
        </p:nvGraphicFramePr>
        <p:xfrm>
          <a:off x="6696583" y="2878058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E2957F7-99F0-4B3A-B72D-884CCB8B23AD}"/>
              </a:ext>
            </a:extLst>
          </p:cNvPr>
          <p:cNvSpPr/>
          <p:nvPr/>
        </p:nvSpPr>
        <p:spPr>
          <a:xfrm>
            <a:off x="6739812" y="249758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F3885-40A0-4971-85BC-67C02F8382C4}"/>
              </a:ext>
            </a:extLst>
          </p:cNvPr>
          <p:cNvSpPr/>
          <p:nvPr/>
        </p:nvSpPr>
        <p:spPr>
          <a:xfrm>
            <a:off x="2072941" y="51516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4BA1A3-60C5-1636-FC76-50A40791CA37}"/>
              </a:ext>
            </a:extLst>
          </p:cNvPr>
          <p:cNvSpPr txBox="1"/>
          <p:nvPr/>
        </p:nvSpPr>
        <p:spPr>
          <a:xfrm>
            <a:off x="59945" y="76691"/>
            <a:ext cx="22814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</a:t>
            </a:r>
            <a:r>
              <a:rPr lang="ru-RU" b="1" dirty="0">
                <a:cs typeface="Aharoni" panose="02010803020104030203" pitchFamily="2" charset="-79"/>
              </a:rPr>
              <a:t>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183440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ECEF9F-434E-4379-BE8F-FC57D6668F39}"/>
              </a:ext>
            </a:extLst>
          </p:cNvPr>
          <p:cNvGraphicFramePr>
            <a:graphicFrameLocks noGrp="1"/>
          </p:cNvGraphicFramePr>
          <p:nvPr/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0.47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3.95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3.3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4.88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/>
        </p:nvGraphicFramePr>
        <p:xfrm>
          <a:off x="61545" y="617195"/>
          <a:ext cx="6506680" cy="2760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6.81 – 2.31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2.11 – 0.8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4.5 – 2.4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1.4 – 0.93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7.51 – 5.22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10.7 – 3.4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8.4 – 3.52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10.5 – 3.87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3.9 – 0.6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2.6 – 2.19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9.1 – 4.83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5.82 – 4.25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5.32 – 2.14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6.32 – 4.1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3.8 – 1.6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11.5 – 4.29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4.4 – 2.7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9.83 – 5.3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5.7 – 4.56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8.13 – 4.18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24C9A-01A7-4E5D-A407-60D51806BBAA}"/>
              </a:ext>
            </a:extLst>
          </p:cNvPr>
          <p:cNvGraphicFramePr>
            <a:graphicFrameLocks noGrp="1"/>
          </p:cNvGraphicFramePr>
          <p:nvPr/>
        </p:nvGraphicFramePr>
        <p:xfrm>
          <a:off x="6696583" y="2878058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10.58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E2957F7-99F0-4B3A-B72D-884CCB8B23AD}"/>
              </a:ext>
            </a:extLst>
          </p:cNvPr>
          <p:cNvSpPr/>
          <p:nvPr/>
        </p:nvSpPr>
        <p:spPr>
          <a:xfrm>
            <a:off x="6739812" y="249758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B818E2-9758-4ED1-A46D-9DB50A02CEFD}"/>
              </a:ext>
            </a:extLst>
          </p:cNvPr>
          <p:cNvCxnSpPr>
            <a:cxnSpLocks/>
          </p:cNvCxnSpPr>
          <p:nvPr/>
        </p:nvCxnSpPr>
        <p:spPr>
          <a:xfrm>
            <a:off x="0" y="3429000"/>
            <a:ext cx="9906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F3885-40A0-4971-85BC-67C02F8382C4}"/>
              </a:ext>
            </a:extLst>
          </p:cNvPr>
          <p:cNvSpPr/>
          <p:nvPr/>
        </p:nvSpPr>
        <p:spPr>
          <a:xfrm>
            <a:off x="2030377" y="0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86D735-EF3E-4AE4-A6B3-95A3EE61F723}"/>
              </a:ext>
            </a:extLst>
          </p:cNvPr>
          <p:cNvSpPr/>
          <p:nvPr/>
        </p:nvSpPr>
        <p:spPr>
          <a:xfrm>
            <a:off x="6707198" y="3411714"/>
            <a:ext cx="31005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</a:rPr>
              <a:t>Жооптор</a:t>
            </a:r>
            <a:endParaRPr lang="en-GB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F7DFD9-09DB-F9CB-9DF2-5A5D0505692E}"/>
              </a:ext>
            </a:extLst>
          </p:cNvPr>
          <p:cNvSpPr txBox="1"/>
          <p:nvPr/>
        </p:nvSpPr>
        <p:spPr>
          <a:xfrm>
            <a:off x="59945" y="107469"/>
            <a:ext cx="49599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4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29756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8B60777-5624-96B4-0D6E-D2F6371A3648}"/>
              </a:ext>
            </a:extLst>
          </p:cNvPr>
          <p:cNvGraphicFramePr>
            <a:graphicFrameLocks noGrp="1"/>
          </p:cNvGraphicFramePr>
          <p:nvPr/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0.47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3.95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3.3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4.88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87786A7-C7EB-10EC-27BE-9FE8375F80C2}"/>
              </a:ext>
            </a:extLst>
          </p:cNvPr>
          <p:cNvGraphicFramePr>
            <a:graphicFrameLocks noGrp="1"/>
          </p:cNvGraphicFramePr>
          <p:nvPr/>
        </p:nvGraphicFramePr>
        <p:xfrm>
          <a:off x="61545" y="617195"/>
          <a:ext cx="6506680" cy="2760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6.81 – 2.31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2.11 – 0.8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4.5 – 2.4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1.4 – 0.93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7.51 – 5.22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10.7 – 3.4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8.4 – 3.52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10.5 – 3.87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3.9 – 0.6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2.6 – 2.19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9.1 – 4.83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5.82 – 4.25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5.32 – 2.14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6.32 – 4.1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3.8 – 1.6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11.5 – 4.29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4.4 – 2.7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9.83 – 5.3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5.7 – 4.56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8.13 – 4.18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913C3F2-0BFC-A985-75C0-A979B7D8DF75}"/>
              </a:ext>
            </a:extLst>
          </p:cNvPr>
          <p:cNvGraphicFramePr>
            <a:graphicFrameLocks noGrp="1"/>
          </p:cNvGraphicFramePr>
          <p:nvPr/>
        </p:nvGraphicFramePr>
        <p:xfrm>
          <a:off x="6696583" y="2878058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138DF099-CA70-9E60-72F5-A9771ACEC777}"/>
              </a:ext>
            </a:extLst>
          </p:cNvPr>
          <p:cNvSpPr/>
          <p:nvPr/>
        </p:nvSpPr>
        <p:spPr>
          <a:xfrm>
            <a:off x="6739812" y="249758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EAC766-3BAA-CA48-FB29-F738E2874B4A}"/>
              </a:ext>
            </a:extLst>
          </p:cNvPr>
          <p:cNvSpPr/>
          <p:nvPr/>
        </p:nvSpPr>
        <p:spPr>
          <a:xfrm>
            <a:off x="2072941" y="51516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699ED8-86F4-46AD-E6A9-EA62599192D3}"/>
              </a:ext>
            </a:extLst>
          </p:cNvPr>
          <p:cNvSpPr txBox="1"/>
          <p:nvPr/>
        </p:nvSpPr>
        <p:spPr>
          <a:xfrm>
            <a:off x="59945" y="76691"/>
            <a:ext cx="22814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</a:t>
            </a:r>
            <a:r>
              <a:rPr lang="ru-RU" b="1" dirty="0">
                <a:cs typeface="Aharoni" panose="02010803020104030203" pitchFamily="2" charset="-79"/>
              </a:rPr>
              <a:t>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2E00C85B-FDAF-A3F7-C036-F2026D5963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425697"/>
              </p:ext>
            </p:extLst>
          </p:nvPr>
        </p:nvGraphicFramePr>
        <p:xfrm>
          <a:off x="6668870" y="3456238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0.47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3.95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3.3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4.88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BAE1E1A8-C248-C2C8-7FA8-4DB7123E9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863078"/>
              </p:ext>
            </p:extLst>
          </p:nvPr>
        </p:nvGraphicFramePr>
        <p:xfrm>
          <a:off x="61545" y="4021917"/>
          <a:ext cx="6506680" cy="2760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6.81 – 2.31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2.11 – 0.8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4.5 – 2.4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1.4 – 0.93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7.51 – 5.22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10.7 – 3.4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8.4 – 3.52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10.5 – 3.87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3.9 – 0.6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2.6 – 2.19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9.1 – 4.83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5.82 – 4.25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5.32 – 2.14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6.32 – 4.1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3.8 – 1.6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11.5 – 4.29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4.4 – 2.7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9.83 – 5.3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5.7 – 4.56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8.13 – 4.18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8B53C5B5-4D4C-61D8-B0E1-AD95626E6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393215"/>
              </p:ext>
            </p:extLst>
          </p:nvPr>
        </p:nvGraphicFramePr>
        <p:xfrm>
          <a:off x="6696583" y="6282780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0366BE76-7DE4-1235-D310-3128388520D7}"/>
              </a:ext>
            </a:extLst>
          </p:cNvPr>
          <p:cNvSpPr/>
          <p:nvPr/>
        </p:nvSpPr>
        <p:spPr>
          <a:xfrm>
            <a:off x="6739812" y="5902302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6FA4723-4821-A670-2F1F-849B6D39B394}"/>
              </a:ext>
            </a:extLst>
          </p:cNvPr>
          <p:cNvSpPr/>
          <p:nvPr/>
        </p:nvSpPr>
        <p:spPr>
          <a:xfrm>
            <a:off x="2072941" y="3456238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71BB62-9DEB-40A9-4220-F89BF785BF41}"/>
              </a:ext>
            </a:extLst>
          </p:cNvPr>
          <p:cNvSpPr txBox="1"/>
          <p:nvPr/>
        </p:nvSpPr>
        <p:spPr>
          <a:xfrm>
            <a:off x="59945" y="3481413"/>
            <a:ext cx="22814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</a:t>
            </a:r>
            <a:r>
              <a:rPr lang="ru-RU" b="1" dirty="0">
                <a:cs typeface="Aharoni" panose="02010803020104030203" pitchFamily="2" charset="-79"/>
              </a:rPr>
              <a:t>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1357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346DD1-844C-5082-FB04-8A8E186BF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35725" y="1140588"/>
            <a:ext cx="6673369" cy="47040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718E22-A0E2-D049-0059-14082C3AF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13366" y="1140588"/>
            <a:ext cx="6673369" cy="470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748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551" y="848185"/>
            <a:ext cx="8543925" cy="353546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400" dirty="0"/>
              <a:t>Суроолор барбы?</a:t>
            </a:r>
          </a:p>
          <a:p>
            <a:pPr marL="0" indent="0" algn="ctr">
              <a:buNone/>
            </a:pPr>
            <a:r>
              <a:rPr lang="ru-RU" sz="2400" dirty="0"/>
              <a:t>Комментарийлер?</a:t>
            </a:r>
          </a:p>
          <a:p>
            <a:pPr marL="0" indent="0" algn="ctr">
              <a:buNone/>
            </a:pPr>
            <a:r>
              <a:rPr lang="ru-RU" sz="2400" dirty="0"/>
              <a:t>Сунуштар?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…же ката таптыңызбы!?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8399</TotalTime>
  <Words>485</Words>
  <Application>Microsoft Office PowerPoint</Application>
  <PresentationFormat>A4 Paper (210x297 mm)</PresentationFormat>
  <Paragraphs>215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Script MT Bold</vt:lpstr>
      <vt:lpstr>Aharoni</vt:lpstr>
      <vt:lpstr>Calibri</vt:lpstr>
      <vt:lpstr>Bahnschrift</vt:lpstr>
      <vt:lpstr>Arial</vt:lpstr>
      <vt:lpstr>Calibri Light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364</cp:revision>
  <cp:lastPrinted>2019-01-13T06:21:44Z</cp:lastPrinted>
  <dcterms:created xsi:type="dcterms:W3CDTF">2017-01-17T16:57:04Z</dcterms:created>
  <dcterms:modified xsi:type="dcterms:W3CDTF">2024-05-16T10:07:03Z</dcterms:modified>
</cp:coreProperties>
</file>