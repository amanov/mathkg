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п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кагазы" id="{411D3605-D9E8-4479-810F-9FCE82E3AFDB}">
          <p14:sldIdLst>
            <p14:sldId id="941"/>
          </p14:sldIdLst>
        </p14:section>
        <p14:section name="Таркатма кагаздар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Ижарага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бөлүп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сатып алуу 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650047" y="1201737"/>
            <a:ext cx="3716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Бөлүп төлөө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10489448-8980-4F38-B1C3-A22D502C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80767" y="4679566"/>
            <a:ext cx="869654" cy="69634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696721C-1029-4C1F-B2A1-B334C5C40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412" y="35168"/>
            <a:ext cx="722744" cy="67700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DD8BEEE-D378-41D5-9BFE-63A5F3AFAA79}"/>
              </a:ext>
            </a:extLst>
          </p:cNvPr>
          <p:cNvSpPr txBox="1"/>
          <p:nvPr/>
        </p:nvSpPr>
        <p:spPr>
          <a:xfrm>
            <a:off x="-60893" y="553916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6700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12 төлөм 4500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 сом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5ED372-0576-4E07-B76D-358EEA9ADBCF}"/>
              </a:ext>
            </a:extLst>
          </p:cNvPr>
          <p:cNvSpPr txBox="1"/>
          <p:nvPr/>
        </p:nvSpPr>
        <p:spPr>
          <a:xfrm>
            <a:off x="3345128" y="553916"/>
            <a:ext cx="322235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12295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24 төлөм ___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14995 сом</a:t>
            </a:r>
            <a:endParaRPr lang="en-GB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4D1BA0-7738-414C-AF0F-4A2F179CA283}"/>
              </a:ext>
            </a:extLst>
          </p:cNvPr>
          <p:cNvSpPr txBox="1"/>
          <p:nvPr/>
        </p:nvSpPr>
        <p:spPr>
          <a:xfrm>
            <a:off x="6515655" y="553916"/>
            <a:ext cx="3440365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_____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12 төлөм 3999 сом</a:t>
            </a:r>
            <a:r>
              <a:rPr lang="en-US" sz="2200" dirty="0"/>
              <a:t>/</a:t>
            </a:r>
            <a:r>
              <a:rPr lang="ky-KG" sz="2200" dirty="0"/>
              <a:t>айына.</a:t>
            </a:r>
            <a:endParaRPr lang="en-GB" sz="2200" dirty="0"/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55884.58 с</a:t>
            </a:r>
            <a:endParaRPr lang="en-GB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C4AA42-43C0-44AE-A29D-F2930087D1F6}"/>
              </a:ext>
            </a:extLst>
          </p:cNvPr>
          <p:cNvSpPr txBox="1"/>
          <p:nvPr/>
        </p:nvSpPr>
        <p:spPr>
          <a:xfrm>
            <a:off x="12844" y="2883878"/>
            <a:ext cx="322235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2795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20 төлөм ___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36335 сом</a:t>
            </a:r>
            <a:endParaRPr lang="en-GB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22B71E-0858-48CB-B806-846F63B22D43}"/>
              </a:ext>
            </a:extLst>
          </p:cNvPr>
          <p:cNvSpPr txBox="1"/>
          <p:nvPr/>
        </p:nvSpPr>
        <p:spPr>
          <a:xfrm>
            <a:off x="3271391" y="2883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10060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48 төлөм 5030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_____сом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B1C773-F36D-460A-8600-436B80A8E4D3}"/>
              </a:ext>
            </a:extLst>
          </p:cNvPr>
          <p:cNvSpPr txBox="1"/>
          <p:nvPr/>
        </p:nvSpPr>
        <p:spPr>
          <a:xfrm>
            <a:off x="6488403" y="2883878"/>
            <a:ext cx="349486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16765</a:t>
            </a:r>
            <a:r>
              <a:rPr lang="en-US" sz="2200" dirty="0"/>
              <a:t> </a:t>
            </a:r>
            <a:r>
              <a:rPr lang="ky-KG" sz="2200" dirty="0"/>
              <a:t>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  __ төлөм 3910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157525 сом</a:t>
            </a:r>
            <a:endParaRPr lang="en-GB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3C8D44-02A2-4C4C-8BBC-A2FF25A99F2F}"/>
              </a:ext>
            </a:extLst>
          </p:cNvPr>
          <p:cNvSpPr txBox="1"/>
          <p:nvPr/>
        </p:nvSpPr>
        <p:spPr>
          <a:xfrm>
            <a:off x="-60894" y="5169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_____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24 төлөм 7265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187772 сом</a:t>
            </a:r>
            <a:endParaRPr lang="en-GB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2109D1-E3C5-4FC7-B738-77F02C3D4E3B}"/>
              </a:ext>
            </a:extLst>
          </p:cNvPr>
          <p:cNvSpPr txBox="1"/>
          <p:nvPr/>
        </p:nvSpPr>
        <p:spPr>
          <a:xfrm>
            <a:off x="3234522" y="5169878"/>
            <a:ext cx="3443571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7824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___төлөм 5030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68,184 сом</a:t>
            </a:r>
            <a:endParaRPr lang="en-GB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65F56C-40BA-4A72-B2CD-EBBC3B362645}"/>
              </a:ext>
            </a:extLst>
          </p:cNvPr>
          <p:cNvSpPr txBox="1"/>
          <p:nvPr/>
        </p:nvSpPr>
        <p:spPr>
          <a:xfrm>
            <a:off x="6550921" y="5169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7265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18 төлөм 2235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 сом</a:t>
            </a:r>
            <a:endParaRPr lang="en-GB" sz="2200" dirty="0">
              <a:solidFill>
                <a:schemeClr val="bg1"/>
              </a:solidFill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D3F51B3-D3F2-4794-A84C-EA772A367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905" y="47761"/>
            <a:ext cx="1101635" cy="63804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E97940F-D206-44A3-A4EA-285BF1D617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4476" y="4607653"/>
            <a:ext cx="1201993" cy="76819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CD1C489-209B-4193-AA58-461915934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42" y="2395491"/>
            <a:ext cx="1376915" cy="69060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06E5BDB-85DE-4FE2-BE06-A10DEFD57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77" y="2320632"/>
            <a:ext cx="944872" cy="73029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9C513D3-8886-4ED9-9688-295DF5DCCE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6031" y="4655688"/>
            <a:ext cx="323508" cy="67850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9C3BEAF-BE5E-497C-8579-EC943BAE1A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6291" y="2386623"/>
            <a:ext cx="334586" cy="66634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A22E7AB-48B0-4DFD-846D-F7F13FB18D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316" y="9525"/>
            <a:ext cx="605936" cy="7124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26707" y="-26436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0921" y="-13720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53208" y="9772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81496" y="229104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11964" y="2263193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93765" y="4508952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5091" y="4399749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8087" y="4458716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2860" y="-39243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82774" y="2142548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53698" y="-24203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9077" y="2250268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86664" y="4487423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193736" y="4415523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05742" y="4403329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0949" y="-1932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2894" y="225026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4538" y="2120373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0B92A-714D-27F0-0C05-F715D459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55"/>
            <a:ext cx="9906000" cy="64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DD0799-7AEC-8974-1C3D-5F733D0E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1"/>
            <a:ext cx="4854900" cy="329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BCE8F-01FD-A94A-6C3B-716F35B3F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87" y="0"/>
            <a:ext cx="4854901" cy="3291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1A148-B54C-F5E0-7E73-28E61B4A6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3" y="3566160"/>
            <a:ext cx="4854900" cy="3291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09D77E-9140-D50D-585F-7B0C7917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99" y="3566159"/>
            <a:ext cx="4854901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8418</TotalTime>
  <Words>246</Words>
  <Application>Microsoft Office PowerPoint</Application>
  <PresentationFormat>A4 Paper (210x297 mm)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2024-09-16T16:57:08Z</dcterms:modified>
</cp:coreProperties>
</file>