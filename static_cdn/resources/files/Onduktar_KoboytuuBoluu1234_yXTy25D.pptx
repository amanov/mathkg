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7" r:id="rId4"/>
    <p:sldId id="944" r:id="rId5"/>
    <p:sldId id="943" r:id="rId6"/>
    <p:sldId id="945" r:id="rId7"/>
    <p:sldId id="948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75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2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30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58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– Көбөйтүү жана Бөлүү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818946" y="67060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× 0.4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5676352" y="670603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3.1 × 0.3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721964" y="410376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1.4 × 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5611429" y="410376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0.27 × 2.6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FBA2C-BF3A-B27B-8EAD-6B3F5C48DA02}"/>
              </a:ext>
            </a:extLst>
          </p:cNvPr>
          <p:cNvSpPr txBox="1"/>
          <p:nvPr/>
        </p:nvSpPr>
        <p:spPr>
          <a:xfrm>
            <a:off x="3171449" y="67060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D1CF1-68C8-83BE-0648-A24F7A06FD9B}"/>
              </a:ext>
            </a:extLst>
          </p:cNvPr>
          <p:cNvSpPr txBox="1"/>
          <p:nvPr/>
        </p:nvSpPr>
        <p:spPr>
          <a:xfrm>
            <a:off x="8060915" y="67060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1BE64-E147-3012-60CA-76BBFB4CB694}"/>
              </a:ext>
            </a:extLst>
          </p:cNvPr>
          <p:cNvSpPr txBox="1"/>
          <p:nvPr/>
        </p:nvSpPr>
        <p:spPr>
          <a:xfrm>
            <a:off x="3009545" y="410376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54.6 ÷ 1.3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06BD4-6A84-C6C7-3635-51F1547ADE0D}"/>
              </a:ext>
            </a:extLst>
          </p:cNvPr>
          <p:cNvSpPr txBox="1"/>
          <p:nvPr/>
        </p:nvSpPr>
        <p:spPr>
          <a:xfrm>
            <a:off x="7899010" y="4103760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109.2 ÷ 4.2</a:t>
            </a:r>
          </a:p>
        </p:txBody>
      </p:sp>
    </p:spTree>
    <p:extLst>
      <p:ext uri="{BB962C8B-B14F-4D97-AF65-F5344CB8AC3E}">
        <p14:creationId xmlns:p14="http://schemas.microsoft.com/office/powerpoint/2010/main" val="38300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818946" y="67060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× 0.4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941577" y="1230687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=2.4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5676352" y="670603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3.1 × 0.3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5831042" y="1230687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=0.93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721964" y="410376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1.4 × 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876657" y="4663844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=1.68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5611429" y="410376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0.27 × 2.6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5766122" y="4663844"/>
            <a:ext cx="89639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=0.702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FBA2C-BF3A-B27B-8EAD-6B3F5C48DA02}"/>
              </a:ext>
            </a:extLst>
          </p:cNvPr>
          <p:cNvSpPr txBox="1"/>
          <p:nvPr/>
        </p:nvSpPr>
        <p:spPr>
          <a:xfrm>
            <a:off x="3171449" y="67060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C6A43-27A5-DEEF-F51E-DD86A124AD2B}"/>
              </a:ext>
            </a:extLst>
          </p:cNvPr>
          <p:cNvSpPr txBox="1"/>
          <p:nvPr/>
        </p:nvSpPr>
        <p:spPr>
          <a:xfrm>
            <a:off x="3326140" y="1230687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=90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D1CF1-68C8-83BE-0648-A24F7A06FD9B}"/>
              </a:ext>
            </a:extLst>
          </p:cNvPr>
          <p:cNvSpPr txBox="1"/>
          <p:nvPr/>
        </p:nvSpPr>
        <p:spPr>
          <a:xfrm>
            <a:off x="8060915" y="67060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672B8-643A-A7D5-0128-DE0ABB1168CB}"/>
              </a:ext>
            </a:extLst>
          </p:cNvPr>
          <p:cNvSpPr txBox="1"/>
          <p:nvPr/>
        </p:nvSpPr>
        <p:spPr>
          <a:xfrm>
            <a:off x="8280527" y="1230687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1BE64-E147-3012-60CA-76BBFB4CB694}"/>
              </a:ext>
            </a:extLst>
          </p:cNvPr>
          <p:cNvSpPr txBox="1"/>
          <p:nvPr/>
        </p:nvSpPr>
        <p:spPr>
          <a:xfrm>
            <a:off x="3009545" y="410376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54.6 ÷ 1.3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1C406B-9AF9-F030-2B66-5CD3921F0A98}"/>
              </a:ext>
            </a:extLst>
          </p:cNvPr>
          <p:cNvSpPr txBox="1"/>
          <p:nvPr/>
        </p:nvSpPr>
        <p:spPr>
          <a:xfrm>
            <a:off x="3326141" y="4663844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=42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06BD4-6A84-C6C7-3635-51F1547ADE0D}"/>
              </a:ext>
            </a:extLst>
          </p:cNvPr>
          <p:cNvSpPr txBox="1"/>
          <p:nvPr/>
        </p:nvSpPr>
        <p:spPr>
          <a:xfrm>
            <a:off x="7899010" y="4103760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109.2 ÷ 4.2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585CEA-38F2-9CBF-1B48-2F09891FAB5B}"/>
              </a:ext>
            </a:extLst>
          </p:cNvPr>
          <p:cNvSpPr txBox="1"/>
          <p:nvPr/>
        </p:nvSpPr>
        <p:spPr>
          <a:xfrm>
            <a:off x="8280527" y="4663844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=26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  <p:bldP spid="13" grpId="0" animBg="1"/>
      <p:bldP spid="15" grpId="0" animBg="1"/>
      <p:bldP spid="17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C3B74-DA65-D9EE-D62E-17CAB9478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31844" y="1031847"/>
            <a:ext cx="6857998" cy="47943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8DDAF3-387C-7B75-2FA0-8CE7C254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1157" y="1031845"/>
            <a:ext cx="6857998" cy="479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47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10546</TotalTime>
  <Words>152</Words>
  <Application>Microsoft Office PowerPoint</Application>
  <PresentationFormat>A4 Paper (210x297 mm)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 Light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530</cp:revision>
  <cp:lastPrinted>2017-12-31T22:38:51Z</cp:lastPrinted>
  <dcterms:created xsi:type="dcterms:W3CDTF">2017-01-17T16:57:04Z</dcterms:created>
  <dcterms:modified xsi:type="dcterms:W3CDTF">2024-05-11T07:49:39Z</dcterms:modified>
</cp:coreProperties>
</file>