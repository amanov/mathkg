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1060" r:id="rId3"/>
    <p:sldId id="953" r:id="rId4"/>
    <p:sldId id="960" r:id="rId5"/>
    <p:sldId id="965" r:id="rId6"/>
    <p:sldId id="957" r:id="rId7"/>
    <p:sldId id="950" r:id="rId8"/>
    <p:sldId id="959" r:id="rId9"/>
    <p:sldId id="961" r:id="rId10"/>
    <p:sldId id="962" r:id="rId11"/>
    <p:sldId id="952" r:id="rId12"/>
    <p:sldId id="964" r:id="rId13"/>
    <p:sldId id="963" r:id="rId14"/>
    <p:sldId id="954" r:id="rId15"/>
    <p:sldId id="958" r:id="rId16"/>
    <p:sldId id="955" r:id="rId17"/>
    <p:sldId id="951" r:id="rId18"/>
    <p:sldId id="956" r:id="rId19"/>
    <p:sldId id="947" r:id="rId20"/>
    <p:sldId id="889" r:id="rId21"/>
    <p:sldId id="1061" r:id="rId22"/>
    <p:sldId id="1062" r:id="rId23"/>
    <p:sldId id="967" r:id="rId24"/>
  </p:sldIdLst>
  <p:sldSz cx="9906000" cy="6858000" type="A4"/>
  <p:notesSz cx="6669088" cy="9926638"/>
  <p:embeddedFontLst>
    <p:embeddedFont>
      <p:font typeface="Algerian" panose="04020705040A02060702" pitchFamily="82" charset="0"/>
      <p:regular r:id="rId26"/>
    </p:embeddedFon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BC8FAF0-C320-415E-87E9-1C6F0587BAEF}">
          <p14:sldIdLst>
            <p14:sldId id="1059"/>
          </p14:sldIdLst>
        </p14:section>
        <p14:section name="Титулдук слайд" id="{BD3F2AD0-4D3E-4999-8D3C-DC4D710531BD}">
          <p14:sldIdLst>
            <p14:sldId id="1060"/>
          </p14:sldIdLst>
        </p14:section>
        <p14:section name="А4 форматындагы плакаттар" id="{03DD8F7C-D35F-4E4B-9282-6A82783B2D88}">
          <p14:sldIdLst>
            <p14:sldId id="953"/>
            <p14:sldId id="960"/>
            <p14:sldId id="965"/>
            <p14:sldId id="957"/>
            <p14:sldId id="950"/>
            <p14:sldId id="959"/>
            <p14:sldId id="961"/>
            <p14:sldId id="962"/>
            <p14:sldId id="952"/>
            <p14:sldId id="964"/>
            <p14:sldId id="963"/>
            <p14:sldId id="954"/>
            <p14:sldId id="958"/>
            <p14:sldId id="955"/>
            <p14:sldId id="951"/>
            <p14:sldId id="956"/>
          </p14:sldIdLst>
        </p14:section>
        <p14:section name="Мугалимдин жооп баракчасы" id="{64D9EF62-CF08-4BFF-B5AD-DEFE555334F2}">
          <p14:sldIdLst>
            <p14:sldId id="947"/>
          </p14:sldIdLst>
        </p14:section>
        <p14:section name="Answer Slide" id="{4DCA0740-8998-4120-8F8E-E137F33F62AA}">
          <p14:sldIdLst>
            <p14:sldId id="889"/>
          </p14:sldIdLst>
        </p14:section>
        <p14:section name="Окуучулардын жооп баракчасы" id="{3A740BE4-45AA-4B49-A62A-26F002944D9D}">
          <p14:sldIdLst>
            <p14:sldId id="1061"/>
            <p14:sldId id="1062"/>
          </p14:sldIdLst>
        </p14:section>
        <p14:section name="Кайтарым байланыш" id="{42C022F1-9868-458C-8D47-B0F178A496EE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412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0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24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Ондуктан Бөлчөккө</a:t>
            </a:r>
            <a:r>
              <a:rPr lang="en-US" sz="2400" b="1" dirty="0"/>
              <a:t>  </a:t>
            </a:r>
            <a:r>
              <a:rPr lang="en-US" sz="2400" dirty="0"/>
              <a:t>– </a:t>
            </a:r>
            <a:r>
              <a:rPr lang="ky-KG" sz="2400" b="1" dirty="0"/>
              <a:t>Казынанын Издөө көндүмү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  <a:endParaRPr lang="ky-K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учун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314960" y="3101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50" y="251503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257175" y="4962525"/>
            <a:ext cx="9394585" cy="1728376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ондуктарды бөлчөккө айландыруу</a:t>
            </a:r>
            <a:endParaRPr lang="en-US" sz="14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68791-4F03-2200-21A7-04930DF426F3}"/>
              </a:ext>
            </a:extLst>
          </p:cNvPr>
          <p:cNvSpPr/>
          <p:nvPr/>
        </p:nvSpPr>
        <p:spPr>
          <a:xfrm>
            <a:off x="712443" y="199870"/>
            <a:ext cx="7931980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0" i="0" dirty="0">
                <a:solidFill>
                  <a:srgbClr val="FFDE59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0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52ABE1-9C7E-136C-70A0-65590C3A00AB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52ABE1-9C7E-136C-70A0-65590C3A0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18B4CE-32E1-2F99-7075-743AF416AA05}"/>
                  </a:ext>
                </a:extLst>
              </p:cNvPr>
              <p:cNvSpPr txBox="1"/>
              <p:nvPr/>
            </p:nvSpPr>
            <p:spPr>
              <a:xfrm>
                <a:off x="355183" y="3344779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1.65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18B4CE-32E1-2F99-7075-743AF416A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83" y="3344779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B1A7FCE-8117-34CD-8533-560B62C11CC9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1631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A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36BB22-68B3-B9AC-A57A-D294D8752F07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36BB22-68B3-B9AC-A57A-D294D8752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4C82A3-6650-D2BA-0990-6ACFC987BBF4}"/>
                  </a:ext>
                </a:extLst>
              </p:cNvPr>
              <p:cNvSpPr txBox="1"/>
              <p:nvPr/>
            </p:nvSpPr>
            <p:spPr>
              <a:xfrm>
                <a:off x="579120" y="3536476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1.28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4C82A3-6650-D2BA-0990-6ACFC987B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3536476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2646A8A-4319-A6E5-AB4F-5F5E4F78F526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ди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5896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I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500953-678C-97B7-7BA0-EFDEBB7A379C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500953-678C-97B7-7BA0-EFDEBB7A3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1FE1D8-8859-D722-1107-8981866C6C7E}"/>
                  </a:ext>
                </a:extLst>
              </p:cNvPr>
              <p:cNvSpPr txBox="1"/>
              <p:nvPr/>
            </p:nvSpPr>
            <p:spPr>
              <a:xfrm>
                <a:off x="579120" y="3571308"/>
                <a:ext cx="2452916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1FE1D8-8859-D722-1107-8981866C6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3571308"/>
                <a:ext cx="2452916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9ACB49E-FFA9-1036-D14B-2D18917F00FD}"/>
              </a:ext>
            </a:extLst>
          </p:cNvPr>
          <p:cNvSpPr txBox="1"/>
          <p:nvPr/>
        </p:nvSpPr>
        <p:spPr>
          <a:xfrm>
            <a:off x="3026956" y="4175112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ди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2659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14AA92-E741-F6AF-5957-78732838DE2D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14AA92-E741-F6AF-5957-78732838D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90AFDC-EA00-772A-9A41-5E5914FA9B01}"/>
                  </a:ext>
                </a:extLst>
              </p:cNvPr>
              <p:cNvSpPr txBox="1"/>
              <p:nvPr/>
            </p:nvSpPr>
            <p:spPr>
              <a:xfrm>
                <a:off x="404213" y="3645085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0.52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90AFDC-EA00-772A-9A41-5E5914FA9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645085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C719727-F2BB-9DFC-8166-839BAC712CB8}"/>
              </a:ext>
            </a:extLst>
          </p:cNvPr>
          <p:cNvSpPr txBox="1"/>
          <p:nvPr/>
        </p:nvSpPr>
        <p:spPr>
          <a:xfrm>
            <a:off x="3515452" y="4209944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1291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X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C81734-6A14-473C-22E6-FA03D27A72BD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C81734-6A14-473C-22E6-FA03D27A7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FA4E5A-4A2E-CC67-B147-14FF2ED7F1A9}"/>
                  </a:ext>
                </a:extLst>
              </p:cNvPr>
              <p:cNvSpPr txBox="1"/>
              <p:nvPr/>
            </p:nvSpPr>
            <p:spPr>
              <a:xfrm>
                <a:off x="739598" y="3571308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1.34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FA4E5A-4A2E-CC67-B147-14FF2ED7F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571308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65A5759-A367-2CEF-C08B-DFD995135383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тү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2774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4D7654-EA69-D540-4A97-8065D0781408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4D7654-EA69-D540-4A97-8065D0781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14E5E5-78C4-B79F-5E88-600470903347}"/>
                  </a:ext>
                </a:extLst>
              </p:cNvPr>
              <p:cNvSpPr txBox="1"/>
              <p:nvPr/>
            </p:nvSpPr>
            <p:spPr>
              <a:xfrm>
                <a:off x="739598" y="3536476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0.68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14E5E5-78C4-B79F-5E88-600470903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536476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863FB5D-201D-9562-B6A6-D8404BE8D8AB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ди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2036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A9B5B9-2AAB-AC3D-4F3D-949C463673BA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A9B5B9-2AAB-AC3D-4F3D-949C46367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3D9ABC-BC53-97EA-5833-59AB551506A5}"/>
                  </a:ext>
                </a:extLst>
              </p:cNvPr>
              <p:cNvSpPr txBox="1"/>
              <p:nvPr/>
            </p:nvSpPr>
            <p:spPr>
              <a:xfrm>
                <a:off x="52251" y="3536476"/>
                <a:ext cx="4084773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1500" b="0" i="0" dirty="0" smtClean="0">
                          <a:latin typeface="Cambria Math" panose="02040503050406030204" pitchFamily="18" charset="0"/>
                        </a:rPr>
                        <m:t>125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3D9ABC-BC53-97EA-5833-59AB55150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1" y="3536476"/>
                <a:ext cx="4084773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EA1E90E-6C88-6537-BA8A-F735714D7827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9473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2ECE4C-8677-0E81-6798-80E6FC6B979F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2ECE4C-8677-0E81-6798-80E6FC6B9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86A1B4-9D2D-84DA-951C-E2670102D048}"/>
                  </a:ext>
                </a:extLst>
              </p:cNvPr>
              <p:cNvSpPr txBox="1"/>
              <p:nvPr/>
            </p:nvSpPr>
            <p:spPr>
              <a:xfrm>
                <a:off x="404213" y="3536476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1.75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86A1B4-9D2D-84DA-951C-E2670102D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536476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73D0C3C-86DD-0F15-4058-6DAD80B65B25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2321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DB647B-9F1F-ED1E-6831-6C7D4105194D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DB647B-9F1F-ED1E-6831-6C7D41051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4FA6B-5248-E0A5-E542-A08641BBF358}"/>
                  </a:ext>
                </a:extLst>
              </p:cNvPr>
              <p:cNvSpPr txBox="1"/>
              <p:nvPr/>
            </p:nvSpPr>
            <p:spPr>
              <a:xfrm>
                <a:off x="404213" y="3571308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2.25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4FA6B-5248-E0A5-E542-A08641BBF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571308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7950C36-E5FB-0F00-4617-1A52BA10D5BE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0149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Z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597D87-FA50-A0D7-7980-BBB385A968BD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597D87-FA50-A0D7-7980-BBB385A96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0CB4F6-2708-311A-D688-BC0EF0AAFA65}"/>
                  </a:ext>
                </a:extLst>
              </p:cNvPr>
              <p:cNvSpPr txBox="1"/>
              <p:nvPr/>
            </p:nvSpPr>
            <p:spPr>
              <a:xfrm>
                <a:off x="721734" y="3571308"/>
                <a:ext cx="2452916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1.7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0CB4F6-2708-311A-D688-BC0EF0AAF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34" y="3571308"/>
                <a:ext cx="2452916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8B2B67B-4EDE-24DB-7552-FD2CC4B8B035}"/>
              </a:ext>
            </a:extLst>
          </p:cNvPr>
          <p:cNvSpPr txBox="1"/>
          <p:nvPr/>
        </p:nvSpPr>
        <p:spPr>
          <a:xfrm>
            <a:off x="3410929" y="4209944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1199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V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67388B-1B6F-F2CA-74FB-B4104E9EA26A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67388B-1B6F-F2CA-74FB-B4104E9EA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817138-A2DF-98F5-9E59-D1047A18F4E4}"/>
                  </a:ext>
                </a:extLst>
              </p:cNvPr>
              <p:cNvSpPr txBox="1"/>
              <p:nvPr/>
            </p:nvSpPr>
            <p:spPr>
              <a:xfrm>
                <a:off x="579120" y="3571308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0.85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817138-A2DF-98F5-9E59-D1047A18F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3571308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0214174-5BE6-04BD-1DD6-721F205C7EA6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6101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U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48542A-AC0F-8864-9C1A-2845C225C57C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48542A-AC0F-8864-9C1A-2845C225C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98E053-F906-8CE6-8C78-739BB518F799}"/>
                  </a:ext>
                </a:extLst>
              </p:cNvPr>
              <p:cNvSpPr txBox="1"/>
              <p:nvPr/>
            </p:nvSpPr>
            <p:spPr>
              <a:xfrm>
                <a:off x="893852" y="3571308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0.75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98E053-F906-8CE6-8C78-739BB518F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52" y="3571308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1B1A823-FA3A-E3A4-F021-B9D4D71D4722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7330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D6E6F8-85C0-BB6C-73CD-FC2D09E915EC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D6E6F8-85C0-BB6C-73CD-FC2D09E91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CFACC6-48A4-BFB2-ADCC-1F4611F914C9}"/>
                  </a:ext>
                </a:extLst>
              </p:cNvPr>
              <p:cNvSpPr txBox="1"/>
              <p:nvPr/>
            </p:nvSpPr>
            <p:spPr>
              <a:xfrm>
                <a:off x="579120" y="3645085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1.15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CFACC6-48A4-BFB2-ADCC-1F4611F91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3645085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85780A7-0D30-E415-ACEE-D5EBB403B2D2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91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9EB4F9-27EB-357A-686A-5D59C7E5BCE7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9EB4F9-27EB-357A-686A-5D59C7E5B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6618E8-AE4A-B20F-FA72-A84A7B673896}"/>
                  </a:ext>
                </a:extLst>
              </p:cNvPr>
              <p:cNvSpPr txBox="1"/>
              <p:nvPr/>
            </p:nvSpPr>
            <p:spPr>
              <a:xfrm>
                <a:off x="404213" y="3536476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1.16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6618E8-AE4A-B20F-FA72-A84A7B673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536476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58E5330-B132-ECCD-6595-F12576ECA506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ны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5020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13AE85-E506-BE6B-1B28-37868A267D59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67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13AE85-E506-BE6B-1B28-37868A267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A4F852-E81C-8E0C-93DD-6D7A810BA5F0}"/>
                  </a:ext>
                </a:extLst>
              </p:cNvPr>
              <p:cNvSpPr txBox="1"/>
              <p:nvPr/>
            </p:nvSpPr>
            <p:spPr>
              <a:xfrm>
                <a:off x="513080" y="3392051"/>
                <a:ext cx="2452916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1.8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A4F852-E81C-8E0C-93DD-6D7A810BA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80" y="3392051"/>
                <a:ext cx="2452916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BBA58EA-DED8-B0D5-48A2-7F5350D33004}"/>
              </a:ext>
            </a:extLst>
          </p:cNvPr>
          <p:cNvSpPr txBox="1"/>
          <p:nvPr/>
        </p:nvSpPr>
        <p:spPr>
          <a:xfrm>
            <a:off x="3383120" y="4124438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5185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CE5622-49BD-E5DF-8B52-637BF5B4AC53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29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CE5622-49BD-E5DF-8B52-637BF5B4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2866AB-2960-212E-7613-A92B54D0024C}"/>
                  </a:ext>
                </a:extLst>
              </p:cNvPr>
              <p:cNvSpPr txBox="1"/>
              <p:nvPr/>
            </p:nvSpPr>
            <p:spPr>
              <a:xfrm>
                <a:off x="77923" y="3571308"/>
                <a:ext cx="4084773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0.375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2866AB-2960-212E-7613-A92B54D00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23" y="3571308"/>
                <a:ext cx="4084773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2B43385-DE71-ADF4-74AA-AC59A62A9B05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</a:t>
            </a:r>
            <a:r>
              <a:rPr lang="ky-KG" sz="3200"/>
              <a:t>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3240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0843620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32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I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0843620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30579" r="-477912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0579" r="-318876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0579" r="-159839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30579" r="-803" b="-3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130579" r="-477912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130579" r="-318876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130579" r="-159839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130579" r="-803" b="-2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231535" r="-477912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231535" r="-318876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231535" r="-159839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231535" r="-803" b="-1012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330165" r="-477912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30165" r="-318876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30165" r="-159839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I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330165" r="-803" b="-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43F6E-4978-46E1-B062-F1D3A5125429}"/>
              </a:ext>
            </a:extLst>
          </p:cNvPr>
          <p:cNvSpPr txBox="1"/>
          <p:nvPr/>
        </p:nvSpPr>
        <p:spPr>
          <a:xfrm>
            <a:off x="-31342" y="-26118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</p:spTree>
    <p:extLst>
      <p:ext uri="{BB962C8B-B14F-4D97-AF65-F5344CB8AC3E}">
        <p14:creationId xmlns:p14="http://schemas.microsoft.com/office/powerpoint/2010/main" val="1745807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/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x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t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r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s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u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e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 err="1">
                          <a:latin typeface="Algerian" panose="04020705040A02060702" pitchFamily="82" charset="0"/>
                        </a:rPr>
                        <a:t>i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m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z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n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v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p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a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d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3196846" y="54354"/>
            <a:ext cx="3512307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  <a:p>
            <a:pPr algn="ctr"/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/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7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FBF105-B54A-9D9D-8DA2-DA815EC9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568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3111D-B603-120F-393E-38B9E63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3045"/>
            <a:ext cx="5011616" cy="339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2CB95-5463-1993-8693-ED09E4F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568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96664-37F6-D67F-E2D4-695CBBED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462045"/>
            <a:ext cx="5011616" cy="33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3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8357</TotalTime>
  <Words>297</Words>
  <Application>Microsoft Office PowerPoint</Application>
  <PresentationFormat>A4 Paper (210x297 mm)</PresentationFormat>
  <Paragraphs>155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Cambria Math</vt:lpstr>
      <vt:lpstr>Calibri Light</vt:lpstr>
      <vt:lpstr>Arial</vt:lpstr>
      <vt:lpstr>Algerian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380</cp:revision>
  <cp:lastPrinted>2024-01-15T07:43:12Z</cp:lastPrinted>
  <dcterms:created xsi:type="dcterms:W3CDTF">2017-01-17T16:57:04Z</dcterms:created>
  <dcterms:modified xsi:type="dcterms:W3CDTF">2024-08-29T09:01:48Z</dcterms:modified>
</cp:coreProperties>
</file>