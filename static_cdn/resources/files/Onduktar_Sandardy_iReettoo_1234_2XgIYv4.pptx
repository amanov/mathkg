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7" r:id="rId2"/>
    <p:sldId id="944" r:id="rId3"/>
    <p:sldId id="943" r:id="rId4"/>
    <p:sldId id="945" r:id="rId5"/>
    <p:sldId id="948" r:id="rId6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4DDE3D0-C040-43F5-A64B-B8441042CBC4}">
          <p14:sldIdLst>
            <p14:sldId id="947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Жообу" id="{1FEDB314-42DC-4694-9B04-D4A4AAE625F7}">
          <p14:sldIdLst>
            <p14:sldId id="943"/>
          </p14:sldIdLst>
        </p14:section>
        <p14:section name="Иш кагаздар" id="{A78D9305-6AAE-4715-A210-52F6908F30F7}">
          <p14:sldIdLst>
            <p14:sldId id="945"/>
          </p14:sldIdLst>
        </p14:section>
        <p14:section name="Кайтарым байланыш" id="{02D36EEB-5E20-4AA0-A039-0CA52CDFAAE0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Ирээттөө–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4794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э</a:t>
            </a:r>
            <a:r>
              <a:rPr lang="ru-RU" dirty="0"/>
              <a:t>ң кичинесинен баштап </a:t>
            </a:r>
          </a:p>
          <a:p>
            <a:r>
              <a:rPr lang="ru-RU" dirty="0"/>
              <a:t>ирээттегиле.</a:t>
            </a:r>
            <a:endParaRPr lang="en-GB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5B77D-08D9-3951-DE4B-0185C43A2405}"/>
              </a:ext>
            </a:extLst>
          </p:cNvPr>
          <p:cNvSpPr txBox="1"/>
          <p:nvPr/>
        </p:nvSpPr>
        <p:spPr>
          <a:xfrm>
            <a:off x="925578" y="60522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CDE02F-D975-7390-9361-7B8F7357ECA4}"/>
              </a:ext>
            </a:extLst>
          </p:cNvPr>
          <p:cNvSpPr txBox="1"/>
          <p:nvPr/>
        </p:nvSpPr>
        <p:spPr>
          <a:xfrm>
            <a:off x="2226841" y="60522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CA262-6B00-A91D-DFC9-651EAB6C3C51}"/>
              </a:ext>
            </a:extLst>
          </p:cNvPr>
          <p:cNvSpPr txBox="1"/>
          <p:nvPr/>
        </p:nvSpPr>
        <p:spPr>
          <a:xfrm>
            <a:off x="3411083" y="60522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8079B6-51F5-F7DD-8946-95DB02413084}"/>
              </a:ext>
            </a:extLst>
          </p:cNvPr>
          <p:cNvCxnSpPr>
            <a:cxnSpLocks/>
          </p:cNvCxnSpPr>
          <p:nvPr/>
        </p:nvCxnSpPr>
        <p:spPr>
          <a:xfrm>
            <a:off x="349134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065570-1DEF-2AAA-6D17-0C3E9A45A512}"/>
              </a:ext>
            </a:extLst>
          </p:cNvPr>
          <p:cNvCxnSpPr>
            <a:cxnSpLocks/>
          </p:cNvCxnSpPr>
          <p:nvPr/>
        </p:nvCxnSpPr>
        <p:spPr>
          <a:xfrm>
            <a:off x="3416530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C995AD-A1E7-B248-18B5-7809BFFD7F1C}"/>
              </a:ext>
            </a:extLst>
          </p:cNvPr>
          <p:cNvCxnSpPr>
            <a:cxnSpLocks/>
          </p:cNvCxnSpPr>
          <p:nvPr/>
        </p:nvCxnSpPr>
        <p:spPr>
          <a:xfrm>
            <a:off x="1882833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664C5C9-2B13-4AA3-B826-BF82C594DDCA}"/>
              </a:ext>
            </a:extLst>
          </p:cNvPr>
          <p:cNvSpPr txBox="1"/>
          <p:nvPr/>
        </p:nvSpPr>
        <p:spPr>
          <a:xfrm>
            <a:off x="1466494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6B4520-A7FE-853A-637C-BA8B04C0296A}"/>
              </a:ext>
            </a:extLst>
          </p:cNvPr>
          <p:cNvSpPr txBox="1"/>
          <p:nvPr/>
        </p:nvSpPr>
        <p:spPr>
          <a:xfrm>
            <a:off x="3000193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7D026F-7DE7-4BD3-AF4F-0B9776CE2125}"/>
              </a:ext>
            </a:extLst>
          </p:cNvPr>
          <p:cNvSpPr txBox="1"/>
          <p:nvPr/>
        </p:nvSpPr>
        <p:spPr>
          <a:xfrm>
            <a:off x="4965563" y="6707"/>
            <a:ext cx="4557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эң чоң сандан баштап</a:t>
            </a:r>
          </a:p>
          <a:p>
            <a:r>
              <a:rPr lang="ky-KG" dirty="0"/>
              <a:t>тизмектегиле.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3DB859-DE15-B461-73C6-076E2F11AFB2}"/>
              </a:ext>
            </a:extLst>
          </p:cNvPr>
          <p:cNvSpPr txBox="1"/>
          <p:nvPr/>
        </p:nvSpPr>
        <p:spPr>
          <a:xfrm>
            <a:off x="6669671" y="60522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FC52DB-311A-73BA-24B8-FDFAEAA3A6DE}"/>
              </a:ext>
            </a:extLst>
          </p:cNvPr>
          <p:cNvSpPr txBox="1"/>
          <p:nvPr/>
        </p:nvSpPr>
        <p:spPr>
          <a:xfrm>
            <a:off x="7796368" y="60522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6AE22A-E5F7-F995-1FD5-577492072733}"/>
              </a:ext>
            </a:extLst>
          </p:cNvPr>
          <p:cNvSpPr txBox="1"/>
          <p:nvPr/>
        </p:nvSpPr>
        <p:spPr>
          <a:xfrm>
            <a:off x="8573286" y="60522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0.809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E2B8F1E-FB4E-5CD9-77EA-27D257EF23E5}"/>
              </a:ext>
            </a:extLst>
          </p:cNvPr>
          <p:cNvCxnSpPr>
            <a:cxnSpLocks/>
          </p:cNvCxnSpPr>
          <p:nvPr/>
        </p:nvCxnSpPr>
        <p:spPr>
          <a:xfrm>
            <a:off x="8977744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37BA39A-DBA4-3CD6-5A0A-6098BF9B3A3C}"/>
              </a:ext>
            </a:extLst>
          </p:cNvPr>
          <p:cNvSpPr txBox="1"/>
          <p:nvPr/>
        </p:nvSpPr>
        <p:spPr>
          <a:xfrm>
            <a:off x="7327613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472B12-03AB-0F57-FA87-F61EF9E39C22}"/>
              </a:ext>
            </a:extLst>
          </p:cNvPr>
          <p:cNvSpPr txBox="1"/>
          <p:nvPr/>
        </p:nvSpPr>
        <p:spPr>
          <a:xfrm>
            <a:off x="8571752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95DB449-916A-56C7-B353-F1B248D2273E}"/>
              </a:ext>
            </a:extLst>
          </p:cNvPr>
          <p:cNvCxnSpPr>
            <a:cxnSpLocks/>
          </p:cNvCxnSpPr>
          <p:nvPr/>
        </p:nvCxnSpPr>
        <p:spPr>
          <a:xfrm>
            <a:off x="7733608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3E49D6A-8DC2-A59D-A4D4-1C254A1960F2}"/>
              </a:ext>
            </a:extLst>
          </p:cNvPr>
          <p:cNvCxnSpPr>
            <a:cxnSpLocks/>
          </p:cNvCxnSpPr>
          <p:nvPr/>
        </p:nvCxnSpPr>
        <p:spPr>
          <a:xfrm>
            <a:off x="6489469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7191A42-9E65-598C-5C0C-583A0BF05530}"/>
              </a:ext>
            </a:extLst>
          </p:cNvPr>
          <p:cNvSpPr txBox="1"/>
          <p:nvPr/>
        </p:nvSpPr>
        <p:spPr>
          <a:xfrm>
            <a:off x="6083474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E0A5736-628A-6583-0BD5-7118F30A8854}"/>
              </a:ext>
            </a:extLst>
          </p:cNvPr>
          <p:cNvCxnSpPr>
            <a:cxnSpLocks/>
          </p:cNvCxnSpPr>
          <p:nvPr/>
        </p:nvCxnSpPr>
        <p:spPr>
          <a:xfrm>
            <a:off x="5245330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BD2377A-CB89-03D6-B4BD-19C9BF3B5EFC}"/>
              </a:ext>
            </a:extLst>
          </p:cNvPr>
          <p:cNvSpPr txBox="1"/>
          <p:nvPr/>
        </p:nvSpPr>
        <p:spPr>
          <a:xfrm>
            <a:off x="5526993" y="60522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1E1BEE-8560-7755-948C-497388990DFF}"/>
              </a:ext>
            </a:extLst>
          </p:cNvPr>
          <p:cNvSpPr txBox="1"/>
          <p:nvPr/>
        </p:nvSpPr>
        <p:spPr>
          <a:xfrm>
            <a:off x="-9312" y="3448176"/>
            <a:ext cx="5306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Берилген ондуктарды өсүү тартибинде тизмекте.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696BD6-E257-490A-C15D-E690FD1BD67E}"/>
              </a:ext>
            </a:extLst>
          </p:cNvPr>
          <p:cNvSpPr txBox="1"/>
          <p:nvPr/>
        </p:nvSpPr>
        <p:spPr>
          <a:xfrm>
            <a:off x="227923" y="403006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30E8F7-7C6E-D8E8-2962-4888C2EBE03A}"/>
              </a:ext>
            </a:extLst>
          </p:cNvPr>
          <p:cNvSpPr txBox="1"/>
          <p:nvPr/>
        </p:nvSpPr>
        <p:spPr>
          <a:xfrm>
            <a:off x="2956256" y="403006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0.203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5D9197-FD46-4947-9C94-A2D07097A961}"/>
              </a:ext>
            </a:extLst>
          </p:cNvPr>
          <p:cNvSpPr txBox="1"/>
          <p:nvPr/>
        </p:nvSpPr>
        <p:spPr>
          <a:xfrm>
            <a:off x="1968799" y="403006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0.032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3F0CF0-AA80-F674-9A5A-8FF36A02F825}"/>
              </a:ext>
            </a:extLst>
          </p:cNvPr>
          <p:cNvSpPr txBox="1"/>
          <p:nvPr/>
        </p:nvSpPr>
        <p:spPr>
          <a:xfrm>
            <a:off x="3943712" y="403006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0.302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DA6275-E0FA-6F28-5BC5-2DCDE1D98BD3}"/>
              </a:ext>
            </a:extLst>
          </p:cNvPr>
          <p:cNvSpPr txBox="1"/>
          <p:nvPr/>
        </p:nvSpPr>
        <p:spPr>
          <a:xfrm>
            <a:off x="1098361" y="403006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0.32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48520B1-162C-ECD4-8BED-B55BB59C85D0}"/>
              </a:ext>
            </a:extLst>
          </p:cNvPr>
          <p:cNvSpPr txBox="1"/>
          <p:nvPr/>
        </p:nvSpPr>
        <p:spPr>
          <a:xfrm>
            <a:off x="4961700" y="3448176"/>
            <a:ext cx="5026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өсүү тартибинде тизмекте.</a:t>
            </a:r>
            <a:endParaRPr lang="en-GB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4FAEF2-7FA8-DEC5-E89A-92627430B3CB}"/>
              </a:ext>
            </a:extLst>
          </p:cNvPr>
          <p:cNvSpPr txBox="1"/>
          <p:nvPr/>
        </p:nvSpPr>
        <p:spPr>
          <a:xfrm>
            <a:off x="7299059" y="403006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0.7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35CA224-ED93-E290-E345-2C63D647818C}"/>
              </a:ext>
            </a:extLst>
          </p:cNvPr>
          <p:cNvSpPr/>
          <p:nvPr/>
        </p:nvSpPr>
        <p:spPr>
          <a:xfrm>
            <a:off x="7597368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CB29AE-9969-445E-179F-BD9F43B9324F}"/>
              </a:ext>
            </a:extLst>
          </p:cNvPr>
          <p:cNvSpPr txBox="1"/>
          <p:nvPr/>
        </p:nvSpPr>
        <p:spPr>
          <a:xfrm>
            <a:off x="8947974" y="403006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EBF13A-825D-42A7-322A-A84DAE6058DD}"/>
              </a:ext>
            </a:extLst>
          </p:cNvPr>
          <p:cNvSpPr txBox="1"/>
          <p:nvPr/>
        </p:nvSpPr>
        <p:spPr>
          <a:xfrm>
            <a:off x="5416104" y="403006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0.78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3E7C5CF-DAC0-659D-BDB0-412FF8E7D7B0}"/>
              </a:ext>
            </a:extLst>
          </p:cNvPr>
          <p:cNvSpPr/>
          <p:nvPr/>
        </p:nvSpPr>
        <p:spPr>
          <a:xfrm>
            <a:off x="5830481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F57034C-CF63-3786-B92E-4B274C89D742}"/>
              </a:ext>
            </a:extLst>
          </p:cNvPr>
          <p:cNvSpPr txBox="1"/>
          <p:nvPr/>
        </p:nvSpPr>
        <p:spPr>
          <a:xfrm>
            <a:off x="6299072" y="403006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0.876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45650CF-8A7C-5105-4B37-B98375D3AEB7}"/>
              </a:ext>
            </a:extLst>
          </p:cNvPr>
          <p:cNvSpPr txBox="1"/>
          <p:nvPr/>
        </p:nvSpPr>
        <p:spPr>
          <a:xfrm>
            <a:off x="8065007" y="403006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0.87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606F7C0-BA7F-8DD9-10BE-25C98F03A9C8}"/>
              </a:ext>
            </a:extLst>
          </p:cNvPr>
          <p:cNvSpPr/>
          <p:nvPr/>
        </p:nvSpPr>
        <p:spPr>
          <a:xfrm>
            <a:off x="8478431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76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556808" y="1538258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8079B6-51F5-F7DD-8946-95DB02413084}"/>
              </a:ext>
            </a:extLst>
          </p:cNvPr>
          <p:cNvCxnSpPr>
            <a:cxnSpLocks/>
          </p:cNvCxnSpPr>
          <p:nvPr/>
        </p:nvCxnSpPr>
        <p:spPr>
          <a:xfrm>
            <a:off x="349134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065570-1DEF-2AAA-6D17-0C3E9A45A512}"/>
              </a:ext>
            </a:extLst>
          </p:cNvPr>
          <p:cNvCxnSpPr>
            <a:cxnSpLocks/>
          </p:cNvCxnSpPr>
          <p:nvPr/>
        </p:nvCxnSpPr>
        <p:spPr>
          <a:xfrm>
            <a:off x="3416530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C995AD-A1E7-B248-18B5-7809BFFD7F1C}"/>
              </a:ext>
            </a:extLst>
          </p:cNvPr>
          <p:cNvCxnSpPr>
            <a:cxnSpLocks/>
          </p:cNvCxnSpPr>
          <p:nvPr/>
        </p:nvCxnSpPr>
        <p:spPr>
          <a:xfrm>
            <a:off x="1882833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664C5C9-2B13-4AA3-B826-BF82C594DDCA}"/>
              </a:ext>
            </a:extLst>
          </p:cNvPr>
          <p:cNvSpPr txBox="1"/>
          <p:nvPr/>
        </p:nvSpPr>
        <p:spPr>
          <a:xfrm>
            <a:off x="1466494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6B4520-A7FE-853A-637C-BA8B04C0296A}"/>
              </a:ext>
            </a:extLst>
          </p:cNvPr>
          <p:cNvSpPr txBox="1"/>
          <p:nvPr/>
        </p:nvSpPr>
        <p:spPr>
          <a:xfrm>
            <a:off x="3000193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57AD91-2CF9-4002-5EE7-350D80C2A077}"/>
              </a:ext>
            </a:extLst>
          </p:cNvPr>
          <p:cNvSpPr txBox="1"/>
          <p:nvPr/>
        </p:nvSpPr>
        <p:spPr>
          <a:xfrm>
            <a:off x="2104556" y="155488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91AEEC-21C4-6B85-61F9-EEC5DEF06DD9}"/>
              </a:ext>
            </a:extLst>
          </p:cNvPr>
          <p:cNvSpPr txBox="1"/>
          <p:nvPr/>
        </p:nvSpPr>
        <p:spPr>
          <a:xfrm>
            <a:off x="3748896" y="1554884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F3909F-5A5B-3FAD-F615-585AE48B45AF}"/>
              </a:ext>
            </a:extLst>
          </p:cNvPr>
          <p:cNvSpPr txBox="1"/>
          <p:nvPr/>
        </p:nvSpPr>
        <p:spPr>
          <a:xfrm>
            <a:off x="5271705" y="1538258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0.98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E2B8F1E-FB4E-5CD9-77EA-27D257EF23E5}"/>
              </a:ext>
            </a:extLst>
          </p:cNvPr>
          <p:cNvCxnSpPr>
            <a:cxnSpLocks/>
          </p:cNvCxnSpPr>
          <p:nvPr/>
        </p:nvCxnSpPr>
        <p:spPr>
          <a:xfrm>
            <a:off x="8977744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37BA39A-DBA4-3CD6-5A0A-6098BF9B3A3C}"/>
              </a:ext>
            </a:extLst>
          </p:cNvPr>
          <p:cNvSpPr txBox="1"/>
          <p:nvPr/>
        </p:nvSpPr>
        <p:spPr>
          <a:xfrm>
            <a:off x="7327613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472B12-03AB-0F57-FA87-F61EF9E39C22}"/>
              </a:ext>
            </a:extLst>
          </p:cNvPr>
          <p:cNvSpPr txBox="1"/>
          <p:nvPr/>
        </p:nvSpPr>
        <p:spPr>
          <a:xfrm>
            <a:off x="8571752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6EB23B-DDE9-E6CA-2CD7-8D7B622B0688}"/>
              </a:ext>
            </a:extLst>
          </p:cNvPr>
          <p:cNvSpPr txBox="1"/>
          <p:nvPr/>
        </p:nvSpPr>
        <p:spPr>
          <a:xfrm>
            <a:off x="7715647" y="155488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FF2ED0-FAB5-D6CF-D4AF-6C6DA88E3BF8}"/>
              </a:ext>
            </a:extLst>
          </p:cNvPr>
          <p:cNvSpPr txBox="1"/>
          <p:nvPr/>
        </p:nvSpPr>
        <p:spPr>
          <a:xfrm>
            <a:off x="8939200" y="1554884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0.809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95DB449-916A-56C7-B353-F1B248D2273E}"/>
              </a:ext>
            </a:extLst>
          </p:cNvPr>
          <p:cNvCxnSpPr>
            <a:cxnSpLocks/>
          </p:cNvCxnSpPr>
          <p:nvPr/>
        </p:nvCxnSpPr>
        <p:spPr>
          <a:xfrm>
            <a:off x="7733608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3E49D6A-8DC2-A59D-A4D4-1C254A1960F2}"/>
              </a:ext>
            </a:extLst>
          </p:cNvPr>
          <p:cNvCxnSpPr>
            <a:cxnSpLocks/>
          </p:cNvCxnSpPr>
          <p:nvPr/>
        </p:nvCxnSpPr>
        <p:spPr>
          <a:xfrm>
            <a:off x="6489469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7191A42-9E65-598C-5C0C-583A0BF05530}"/>
              </a:ext>
            </a:extLst>
          </p:cNvPr>
          <p:cNvSpPr txBox="1"/>
          <p:nvPr/>
        </p:nvSpPr>
        <p:spPr>
          <a:xfrm>
            <a:off x="6083474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E0A5736-628A-6583-0BD5-7118F30A8854}"/>
              </a:ext>
            </a:extLst>
          </p:cNvPr>
          <p:cNvCxnSpPr>
            <a:cxnSpLocks/>
          </p:cNvCxnSpPr>
          <p:nvPr/>
        </p:nvCxnSpPr>
        <p:spPr>
          <a:xfrm>
            <a:off x="5245330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4DFAC08-B96A-1BFF-E0AF-686F765D4D7F}"/>
              </a:ext>
            </a:extLst>
          </p:cNvPr>
          <p:cNvSpPr txBox="1"/>
          <p:nvPr/>
        </p:nvSpPr>
        <p:spPr>
          <a:xfrm>
            <a:off x="6625099" y="1554884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1C536E-5F35-985B-2BFC-D192C5BF440F}"/>
              </a:ext>
            </a:extLst>
          </p:cNvPr>
          <p:cNvSpPr txBox="1"/>
          <p:nvPr/>
        </p:nvSpPr>
        <p:spPr>
          <a:xfrm>
            <a:off x="2974387" y="4597342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0.302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C168D5-4BD2-4D6B-9A4E-060CA0B9EA7F}"/>
              </a:ext>
            </a:extLst>
          </p:cNvPr>
          <p:cNvSpPr txBox="1"/>
          <p:nvPr/>
        </p:nvSpPr>
        <p:spPr>
          <a:xfrm>
            <a:off x="2153572" y="459734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C51C0A-E5D9-0399-1589-8EB083BF2F86}"/>
              </a:ext>
            </a:extLst>
          </p:cNvPr>
          <p:cNvSpPr txBox="1"/>
          <p:nvPr/>
        </p:nvSpPr>
        <p:spPr>
          <a:xfrm>
            <a:off x="3925044" y="459734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C9DB9F-8EED-C35F-BA77-7A838939AE66}"/>
              </a:ext>
            </a:extLst>
          </p:cNvPr>
          <p:cNvSpPr txBox="1"/>
          <p:nvPr/>
        </p:nvSpPr>
        <p:spPr>
          <a:xfrm>
            <a:off x="1202914" y="4597342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0.203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8DBFFB-7E04-C530-DC8D-A77C76C6BBB6}"/>
              </a:ext>
            </a:extLst>
          </p:cNvPr>
          <p:cNvSpPr txBox="1"/>
          <p:nvPr/>
        </p:nvSpPr>
        <p:spPr>
          <a:xfrm>
            <a:off x="252256" y="4597342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BB2297-4D73-3392-E732-AD3BD1D082F3}"/>
              </a:ext>
            </a:extLst>
          </p:cNvPr>
          <p:cNvSpPr txBox="1"/>
          <p:nvPr/>
        </p:nvSpPr>
        <p:spPr>
          <a:xfrm>
            <a:off x="7819093" y="4598543"/>
            <a:ext cx="768159" cy="499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tIns="144000" rtlCol="0">
            <a:spAutoFit/>
          </a:bodyPr>
          <a:lstStyle/>
          <a:p>
            <a:pPr algn="ctr"/>
            <a:r>
              <a:rPr lang="en-GB" sz="2000" dirty="0"/>
              <a:t>0.876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BE8A79-72C1-3B0C-6999-72EC7C416547}"/>
              </a:ext>
            </a:extLst>
          </p:cNvPr>
          <p:cNvSpPr txBox="1"/>
          <p:nvPr/>
        </p:nvSpPr>
        <p:spPr>
          <a:xfrm>
            <a:off x="8812399" y="4598544"/>
            <a:ext cx="638315" cy="499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tIns="144000" rtlCol="0">
            <a:spAutoFit/>
          </a:bodyPr>
          <a:lstStyle/>
          <a:p>
            <a:pPr algn="ctr"/>
            <a:r>
              <a:rPr lang="en-GB" sz="2000" dirty="0"/>
              <a:t>0.87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A781D6-C305-F8D6-FA08-24AB9A7DE43F}"/>
              </a:ext>
            </a:extLst>
          </p:cNvPr>
          <p:cNvSpPr txBox="1"/>
          <p:nvPr/>
        </p:nvSpPr>
        <p:spPr>
          <a:xfrm>
            <a:off x="5496302" y="4598544"/>
            <a:ext cx="508473" cy="499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tIns="144000" rtlCol="0">
            <a:spAutoFit/>
          </a:bodyPr>
          <a:lstStyle/>
          <a:p>
            <a:pPr algn="ctr"/>
            <a:r>
              <a:rPr lang="en-GB" sz="2000" dirty="0"/>
              <a:t>0.7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CA66B3-0664-7CE7-620C-DF4FCAC53EC6}"/>
              </a:ext>
            </a:extLst>
          </p:cNvPr>
          <p:cNvSpPr txBox="1"/>
          <p:nvPr/>
        </p:nvSpPr>
        <p:spPr>
          <a:xfrm>
            <a:off x="6208410" y="4598544"/>
            <a:ext cx="638316" cy="499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tIns="144000" rtlCol="0">
            <a:spAutoFit/>
          </a:bodyPr>
          <a:lstStyle/>
          <a:p>
            <a:pPr algn="ctr"/>
            <a:r>
              <a:rPr lang="en-GB" sz="2000" dirty="0"/>
              <a:t>0.78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C957B0-F555-BE07-BF47-D65E8C3FB1A1}"/>
              </a:ext>
            </a:extLst>
          </p:cNvPr>
          <p:cNvSpPr txBox="1"/>
          <p:nvPr/>
        </p:nvSpPr>
        <p:spPr>
          <a:xfrm>
            <a:off x="6980191" y="4598544"/>
            <a:ext cx="638315" cy="499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tIns="144000" rtlCol="0">
            <a:spAutoFit/>
          </a:bodyPr>
          <a:lstStyle/>
          <a:p>
            <a:pPr algn="ctr"/>
            <a:r>
              <a:rPr lang="en-GB" sz="2000" dirty="0"/>
              <a:t>0.78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AEDBC15-1FC3-7158-6A98-749977CFA62D}"/>
              </a:ext>
            </a:extLst>
          </p:cNvPr>
          <p:cNvSpPr/>
          <p:nvPr/>
        </p:nvSpPr>
        <p:spPr>
          <a:xfrm>
            <a:off x="7420206" y="4683919"/>
            <a:ext cx="81168" cy="8116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CBF12CE-0985-4715-166A-BD8050E4C5BA}"/>
              </a:ext>
            </a:extLst>
          </p:cNvPr>
          <p:cNvSpPr/>
          <p:nvPr/>
        </p:nvSpPr>
        <p:spPr>
          <a:xfrm>
            <a:off x="5819529" y="4683919"/>
            <a:ext cx="81168" cy="8116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D1D650D-4557-0DBD-965A-2C49C920B146}"/>
              </a:ext>
            </a:extLst>
          </p:cNvPr>
          <p:cNvSpPr/>
          <p:nvPr/>
        </p:nvSpPr>
        <p:spPr>
          <a:xfrm>
            <a:off x="9257519" y="4683919"/>
            <a:ext cx="81168" cy="8116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35CA224-ED93-E290-E345-2C63D647818C}"/>
              </a:ext>
            </a:extLst>
          </p:cNvPr>
          <p:cNvSpPr/>
          <p:nvPr/>
        </p:nvSpPr>
        <p:spPr>
          <a:xfrm>
            <a:off x="7597368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3E7C5CF-DAC0-659D-BDB0-412FF8E7D7B0}"/>
              </a:ext>
            </a:extLst>
          </p:cNvPr>
          <p:cNvSpPr/>
          <p:nvPr/>
        </p:nvSpPr>
        <p:spPr>
          <a:xfrm>
            <a:off x="5830481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606F7C0-BA7F-8DD9-10BE-25C98F03A9C8}"/>
              </a:ext>
            </a:extLst>
          </p:cNvPr>
          <p:cNvSpPr/>
          <p:nvPr/>
        </p:nvSpPr>
        <p:spPr>
          <a:xfrm>
            <a:off x="8478431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AA1C171-C057-AED7-4F15-DB844373F756}"/>
              </a:ext>
            </a:extLst>
          </p:cNvPr>
          <p:cNvCxnSpPr>
            <a:cxnSpLocks/>
          </p:cNvCxnSpPr>
          <p:nvPr/>
        </p:nvCxnSpPr>
        <p:spPr>
          <a:xfrm>
            <a:off x="4949157" y="-15498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57BF50-A289-9E53-FA06-4ABC240D951C}"/>
              </a:ext>
            </a:extLst>
          </p:cNvPr>
          <p:cNvCxnSpPr>
            <a:cxnSpLocks/>
          </p:cNvCxnSpPr>
          <p:nvPr/>
        </p:nvCxnSpPr>
        <p:spPr>
          <a:xfrm flipH="1">
            <a:off x="-3843" y="3422293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352115-DBED-0871-C617-2FED0B46FF80}"/>
              </a:ext>
            </a:extLst>
          </p:cNvPr>
          <p:cNvSpPr txBox="1"/>
          <p:nvPr/>
        </p:nvSpPr>
        <p:spPr>
          <a:xfrm>
            <a:off x="7335" y="0"/>
            <a:ext cx="4794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э</a:t>
            </a:r>
            <a:r>
              <a:rPr lang="ru-RU" dirty="0"/>
              <a:t>ң кичинесинен баштап </a:t>
            </a:r>
          </a:p>
          <a:p>
            <a:r>
              <a:rPr lang="ru-RU" dirty="0"/>
              <a:t>ирээттегиле.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C9C81E-94A7-FEA0-4973-79226A5C859F}"/>
              </a:ext>
            </a:extLst>
          </p:cNvPr>
          <p:cNvSpPr txBox="1"/>
          <p:nvPr/>
        </p:nvSpPr>
        <p:spPr>
          <a:xfrm>
            <a:off x="-12184" y="3035426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8F7D2B-9D8F-0E6F-0E54-D4CCD64D3D8E}"/>
              </a:ext>
            </a:extLst>
          </p:cNvPr>
          <p:cNvSpPr txBox="1"/>
          <p:nvPr/>
        </p:nvSpPr>
        <p:spPr>
          <a:xfrm>
            <a:off x="4920299" y="3035426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905C85-0765-A956-A1C7-76AB01AFDB78}"/>
              </a:ext>
            </a:extLst>
          </p:cNvPr>
          <p:cNvSpPr txBox="1"/>
          <p:nvPr/>
        </p:nvSpPr>
        <p:spPr>
          <a:xfrm>
            <a:off x="-12184" y="647322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5D4D64-F911-9F73-164B-697F0E27B106}"/>
              </a:ext>
            </a:extLst>
          </p:cNvPr>
          <p:cNvSpPr txBox="1"/>
          <p:nvPr/>
        </p:nvSpPr>
        <p:spPr>
          <a:xfrm>
            <a:off x="4920299" y="647322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C76F2F-C2B1-E3EC-6C4F-0DC65C98C8ED}"/>
              </a:ext>
            </a:extLst>
          </p:cNvPr>
          <p:cNvSpPr txBox="1"/>
          <p:nvPr/>
        </p:nvSpPr>
        <p:spPr>
          <a:xfrm>
            <a:off x="921735" y="59851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B8852F-E12E-1AC3-54AE-C45D7F6F1004}"/>
              </a:ext>
            </a:extLst>
          </p:cNvPr>
          <p:cNvSpPr txBox="1"/>
          <p:nvPr/>
        </p:nvSpPr>
        <p:spPr>
          <a:xfrm>
            <a:off x="2222998" y="5985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C20230-9BF6-20AC-9A4F-42B5756A99F1}"/>
              </a:ext>
            </a:extLst>
          </p:cNvPr>
          <p:cNvSpPr txBox="1"/>
          <p:nvPr/>
        </p:nvSpPr>
        <p:spPr>
          <a:xfrm>
            <a:off x="3407240" y="5985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6CC56D-11FF-372E-8B2B-6F359E64FC31}"/>
              </a:ext>
            </a:extLst>
          </p:cNvPr>
          <p:cNvCxnSpPr>
            <a:cxnSpLocks/>
          </p:cNvCxnSpPr>
          <p:nvPr/>
        </p:nvCxnSpPr>
        <p:spPr>
          <a:xfrm>
            <a:off x="345291" y="2046538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33AACAE-8A01-2572-4996-0141B24DD247}"/>
              </a:ext>
            </a:extLst>
          </p:cNvPr>
          <p:cNvCxnSpPr>
            <a:cxnSpLocks/>
          </p:cNvCxnSpPr>
          <p:nvPr/>
        </p:nvCxnSpPr>
        <p:spPr>
          <a:xfrm>
            <a:off x="3412687" y="2046538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DE75DE9-7CA4-FECE-2414-805621AA8E3A}"/>
              </a:ext>
            </a:extLst>
          </p:cNvPr>
          <p:cNvCxnSpPr>
            <a:cxnSpLocks/>
          </p:cNvCxnSpPr>
          <p:nvPr/>
        </p:nvCxnSpPr>
        <p:spPr>
          <a:xfrm>
            <a:off x="1878990" y="2046538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C4EC948-F40A-5EF8-92C7-444F5EC924BF}"/>
              </a:ext>
            </a:extLst>
          </p:cNvPr>
          <p:cNvSpPr txBox="1"/>
          <p:nvPr/>
        </p:nvSpPr>
        <p:spPr>
          <a:xfrm>
            <a:off x="1462651" y="177061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DA84C7-38F4-0F07-949A-2287F0686351}"/>
              </a:ext>
            </a:extLst>
          </p:cNvPr>
          <p:cNvSpPr txBox="1"/>
          <p:nvPr/>
        </p:nvSpPr>
        <p:spPr>
          <a:xfrm>
            <a:off x="2996350" y="177061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DB8D91-2B9E-038C-F772-081CB3EDB14D}"/>
              </a:ext>
            </a:extLst>
          </p:cNvPr>
          <p:cNvSpPr txBox="1"/>
          <p:nvPr/>
        </p:nvSpPr>
        <p:spPr>
          <a:xfrm>
            <a:off x="4961720" y="0"/>
            <a:ext cx="4557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эң чоң сандан баштап</a:t>
            </a:r>
          </a:p>
          <a:p>
            <a:r>
              <a:rPr lang="ky-KG" dirty="0"/>
              <a:t>тизмектегиле.</a:t>
            </a:r>
            <a:endParaRPr lang="en-GB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A1AC7A-6263-05E0-8434-699D00A098B3}"/>
              </a:ext>
            </a:extLst>
          </p:cNvPr>
          <p:cNvSpPr txBox="1"/>
          <p:nvPr/>
        </p:nvSpPr>
        <p:spPr>
          <a:xfrm>
            <a:off x="6665828" y="59851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0.98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F28091-B94F-324D-14AD-31AC070C466E}"/>
              </a:ext>
            </a:extLst>
          </p:cNvPr>
          <p:cNvSpPr txBox="1"/>
          <p:nvPr/>
        </p:nvSpPr>
        <p:spPr>
          <a:xfrm>
            <a:off x="7792525" y="5985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82BADE8-F6B2-AE80-D773-BCB8567307DF}"/>
              </a:ext>
            </a:extLst>
          </p:cNvPr>
          <p:cNvSpPr txBox="1"/>
          <p:nvPr/>
        </p:nvSpPr>
        <p:spPr>
          <a:xfrm>
            <a:off x="8569443" y="59851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0.809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8CA3670-9712-5524-6E5F-830E3F555255}"/>
              </a:ext>
            </a:extLst>
          </p:cNvPr>
          <p:cNvCxnSpPr>
            <a:cxnSpLocks/>
          </p:cNvCxnSpPr>
          <p:nvPr/>
        </p:nvCxnSpPr>
        <p:spPr>
          <a:xfrm>
            <a:off x="8973901" y="2046538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B3094BF0-D221-301D-44C7-941ED1CBADDA}"/>
              </a:ext>
            </a:extLst>
          </p:cNvPr>
          <p:cNvSpPr txBox="1"/>
          <p:nvPr/>
        </p:nvSpPr>
        <p:spPr>
          <a:xfrm>
            <a:off x="7323770" y="177061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02F6C2-527B-7914-0E03-ED4CBC761D2D}"/>
              </a:ext>
            </a:extLst>
          </p:cNvPr>
          <p:cNvSpPr txBox="1"/>
          <p:nvPr/>
        </p:nvSpPr>
        <p:spPr>
          <a:xfrm>
            <a:off x="8567909" y="177061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DA338AC-BC1F-FAAD-C5A2-740A57B4E07B}"/>
              </a:ext>
            </a:extLst>
          </p:cNvPr>
          <p:cNvCxnSpPr>
            <a:cxnSpLocks/>
          </p:cNvCxnSpPr>
          <p:nvPr/>
        </p:nvCxnSpPr>
        <p:spPr>
          <a:xfrm>
            <a:off x="7729765" y="2046538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6E88B50-6F34-21C6-C9AC-EEEADABCC89F}"/>
              </a:ext>
            </a:extLst>
          </p:cNvPr>
          <p:cNvCxnSpPr>
            <a:cxnSpLocks/>
          </p:cNvCxnSpPr>
          <p:nvPr/>
        </p:nvCxnSpPr>
        <p:spPr>
          <a:xfrm>
            <a:off x="6485626" y="2046538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C4CCEE6-7F8A-9542-88EC-45353B57C9CE}"/>
              </a:ext>
            </a:extLst>
          </p:cNvPr>
          <p:cNvSpPr txBox="1"/>
          <p:nvPr/>
        </p:nvSpPr>
        <p:spPr>
          <a:xfrm>
            <a:off x="6079631" y="177061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6273A6B-26F9-9F0F-8BFA-C3AE480150A1}"/>
              </a:ext>
            </a:extLst>
          </p:cNvPr>
          <p:cNvCxnSpPr>
            <a:cxnSpLocks/>
          </p:cNvCxnSpPr>
          <p:nvPr/>
        </p:nvCxnSpPr>
        <p:spPr>
          <a:xfrm>
            <a:off x="5241487" y="2046538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EC30FA4A-EBFE-07EE-780E-E9CD0170AB20}"/>
              </a:ext>
            </a:extLst>
          </p:cNvPr>
          <p:cNvSpPr txBox="1"/>
          <p:nvPr/>
        </p:nvSpPr>
        <p:spPr>
          <a:xfrm>
            <a:off x="5523150" y="59851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0.89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EC83EC2-B1BF-2F3B-2FF0-C081D20E5FEE}"/>
              </a:ext>
            </a:extLst>
          </p:cNvPr>
          <p:cNvSpPr txBox="1"/>
          <p:nvPr/>
        </p:nvSpPr>
        <p:spPr>
          <a:xfrm>
            <a:off x="-13155" y="3441469"/>
            <a:ext cx="5306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Берилген ондуктарды өсүү тартибинде тизмекте.</a:t>
            </a:r>
            <a:endParaRPr lang="en-GB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62ED1AE-144C-E704-D8A7-121A33EA1586}"/>
              </a:ext>
            </a:extLst>
          </p:cNvPr>
          <p:cNvSpPr txBox="1"/>
          <p:nvPr/>
        </p:nvSpPr>
        <p:spPr>
          <a:xfrm>
            <a:off x="224080" y="402335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0.23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871D093-CFD9-ABD6-EA29-F39022058A47}"/>
              </a:ext>
            </a:extLst>
          </p:cNvPr>
          <p:cNvSpPr txBox="1"/>
          <p:nvPr/>
        </p:nvSpPr>
        <p:spPr>
          <a:xfrm>
            <a:off x="2952413" y="402335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0.203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C0E9226-45D9-277F-B9CF-0619904EBA84}"/>
              </a:ext>
            </a:extLst>
          </p:cNvPr>
          <p:cNvSpPr txBox="1"/>
          <p:nvPr/>
        </p:nvSpPr>
        <p:spPr>
          <a:xfrm>
            <a:off x="1964956" y="402335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0.032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E9AF3E1-A6A5-7615-BCE2-9B1448A7B07F}"/>
              </a:ext>
            </a:extLst>
          </p:cNvPr>
          <p:cNvSpPr txBox="1"/>
          <p:nvPr/>
        </p:nvSpPr>
        <p:spPr>
          <a:xfrm>
            <a:off x="3939869" y="402335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0.302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C579927-90EB-02CA-1959-53D2AC7FD2FD}"/>
              </a:ext>
            </a:extLst>
          </p:cNvPr>
          <p:cNvSpPr txBox="1"/>
          <p:nvPr/>
        </p:nvSpPr>
        <p:spPr>
          <a:xfrm>
            <a:off x="1094518" y="402335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0.32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51A39B7-0315-B14C-FB6C-88E3B0022E6A}"/>
              </a:ext>
            </a:extLst>
          </p:cNvPr>
          <p:cNvSpPr txBox="1"/>
          <p:nvPr/>
        </p:nvSpPr>
        <p:spPr>
          <a:xfrm>
            <a:off x="4957857" y="3441469"/>
            <a:ext cx="5026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өсүү тартибинде тизмекте.</a:t>
            </a:r>
            <a:endParaRPr lang="en-GB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FD7A5DC-917A-B9D9-420E-950DFA693275}"/>
              </a:ext>
            </a:extLst>
          </p:cNvPr>
          <p:cNvSpPr txBox="1"/>
          <p:nvPr/>
        </p:nvSpPr>
        <p:spPr>
          <a:xfrm>
            <a:off x="7295216" y="402335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0.7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184A987-8955-4D68-C2AD-0DC5C1CFF4B5}"/>
              </a:ext>
            </a:extLst>
          </p:cNvPr>
          <p:cNvSpPr/>
          <p:nvPr/>
        </p:nvSpPr>
        <p:spPr>
          <a:xfrm>
            <a:off x="7593525" y="4018559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3DBA800-9987-172C-17B6-D804608FEC9B}"/>
              </a:ext>
            </a:extLst>
          </p:cNvPr>
          <p:cNvSpPr txBox="1"/>
          <p:nvPr/>
        </p:nvSpPr>
        <p:spPr>
          <a:xfrm>
            <a:off x="8944131" y="402335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0.78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DFD9B33-36BE-CC3F-41DD-7A0F595F6F3A}"/>
              </a:ext>
            </a:extLst>
          </p:cNvPr>
          <p:cNvSpPr txBox="1"/>
          <p:nvPr/>
        </p:nvSpPr>
        <p:spPr>
          <a:xfrm>
            <a:off x="5412261" y="402335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0.78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CD5B106-F60F-6182-66D0-32CE2F3C05F8}"/>
              </a:ext>
            </a:extLst>
          </p:cNvPr>
          <p:cNvSpPr/>
          <p:nvPr/>
        </p:nvSpPr>
        <p:spPr>
          <a:xfrm>
            <a:off x="5826638" y="4018559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4DC7D86-BE72-E34C-F9F9-A5C96A0ABADB}"/>
              </a:ext>
            </a:extLst>
          </p:cNvPr>
          <p:cNvSpPr txBox="1"/>
          <p:nvPr/>
        </p:nvSpPr>
        <p:spPr>
          <a:xfrm>
            <a:off x="6295229" y="402335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0.876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C7E2B1B-9821-3823-1F80-B301EFCCD7C2}"/>
              </a:ext>
            </a:extLst>
          </p:cNvPr>
          <p:cNvSpPr txBox="1"/>
          <p:nvPr/>
        </p:nvSpPr>
        <p:spPr>
          <a:xfrm>
            <a:off x="8061164" y="402335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0.87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765EA899-7900-E173-709C-01348DC97AEC}"/>
              </a:ext>
            </a:extLst>
          </p:cNvPr>
          <p:cNvSpPr/>
          <p:nvPr/>
        </p:nvSpPr>
        <p:spPr>
          <a:xfrm>
            <a:off x="8474588" y="4018559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5" grpId="0" animBg="1"/>
      <p:bldP spid="16" grpId="0" animBg="1"/>
      <p:bldP spid="18" grpId="0" animBg="1"/>
      <p:bldP spid="29" grpId="0" animBg="1"/>
      <p:bldP spid="31" grpId="0" animBg="1"/>
      <p:bldP spid="38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62" grpId="0" animBg="1"/>
      <p:bldP spid="63" grpId="0" animBg="1"/>
      <p:bldP spid="64" grpId="0" animBg="1"/>
      <p:bldP spid="65" grpId="0" animBg="1"/>
      <p:bldP spid="72" grpId="0" animBg="1"/>
      <p:bldP spid="73" grpId="0" animBg="1"/>
      <p:bldP spid="74" grpId="0" animBg="1"/>
      <p:bldP spid="7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30745B-4002-5F36-D755-0A6B7FF1B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91932" y="1031845"/>
            <a:ext cx="6680549" cy="47943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E2B5C5-94F3-52AF-6BBE-F235CD4C9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68571" y="1031845"/>
            <a:ext cx="6680549" cy="479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999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10586</TotalTime>
  <Words>190</Words>
  <Application>Microsoft Office PowerPoint</Application>
  <PresentationFormat>A4 Paper (210x297 mm)</PresentationFormat>
  <Paragraphs>104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538</cp:revision>
  <cp:lastPrinted>2017-12-31T22:38:51Z</cp:lastPrinted>
  <dcterms:created xsi:type="dcterms:W3CDTF">2017-01-17T16:57:04Z</dcterms:created>
  <dcterms:modified xsi:type="dcterms:W3CDTF">2024-09-19T09:28:40Z</dcterms:modified>
</cp:coreProperties>
</file>