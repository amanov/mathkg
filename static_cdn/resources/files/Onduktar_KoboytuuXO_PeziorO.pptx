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0" r:id="rId3"/>
    <p:sldId id="943" r:id="rId4"/>
    <p:sldId id="941" r:id="rId5"/>
    <p:sldId id="946" r:id="rId6"/>
    <p:sldId id="948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Сандуу Ондуктар – Көбөйтүү 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853699" y="1186222"/>
            <a:ext cx="62231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b="1" dirty="0">
                <a:latin typeface="Comic Sans MS" panose="030F0702030302020204" pitchFamily="66" charset="0"/>
              </a:rPr>
              <a:t>Ондуктарды көбөйтүү</a:t>
            </a:r>
            <a:endParaRPr lang="en-GB" sz="4400" b="1" dirty="0">
              <a:latin typeface="Comic Sans MS" panose="030F0702030302020204" pitchFamily="66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180226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latin typeface="Comic Sans MS" panose="030F0702030302020204" pitchFamily="66" charset="0"/>
              </a:rPr>
              <a:t>Х жана О </a:t>
            </a:r>
            <a:endParaRPr lang="en-GB" sz="66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11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7094B50-B4F1-7214-2877-DA741FBAE2B5}"/>
              </a:ext>
            </a:extLst>
          </p:cNvPr>
          <p:cNvSpPr txBox="1"/>
          <p:nvPr/>
        </p:nvSpPr>
        <p:spPr>
          <a:xfrm>
            <a:off x="886026" y="61546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A32534-60F3-3DB7-BB72-E84126352336}"/>
              </a:ext>
            </a:extLst>
          </p:cNvPr>
          <p:cNvSpPr txBox="1"/>
          <p:nvPr/>
        </p:nvSpPr>
        <p:spPr>
          <a:xfrm>
            <a:off x="834190" y="752426"/>
            <a:ext cx="1720343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 × 1.1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D07678-7197-EAD4-61F8-380D186E4968}"/>
              </a:ext>
            </a:extLst>
          </p:cNvPr>
          <p:cNvSpPr txBox="1"/>
          <p:nvPr/>
        </p:nvSpPr>
        <p:spPr>
          <a:xfrm>
            <a:off x="3887089" y="752426"/>
            <a:ext cx="2148345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1.2 × 0.6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4A1E85-247F-5709-4E04-E54DBB0396CE}"/>
              </a:ext>
            </a:extLst>
          </p:cNvPr>
          <p:cNvSpPr txBox="1"/>
          <p:nvPr/>
        </p:nvSpPr>
        <p:spPr>
          <a:xfrm>
            <a:off x="7384616" y="752426"/>
            <a:ext cx="1720343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 × 2.1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581E28-692E-8782-C4EF-0252DE5D959C}"/>
              </a:ext>
            </a:extLst>
          </p:cNvPr>
          <p:cNvSpPr txBox="1"/>
          <p:nvPr/>
        </p:nvSpPr>
        <p:spPr>
          <a:xfrm>
            <a:off x="620189" y="3055052"/>
            <a:ext cx="2148345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0.4 × 0.8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62F9D7-D612-5A9A-340C-C53546D67CFD}"/>
              </a:ext>
            </a:extLst>
          </p:cNvPr>
          <p:cNvSpPr txBox="1"/>
          <p:nvPr/>
        </p:nvSpPr>
        <p:spPr>
          <a:xfrm>
            <a:off x="3887089" y="3055052"/>
            <a:ext cx="2148345" cy="7694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2.1 × 1.6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453538-5774-9879-91B5-231AC1585125}"/>
              </a:ext>
            </a:extLst>
          </p:cNvPr>
          <p:cNvSpPr txBox="1"/>
          <p:nvPr/>
        </p:nvSpPr>
        <p:spPr>
          <a:xfrm>
            <a:off x="7170617" y="3055052"/>
            <a:ext cx="2148345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0.9 × 0.7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F58F14-F019-0EC7-B348-6C6B39743705}"/>
              </a:ext>
            </a:extLst>
          </p:cNvPr>
          <p:cNvSpPr txBox="1"/>
          <p:nvPr/>
        </p:nvSpPr>
        <p:spPr>
          <a:xfrm>
            <a:off x="834190" y="5332739"/>
            <a:ext cx="1720343" cy="7694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3.7 ×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1E10D8-C29C-5671-746D-0EDA75D92FD4}"/>
              </a:ext>
            </a:extLst>
          </p:cNvPr>
          <p:cNvSpPr txBox="1"/>
          <p:nvPr/>
        </p:nvSpPr>
        <p:spPr>
          <a:xfrm>
            <a:off x="3887089" y="5332739"/>
            <a:ext cx="2148345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0.4 × 1.7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316BCB-9C94-0FD2-0460-6179D0FB3CDD}"/>
              </a:ext>
            </a:extLst>
          </p:cNvPr>
          <p:cNvSpPr txBox="1"/>
          <p:nvPr/>
        </p:nvSpPr>
        <p:spPr>
          <a:xfrm>
            <a:off x="7384617" y="5332739"/>
            <a:ext cx="1720343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1.6 × 3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-94584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40635" y="-39569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33ECAE-508D-ECA6-E49C-A60F7D449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47" y="0"/>
            <a:ext cx="9258466" cy="648424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5D81688-743D-0CC7-F809-294F58F17A30}"/>
              </a:ext>
            </a:extLst>
          </p:cNvPr>
          <p:cNvSpPr/>
          <p:nvPr/>
        </p:nvSpPr>
        <p:spPr>
          <a:xfrm>
            <a:off x="1158240" y="132080"/>
            <a:ext cx="1290320" cy="38608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B4BCB9-2542-2A1A-6B77-E9F8B0913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3" y="43180"/>
            <a:ext cx="4781785" cy="330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57A515-7B71-2FB3-3C86-4CE911A48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906847" cy="3388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85A82C-E1EA-AEF5-6FD1-71511467C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3" y="3469640"/>
            <a:ext cx="4781785" cy="330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F6C08E-F309-0BD7-136F-858E68D44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426460"/>
            <a:ext cx="4906847" cy="338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8375</TotalTime>
  <Words>148</Words>
  <Application>Microsoft Office PowerPoint</Application>
  <PresentationFormat>A4 Paper (210x297 mm)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 Light</vt:lpstr>
      <vt:lpstr>Comic Sans MS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383</cp:revision>
  <cp:lastPrinted>2017-12-31T22:38:51Z</cp:lastPrinted>
  <dcterms:created xsi:type="dcterms:W3CDTF">2017-01-17T16:57:04Z</dcterms:created>
  <dcterms:modified xsi:type="dcterms:W3CDTF">2024-09-03T16:32:33Z</dcterms:modified>
</cp:coreProperties>
</file>