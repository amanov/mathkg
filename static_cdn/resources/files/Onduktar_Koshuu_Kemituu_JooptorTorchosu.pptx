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257" r:id="rId3"/>
    <p:sldId id="918" r:id="rId4"/>
    <p:sldId id="912" r:id="rId5"/>
    <p:sldId id="838" r:id="rId6"/>
    <p:sldId id="916" r:id="rId7"/>
    <p:sldId id="917" r:id="rId8"/>
    <p:sldId id="274" r:id="rId9"/>
  </p:sldIdLst>
  <p:sldSz cx="9906000" cy="6858000" type="A4"/>
  <p:notesSz cx="6889750" cy="10021888"/>
  <p:embeddedFontLst>
    <p:embeddedFont>
      <p:font typeface="Aharoni" panose="02010803020104030203" pitchFamily="2" charset="-79"/>
      <p:bold r:id="rId11"/>
    </p:embeddedFont>
    <p:embeddedFont>
      <p:font typeface="Bahnschrift" panose="020B0502040204020203" pitchFamily="34" charset="0"/>
      <p:regular r:id="rId12"/>
      <p:bold r:id="rId13"/>
    </p:embeddedFont>
    <p:embeddedFont>
      <p:font typeface="Script MT Bold" panose="03040602040607080904" pitchFamily="66" charset="0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632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5558" cy="502835"/>
          </a:xfrm>
          <a:prstGeom prst="rect">
            <a:avLst/>
          </a:prstGeom>
        </p:spPr>
        <p:txBody>
          <a:bodyPr vert="horz" lIns="92310" tIns="46155" rIns="92310" bIns="46155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8" y="0"/>
            <a:ext cx="2985558" cy="502835"/>
          </a:xfrm>
          <a:prstGeom prst="rect">
            <a:avLst/>
          </a:prstGeom>
        </p:spPr>
        <p:txBody>
          <a:bodyPr vert="horz" lIns="92310" tIns="46155" rIns="92310" bIns="46155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06/05/2024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1254125"/>
            <a:ext cx="4883150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10" tIns="46155" rIns="92310" bIns="46155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5"/>
            <a:ext cx="5511800" cy="3946118"/>
          </a:xfrm>
          <a:prstGeom prst="rect">
            <a:avLst/>
          </a:prstGeom>
        </p:spPr>
        <p:txBody>
          <a:bodyPr vert="horz" lIns="92310" tIns="46155" rIns="92310" bIns="4615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9058"/>
            <a:ext cx="2985558" cy="502834"/>
          </a:xfrm>
          <a:prstGeom prst="rect">
            <a:avLst/>
          </a:prstGeom>
        </p:spPr>
        <p:txBody>
          <a:bodyPr vert="horz" lIns="92310" tIns="46155" rIns="92310" bIns="46155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8" y="9519058"/>
            <a:ext cx="2985558" cy="502834"/>
          </a:xfrm>
          <a:prstGeom prst="rect">
            <a:avLst/>
          </a:prstGeom>
        </p:spPr>
        <p:txBody>
          <a:bodyPr vert="horz" lIns="92310" tIns="46155" rIns="92310" bIns="46155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29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52514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1244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98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22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738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957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607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333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8340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357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4948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278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762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149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1 орундуу ондуктар – кошуу жана кемитүү – жооптор торчосу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8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F7A382-855B-472D-B2EB-B5D74EDF3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13999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17.2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8.9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96CDC37-9FD7-4492-AF90-6BCEF0FDFD23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1.1 + 2.5</a:t>
                      </a:r>
                      <a:endParaRPr lang="en-GB" sz="2400" b="0" dirty="0">
                        <a:solidFill>
                          <a:sysClr val="windowText" lastClr="00000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3.9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7.3 + 1.6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5.6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3.0 + 0.7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7.2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3.7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4.2 + 3.6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0.7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4.0 + 1.8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2.2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0.7 + 0.7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2.3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0.9 + 2.9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4.5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11.4 + 5.8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3.3 + 6.6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3.8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4.1 + 0.6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 </a:t>
                      </a:r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2.8</a:t>
                      </a:r>
                      <a:endParaRPr lang="en-GB" sz="2400" b="0" dirty="0">
                        <a:solidFill>
                          <a:sysClr val="windowText" lastClr="00000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E62FF1-275E-4D47-971A-B8EAFCADD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808265"/>
              </p:ext>
            </p:extLst>
          </p:nvPr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77FCB71-9441-41BD-A556-9768FFBE1C56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783B75-2595-404D-8896-6E97E6604418}"/>
              </a:ext>
            </a:extLst>
          </p:cNvPr>
          <p:cNvSpPr/>
          <p:nvPr/>
        </p:nvSpPr>
        <p:spPr>
          <a:xfrm>
            <a:off x="2116170" y="0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C6A90E-0D2F-29F0-EF93-961540F6C742}"/>
              </a:ext>
            </a:extLst>
          </p:cNvPr>
          <p:cNvSpPr txBox="1"/>
          <p:nvPr/>
        </p:nvSpPr>
        <p:spPr>
          <a:xfrm>
            <a:off x="222505" y="123026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83404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68427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17.2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4.7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5.8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8.9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761836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1.1 + 2.5</a:t>
                      </a:r>
                      <a:endParaRPr lang="en-GB" sz="2400" b="0" dirty="0">
                        <a:solidFill>
                          <a:sysClr val="windowText" lastClr="00000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3.9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7.3 + 1.6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5.6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3.0 + 0.7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7.2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3.7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4.2 + 3.6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0.7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4.0 + 1.8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2.2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0.7 + 0.7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2.3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0.9 + 2.9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4.5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2.0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11.4 + 5.8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3.3 + 6.6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3.8 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4.1 + 0.6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 </a:t>
                      </a:r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−</a:t>
                      </a:r>
                      <a:r>
                        <a:rPr lang="en-GB" sz="2400" b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2.8</a:t>
                      </a:r>
                      <a:endParaRPr lang="en-GB" sz="2400" b="0" dirty="0">
                        <a:solidFill>
                          <a:sysClr val="windowText" lastClr="000000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440662"/>
              </p:ext>
            </p:extLst>
          </p:nvPr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11.1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116170" y="51516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b="1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EAF8E-31F8-7964-956C-F50705E4B7D3}"/>
              </a:ext>
            </a:extLst>
          </p:cNvPr>
          <p:cNvSpPr txBox="1"/>
          <p:nvPr/>
        </p:nvSpPr>
        <p:spPr>
          <a:xfrm>
            <a:off x="5697220" y="3230357"/>
            <a:ext cx="4953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Жооптор</a:t>
            </a:r>
            <a:endParaRPr lang="en-GB" sz="40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C9C036-2E6E-7344-8BE8-5F2C3A520019}"/>
              </a:ext>
            </a:extLst>
          </p:cNvPr>
          <p:cNvSpPr txBox="1"/>
          <p:nvPr/>
        </p:nvSpPr>
        <p:spPr>
          <a:xfrm>
            <a:off x="59945" y="107637"/>
            <a:ext cx="532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8983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520637-BE92-9274-7C66-D61B1A468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6" y="71700"/>
            <a:ext cx="9716294" cy="33189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BF07E5-91D8-816F-DAD3-0782319AC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53" y="3536729"/>
            <a:ext cx="9513093" cy="324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89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59919C-EC39-F2BE-BBF2-BBDF67952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2584" y="1080437"/>
            <a:ext cx="6849821" cy="4688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1476F0-FF58-4C5F-CC3C-AEB1CA06E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12043" y="1076904"/>
            <a:ext cx="6738505" cy="470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8454</TotalTime>
  <Words>289</Words>
  <Application>Microsoft Office PowerPoint</Application>
  <PresentationFormat>A4 Paper (210x297 mm)</PresentationFormat>
  <Paragraphs>119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Script MT Bold</vt:lpstr>
      <vt:lpstr>Aharoni</vt:lpstr>
      <vt:lpstr>Calibri</vt:lpstr>
      <vt:lpstr>Bahnschrift</vt:lpstr>
      <vt:lpstr>Calibri Light</vt:lpstr>
      <vt:lpstr>Arial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378</cp:revision>
  <cp:lastPrinted>2019-01-12T14:07:10Z</cp:lastPrinted>
  <dcterms:created xsi:type="dcterms:W3CDTF">2017-01-17T16:57:04Z</dcterms:created>
  <dcterms:modified xsi:type="dcterms:W3CDTF">2024-05-06T04:56:58Z</dcterms:modified>
</cp:coreProperties>
</file>