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43"/>
  </p:notesMasterIdLst>
  <p:sldIdLst>
    <p:sldId id="989" r:id="rId2"/>
    <p:sldId id="831" r:id="rId3"/>
    <p:sldId id="995" r:id="rId4"/>
    <p:sldId id="996" r:id="rId5"/>
    <p:sldId id="944" r:id="rId6"/>
    <p:sldId id="997" r:id="rId7"/>
    <p:sldId id="950" r:id="rId8"/>
    <p:sldId id="998" r:id="rId9"/>
    <p:sldId id="949" r:id="rId10"/>
    <p:sldId id="999" r:id="rId11"/>
    <p:sldId id="954" r:id="rId12"/>
    <p:sldId id="1000" r:id="rId13"/>
    <p:sldId id="951" r:id="rId14"/>
    <p:sldId id="1001" r:id="rId15"/>
    <p:sldId id="943" r:id="rId16"/>
    <p:sldId id="1002" r:id="rId17"/>
    <p:sldId id="959" r:id="rId18"/>
    <p:sldId id="1003" r:id="rId19"/>
    <p:sldId id="956" r:id="rId20"/>
    <p:sldId id="1004" r:id="rId21"/>
    <p:sldId id="960" r:id="rId22"/>
    <p:sldId id="1005" r:id="rId23"/>
    <p:sldId id="946" r:id="rId24"/>
    <p:sldId id="1006" r:id="rId25"/>
    <p:sldId id="953" r:id="rId26"/>
    <p:sldId id="1007" r:id="rId27"/>
    <p:sldId id="952" r:id="rId28"/>
    <p:sldId id="1008" r:id="rId29"/>
    <p:sldId id="957" r:id="rId30"/>
    <p:sldId id="1009" r:id="rId31"/>
    <p:sldId id="948" r:id="rId32"/>
    <p:sldId id="1010" r:id="rId33"/>
    <p:sldId id="961" r:id="rId34"/>
    <p:sldId id="1011" r:id="rId35"/>
    <p:sldId id="955" r:id="rId36"/>
    <p:sldId id="1012" r:id="rId37"/>
    <p:sldId id="958" r:id="rId38"/>
    <p:sldId id="1013" r:id="rId39"/>
    <p:sldId id="962" r:id="rId40"/>
    <p:sldId id="833" r:id="rId41"/>
    <p:sldId id="993" r:id="rId42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4"/>
    </p:embeddedFont>
    <p:embeddedFont>
      <p:font typeface="Bernard MT Condensed" panose="02050806060905020404" pitchFamily="18" charset="0"/>
      <p:regular r:id="rId45"/>
    </p:embeddedFont>
    <p:embeddedFont>
      <p:font typeface="Cambria Math" panose="02040503050406030204" pitchFamily="18" charset="0"/>
      <p:regular r:id="rId46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Капкак слайд" id="{2F3697C3-FDEF-4358-A347-3B80C672111F}">
          <p14:sldIdLst>
            <p14:sldId id="989"/>
          </p14:sldIdLst>
        </p14:section>
        <p14:section name="Титулдук слайд" id="{77EA5159-CD7F-4C1E-8C6B-B6A437020374}">
          <p14:sldIdLst>
            <p14:sldId id="831"/>
            <p14:sldId id="995"/>
          </p14:sldIdLst>
        </p14:section>
        <p14:section name="Оюн" id="{267FD0E9-36B9-4F9E-842D-CBFE57676936}">
          <p14:sldIdLst>
            <p14:sldId id="996"/>
            <p14:sldId id="944"/>
            <p14:sldId id="997"/>
            <p14:sldId id="950"/>
            <p14:sldId id="998"/>
            <p14:sldId id="949"/>
            <p14:sldId id="999"/>
            <p14:sldId id="954"/>
            <p14:sldId id="1000"/>
            <p14:sldId id="951"/>
            <p14:sldId id="1001"/>
            <p14:sldId id="943"/>
            <p14:sldId id="1002"/>
            <p14:sldId id="959"/>
            <p14:sldId id="1003"/>
            <p14:sldId id="956"/>
            <p14:sldId id="1004"/>
            <p14:sldId id="960"/>
            <p14:sldId id="1005"/>
            <p14:sldId id="946"/>
            <p14:sldId id="1006"/>
            <p14:sldId id="953"/>
            <p14:sldId id="1007"/>
            <p14:sldId id="952"/>
            <p14:sldId id="1008"/>
            <p14:sldId id="957"/>
            <p14:sldId id="1009"/>
            <p14:sldId id="948"/>
            <p14:sldId id="1010"/>
            <p14:sldId id="961"/>
            <p14:sldId id="1011"/>
            <p14:sldId id="955"/>
            <p14:sldId id="1012"/>
            <p14:sldId id="958"/>
            <p14:sldId id="1013"/>
            <p14:sldId id="962"/>
            <p14:sldId id="833"/>
          </p14:sldIdLst>
        </p14:section>
        <p14:section name="Кайтарым байланыш" id="{A90643DD-829B-4166-9CBD-16FDD7C35951}">
          <p14:sldIdLst>
            <p14:sldId id="993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75" d="100"/>
        <a:sy n="75" d="100"/>
      </p:scale>
      <p:origin x="0" y="-2357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notesMaster" Target="notesMasters/notesMaster1.xml"/><Relationship Id="rId48" Type="http://schemas.openxmlformats.org/officeDocument/2006/relationships/viewProps" Target="viewProps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25/08/2024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8/25/2024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NULL"/><Relationship Id="rId4" Type="http://schemas.openxmlformats.org/officeDocument/2006/relationships/image" Target="../media/image4.jpg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2 орундуу ондуктар – </a:t>
            </a:r>
            <a:r>
              <a:rPr kumimoji="0" lang="ru-RU" sz="2000" b="1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аралаш ––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335466" y="782122"/>
            <a:ext cx="10576933" cy="2450883"/>
            <a:chOff x="-335466" y="2105561"/>
            <a:chExt cx="10576933" cy="2450883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335466" y="2105561"/>
              <a:ext cx="10576933" cy="1862048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algn="ctr"/>
              <a:r>
                <a:rPr kumimoji="0" lang="ky-KG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115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!</a:t>
              </a:r>
              <a:endParaRPr lang="en-US" sz="11500" b="1" cap="none" spc="0" dirty="0">
                <a:ln w="762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lin Sans FB Demi" panose="020E0802020502020306" pitchFamily="34" charset="0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331176" y="3745523"/>
            <a:ext cx="9243648" cy="2563836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ky-KG" sz="8000" b="1" dirty="0">
                <a:ln w="38100">
                  <a:solidFill>
                    <a:schemeClr val="tx1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Ондук арифметика</a:t>
            </a:r>
            <a:endParaRPr lang="en-US" sz="4400" b="1" dirty="0">
              <a:ln w="38100">
                <a:solidFill>
                  <a:schemeClr val="tx1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latin typeface="Berlin Sans FB Demi" panose="020E0802020502020306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21599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66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66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5191120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0.84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0.34+0.5=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02659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8318967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525892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1.28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2.68−1.4=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02875827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1996091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128747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0.018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3069482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05072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517147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751367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819108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67982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4.17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6.37−2.2=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184995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62703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1054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2.32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 dirty="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0.62+1.7=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781534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8297530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01019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41344206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1859788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899090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27911413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938099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6045225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 dirty="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01249429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84203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534249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6.52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2.32+4.2=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76853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2088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95679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5.19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7.5−2.31=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62931757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3503864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378409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0.045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71276183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479019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3200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0.075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4877733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8006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25685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7.75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5.27+2.48=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1609004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516089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8019594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06871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658794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1.34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3.4−2.06=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56323712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53784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8639403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0.312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1474615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0173648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72209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/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2.65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0.05=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02218706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13277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8343</TotalTime>
  <Words>240</Words>
  <Application>Microsoft Office PowerPoint</Application>
  <PresentationFormat>A4 Paper (210x297 mm)</PresentationFormat>
  <Paragraphs>99</Paragraphs>
  <Slides>41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41</vt:i4>
      </vt:variant>
    </vt:vector>
  </HeadingPairs>
  <TitlesOfParts>
    <vt:vector size="48" baseType="lpstr">
      <vt:lpstr>Bernard MT Condensed</vt:lpstr>
      <vt:lpstr>Calibri Light</vt:lpstr>
      <vt:lpstr>Cambria Math</vt:lpstr>
      <vt:lpstr>Arial</vt:lpstr>
      <vt:lpstr>Berlin Sans FB Demi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362</cp:revision>
  <cp:lastPrinted>2017-12-31T22:38:51Z</cp:lastPrinted>
  <dcterms:created xsi:type="dcterms:W3CDTF">2017-01-17T16:57:04Z</dcterms:created>
  <dcterms:modified xsi:type="dcterms:W3CDTF">2024-08-25T16:40:21Z</dcterms:modified>
</cp:coreProperties>
</file>