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0" r:id="rId3"/>
    <p:sldId id="281" r:id="rId4"/>
    <p:sldId id="941" r:id="rId5"/>
    <p:sldId id="939" r:id="rId6"/>
    <p:sldId id="833" r:id="rId7"/>
    <p:sldId id="834" r:id="rId8"/>
    <p:sldId id="942" r:id="rId9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4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858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503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204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13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143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2000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3509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127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822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7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4648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0853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80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13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&amp; Бөлүү – Тарсиа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18115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CBA94C5-540D-46AE-AB25-9329F91C275F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32DF4F5-68FC-4CE3-9C31-1784EA321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3961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56F681E-140F-435B-B4AE-100A5AE30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9C6A80F-7B76-41D6-9389-6FE18E2EF8E3}"/>
              </a:ext>
            </a:extLst>
          </p:cNvPr>
          <p:cNvGrpSpPr/>
          <p:nvPr/>
        </p:nvGrpSpPr>
        <p:grpSpPr>
          <a:xfrm rot="16200000">
            <a:off x="-1052125" y="1052124"/>
            <a:ext cx="6838810" cy="4734560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2FFBE47-3A1B-4E41-8568-6B63FF84A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3961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A44290-4AAF-428E-ABF0-7C72BCB0D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8172C1-BE5A-4609-B77D-614645F257C6}"/>
              </a:ext>
            </a:extLst>
          </p:cNvPr>
          <p:cNvGrpSpPr/>
          <p:nvPr/>
        </p:nvGrpSpPr>
        <p:grpSpPr>
          <a:xfrm rot="16200000">
            <a:off x="4038035" y="1052124"/>
            <a:ext cx="6838810" cy="4734560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9B646C4-62BE-436D-A19B-92AA66DFB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3961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BA6E45-9500-4184-8BC9-6B90F5214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A499EC-38A7-4903-9B51-D5BADAD4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55" y="0"/>
            <a:ext cx="791380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365871-DBCD-95B6-C17F-047415A74BAD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A344DC6-B11C-F60B-D614-B32E2176D726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69695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8366</TotalTime>
  <Words>154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Arial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2024-05-13T08:43:21Z</cp:lastPrinted>
  <dcterms:created xsi:type="dcterms:W3CDTF">2017-01-17T16:57:04Z</dcterms:created>
  <dcterms:modified xsi:type="dcterms:W3CDTF">2024-05-13T08:44:56Z</dcterms:modified>
</cp:coreProperties>
</file>