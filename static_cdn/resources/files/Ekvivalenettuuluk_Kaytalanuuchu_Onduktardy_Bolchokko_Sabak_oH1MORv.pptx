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0"/>
  </p:notesMasterIdLst>
  <p:sldIdLst>
    <p:sldId id="1004" r:id="rId2"/>
    <p:sldId id="961" r:id="rId3"/>
    <p:sldId id="979" r:id="rId4"/>
    <p:sldId id="980" r:id="rId5"/>
    <p:sldId id="981" r:id="rId6"/>
    <p:sldId id="982" r:id="rId7"/>
    <p:sldId id="983" r:id="rId8"/>
    <p:sldId id="984" r:id="rId9"/>
    <p:sldId id="985" r:id="rId10"/>
    <p:sldId id="986" r:id="rId11"/>
    <p:sldId id="987" r:id="rId12"/>
    <p:sldId id="988" r:id="rId13"/>
    <p:sldId id="989" r:id="rId14"/>
    <p:sldId id="990" r:id="rId15"/>
    <p:sldId id="992" r:id="rId16"/>
    <p:sldId id="991" r:id="rId17"/>
    <p:sldId id="978" r:id="rId18"/>
    <p:sldId id="1005" r:id="rId1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1"/>
    </p:embeddedFont>
    <p:embeddedFont>
      <p:font typeface="Stencil" panose="040409050D0802020404" pitchFamily="8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04"/>
          </p14:sldIdLst>
        </p14:section>
        <p14:section name="Сабак-түшүндүрмөлөр" id="{059544AC-2C27-45B1-9F95-F87DF8854DD6}">
          <p14:sldIdLst>
            <p14:sldId id="961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2"/>
            <p14:sldId id="991"/>
          </p14:sldIdLst>
        </p14:section>
        <p14:section name="Текшерүү иши" id="{1FEDB314-42DC-4694-9B04-D4A4AAE625F7}">
          <p14:sldIdLst>
            <p14:sldId id="978"/>
          </p14:sldIdLst>
        </p14:section>
        <p14:section name="Кайтарым байланыш" id="{F3D720CF-F566-46A6-9361-125255B68FA6}">
          <p14:sldIdLst>
            <p14:sldId id="10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8.png"/><Relationship Id="rId1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7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9.png"/><Relationship Id="rId2" Type="http://schemas.openxmlformats.org/officeDocument/2006/relationships/image" Target="../media/image54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62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92.png"/><Relationship Id="rId2" Type="http://schemas.openxmlformats.org/officeDocument/2006/relationships/image" Target="../media/image88.pn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23" Type="http://schemas.openxmlformats.org/officeDocument/2006/relationships/image" Target="../media/image95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34.png"/><Relationship Id="rId9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42.png"/><Relationship Id="rId3" Type="http://schemas.openxmlformats.org/officeDocument/2006/relationships/image" Target="../media/image115.png"/><Relationship Id="rId21" Type="http://schemas.openxmlformats.org/officeDocument/2006/relationships/image" Target="../media/image4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41.png"/><Relationship Id="rId2" Type="http://schemas.openxmlformats.org/officeDocument/2006/relationships/image" Target="../media/image114.png"/><Relationship Id="rId16" Type="http://schemas.openxmlformats.org/officeDocument/2006/relationships/image" Target="../media/image34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45.png"/><Relationship Id="rId5" Type="http://schemas.openxmlformats.org/officeDocument/2006/relationships/image" Target="../media/image117.png"/><Relationship Id="rId15" Type="http://schemas.openxmlformats.org/officeDocument/2006/relationships/image" Target="../media/image3.png"/><Relationship Id="rId23" Type="http://schemas.openxmlformats.org/officeDocument/2006/relationships/image" Target="../media/image44.png"/><Relationship Id="rId10" Type="http://schemas.openxmlformats.org/officeDocument/2006/relationships/image" Target="../media/image122.png"/><Relationship Id="rId19" Type="http://schemas.openxmlformats.org/officeDocument/2006/relationships/image" Target="../media/image37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53009" y="242535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238931-4731-5285-C4F7-902E7C75D2C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81599" y="24949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FC7BD-282C-1886-3E66-A5FCA8CAD72A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7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C13D6DE-6CBF-CD9D-A2EB-D88B077E2856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110B9-D730-912A-D412-680322BB07AF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646D09-63DD-786A-0BC6-C7FF82A08041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A2934-D86E-337E-1D69-7BD6A9FD54EA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71721" y="264275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61BB1D-7997-4CEE-6824-4FA5FC13CC6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94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1F2B64-43EF-4598-57E2-EF78DD6C6BD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4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827B376-D59D-6E0E-EED3-BABC372FDF4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5577A-7452-62F1-0969-6FD071CABDCD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0D10EDC-EAE0-35B8-43C9-8ED42156E61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84D75-80D6-CCB9-91E3-525D0196B534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46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0.327327…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327.327…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327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109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54FE75-AB6A-44F1-280D-4C2C756EC43B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CD7FE0-5D2F-D6A1-3CED-811E9D7860E2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0.298298…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298.298…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298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B86D60D-176E-DA44-B18B-0AA6401D478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4A648-A06B-62A2-C913-BBFC10A2353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6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0.189189…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189.189…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189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/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CB61E6C-B93E-658E-3104-41C1B8E97FA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A3E71A-15B9-1691-5977-1ACE58AA6ADE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1.66666…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65487" y="1837113"/>
            <a:ext cx="815815" cy="146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90424" y="2660073"/>
            <a:ext cx="799191" cy="1294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7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3.6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50445" y="1845425"/>
            <a:ext cx="772173" cy="1239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47518" y="2676698"/>
            <a:ext cx="775100" cy="139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6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2.08888…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1.88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1.88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64659" y="1816100"/>
            <a:ext cx="604116" cy="15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63274" y="2657475"/>
            <a:ext cx="599151" cy="159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4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925B4D-A372-3C1A-2771-812226B2A7D6}"/>
              </a:ext>
            </a:extLst>
          </p:cNvPr>
          <p:cNvSpPr/>
          <p:nvPr/>
        </p:nvSpPr>
        <p:spPr>
          <a:xfrm>
            <a:off x="4982311" y="440575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8F916F-BA79-601E-D3BE-41DACF5C6833}"/>
              </a:ext>
            </a:extLst>
          </p:cNvPr>
          <p:cNvSpPr/>
          <p:nvPr/>
        </p:nvSpPr>
        <p:spPr>
          <a:xfrm>
            <a:off x="4982311" y="2759102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65438D-5A5B-8BF8-6B0C-93CB0FFE75F9}"/>
              </a:ext>
            </a:extLst>
          </p:cNvPr>
          <p:cNvSpPr/>
          <p:nvPr/>
        </p:nvSpPr>
        <p:spPr>
          <a:xfrm>
            <a:off x="4982311" y="5077630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/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/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/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/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/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/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/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/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/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/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/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/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/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51AE30A-381F-F6AB-D2CF-DB984C93DC0C}"/>
              </a:ext>
            </a:extLst>
          </p:cNvPr>
          <p:cNvSpPr txBox="1"/>
          <p:nvPr/>
        </p:nvSpPr>
        <p:spPr>
          <a:xfrm>
            <a:off x="1263679" y="22622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EFF94A-73C9-431D-C91D-9CDA61840F1F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6E67BCA5-DC04-F362-D8C4-B32065D5C2B2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B48DD-0A48-87B2-74E0-22DC38029009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7BBAF-BC8D-02FD-920F-61C704E3F81D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C166A89-3E9E-EF92-0343-ACE1B70703EA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10096-DDBA-9C67-1F98-2C807642EBBF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BB403C-D257-5E74-7F42-E0143E8C73B8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F57A0CF-F0C0-A325-1584-5E3CFF39664E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066F3-3719-0990-7BBF-9DADB6B64F6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6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8" grpId="0"/>
      <p:bldP spid="104" grpId="0"/>
      <p:bldP spid="106" grpId="0"/>
      <p:bldP spid="110" grpId="0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911</Words>
  <Application>Microsoft Office PowerPoint</Application>
  <PresentationFormat>A4 Paper (210x297 mm)</PresentationFormat>
  <Paragraphs>387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Stencil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484</cp:revision>
  <cp:lastPrinted>2017-12-31T22:38:51Z</cp:lastPrinted>
  <dcterms:created xsi:type="dcterms:W3CDTF">2017-01-17T16:57:04Z</dcterms:created>
  <dcterms:modified xsi:type="dcterms:W3CDTF">2024-08-30T01:47:28Z</dcterms:modified>
</cp:coreProperties>
</file>