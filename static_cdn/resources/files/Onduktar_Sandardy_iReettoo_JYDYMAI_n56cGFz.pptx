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5"/>
  </p:notesMasterIdLst>
  <p:sldIdLst>
    <p:sldId id="974" r:id="rId2"/>
    <p:sldId id="975" r:id="rId3"/>
    <p:sldId id="976" r:id="rId4"/>
    <p:sldId id="977" r:id="rId5"/>
    <p:sldId id="947" r:id="rId6"/>
    <p:sldId id="978" r:id="rId7"/>
    <p:sldId id="961" r:id="rId8"/>
    <p:sldId id="979" r:id="rId9"/>
    <p:sldId id="963" r:id="rId10"/>
    <p:sldId id="980" r:id="rId11"/>
    <p:sldId id="965" r:id="rId12"/>
    <p:sldId id="981" r:id="rId13"/>
    <p:sldId id="951" r:id="rId14"/>
    <p:sldId id="982" r:id="rId15"/>
    <p:sldId id="949" r:id="rId16"/>
    <p:sldId id="983" r:id="rId17"/>
    <p:sldId id="843" r:id="rId18"/>
    <p:sldId id="984" r:id="rId19"/>
    <p:sldId id="941" r:id="rId20"/>
    <p:sldId id="985" r:id="rId21"/>
    <p:sldId id="943" r:id="rId22"/>
    <p:sldId id="986" r:id="rId23"/>
    <p:sldId id="945" r:id="rId24"/>
    <p:sldId id="987" r:id="rId25"/>
    <p:sldId id="953" r:id="rId26"/>
    <p:sldId id="988" r:id="rId27"/>
    <p:sldId id="955" r:id="rId28"/>
    <p:sldId id="989" r:id="rId29"/>
    <p:sldId id="957" r:id="rId30"/>
    <p:sldId id="990" r:id="rId31"/>
    <p:sldId id="959" r:id="rId32"/>
    <p:sldId id="833" r:id="rId33"/>
    <p:sldId id="991" r:id="rId34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6"/>
    </p:embeddedFont>
    <p:embeddedFont>
      <p:font typeface="Bernard MT Condensed" panose="02050806060905020404" pitchFamily="18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4"/>
          </p14:sldIdLst>
        </p14:section>
        <p14:section name="Титулдук слайд" id="{8EFE0B80-9125-4ADC-A13A-755B3EC2010F}">
          <p14:sldIdLst>
            <p14:sldId id="975"/>
            <p14:sldId id="976"/>
          </p14:sldIdLst>
        </p14:section>
        <p14:section name="Game" id="{267FD0E9-36B9-4F9E-842D-CBFE57676936}">
          <p14:sldIdLst>
            <p14:sldId id="977"/>
            <p14:sldId id="947"/>
            <p14:sldId id="978"/>
            <p14:sldId id="961"/>
            <p14:sldId id="979"/>
            <p14:sldId id="963"/>
            <p14:sldId id="980"/>
            <p14:sldId id="965"/>
            <p14:sldId id="981"/>
            <p14:sldId id="951"/>
            <p14:sldId id="982"/>
            <p14:sldId id="949"/>
            <p14:sldId id="983"/>
            <p14:sldId id="843"/>
            <p14:sldId id="984"/>
            <p14:sldId id="941"/>
            <p14:sldId id="985"/>
            <p14:sldId id="943"/>
            <p14:sldId id="986"/>
            <p14:sldId id="945"/>
            <p14:sldId id="987"/>
            <p14:sldId id="953"/>
            <p14:sldId id="988"/>
            <p14:sldId id="955"/>
            <p14:sldId id="989"/>
            <p14:sldId id="957"/>
            <p14:sldId id="990"/>
            <p14:sldId id="959"/>
            <p14:sldId id="833"/>
          </p14:sldIdLst>
        </p14:section>
        <p14:section name="Кайтарым байланыш" id="{F3D720CF-F566-46A6-9361-125255B68FA6}">
          <p14:sldIdLst>
            <p14:sldId id="9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ндуктар –Ирээттөө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489438" y="3662481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Ирээттөө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7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049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81420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710273" y="224315"/>
            <a:ext cx="4485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0.76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0.7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0.67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148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936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233454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4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367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183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77557" y="327334"/>
            <a:ext cx="5550882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95407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1683726" y="192977"/>
            <a:ext cx="6538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0.23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0.22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235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136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607788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0.065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6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0.505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0.506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0.065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309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98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37590" y="327334"/>
            <a:ext cx="583081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265631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137397" y="203625"/>
            <a:ext cx="58308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0.302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0.202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227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0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37595" y="327334"/>
            <a:ext cx="574496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23175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0.708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55242" y="247968"/>
            <a:ext cx="57374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0.708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0.87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0.877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0.807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023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916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33595" y="327334"/>
            <a:ext cx="563880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730556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0.065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09867" y="224315"/>
            <a:ext cx="5585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0.056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0.56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0.065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0.605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286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37071" y="327334"/>
            <a:ext cx="565565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905249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39330" y="224315"/>
            <a:ext cx="56556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үчүнчү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0.45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0.045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0.504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0.405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154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7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937783" y="327334"/>
            <a:ext cx="603043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714247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0.605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69102" y="235269"/>
            <a:ext cx="61096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0.665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0.605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0.556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050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10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212754" y="327334"/>
            <a:ext cx="5655651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72003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0.809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71687" y="201019"/>
            <a:ext cx="57374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0.089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0.89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0.098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0.809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259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514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19339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0.445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3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0.554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0.454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0.445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773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076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614680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710269" y="224315"/>
            <a:ext cx="4485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0.021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0.12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0.21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0.201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238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43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08234" y="327334"/>
            <a:ext cx="5685011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63461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0.334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84298" y="208947"/>
            <a:ext cx="57374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0.034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0.434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0.334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948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000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51180" y="327334"/>
            <a:ext cx="560363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589452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69017" y="224315"/>
            <a:ext cx="5889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0.123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0.231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0.13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0.132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699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431</Words>
  <Application>Microsoft Office PowerPoint</Application>
  <PresentationFormat>A4 Paper (210x297 mm)</PresentationFormat>
  <Paragraphs>195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Berlin Sans FB Demi</vt:lpstr>
      <vt:lpstr>Calibri</vt:lpstr>
      <vt:lpstr>Bernard MT Condensed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2017-12-31T22:38:51Z</cp:lastPrinted>
  <dcterms:created xsi:type="dcterms:W3CDTF">2017-01-17T16:57:04Z</dcterms:created>
  <dcterms:modified xsi:type="dcterms:W3CDTF">2024-09-20T18:20:34Z</dcterms:modified>
</cp:coreProperties>
</file>