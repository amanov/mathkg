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9"/>
  </p:notesMasterIdLst>
  <p:sldIdLst>
    <p:sldId id="944" r:id="rId3"/>
    <p:sldId id="831" r:id="rId4"/>
    <p:sldId id="939" r:id="rId5"/>
    <p:sldId id="833" r:id="rId6"/>
    <p:sldId id="832" r:id="rId7"/>
    <p:sldId id="274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Fira Code" panose="020B0809050000020004" pitchFamily="49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79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871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5077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54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582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3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874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682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62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11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29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00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08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0" y="1673225"/>
            <a:ext cx="104902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Бөлүү 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39" y="2214673"/>
            <a:ext cx="388119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0C77A-CB8C-0F7C-122D-B02127B8CAE8}"/>
              </a:ext>
            </a:extLst>
          </p:cNvPr>
          <p:cNvSpPr txBox="1"/>
          <p:nvPr/>
        </p:nvSpPr>
        <p:spPr>
          <a:xfrm>
            <a:off x="356981" y="114336"/>
            <a:ext cx="5749179" cy="184665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44C3645-C8A3-443F-BDD2-40AF499BB155}"/>
              </a:ext>
            </a:extLst>
          </p:cNvPr>
          <p:cNvGrpSpPr/>
          <p:nvPr/>
        </p:nvGrpSpPr>
        <p:grpSpPr>
          <a:xfrm>
            <a:off x="2022231" y="19389"/>
            <a:ext cx="7883769" cy="6838612"/>
            <a:chOff x="2008131" y="1749069"/>
            <a:chExt cx="5889738" cy="510893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C252C96-A78B-4081-88E4-3DC628BE2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3286" y="1749069"/>
              <a:ext cx="3023234" cy="256939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09CE77-35F2-434B-B574-89199493B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8131" y="4299256"/>
              <a:ext cx="5889738" cy="255874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DEFD64B-7DE0-819F-295F-B3E0B31C4F63}"/>
              </a:ext>
            </a:extLst>
          </p:cNvPr>
          <p:cNvSpPr txBox="1"/>
          <p:nvPr/>
        </p:nvSpPr>
        <p:spPr>
          <a:xfrm>
            <a:off x="528390" y="110352"/>
            <a:ext cx="4084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EACB8-9F64-1450-178B-7B087643E136}"/>
              </a:ext>
            </a:extLst>
          </p:cNvPr>
          <p:cNvSpPr txBox="1"/>
          <p:nvPr/>
        </p:nvSpPr>
        <p:spPr>
          <a:xfrm>
            <a:off x="572699" y="212268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CD930F9-DD18-46F5-80C9-B4E83D3AC901}"/>
              </a:ext>
            </a:extLst>
          </p:cNvPr>
          <p:cNvGrpSpPr/>
          <p:nvPr/>
        </p:nvGrpSpPr>
        <p:grpSpPr>
          <a:xfrm>
            <a:off x="2022231" y="19389"/>
            <a:ext cx="7883769" cy="6838612"/>
            <a:chOff x="2008131" y="1749069"/>
            <a:chExt cx="5889738" cy="510893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2B2F4C-044D-46B0-80EA-C84417B5A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3286" y="1749069"/>
              <a:ext cx="3023234" cy="256939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0649012-6746-4C40-9197-75CBDA867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8131" y="4299256"/>
              <a:ext cx="5889738" cy="255874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922831" y="20637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747960" y="543052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963359" y="19465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899279" y="53650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6355929" y="295004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4FDB5-91DB-6BF5-90BD-9B89A494A3F5}"/>
              </a:ext>
            </a:extLst>
          </p:cNvPr>
          <p:cNvSpPr txBox="1"/>
          <p:nvPr/>
        </p:nvSpPr>
        <p:spPr>
          <a:xfrm>
            <a:off x="335280" y="529587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9A4AB9-EE9E-EE75-85DD-797BAE16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45026" y="1108655"/>
            <a:ext cx="6693305" cy="4640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B352C-6CBE-1856-CE84-DFC919D48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57722" y="1108652"/>
            <a:ext cx="6693308" cy="464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1224105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8322</TotalTime>
  <Words>115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Fira Code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2019-05-06T03:27:56Z</cp:lastPrinted>
  <dcterms:created xsi:type="dcterms:W3CDTF">2017-01-17T16:57:04Z</dcterms:created>
  <dcterms:modified xsi:type="dcterms:W3CDTF">2023-10-07T04:53:47Z</dcterms:modified>
</cp:coreProperties>
</file>