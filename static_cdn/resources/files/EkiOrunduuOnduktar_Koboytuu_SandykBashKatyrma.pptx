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3"/>
  </p:notesMasterIdLst>
  <p:sldIdLst>
    <p:sldId id="267" r:id="rId3"/>
    <p:sldId id="948" r:id="rId4"/>
    <p:sldId id="949" r:id="rId5"/>
    <p:sldId id="941" r:id="rId6"/>
    <p:sldId id="947" r:id="rId7"/>
    <p:sldId id="954" r:id="rId8"/>
    <p:sldId id="955" r:id="rId9"/>
    <p:sldId id="960" r:id="rId10"/>
    <p:sldId id="961" r:id="rId11"/>
    <p:sldId id="266" r:id="rId1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>
        <p:scale>
          <a:sx n="70" d="100"/>
          <a:sy n="70" d="100"/>
        </p:scale>
        <p:origin x="1374" y="4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38044-9B64-061E-71CA-E671EC0F4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FEAA4-4814-12C8-3E7E-380E16C0A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2721C-A75A-64F1-83BE-653805DB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D0166-8885-9CC2-88B7-86D91BF9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C2C59-274A-0B23-E800-C002ACF0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88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B7B6-155B-66DA-98C2-14129B5E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7DB9-1892-DA1A-7B09-9D4A1EED2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5E310-940E-3FA8-E99A-431B6D09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CDA70-9EED-29D3-A7A8-5E9B0B5A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C9DEF-27D5-73E0-A175-3EA0A19F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29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6F4F-2F4B-65BA-3950-BC63B897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805AB-39E0-05EC-292C-6F8600A73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9CCA6-D98D-B246-1653-744784D5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35AFA-E7BA-76A3-8590-6026D86D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7A24A-C7AF-CA09-F041-21738BF8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1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CC78-7F0C-23CD-1608-B7033CE6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3E546-446A-287D-E3DB-CB737FFE9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03092-1A95-3B98-AC78-904F89AA5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D9C65-9EAB-6C3D-ED28-1BB1BC27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90946-65E1-6021-428B-A9451459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7AD6E-6033-9D17-FFA2-B2A6E6C9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79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EA32-5CD0-5C35-5C25-25ADE108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617AE-0692-AB8F-0319-B4414D048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2C063-3C85-368A-1145-D4864B259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DA3C85-455C-B806-4156-E5A999FEE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53530-7630-8AA6-72A5-E0B6241942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8CD34-F422-57AA-8178-DA796EF26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CF6EF-0D92-8084-E104-EED70C74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8F2CF-1685-3F44-87A6-8DB06E2A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7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A464-2440-E6CC-6B76-D53A0C87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2543B5-ABA4-894C-0C44-D7758153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5F640-82CB-028E-FB28-D7EA25FD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7EF67-A80E-4AD6-D6F2-4DDA9CA2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2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1D8824-5048-42A7-E82A-146F08D2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D0793D-BF3E-8011-5072-4F066548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25CEF-0C48-9654-5DB3-ABB40F0D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17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1A72-224F-BE44-A7D6-C98FD256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678F7-1194-B2A2-62B2-3AAED187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0C58E-D578-292B-3983-B6777B6D1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4C226-E6BD-0590-AE5E-5D844456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3F80B-EED7-67F1-1862-FA36C0EB8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840FB-FF88-4C05-8568-5FD6D5903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58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5E8C-14FB-5B25-A7F0-9F643142C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A0A36B-D6D2-A4BA-962B-EEAB72909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7555B-A705-F9CD-AF4E-856E59790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1D9B1-B015-0767-D2B6-AB3281AC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80662-F69A-C47F-E2DF-8CDC1654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0FA4F-517C-9179-B067-D52193D1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01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EE73-D718-0177-7F38-E99D5DBA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E7253-781D-B549-81CD-BCDF10BC3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536F7-9EA2-5CE4-0B2B-C65F0C7D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689B9-D7B8-F7D4-5FE1-70032334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A34F9-98C5-AB50-9F42-77FC0F06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31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9ED503-4527-7E2F-6C9A-24EE1FA03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2AC77-317C-3965-AECF-2D41F5DC8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51C83-F73A-F6AE-5E25-C494DA29B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82E7-06DA-787E-9807-A734BAE4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CC3DE-A723-08FE-3F5B-958AF58C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40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53AFBE-5530-624A-9B6E-693040E17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F8AAD-597E-EF46-76A7-99DAE7C4E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24F85-88D8-7E47-A51A-E556DD87E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3D596-A78B-B702-FCBD-A86A6380A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1D65A-52E4-7D87-A33E-DF8E992FD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3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65FA288-DDE6-19BF-7B9A-98468507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79" y="1589386"/>
            <a:ext cx="9509442" cy="4719974"/>
          </a:xfrm>
        </p:spPr>
        <p:txBody>
          <a:bodyPr>
            <a:normAutofit/>
          </a:bodyPr>
          <a:lstStyle/>
          <a:p>
            <a:r>
              <a:rPr lang="ru-RU" sz="2000" dirty="0"/>
              <a:t>2 орундуу ондуктар – К</a:t>
            </a:r>
            <a:r>
              <a:rPr lang="ky-KG" sz="2000" dirty="0"/>
              <a:t>өбөйтүү</a:t>
            </a:r>
            <a:r>
              <a:rPr lang="ru-RU" sz="2000" dirty="0"/>
              <a:t> –</a:t>
            </a:r>
            <a:r>
              <a:rPr lang="ky-KG" sz="2000" dirty="0"/>
              <a:t>– Сандык табышмак</a:t>
            </a:r>
            <a:endParaRPr lang="en-US" sz="2000" dirty="0"/>
          </a:p>
          <a:p>
            <a:endParaRPr lang="en-US" sz="2000" dirty="0"/>
          </a:p>
          <a:p>
            <a:endParaRPr lang="ru-RU" sz="2000" dirty="0"/>
          </a:p>
          <a:p>
            <a:r>
              <a:rPr lang="ru-RU" sz="2000" dirty="0"/>
              <a:t>Бул иш-чара иликтөөгө, стратегиялоого жана талкуулоого мүмкүндүк берүү үчүн иштелип чыккан.</a:t>
            </a:r>
          </a:p>
          <a:p>
            <a:endParaRPr lang="ru-RU" sz="2000" dirty="0"/>
          </a:p>
          <a:p>
            <a:r>
              <a:rPr lang="ru-RU" sz="2000" dirty="0"/>
              <a:t>2 өлчөмдөгү 3 табышмак бар.</a:t>
            </a:r>
          </a:p>
          <a:p>
            <a:endParaRPr lang="ru-RU" sz="2000" dirty="0"/>
          </a:p>
          <a:p>
            <a:r>
              <a:rPr lang="ru-RU" sz="2000" dirty="0"/>
              <a:t>Чектелген жооптор берилет.</a:t>
            </a:r>
          </a:p>
          <a:p>
            <a:endParaRPr lang="ru-RU" sz="2000" dirty="0"/>
          </a:p>
          <a:p>
            <a:r>
              <a:rPr lang="ru-RU" sz="2000" dirty="0"/>
              <a:t>Анимацияларды текшерип, </a:t>
            </a:r>
            <a:r>
              <a:rPr lang="ky-KG" sz="2000" dirty="0"/>
              <a:t>сабагы</a:t>
            </a:r>
            <a:r>
              <a:rPr lang="ru-RU" sz="2000" dirty="0"/>
              <a:t>ң</a:t>
            </a:r>
            <a:r>
              <a:rPr lang="ky-KG" sz="2000" dirty="0"/>
              <a:t>ызга </a:t>
            </a:r>
            <a:r>
              <a:rPr lang="ru-RU" sz="2000" b="1" dirty="0">
                <a:solidFill>
                  <a:srgbClr val="FF0000"/>
                </a:solidFill>
              </a:rPr>
              <a:t>КЕРЕГИ ЖОК </a:t>
            </a:r>
            <a:r>
              <a:rPr lang="ru-RU" sz="20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0704CED-3D2F-5E6E-7228-9ABACF07782D}"/>
              </a:ext>
            </a:extLst>
          </p:cNvPr>
          <p:cNvSpPr txBox="1">
            <a:spLocks/>
          </p:cNvSpPr>
          <p:nvPr/>
        </p:nvSpPr>
        <p:spPr>
          <a:xfrm>
            <a:off x="91440" y="451744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63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225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445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232368-19D8-AE75-6BB1-7BD069C67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0" y="244566"/>
            <a:ext cx="9731134" cy="641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51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B913BB-B0B6-0C59-E4BF-A7AAA1A65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26" y="0"/>
            <a:ext cx="9402489" cy="667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40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405174" y="4586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84676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159394" y="2580314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271967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78633" y="925480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0.2 × 0.3 = 0.06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0AF89DE-25D4-D4E2-BB4A-B6024ECBE0F6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B510F38-0416-E40E-6187-8BE494DFE37F}"/>
              </a:ext>
            </a:extLst>
          </p:cNvPr>
          <p:cNvGrpSpPr/>
          <p:nvPr/>
        </p:nvGrpSpPr>
        <p:grpSpPr>
          <a:xfrm>
            <a:off x="189628" y="1169320"/>
            <a:ext cx="995182" cy="769441"/>
            <a:chOff x="1722120" y="1169320"/>
            <a:chExt cx="995182" cy="769441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BC2E021-E13D-A081-AA94-D41AFFF30580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F85D8D5-3B44-AED3-000A-2A7C80C04260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AE39290-64A7-424C-E06D-46C743B246AA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5C929ED-9F40-B907-A2AC-9178F9DA4AB3}"/>
              </a:ext>
            </a:extLst>
          </p:cNvPr>
          <p:cNvGrpSpPr/>
          <p:nvPr/>
        </p:nvGrpSpPr>
        <p:grpSpPr>
          <a:xfrm>
            <a:off x="3257023" y="1169320"/>
            <a:ext cx="1423038" cy="769441"/>
            <a:chOff x="3257023" y="1169320"/>
            <a:chExt cx="1423038" cy="76944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F4FD20A-BB92-A510-1151-6628E3CFB052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E6AFB59-6369-B45E-A58E-6E7CB667216D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003E885-ABDA-FCA1-F94F-EC082D197BD5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D0D9F9E-2F42-7CD1-144E-57904DA988BC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F23F24F3-9DF5-1AAE-43BF-C12E123EE2B6}"/>
              </a:ext>
            </a:extLst>
          </p:cNvPr>
          <p:cNvSpPr txBox="1"/>
          <p:nvPr/>
        </p:nvSpPr>
        <p:spPr>
          <a:xfrm>
            <a:off x="6378633" y="272934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0.9 × 0.8 = 0.72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63229A2-6584-1687-4DDB-329850CC42B4}"/>
              </a:ext>
            </a:extLst>
          </p:cNvPr>
          <p:cNvSpPr txBox="1"/>
          <p:nvPr/>
        </p:nvSpPr>
        <p:spPr>
          <a:xfrm>
            <a:off x="6378633" y="1827411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0.7 × 0.8 = 0.56</a:t>
            </a:r>
          </a:p>
        </p:txBody>
      </p:sp>
    </p:spTree>
    <p:extLst>
      <p:ext uri="{BB962C8B-B14F-4D97-AF65-F5344CB8AC3E}">
        <p14:creationId xmlns:p14="http://schemas.microsoft.com/office/powerpoint/2010/main" val="325309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522975" y="3315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14628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137678" y="2635116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321844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41226" y="5799508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6.4 × 0.8 = 5.12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0AF89DE-25D4-D4E2-BB4A-B6024ECBE0F6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0F4FD20A-BB92-A510-1151-6628E3CFB052}"/>
              </a:ext>
            </a:extLst>
          </p:cNvPr>
          <p:cNvSpPr/>
          <p:nvPr/>
        </p:nvSpPr>
        <p:spPr>
          <a:xfrm>
            <a:off x="4312561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63A028-BDE1-3CFE-D607-749ECD4A77E2}"/>
              </a:ext>
            </a:extLst>
          </p:cNvPr>
          <p:cNvGrpSpPr/>
          <p:nvPr/>
        </p:nvGrpSpPr>
        <p:grpSpPr>
          <a:xfrm>
            <a:off x="243481" y="1298860"/>
            <a:ext cx="949821" cy="553914"/>
            <a:chOff x="243481" y="1298860"/>
            <a:chExt cx="949821" cy="55391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7662FFD-C034-33C2-CCE4-9C78C5094995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53646F8-B240-6765-9AB1-56BB7AB74D8A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E56549-3A05-40AF-DF97-E9ACED2B86EA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0A7388-5D87-3395-C9B4-3B3EC80A63FC}"/>
              </a:ext>
            </a:extLst>
          </p:cNvPr>
          <p:cNvGrpSpPr/>
          <p:nvPr/>
        </p:nvGrpSpPr>
        <p:grpSpPr>
          <a:xfrm>
            <a:off x="3302564" y="1298860"/>
            <a:ext cx="949821" cy="553914"/>
            <a:chOff x="243481" y="1298860"/>
            <a:chExt cx="949821" cy="55391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0A3946-719B-A42D-CFBC-C90DA8BF6288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816C26A-E47C-CC52-6550-3D801F3BDB43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FC8CE52-BB8D-BC9F-8007-5366E5FD1DC1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9802519-7F77-E195-592C-BDDC41D75C32}"/>
              </a:ext>
            </a:extLst>
          </p:cNvPr>
          <p:cNvSpPr txBox="1"/>
          <p:nvPr/>
        </p:nvSpPr>
        <p:spPr>
          <a:xfrm>
            <a:off x="6341226" y="367501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6.4 × 0.5 = 3.20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092427-2FF9-DF04-CB9A-2673E30B6224}"/>
              </a:ext>
            </a:extLst>
          </p:cNvPr>
          <p:cNvSpPr txBox="1"/>
          <p:nvPr/>
        </p:nvSpPr>
        <p:spPr>
          <a:xfrm>
            <a:off x="6341226" y="296684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1.2 × 0.8 = 0.96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F5BAAB-C61D-6CA7-0AB4-7564487AEC0C}"/>
              </a:ext>
            </a:extLst>
          </p:cNvPr>
          <p:cNvSpPr txBox="1"/>
          <p:nvPr/>
        </p:nvSpPr>
        <p:spPr>
          <a:xfrm>
            <a:off x="6341226" y="438317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4.2 × 0.9 = 3.78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32342E-7B87-21DD-6C25-5D2B5F1511E2}"/>
              </a:ext>
            </a:extLst>
          </p:cNvPr>
          <p:cNvSpPr txBox="1"/>
          <p:nvPr/>
        </p:nvSpPr>
        <p:spPr>
          <a:xfrm>
            <a:off x="6341226" y="84235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3.4 × 0.2 = 0.68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C26A17-AABB-FF57-FDE9-AE30DFADF624}"/>
              </a:ext>
            </a:extLst>
          </p:cNvPr>
          <p:cNvSpPr txBox="1"/>
          <p:nvPr/>
        </p:nvSpPr>
        <p:spPr>
          <a:xfrm>
            <a:off x="6341226" y="155051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2.6 × 0.3 = 0.78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85287B-A578-AC25-CB05-3A3964ED07AF}"/>
              </a:ext>
            </a:extLst>
          </p:cNvPr>
          <p:cNvSpPr txBox="1"/>
          <p:nvPr/>
        </p:nvSpPr>
        <p:spPr>
          <a:xfrm>
            <a:off x="6341226" y="509134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9.6 × 0.5 = 4.80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BD45C1-FD65-A888-7540-0F6E34183DDC}"/>
              </a:ext>
            </a:extLst>
          </p:cNvPr>
          <p:cNvSpPr txBox="1"/>
          <p:nvPr/>
        </p:nvSpPr>
        <p:spPr>
          <a:xfrm>
            <a:off x="6341226" y="225868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1.2 × 0.7 = 0.84</a:t>
            </a:r>
          </a:p>
        </p:txBody>
      </p:sp>
    </p:spTree>
    <p:extLst>
      <p:ext uri="{BB962C8B-B14F-4D97-AF65-F5344CB8AC3E}">
        <p14:creationId xmlns:p14="http://schemas.microsoft.com/office/powerpoint/2010/main" val="3707309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2828B43E-257B-1AE2-B03B-29D75009412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7E73B8D-65B0-DEDE-4A13-A9F10F7E7C4D}"/>
              </a:ext>
            </a:extLst>
          </p:cNvPr>
          <p:cNvSpPr txBox="1"/>
          <p:nvPr/>
        </p:nvSpPr>
        <p:spPr>
          <a:xfrm>
            <a:off x="1405174" y="4586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00" name="Star: 5 Points 99">
            <a:extLst>
              <a:ext uri="{FF2B5EF4-FFF2-40B4-BE49-F238E27FC236}">
                <a16:creationId xmlns:a16="http://schemas.microsoft.com/office/drawing/2014/main" id="{64F52C04-194A-D783-122E-A7D0B126D547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C00B387-993B-D098-6777-ABD4D02D8D1E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0C6FBC0-845A-99DE-A358-B843243EA32E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5BB93AB-2F7C-C2AC-2614-763BFFBF2C54}"/>
              </a:ext>
            </a:extLst>
          </p:cNvPr>
          <p:cNvSpPr txBox="1"/>
          <p:nvPr/>
        </p:nvSpPr>
        <p:spPr>
          <a:xfrm>
            <a:off x="784676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04" name="Star: 5 Points 103">
            <a:extLst>
              <a:ext uri="{FF2B5EF4-FFF2-40B4-BE49-F238E27FC236}">
                <a16:creationId xmlns:a16="http://schemas.microsoft.com/office/drawing/2014/main" id="{D882EB40-051B-C002-044E-907D65843974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Star: 5 Points 104">
            <a:extLst>
              <a:ext uri="{FF2B5EF4-FFF2-40B4-BE49-F238E27FC236}">
                <a16:creationId xmlns:a16="http://schemas.microsoft.com/office/drawing/2014/main" id="{9A335F96-29DA-2B57-2280-45461B3EA8A4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DBA0023-2890-8C25-348E-8E5E0234068A}"/>
              </a:ext>
            </a:extLst>
          </p:cNvPr>
          <p:cNvSpPr txBox="1"/>
          <p:nvPr/>
        </p:nvSpPr>
        <p:spPr>
          <a:xfrm>
            <a:off x="3159394" y="2580314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ADF192B-484A-F994-6414-43653D266C5A}"/>
              </a:ext>
            </a:extLst>
          </p:cNvPr>
          <p:cNvSpPr txBox="1"/>
          <p:nvPr/>
        </p:nvSpPr>
        <p:spPr>
          <a:xfrm>
            <a:off x="1271967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4A1EF5A-1724-E16E-A09A-EA3A9FA195E8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AD4EAF2-6DBB-0695-D5A5-1C1E1CA9EB1C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107DFAF4-E8F6-4BFA-CB37-11214CB23A28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ADC85C4-8B07-BA14-52DE-CA9DCA6CF4A9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F407945-EF87-89A2-D833-988AED6D16B4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E1041D6-3C58-106A-9867-4769E8DD4E96}"/>
              </a:ext>
            </a:extLst>
          </p:cNvPr>
          <p:cNvGrpSpPr/>
          <p:nvPr/>
        </p:nvGrpSpPr>
        <p:grpSpPr>
          <a:xfrm>
            <a:off x="189628" y="1169320"/>
            <a:ext cx="995182" cy="769441"/>
            <a:chOff x="1722120" y="1169320"/>
            <a:chExt cx="995182" cy="769441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E1ED11AB-2709-0136-E414-9EA35C7502D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484BA8C5-BB44-DB71-1CFB-66808471BD83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AC08BAA-2E23-CD4A-AB69-2C24E8497EE0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D8DDB90-F1A9-300E-187F-DDC0959656BE}"/>
              </a:ext>
            </a:extLst>
          </p:cNvPr>
          <p:cNvGrpSpPr/>
          <p:nvPr/>
        </p:nvGrpSpPr>
        <p:grpSpPr>
          <a:xfrm>
            <a:off x="3257023" y="1169320"/>
            <a:ext cx="1423038" cy="769441"/>
            <a:chOff x="3257023" y="1169320"/>
            <a:chExt cx="1423038" cy="769441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162BF8C3-A637-F381-B594-971ADA0A472B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89B675C-FC85-9071-1F48-3A0B750C0A22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DF4668D7-32BE-6B48-296B-01783E3A50C4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0C668D0A-356F-C235-202A-B6DB1E48B74C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E5ED83CD-A082-92C5-DFAC-D357391D7943}"/>
              </a:ext>
            </a:extLst>
          </p:cNvPr>
          <p:cNvSpPr/>
          <p:nvPr/>
        </p:nvSpPr>
        <p:spPr>
          <a:xfrm>
            <a:off x="4990670" y="110432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76E2A88-F202-D50D-D8A0-4960A971CE91}"/>
              </a:ext>
            </a:extLst>
          </p:cNvPr>
          <p:cNvSpPr txBox="1"/>
          <p:nvPr/>
        </p:nvSpPr>
        <p:spPr>
          <a:xfrm>
            <a:off x="6388224" y="29300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9C38D15E-9B43-C863-CC89-1A05E5158AC1}"/>
              </a:ext>
            </a:extLst>
          </p:cNvPr>
          <p:cNvSpPr/>
          <p:nvPr/>
        </p:nvSpPr>
        <p:spPr>
          <a:xfrm>
            <a:off x="5461586" y="2632614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D2D94BE-90C2-0122-F128-B46943954140}"/>
              </a:ext>
            </a:extLst>
          </p:cNvPr>
          <p:cNvSpPr txBox="1"/>
          <p:nvPr/>
        </p:nvSpPr>
        <p:spPr>
          <a:xfrm>
            <a:off x="5797678" y="2634792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164F10D-5740-85CA-DC4E-893C348C4B54}"/>
              </a:ext>
            </a:extLst>
          </p:cNvPr>
          <p:cNvSpPr txBox="1"/>
          <p:nvPr/>
        </p:nvSpPr>
        <p:spPr>
          <a:xfrm>
            <a:off x="5994670" y="326332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B7F2675-EAB8-B3B6-6DE1-0801D832110F}"/>
              </a:ext>
            </a:extLst>
          </p:cNvPr>
          <p:cNvSpPr txBox="1"/>
          <p:nvPr/>
        </p:nvSpPr>
        <p:spPr>
          <a:xfrm>
            <a:off x="5767726" y="2911791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32" name="Star: 5 Points 131">
            <a:extLst>
              <a:ext uri="{FF2B5EF4-FFF2-40B4-BE49-F238E27FC236}">
                <a16:creationId xmlns:a16="http://schemas.microsoft.com/office/drawing/2014/main" id="{24D98DDF-2F80-AB8D-A560-E1D57F58893C}"/>
              </a:ext>
            </a:extLst>
          </p:cNvPr>
          <p:cNvSpPr/>
          <p:nvPr/>
        </p:nvSpPr>
        <p:spPr>
          <a:xfrm>
            <a:off x="5461586" y="297626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Star: 5 Points 132">
            <a:extLst>
              <a:ext uri="{FF2B5EF4-FFF2-40B4-BE49-F238E27FC236}">
                <a16:creationId xmlns:a16="http://schemas.microsoft.com/office/drawing/2014/main" id="{9ED71F9A-6E33-43AE-E8B6-6F55FC700D20}"/>
              </a:ext>
            </a:extLst>
          </p:cNvPr>
          <p:cNvSpPr/>
          <p:nvPr/>
        </p:nvSpPr>
        <p:spPr>
          <a:xfrm>
            <a:off x="5122496" y="297626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255D2EA-8FB7-9E5D-ED15-FA34D6E7D78E}"/>
              </a:ext>
            </a:extLst>
          </p:cNvPr>
          <p:cNvSpPr txBox="1"/>
          <p:nvPr/>
        </p:nvSpPr>
        <p:spPr>
          <a:xfrm>
            <a:off x="8142444" y="2563746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3D9FE01-B38E-E821-2E25-5B5CF098619A}"/>
              </a:ext>
            </a:extLst>
          </p:cNvPr>
          <p:cNvSpPr txBox="1"/>
          <p:nvPr/>
        </p:nvSpPr>
        <p:spPr>
          <a:xfrm>
            <a:off x="6255017" y="128352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0B2A7CA-A9DC-9A48-467E-67FDD2D4D742}"/>
              </a:ext>
            </a:extLst>
          </p:cNvPr>
          <p:cNvSpPr txBox="1"/>
          <p:nvPr/>
        </p:nvSpPr>
        <p:spPr>
          <a:xfrm>
            <a:off x="7788715" y="128352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5BD2045-E264-730A-B18B-2020BA6844F4}"/>
              </a:ext>
            </a:extLst>
          </p:cNvPr>
          <p:cNvGrpSpPr/>
          <p:nvPr/>
        </p:nvGrpSpPr>
        <p:grpSpPr>
          <a:xfrm>
            <a:off x="6706376" y="1152752"/>
            <a:ext cx="995182" cy="769441"/>
            <a:chOff x="1722120" y="1169320"/>
            <a:chExt cx="995182" cy="769441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FE2374B4-8315-DF3A-7569-8ED85E0F4A0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623890CA-284E-4843-A642-4422E8BFA98B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B4C15C6A-4D33-1FF7-8534-786E28E44919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35526E5-6149-A9EC-7567-87D63B615A38}"/>
              </a:ext>
            </a:extLst>
          </p:cNvPr>
          <p:cNvGrpSpPr/>
          <p:nvPr/>
        </p:nvGrpSpPr>
        <p:grpSpPr>
          <a:xfrm>
            <a:off x="5172678" y="1152752"/>
            <a:ext cx="995182" cy="769441"/>
            <a:chOff x="1722120" y="1169320"/>
            <a:chExt cx="995182" cy="769441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2B3E82DE-1181-0670-0985-6D487B11EE67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0200E681-FAE4-827F-898A-254B1FC175E8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AFD2429-BC94-599B-AD82-2A8C27FA5B5E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C7A688D-93DE-EEDE-EC63-542580B9F3E4}"/>
              </a:ext>
            </a:extLst>
          </p:cNvPr>
          <p:cNvGrpSpPr/>
          <p:nvPr/>
        </p:nvGrpSpPr>
        <p:grpSpPr>
          <a:xfrm>
            <a:off x="8240073" y="1152752"/>
            <a:ext cx="1423038" cy="769441"/>
            <a:chOff x="3257023" y="1169320"/>
            <a:chExt cx="1423038" cy="76944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73715DB8-68F4-AAE5-B92B-C7CCF35D2A66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5FFE6159-3E6C-D21B-A2CC-CE9944183A99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55C9CD65-8250-C6BB-95F0-945FD31ADC03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DB03748B-1F71-2DCA-778B-C0270F359AB9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C1063AFE-9B52-04F8-242D-BAF35C8799D3}"/>
              </a:ext>
            </a:extLst>
          </p:cNvPr>
          <p:cNvSpPr/>
          <p:nvPr/>
        </p:nvSpPr>
        <p:spPr>
          <a:xfrm>
            <a:off x="7620" y="3583354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9ABFB89-F411-02F3-371A-9062A7BD3FA6}"/>
              </a:ext>
            </a:extLst>
          </p:cNvPr>
          <p:cNvSpPr txBox="1"/>
          <p:nvPr/>
        </p:nvSpPr>
        <p:spPr>
          <a:xfrm>
            <a:off x="1405174" y="3502222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52" name="Star: 5 Points 151">
            <a:extLst>
              <a:ext uri="{FF2B5EF4-FFF2-40B4-BE49-F238E27FC236}">
                <a16:creationId xmlns:a16="http://schemas.microsoft.com/office/drawing/2014/main" id="{F6BCA231-4782-0120-C871-C8A4B584547B}"/>
              </a:ext>
            </a:extLst>
          </p:cNvPr>
          <p:cNvSpPr/>
          <p:nvPr/>
        </p:nvSpPr>
        <p:spPr>
          <a:xfrm>
            <a:off x="478536" y="610553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63B1B91-6F00-4393-B647-368961A2C334}"/>
              </a:ext>
            </a:extLst>
          </p:cNvPr>
          <p:cNvSpPr txBox="1"/>
          <p:nvPr/>
        </p:nvSpPr>
        <p:spPr>
          <a:xfrm>
            <a:off x="814628" y="6107714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3E5D9E5-9B0F-8DF5-6394-1F367942D13D}"/>
              </a:ext>
            </a:extLst>
          </p:cNvPr>
          <p:cNvSpPr txBox="1"/>
          <p:nvPr/>
        </p:nvSpPr>
        <p:spPr>
          <a:xfrm>
            <a:off x="1011620" y="3799254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A60EFB1-D861-3AC3-A09C-9E0F9A29D089}"/>
              </a:ext>
            </a:extLst>
          </p:cNvPr>
          <p:cNvSpPr txBox="1"/>
          <p:nvPr/>
        </p:nvSpPr>
        <p:spPr>
          <a:xfrm>
            <a:off x="784676" y="6384713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6" name="Star: 5 Points 155">
            <a:extLst>
              <a:ext uri="{FF2B5EF4-FFF2-40B4-BE49-F238E27FC236}">
                <a16:creationId xmlns:a16="http://schemas.microsoft.com/office/drawing/2014/main" id="{DCA9EC44-07E8-8D2D-1F3F-064545DAFDDC}"/>
              </a:ext>
            </a:extLst>
          </p:cNvPr>
          <p:cNvSpPr/>
          <p:nvPr/>
        </p:nvSpPr>
        <p:spPr>
          <a:xfrm>
            <a:off x="478536" y="644918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Star: 5 Points 156">
            <a:extLst>
              <a:ext uri="{FF2B5EF4-FFF2-40B4-BE49-F238E27FC236}">
                <a16:creationId xmlns:a16="http://schemas.microsoft.com/office/drawing/2014/main" id="{EED41A91-767F-E078-C655-BB122E897041}"/>
              </a:ext>
            </a:extLst>
          </p:cNvPr>
          <p:cNvSpPr/>
          <p:nvPr/>
        </p:nvSpPr>
        <p:spPr>
          <a:xfrm>
            <a:off x="139446" y="644918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944C8A5-DD4B-71DA-8B66-49AEF5D7711F}"/>
              </a:ext>
            </a:extLst>
          </p:cNvPr>
          <p:cNvSpPr txBox="1"/>
          <p:nvPr/>
        </p:nvSpPr>
        <p:spPr>
          <a:xfrm>
            <a:off x="3159394" y="6036668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A64EF35-993E-2B23-C9F9-D07FDB8F496D}"/>
              </a:ext>
            </a:extLst>
          </p:cNvPr>
          <p:cNvSpPr txBox="1"/>
          <p:nvPr/>
        </p:nvSpPr>
        <p:spPr>
          <a:xfrm>
            <a:off x="1271967" y="475644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0D857F6-A78A-83EA-8A56-163818A7CA92}"/>
              </a:ext>
            </a:extLst>
          </p:cNvPr>
          <p:cNvSpPr txBox="1"/>
          <p:nvPr/>
        </p:nvSpPr>
        <p:spPr>
          <a:xfrm>
            <a:off x="2805665" y="475644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E42383F2-A8AE-2A5F-F23F-5E17D2A808C7}"/>
              </a:ext>
            </a:extLst>
          </p:cNvPr>
          <p:cNvGrpSpPr/>
          <p:nvPr/>
        </p:nvGrpSpPr>
        <p:grpSpPr>
          <a:xfrm>
            <a:off x="1723326" y="4625674"/>
            <a:ext cx="995182" cy="769441"/>
            <a:chOff x="1722120" y="1169320"/>
            <a:chExt cx="995182" cy="769441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72FA328B-7548-1178-67B0-B0C37C1E2071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B1C4519C-345E-8C47-DFF0-84AEF74F211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5F226A40-B685-B808-78EA-8B29D4525BEC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50E084FB-4187-C3D0-719F-74259D11B8BC}"/>
              </a:ext>
            </a:extLst>
          </p:cNvPr>
          <p:cNvGrpSpPr/>
          <p:nvPr/>
        </p:nvGrpSpPr>
        <p:grpSpPr>
          <a:xfrm>
            <a:off x="189628" y="4625674"/>
            <a:ext cx="995182" cy="769441"/>
            <a:chOff x="1722120" y="1169320"/>
            <a:chExt cx="995182" cy="769441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1BE69959-EA2E-8BDC-6986-4E3438C660F1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B9FF0ADF-D46A-EE12-D3B2-65E8D8504CED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D3BBCCAC-72AE-E532-DCBC-A69287158CFD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DF1E38A-3ABB-17A4-CA74-EFF4C0657EBA}"/>
              </a:ext>
            </a:extLst>
          </p:cNvPr>
          <p:cNvGrpSpPr/>
          <p:nvPr/>
        </p:nvGrpSpPr>
        <p:grpSpPr>
          <a:xfrm>
            <a:off x="3257023" y="4625674"/>
            <a:ext cx="1423038" cy="769441"/>
            <a:chOff x="3257023" y="1169320"/>
            <a:chExt cx="1423038" cy="769441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835B99AD-1B79-01AC-C409-8921C1390DEE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43C341D2-3DE9-7CED-243E-3B8F225C6234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6AF5230B-BD8D-6602-EE2F-C3A412C017BB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9A8680A6-6AA3-250B-A1C8-C642658205F6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C9FC3918-18B9-5E23-48A0-70C5969BB05B}"/>
              </a:ext>
            </a:extLst>
          </p:cNvPr>
          <p:cNvSpPr/>
          <p:nvPr/>
        </p:nvSpPr>
        <p:spPr>
          <a:xfrm>
            <a:off x="4956003" y="3567286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0A8445A-DF00-16F5-BF35-FD07306A19C2}"/>
              </a:ext>
            </a:extLst>
          </p:cNvPr>
          <p:cNvSpPr txBox="1"/>
          <p:nvPr/>
        </p:nvSpPr>
        <p:spPr>
          <a:xfrm>
            <a:off x="6353557" y="3486154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76" name="Star: 5 Points 175">
            <a:extLst>
              <a:ext uri="{FF2B5EF4-FFF2-40B4-BE49-F238E27FC236}">
                <a16:creationId xmlns:a16="http://schemas.microsoft.com/office/drawing/2014/main" id="{3C4D1138-891D-C9A6-2C4C-94DF60BB5A4D}"/>
              </a:ext>
            </a:extLst>
          </p:cNvPr>
          <p:cNvSpPr/>
          <p:nvPr/>
        </p:nvSpPr>
        <p:spPr>
          <a:xfrm>
            <a:off x="5426919" y="608946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2E67D2E0-1691-758E-2056-215DA56DA312}"/>
              </a:ext>
            </a:extLst>
          </p:cNvPr>
          <p:cNvSpPr txBox="1"/>
          <p:nvPr/>
        </p:nvSpPr>
        <p:spPr>
          <a:xfrm>
            <a:off x="5763011" y="6091646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8171DCCA-681C-F81A-B89A-0316E984E705}"/>
              </a:ext>
            </a:extLst>
          </p:cNvPr>
          <p:cNvSpPr txBox="1"/>
          <p:nvPr/>
        </p:nvSpPr>
        <p:spPr>
          <a:xfrm>
            <a:off x="5960003" y="3783186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B73A36D7-2623-CB41-897B-235584C248B6}"/>
              </a:ext>
            </a:extLst>
          </p:cNvPr>
          <p:cNvSpPr txBox="1"/>
          <p:nvPr/>
        </p:nvSpPr>
        <p:spPr>
          <a:xfrm>
            <a:off x="5733059" y="6368645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80" name="Star: 5 Points 179">
            <a:extLst>
              <a:ext uri="{FF2B5EF4-FFF2-40B4-BE49-F238E27FC236}">
                <a16:creationId xmlns:a16="http://schemas.microsoft.com/office/drawing/2014/main" id="{125CFE60-BBF5-6430-FB14-FD1CAE6B0B4A}"/>
              </a:ext>
            </a:extLst>
          </p:cNvPr>
          <p:cNvSpPr/>
          <p:nvPr/>
        </p:nvSpPr>
        <p:spPr>
          <a:xfrm>
            <a:off x="5426919" y="643312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Star: 5 Points 180">
            <a:extLst>
              <a:ext uri="{FF2B5EF4-FFF2-40B4-BE49-F238E27FC236}">
                <a16:creationId xmlns:a16="http://schemas.microsoft.com/office/drawing/2014/main" id="{68196EF8-B0AA-7C34-2D32-E7F17315D42F}"/>
              </a:ext>
            </a:extLst>
          </p:cNvPr>
          <p:cNvSpPr/>
          <p:nvPr/>
        </p:nvSpPr>
        <p:spPr>
          <a:xfrm>
            <a:off x="5087829" y="643312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6D7DDF55-86FB-F323-5D8D-93AA97A17902}"/>
              </a:ext>
            </a:extLst>
          </p:cNvPr>
          <p:cNvSpPr txBox="1"/>
          <p:nvPr/>
        </p:nvSpPr>
        <p:spPr>
          <a:xfrm>
            <a:off x="8107777" y="6020600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C89D579B-03A3-BF8F-94C9-7FE75FDB439C}"/>
              </a:ext>
            </a:extLst>
          </p:cNvPr>
          <p:cNvSpPr txBox="1"/>
          <p:nvPr/>
        </p:nvSpPr>
        <p:spPr>
          <a:xfrm>
            <a:off x="6220350" y="474037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D77AD61-90A6-DAEE-A47C-9D8D9774C547}"/>
              </a:ext>
            </a:extLst>
          </p:cNvPr>
          <p:cNvSpPr txBox="1"/>
          <p:nvPr/>
        </p:nvSpPr>
        <p:spPr>
          <a:xfrm>
            <a:off x="7754048" y="474037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E017474D-6A37-3B32-DE3D-191D1586C0E6}"/>
              </a:ext>
            </a:extLst>
          </p:cNvPr>
          <p:cNvGrpSpPr/>
          <p:nvPr/>
        </p:nvGrpSpPr>
        <p:grpSpPr>
          <a:xfrm>
            <a:off x="6671709" y="4609606"/>
            <a:ext cx="995182" cy="769441"/>
            <a:chOff x="1722120" y="1169320"/>
            <a:chExt cx="995182" cy="769441"/>
          </a:xfrm>
        </p:grpSpPr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B4371F7C-8AB6-A0E7-B5AA-0B63DBC431B5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B0F9FF77-E905-C974-E537-512EE0BA820A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1E0BE43A-7548-EA72-4B01-794EA0481060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94EC948C-4EDC-BF8A-40F6-60BC499DEF1A}"/>
              </a:ext>
            </a:extLst>
          </p:cNvPr>
          <p:cNvGrpSpPr/>
          <p:nvPr/>
        </p:nvGrpSpPr>
        <p:grpSpPr>
          <a:xfrm>
            <a:off x="5138011" y="4609606"/>
            <a:ext cx="995182" cy="769441"/>
            <a:chOff x="1722120" y="1169320"/>
            <a:chExt cx="995182" cy="769441"/>
          </a:xfrm>
        </p:grpSpPr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08C51A82-4015-B71D-CDE1-57BF3D7EBF28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A21C4499-C435-47D7-1D0C-FBBB5E292059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81D92173-140B-3409-594B-1078C2F20830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5E7678C4-8C9B-F875-801C-BACECE831010}"/>
              </a:ext>
            </a:extLst>
          </p:cNvPr>
          <p:cNvGrpSpPr/>
          <p:nvPr/>
        </p:nvGrpSpPr>
        <p:grpSpPr>
          <a:xfrm>
            <a:off x="8205406" y="4609606"/>
            <a:ext cx="1423038" cy="769441"/>
            <a:chOff x="3257023" y="1169320"/>
            <a:chExt cx="1423038" cy="769441"/>
          </a:xfrm>
        </p:grpSpPr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4206E06A-49D5-BCC0-02CC-928AB7BB2E4C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426C1F3F-2AF7-773E-C408-8B8A7A83C1AC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D7B5E8BB-11BC-658E-6892-E574AFBF8630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3DCEDACC-C58E-09A1-A410-95E522F91A68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1050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D4991DA8-94DA-2A6E-909B-0EEA901DBEAF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CE5445B-5E80-CBA3-44AF-BA082648A5B5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CCF5D10-5829-DCC1-221B-7D66EDF6D488}"/>
              </a:ext>
            </a:extLst>
          </p:cNvPr>
          <p:cNvSpPr txBox="1"/>
          <p:nvPr/>
        </p:nvSpPr>
        <p:spPr>
          <a:xfrm>
            <a:off x="1522975" y="3315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05" name="Star: 5 Points 104">
            <a:extLst>
              <a:ext uri="{FF2B5EF4-FFF2-40B4-BE49-F238E27FC236}">
                <a16:creationId xmlns:a16="http://schemas.microsoft.com/office/drawing/2014/main" id="{AF57ABE6-E66E-B3F0-5D4E-C589AA1CE236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A8C75C2-225F-3BDC-FE39-3D1185C24AF2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9D8F555-000C-30EC-15D1-AAFE0F58EB0A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1BDCC68-8529-1906-4DD7-4D9D30F93691}"/>
              </a:ext>
            </a:extLst>
          </p:cNvPr>
          <p:cNvSpPr txBox="1"/>
          <p:nvPr/>
        </p:nvSpPr>
        <p:spPr>
          <a:xfrm>
            <a:off x="814628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09" name="Star: 5 Points 108">
            <a:extLst>
              <a:ext uri="{FF2B5EF4-FFF2-40B4-BE49-F238E27FC236}">
                <a16:creationId xmlns:a16="http://schemas.microsoft.com/office/drawing/2014/main" id="{4B9130B4-3534-E0D7-F051-E976475E3AD9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Star: 5 Points 109">
            <a:extLst>
              <a:ext uri="{FF2B5EF4-FFF2-40B4-BE49-F238E27FC236}">
                <a16:creationId xmlns:a16="http://schemas.microsoft.com/office/drawing/2014/main" id="{B8D26DB5-DEE8-6BB1-442F-D03483CABC4D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F775930-6449-CEF4-D588-D333CA3A70B1}"/>
              </a:ext>
            </a:extLst>
          </p:cNvPr>
          <p:cNvSpPr txBox="1"/>
          <p:nvPr/>
        </p:nvSpPr>
        <p:spPr>
          <a:xfrm>
            <a:off x="3137678" y="2635116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4679A53-0A02-47C0-4112-7F6A25AEF8E1}"/>
              </a:ext>
            </a:extLst>
          </p:cNvPr>
          <p:cNvSpPr txBox="1"/>
          <p:nvPr/>
        </p:nvSpPr>
        <p:spPr>
          <a:xfrm>
            <a:off x="1321844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ECA7602-635E-3A95-6064-3FB9065AFBC5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FEB25E3-70DB-A122-4435-473B26D1E58A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2ED800D-9D27-B2AF-6F45-4986FEBFD03E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66666B18-B3E8-C669-BACE-55A1B678C94A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0A6BDE2-3484-B7F9-7871-2412E0AC4BA4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907E3B0-BA72-CD48-F0C6-F2BA23EA0502}"/>
              </a:ext>
            </a:extLst>
          </p:cNvPr>
          <p:cNvSpPr/>
          <p:nvPr/>
        </p:nvSpPr>
        <p:spPr>
          <a:xfrm>
            <a:off x="4312561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C011A12-41D0-B094-D237-9DBF2C192680}"/>
              </a:ext>
            </a:extLst>
          </p:cNvPr>
          <p:cNvGrpSpPr/>
          <p:nvPr/>
        </p:nvGrpSpPr>
        <p:grpSpPr>
          <a:xfrm>
            <a:off x="243481" y="1298860"/>
            <a:ext cx="949821" cy="553914"/>
            <a:chOff x="243481" y="1298860"/>
            <a:chExt cx="949821" cy="553914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58D71216-2B12-E28B-6783-65E4F44C73C5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EF70757F-78CF-BBFE-4518-AE9221543CC1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ADB4100-66EB-F23E-2983-D8707D0C54E5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EDD930D-3C9E-81FD-E5F8-C5FD390E728E}"/>
              </a:ext>
            </a:extLst>
          </p:cNvPr>
          <p:cNvGrpSpPr/>
          <p:nvPr/>
        </p:nvGrpSpPr>
        <p:grpSpPr>
          <a:xfrm>
            <a:off x="3302564" y="1298860"/>
            <a:ext cx="949821" cy="553914"/>
            <a:chOff x="243481" y="1298860"/>
            <a:chExt cx="949821" cy="553914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0DD7B04C-D42D-9948-EFB3-37302F6C098E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B78828F9-E72E-BA33-2BE0-DE898B3A574E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FF981E97-4CBE-E8E0-3D40-E0974CB4C5ED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0A461585-852D-D669-93BA-2150DA7E41D4}"/>
              </a:ext>
            </a:extLst>
          </p:cNvPr>
          <p:cNvSpPr/>
          <p:nvPr/>
        </p:nvSpPr>
        <p:spPr>
          <a:xfrm>
            <a:off x="4972665" y="12461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B1B6763-69A4-4A8B-5A81-226C8C3B5D11}"/>
              </a:ext>
            </a:extLst>
          </p:cNvPr>
          <p:cNvSpPr/>
          <p:nvPr/>
        </p:nvSpPr>
        <p:spPr>
          <a:xfrm>
            <a:off x="6840109" y="5273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3EB5001-842A-708A-AD58-4E3758502FBB}"/>
              </a:ext>
            </a:extLst>
          </p:cNvPr>
          <p:cNvSpPr txBox="1"/>
          <p:nvPr/>
        </p:nvSpPr>
        <p:spPr>
          <a:xfrm>
            <a:off x="6488020" y="3076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30" name="Star: 5 Points 129">
            <a:extLst>
              <a:ext uri="{FF2B5EF4-FFF2-40B4-BE49-F238E27FC236}">
                <a16:creationId xmlns:a16="http://schemas.microsoft.com/office/drawing/2014/main" id="{F62CED36-BDBE-0CE1-AD28-5E38F3956799}"/>
              </a:ext>
            </a:extLst>
          </p:cNvPr>
          <p:cNvSpPr/>
          <p:nvPr/>
        </p:nvSpPr>
        <p:spPr>
          <a:xfrm>
            <a:off x="5443581" y="264679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4F51CB0-10AE-E09E-D99C-F82C8D6874B0}"/>
              </a:ext>
            </a:extLst>
          </p:cNvPr>
          <p:cNvSpPr txBox="1"/>
          <p:nvPr/>
        </p:nvSpPr>
        <p:spPr>
          <a:xfrm>
            <a:off x="5779673" y="264897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261188D-EFA6-9BF8-B9F5-146CC147D1BC}"/>
              </a:ext>
            </a:extLst>
          </p:cNvPr>
          <p:cNvSpPr txBox="1"/>
          <p:nvPr/>
        </p:nvSpPr>
        <p:spPr>
          <a:xfrm>
            <a:off x="5976665" y="34051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50815B3-573C-DD38-DE30-41C11B3E2AF0}"/>
              </a:ext>
            </a:extLst>
          </p:cNvPr>
          <p:cNvSpPr txBox="1"/>
          <p:nvPr/>
        </p:nvSpPr>
        <p:spPr>
          <a:xfrm>
            <a:off x="5779673" y="292596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34" name="Star: 5 Points 133">
            <a:extLst>
              <a:ext uri="{FF2B5EF4-FFF2-40B4-BE49-F238E27FC236}">
                <a16:creationId xmlns:a16="http://schemas.microsoft.com/office/drawing/2014/main" id="{93B388DF-A647-BA50-1F45-F55A8951BFE4}"/>
              </a:ext>
            </a:extLst>
          </p:cNvPr>
          <p:cNvSpPr/>
          <p:nvPr/>
        </p:nvSpPr>
        <p:spPr>
          <a:xfrm>
            <a:off x="5443581" y="299044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Star: 5 Points 134">
            <a:extLst>
              <a:ext uri="{FF2B5EF4-FFF2-40B4-BE49-F238E27FC236}">
                <a16:creationId xmlns:a16="http://schemas.microsoft.com/office/drawing/2014/main" id="{ED3F0960-72E8-0EF8-BDB8-38AD0E76B7C7}"/>
              </a:ext>
            </a:extLst>
          </p:cNvPr>
          <p:cNvSpPr/>
          <p:nvPr/>
        </p:nvSpPr>
        <p:spPr>
          <a:xfrm>
            <a:off x="5104491" y="299044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C0CCC89-AB4A-2C36-DC69-07ADCC372341}"/>
              </a:ext>
            </a:extLst>
          </p:cNvPr>
          <p:cNvSpPr txBox="1"/>
          <p:nvPr/>
        </p:nvSpPr>
        <p:spPr>
          <a:xfrm>
            <a:off x="8102723" y="2632726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E2E1DCB-4437-A7C6-5DA9-39D7047A0E23}"/>
              </a:ext>
            </a:extLst>
          </p:cNvPr>
          <p:cNvSpPr txBox="1"/>
          <p:nvPr/>
        </p:nvSpPr>
        <p:spPr>
          <a:xfrm>
            <a:off x="6286889" y="129769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6D15C4C-67BC-4F24-494F-A3619377D6FC}"/>
              </a:ext>
            </a:extLst>
          </p:cNvPr>
          <p:cNvSpPr txBox="1"/>
          <p:nvPr/>
        </p:nvSpPr>
        <p:spPr>
          <a:xfrm>
            <a:off x="7770710" y="129769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12DE110-69EE-E0EC-9A34-29FAC6BE10C2}"/>
              </a:ext>
            </a:extLst>
          </p:cNvPr>
          <p:cNvGrpSpPr/>
          <p:nvPr/>
        </p:nvGrpSpPr>
        <p:grpSpPr>
          <a:xfrm>
            <a:off x="6688371" y="1166930"/>
            <a:ext cx="995182" cy="769441"/>
            <a:chOff x="1722120" y="1169320"/>
            <a:chExt cx="995182" cy="769441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E511C3CF-4D7B-C972-D5CC-EEAFB7A288E9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1A9CF812-8F32-7996-82E0-67165BED0BF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6E195F1E-6075-E466-A410-DE459362FA03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14DD02D-1186-D385-BAD2-9208D99E8CBF}"/>
              </a:ext>
            </a:extLst>
          </p:cNvPr>
          <p:cNvSpPr/>
          <p:nvPr/>
        </p:nvSpPr>
        <p:spPr>
          <a:xfrm>
            <a:off x="9277606" y="12964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192BC4D-DFF1-4590-9B7D-C4B8A8A75F24}"/>
              </a:ext>
            </a:extLst>
          </p:cNvPr>
          <p:cNvGrpSpPr/>
          <p:nvPr/>
        </p:nvGrpSpPr>
        <p:grpSpPr>
          <a:xfrm>
            <a:off x="5208526" y="1296470"/>
            <a:ext cx="949821" cy="553914"/>
            <a:chOff x="243481" y="1298860"/>
            <a:chExt cx="949821" cy="553914"/>
          </a:xfrm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2D2064A5-6D62-01A8-94B9-E24C895E2DF8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31E0BE06-AF60-77C3-3AAA-3858A955CB54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22591723-A571-CFD9-0328-A097675E989D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91F2E13B-9D98-78AC-3183-1C3867A716CB}"/>
              </a:ext>
            </a:extLst>
          </p:cNvPr>
          <p:cNvGrpSpPr/>
          <p:nvPr/>
        </p:nvGrpSpPr>
        <p:grpSpPr>
          <a:xfrm>
            <a:off x="8267609" y="1296470"/>
            <a:ext cx="949821" cy="553914"/>
            <a:chOff x="243481" y="1298860"/>
            <a:chExt cx="949821" cy="553914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83268946-7F06-1AE9-2A55-3D4B8B966405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4D302F7C-B6E0-C1EF-444F-314B047D1ADB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63DDB9D9-D4B9-68F5-BF42-C5DA08096B8B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77A166A1-7B39-FA37-92FB-1DE54F7306A7}"/>
              </a:ext>
            </a:extLst>
          </p:cNvPr>
          <p:cNvSpPr/>
          <p:nvPr/>
        </p:nvSpPr>
        <p:spPr>
          <a:xfrm>
            <a:off x="7620" y="3557426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DC801AF-6DD1-B5E0-BD32-52F31C354242}"/>
              </a:ext>
            </a:extLst>
          </p:cNvPr>
          <p:cNvSpPr/>
          <p:nvPr/>
        </p:nvSpPr>
        <p:spPr>
          <a:xfrm>
            <a:off x="1875064" y="3485547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4FBBB03-5D84-8B4A-8A1A-7CDC84705F9D}"/>
              </a:ext>
            </a:extLst>
          </p:cNvPr>
          <p:cNvSpPr txBox="1"/>
          <p:nvPr/>
        </p:nvSpPr>
        <p:spPr>
          <a:xfrm>
            <a:off x="1522975" y="346358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55" name="Star: 5 Points 154">
            <a:extLst>
              <a:ext uri="{FF2B5EF4-FFF2-40B4-BE49-F238E27FC236}">
                <a16:creationId xmlns:a16="http://schemas.microsoft.com/office/drawing/2014/main" id="{C3FAD5A3-1CB2-7DB6-6A29-07C042DFE24A}"/>
              </a:ext>
            </a:extLst>
          </p:cNvPr>
          <p:cNvSpPr/>
          <p:nvPr/>
        </p:nvSpPr>
        <p:spPr>
          <a:xfrm>
            <a:off x="478536" y="607960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938F69E-3B58-76B8-20A4-13295BAB7FBF}"/>
              </a:ext>
            </a:extLst>
          </p:cNvPr>
          <p:cNvSpPr txBox="1"/>
          <p:nvPr/>
        </p:nvSpPr>
        <p:spPr>
          <a:xfrm>
            <a:off x="814628" y="6081786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FF66584-D2AC-77A4-9B02-1C9BCDBA3E15}"/>
              </a:ext>
            </a:extLst>
          </p:cNvPr>
          <p:cNvSpPr txBox="1"/>
          <p:nvPr/>
        </p:nvSpPr>
        <p:spPr>
          <a:xfrm>
            <a:off x="1011620" y="3773326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7453048-9850-F970-4B52-3C4F36F6AA1D}"/>
              </a:ext>
            </a:extLst>
          </p:cNvPr>
          <p:cNvSpPr txBox="1"/>
          <p:nvPr/>
        </p:nvSpPr>
        <p:spPr>
          <a:xfrm>
            <a:off x="814628" y="6358785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9" name="Star: 5 Points 158">
            <a:extLst>
              <a:ext uri="{FF2B5EF4-FFF2-40B4-BE49-F238E27FC236}">
                <a16:creationId xmlns:a16="http://schemas.microsoft.com/office/drawing/2014/main" id="{F747BE20-7522-E0A9-91AA-7FD316573955}"/>
              </a:ext>
            </a:extLst>
          </p:cNvPr>
          <p:cNvSpPr/>
          <p:nvPr/>
        </p:nvSpPr>
        <p:spPr>
          <a:xfrm>
            <a:off x="478536" y="642326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Star: 5 Points 159">
            <a:extLst>
              <a:ext uri="{FF2B5EF4-FFF2-40B4-BE49-F238E27FC236}">
                <a16:creationId xmlns:a16="http://schemas.microsoft.com/office/drawing/2014/main" id="{4263A917-E8DC-20C9-FB7D-5F18EA2265B7}"/>
              </a:ext>
            </a:extLst>
          </p:cNvPr>
          <p:cNvSpPr/>
          <p:nvPr/>
        </p:nvSpPr>
        <p:spPr>
          <a:xfrm>
            <a:off x="139446" y="642326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2AC74D1-DD10-EFDD-47B4-EF2DF2B70B7E}"/>
              </a:ext>
            </a:extLst>
          </p:cNvPr>
          <p:cNvSpPr txBox="1"/>
          <p:nvPr/>
        </p:nvSpPr>
        <p:spPr>
          <a:xfrm>
            <a:off x="3137678" y="6065542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7C023E2-0101-4492-4699-808361853803}"/>
              </a:ext>
            </a:extLst>
          </p:cNvPr>
          <p:cNvSpPr txBox="1"/>
          <p:nvPr/>
        </p:nvSpPr>
        <p:spPr>
          <a:xfrm>
            <a:off x="1321844" y="473051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33A532E-52D9-DA8A-ABB3-B6AC58D600A6}"/>
              </a:ext>
            </a:extLst>
          </p:cNvPr>
          <p:cNvSpPr txBox="1"/>
          <p:nvPr/>
        </p:nvSpPr>
        <p:spPr>
          <a:xfrm>
            <a:off x="2805665" y="473051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8D7DA2C8-CF87-8FBF-6457-612B2C2D3B00}"/>
              </a:ext>
            </a:extLst>
          </p:cNvPr>
          <p:cNvGrpSpPr/>
          <p:nvPr/>
        </p:nvGrpSpPr>
        <p:grpSpPr>
          <a:xfrm>
            <a:off x="1723326" y="4599746"/>
            <a:ext cx="995182" cy="769441"/>
            <a:chOff x="1722120" y="1169320"/>
            <a:chExt cx="995182" cy="769441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76B21401-8176-E226-723C-720362512BBA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2CB1A0D4-E09B-BAB6-6524-B4AB4E618E5E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3F886158-0A0C-88F3-ECFA-4D76B802AE0B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68" name="Rectangle 167">
            <a:extLst>
              <a:ext uri="{FF2B5EF4-FFF2-40B4-BE49-F238E27FC236}">
                <a16:creationId xmlns:a16="http://schemas.microsoft.com/office/drawing/2014/main" id="{18DB510A-8CD3-6C9C-3340-8D706746ED90}"/>
              </a:ext>
            </a:extLst>
          </p:cNvPr>
          <p:cNvSpPr/>
          <p:nvPr/>
        </p:nvSpPr>
        <p:spPr>
          <a:xfrm>
            <a:off x="4312561" y="472928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1DC7088-D9B4-DEA9-BA43-A676BD3E7C07}"/>
              </a:ext>
            </a:extLst>
          </p:cNvPr>
          <p:cNvGrpSpPr/>
          <p:nvPr/>
        </p:nvGrpSpPr>
        <p:grpSpPr>
          <a:xfrm>
            <a:off x="243481" y="4729286"/>
            <a:ext cx="949821" cy="553914"/>
            <a:chOff x="243481" y="1298860"/>
            <a:chExt cx="949821" cy="553914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BA42E8DB-278D-9A0F-4C78-607AF2900D97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CDCE32FE-DFD3-9E44-546D-BEA9EF9B1FD9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E228AC8-308D-4F05-E38A-D953C1BD193B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A3FE3186-CC12-6C08-CF7C-2747567DEF3D}"/>
              </a:ext>
            </a:extLst>
          </p:cNvPr>
          <p:cNvGrpSpPr/>
          <p:nvPr/>
        </p:nvGrpSpPr>
        <p:grpSpPr>
          <a:xfrm>
            <a:off x="3302564" y="4729286"/>
            <a:ext cx="949821" cy="553914"/>
            <a:chOff x="243481" y="1298860"/>
            <a:chExt cx="949821" cy="553914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68CEA62-E77D-5BF5-85E9-FE4AF71FA77C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857A52FA-F2A2-B7E9-2318-1160C3EA4254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013BFBC0-7034-5E16-10B5-5588BDA9AB34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AA8502F8-C0BD-3B88-379E-75482F7ABE0C}"/>
              </a:ext>
            </a:extLst>
          </p:cNvPr>
          <p:cNvSpPr/>
          <p:nvPr/>
        </p:nvSpPr>
        <p:spPr>
          <a:xfrm>
            <a:off x="4972665" y="3580964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A78D7A13-B25D-781C-5707-3CAD0D1BF018}"/>
              </a:ext>
            </a:extLst>
          </p:cNvPr>
          <p:cNvSpPr/>
          <p:nvPr/>
        </p:nvSpPr>
        <p:spPr>
          <a:xfrm>
            <a:off x="6840109" y="3509085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E222DCB-8E26-B921-0D2B-BD2CAA66BE2F}"/>
              </a:ext>
            </a:extLst>
          </p:cNvPr>
          <p:cNvSpPr txBox="1"/>
          <p:nvPr/>
        </p:nvSpPr>
        <p:spPr>
          <a:xfrm>
            <a:off x="6488020" y="348711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80" name="Star: 5 Points 179">
            <a:extLst>
              <a:ext uri="{FF2B5EF4-FFF2-40B4-BE49-F238E27FC236}">
                <a16:creationId xmlns:a16="http://schemas.microsoft.com/office/drawing/2014/main" id="{B8832906-7B69-C17B-055B-94F1485C0E23}"/>
              </a:ext>
            </a:extLst>
          </p:cNvPr>
          <p:cNvSpPr/>
          <p:nvPr/>
        </p:nvSpPr>
        <p:spPr>
          <a:xfrm>
            <a:off x="5443581" y="610314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2AE6D495-B63B-4705-88F0-79790FD94351}"/>
              </a:ext>
            </a:extLst>
          </p:cNvPr>
          <p:cNvSpPr txBox="1"/>
          <p:nvPr/>
        </p:nvSpPr>
        <p:spPr>
          <a:xfrm>
            <a:off x="5779673" y="6105324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E7C73B44-8B24-BF6E-42E5-3F7C482EEBCE}"/>
              </a:ext>
            </a:extLst>
          </p:cNvPr>
          <p:cNvSpPr txBox="1"/>
          <p:nvPr/>
        </p:nvSpPr>
        <p:spPr>
          <a:xfrm>
            <a:off x="5976665" y="3796864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97C68F98-8BB9-3708-DDE0-C4A0FCEA536E}"/>
              </a:ext>
            </a:extLst>
          </p:cNvPr>
          <p:cNvSpPr txBox="1"/>
          <p:nvPr/>
        </p:nvSpPr>
        <p:spPr>
          <a:xfrm>
            <a:off x="5779673" y="6382323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84" name="Star: 5 Points 183">
            <a:extLst>
              <a:ext uri="{FF2B5EF4-FFF2-40B4-BE49-F238E27FC236}">
                <a16:creationId xmlns:a16="http://schemas.microsoft.com/office/drawing/2014/main" id="{18EB08FD-C7EA-0F9A-7C18-E033300F455E}"/>
              </a:ext>
            </a:extLst>
          </p:cNvPr>
          <p:cNvSpPr/>
          <p:nvPr/>
        </p:nvSpPr>
        <p:spPr>
          <a:xfrm>
            <a:off x="5443581" y="644679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Star: 5 Points 184">
            <a:extLst>
              <a:ext uri="{FF2B5EF4-FFF2-40B4-BE49-F238E27FC236}">
                <a16:creationId xmlns:a16="http://schemas.microsoft.com/office/drawing/2014/main" id="{7AA25779-40B3-77FD-6AF6-38FC68AE3D12}"/>
              </a:ext>
            </a:extLst>
          </p:cNvPr>
          <p:cNvSpPr/>
          <p:nvPr/>
        </p:nvSpPr>
        <p:spPr>
          <a:xfrm>
            <a:off x="5104491" y="644679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A84E5700-054C-DCBA-3F09-E304F95383B8}"/>
              </a:ext>
            </a:extLst>
          </p:cNvPr>
          <p:cNvSpPr txBox="1"/>
          <p:nvPr/>
        </p:nvSpPr>
        <p:spPr>
          <a:xfrm>
            <a:off x="8102723" y="6089080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9031F988-D464-851D-C6D9-97BC86A68288}"/>
              </a:ext>
            </a:extLst>
          </p:cNvPr>
          <p:cNvSpPr txBox="1"/>
          <p:nvPr/>
        </p:nvSpPr>
        <p:spPr>
          <a:xfrm>
            <a:off x="6286889" y="475405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4B7B677-237B-9FC6-4697-834CB09C156C}"/>
              </a:ext>
            </a:extLst>
          </p:cNvPr>
          <p:cNvSpPr txBox="1"/>
          <p:nvPr/>
        </p:nvSpPr>
        <p:spPr>
          <a:xfrm>
            <a:off x="7770710" y="475405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CD25483-C498-334D-8A67-2648B2AD0237}"/>
              </a:ext>
            </a:extLst>
          </p:cNvPr>
          <p:cNvGrpSpPr/>
          <p:nvPr/>
        </p:nvGrpSpPr>
        <p:grpSpPr>
          <a:xfrm>
            <a:off x="6688371" y="4623284"/>
            <a:ext cx="995182" cy="769441"/>
            <a:chOff x="1722120" y="1169320"/>
            <a:chExt cx="995182" cy="769441"/>
          </a:xfrm>
        </p:grpSpPr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03B29EEE-4A5C-8388-F983-7E955BD421CE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4690CDAF-D3B4-5319-6D49-A124D374EA5C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F42D022C-734F-312F-8129-701B7BC8CE66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93" name="Rectangle 192">
            <a:extLst>
              <a:ext uri="{FF2B5EF4-FFF2-40B4-BE49-F238E27FC236}">
                <a16:creationId xmlns:a16="http://schemas.microsoft.com/office/drawing/2014/main" id="{F62D7E5E-734C-3F9A-B593-B954D53CC16E}"/>
              </a:ext>
            </a:extLst>
          </p:cNvPr>
          <p:cNvSpPr/>
          <p:nvPr/>
        </p:nvSpPr>
        <p:spPr>
          <a:xfrm>
            <a:off x="9277606" y="475282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A25C34DD-5785-E6D8-16AB-FE4C149BF4B2}"/>
              </a:ext>
            </a:extLst>
          </p:cNvPr>
          <p:cNvGrpSpPr/>
          <p:nvPr/>
        </p:nvGrpSpPr>
        <p:grpSpPr>
          <a:xfrm>
            <a:off x="5208526" y="4752824"/>
            <a:ext cx="949821" cy="553914"/>
            <a:chOff x="243481" y="1298860"/>
            <a:chExt cx="949821" cy="553914"/>
          </a:xfrm>
        </p:grpSpPr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DE97821-B5D7-88C0-4E65-B6F24072A13C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168435D2-9B3C-DF5A-D355-3B1C59EB9337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24DBAAF6-61AD-2091-8C5C-B1947DA31A66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E04CA0A5-A0ED-0C10-4E0A-532B995979C0}"/>
              </a:ext>
            </a:extLst>
          </p:cNvPr>
          <p:cNvGrpSpPr/>
          <p:nvPr/>
        </p:nvGrpSpPr>
        <p:grpSpPr>
          <a:xfrm>
            <a:off x="8267609" y="4752824"/>
            <a:ext cx="949821" cy="553914"/>
            <a:chOff x="243481" y="1298860"/>
            <a:chExt cx="949821" cy="553914"/>
          </a:xfrm>
        </p:grpSpPr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4A6E79A4-C1E8-F4BE-1AF7-254761A861F4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2BD78941-11EE-7B5E-8828-10CBCCD702E3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BFFED43D-6632-4972-F1DB-E3CCD76B9A72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1433249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C4A5C7-F055-F9F6-96FD-18392EBBB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80083" y="1002517"/>
            <a:ext cx="6726076" cy="47400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648BBD-B6CB-3755-A8AB-060E4D915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60008" y="1058955"/>
            <a:ext cx="6726076" cy="474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07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B547B1-08BD-39E5-FF14-5FAD3F8B1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8126" y="1126085"/>
            <a:ext cx="6671637" cy="46058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882E1B-5AF2-3F57-64D7-35DC81C47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32492" y="1126086"/>
            <a:ext cx="6671637" cy="460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38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8C3B9-0431-7824-2D45-D016C59C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48" y="1661269"/>
            <a:ext cx="8543925" cy="353546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35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10489</TotalTime>
  <Words>459</Words>
  <Application>Microsoft Office PowerPoint</Application>
  <PresentationFormat>A4 Paper (210x297 mm)</PresentationFormat>
  <Paragraphs>155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Calibri Light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508</cp:revision>
  <cp:lastPrinted>2022-10-25T10:56:24Z</cp:lastPrinted>
  <dcterms:created xsi:type="dcterms:W3CDTF">2017-01-17T16:57:04Z</dcterms:created>
  <dcterms:modified xsi:type="dcterms:W3CDTF">2024-05-23T11:03:33Z</dcterms:modified>
</cp:coreProperties>
</file>