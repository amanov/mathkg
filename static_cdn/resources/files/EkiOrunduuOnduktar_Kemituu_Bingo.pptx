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24"/>
  </p:notesMasterIdLst>
  <p:sldIdLst>
    <p:sldId id="973" r:id="rId3"/>
    <p:sldId id="974" r:id="rId4"/>
    <p:sldId id="851" r:id="rId5"/>
    <p:sldId id="950" r:id="rId6"/>
    <p:sldId id="964" r:id="rId7"/>
    <p:sldId id="967" r:id="rId8"/>
    <p:sldId id="965" r:id="rId9"/>
    <p:sldId id="958" r:id="rId10"/>
    <p:sldId id="970" r:id="rId11"/>
    <p:sldId id="969" r:id="rId12"/>
    <p:sldId id="962" r:id="rId13"/>
    <p:sldId id="963" r:id="rId14"/>
    <p:sldId id="966" r:id="rId15"/>
    <p:sldId id="971" r:id="rId16"/>
    <p:sldId id="959" r:id="rId17"/>
    <p:sldId id="968" r:id="rId18"/>
    <p:sldId id="960" r:id="rId19"/>
    <p:sldId id="961" r:id="rId20"/>
    <p:sldId id="972" r:id="rId21"/>
    <p:sldId id="940" r:id="rId22"/>
    <p:sldId id="274" r:id="rId23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9432403-3043-4CDE-B373-1A6209C63CC4}">
          <p14:sldIdLst>
            <p14:sldId id="973"/>
            <p14:sldId id="974"/>
            <p14:sldId id="851"/>
            <p14:sldId id="950"/>
            <p14:sldId id="964"/>
            <p14:sldId id="967"/>
            <p14:sldId id="965"/>
            <p14:sldId id="958"/>
            <p14:sldId id="970"/>
            <p14:sldId id="969"/>
            <p14:sldId id="962"/>
            <p14:sldId id="963"/>
            <p14:sldId id="966"/>
            <p14:sldId id="971"/>
            <p14:sldId id="959"/>
            <p14:sldId id="968"/>
            <p14:sldId id="960"/>
            <p14:sldId id="961"/>
            <p14:sldId id="972"/>
            <p14:sldId id="940"/>
          </p14:sldIdLst>
        </p14:section>
        <p14:section name="Кайтарым байланыш" id="{F3D720CF-F566-46A6-9361-125255B68FA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5A11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5" d="100"/>
        <a:sy n="75" d="100"/>
      </p:scale>
      <p:origin x="0" y="-11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06/09/2024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952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3433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7445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38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3356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38343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5600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8437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9264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9983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7207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5303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5551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3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37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538480" y="1361441"/>
            <a:ext cx="8605520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Орундуу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Ондуктар – Кемитүү – Бинго.жооптору менен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тордон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тогуз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тандап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аларды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дептериндеги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3х3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квадратка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туш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келди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жайгаштырышы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Мугалим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оюн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учурундагы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кыйынчылыкка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суроолорду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тандаса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болот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Убакыттын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өтүшүнө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жараша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сызык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X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бардыгы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менен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жеңе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алышат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8562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A0ED1-3629-4CDD-A58D-B95B3284C69E}"/>
              </a:ext>
            </a:extLst>
          </p:cNvPr>
          <p:cNvGraphicFramePr>
            <a:graphicFrameLocks noGrp="1"/>
          </p:cNvGraphicFramePr>
          <p:nvPr/>
        </p:nvGraphicFramePr>
        <p:xfrm>
          <a:off x="5400040" y="495497"/>
          <a:ext cx="3896361" cy="38963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8787">
                  <a:extLst>
                    <a:ext uri="{9D8B030D-6E8A-4147-A177-3AD203B41FA5}">
                      <a16:colId xmlns:a16="http://schemas.microsoft.com/office/drawing/2014/main" val="115635351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2834483198"/>
                    </a:ext>
                  </a:extLst>
                </a:gridCol>
                <a:gridCol w="1298787">
                  <a:extLst>
                    <a:ext uri="{9D8B030D-6E8A-4147-A177-3AD203B41FA5}">
                      <a16:colId xmlns:a16="http://schemas.microsoft.com/office/drawing/2014/main" val="3183003522"/>
                    </a:ext>
                  </a:extLst>
                </a:gridCol>
              </a:tblGrid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45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54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23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73587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82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37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044118"/>
                  </a:ext>
                </a:extLst>
              </a:tr>
              <a:tr h="1298787"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76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25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6600" b="1" dirty="0">
                          <a:solidFill>
                            <a:schemeClr val="tx1"/>
                          </a:solidFill>
                        </a:rPr>
                        <a:t>91</a:t>
                      </a:r>
                    </a:p>
                  </a:txBody>
                  <a:tcPr marL="197935" marR="197935" marT="98968" marB="98968" anchor="ctr">
                    <a:lnL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2715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7B2AA45-FF2C-4A34-9A81-5A8EBE133E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0040" y="495497"/>
            <a:ext cx="1328420" cy="13284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FCF7CF-6A6C-4477-AEEE-930530D46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446367">
            <a:off x="6721372" y="1804985"/>
            <a:ext cx="1189215" cy="11892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51917A-7ABA-4CF9-9A1E-DE9D9BF533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>
            <a:off x="8065365" y="3076658"/>
            <a:ext cx="1328420" cy="13284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58D772-7203-4047-B730-8A75F50264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7761" flipH="1" flipV="1">
            <a:off x="5322490" y="2932737"/>
            <a:ext cx="1526948" cy="1526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5FBB59-7545-4187-BFB5-71AAC1644F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70123">
            <a:off x="6753612" y="523758"/>
            <a:ext cx="1189215" cy="118921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BF76227-595D-492B-8E21-FFB692418519}"/>
              </a:ext>
            </a:extLst>
          </p:cNvPr>
          <p:cNvSpPr/>
          <p:nvPr/>
        </p:nvSpPr>
        <p:spPr>
          <a:xfrm>
            <a:off x="0" y="297064"/>
            <a:ext cx="7221249" cy="264687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Бинго</a:t>
            </a:r>
            <a:r>
              <a:rPr kumimoji="0" lang="en-US" sz="16600" b="1" i="0" u="none" strike="noStrike" kern="1200" cap="none" spc="0" normalizeH="0" baseline="0" noProof="0" dirty="0">
                <a:ln w="5715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E67413-2406-441B-89DC-A1394BD34636}"/>
              </a:ext>
            </a:extLst>
          </p:cNvPr>
          <p:cNvSpPr/>
          <p:nvPr/>
        </p:nvSpPr>
        <p:spPr>
          <a:xfrm>
            <a:off x="-749233" y="3759183"/>
            <a:ext cx="9811954" cy="304698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9600" b="1" i="0" u="none" strike="noStrike" kern="1200" cap="none" spc="0" normalizeH="0" baseline="0" noProof="0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</a:t>
            </a:r>
            <a:r>
              <a:rPr lang="ru-RU" sz="9600" b="1" dirty="0">
                <a:ln w="38100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  <a:latin typeface="Calibri" panose="020F0502020204030204"/>
              </a:rPr>
              <a:t>кемитүү</a:t>
            </a:r>
            <a:endParaRPr kumimoji="0" lang="ru-RU" sz="9600" b="1" i="0" u="none" strike="noStrike" kern="1200" cap="none" spc="0" normalizeH="0" baseline="0" noProof="0" dirty="0">
              <a:ln w="38100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0214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92100" y="1197032"/>
          <a:ext cx="9321800" cy="44306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0450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  <a:gridCol w="2330450">
                  <a:extLst>
                    <a:ext uri="{9D8B030D-6E8A-4147-A177-3AD203B41FA5}">
                      <a16:colId xmlns:a16="http://schemas.microsoft.com/office/drawing/2014/main" val="2772295460"/>
                    </a:ext>
                  </a:extLst>
                </a:gridCol>
              </a:tblGrid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2.29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3.18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6.38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0.53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  <a:tr h="110767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7.42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2.66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8.45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4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7.27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8986472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726618" y="19616"/>
            <a:ext cx="8452763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9525">
                  <a:solidFill>
                    <a:sysClr val="windowText" lastClr="000000"/>
                  </a:solidFill>
                </a:ln>
                <a:solidFill>
                  <a:srgbClr val="00B050"/>
                </a:solidFill>
                <a:effectLst>
                  <a:reflection blurRad="6350" stA="53000" endA="300" endPos="35500" dir="5400000" sy="-90000" algn="bl" rotWithShape="0"/>
                </a:effectLst>
              </a:rPr>
              <a:t>Сандарды тандаңыз…</a:t>
            </a:r>
            <a:endParaRPr lang="en-US" sz="6600" b="1" cap="none" spc="0" dirty="0">
              <a:ln w="9525">
                <a:solidFill>
                  <a:sysClr val="windowText" lastClr="000000"/>
                </a:solidFill>
              </a:ln>
              <a:solidFill>
                <a:srgbClr val="00B050"/>
              </a:soli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5F6707C-594E-4BE7-9A2A-69EC69C30D43}"/>
              </a:ext>
            </a:extLst>
          </p:cNvPr>
          <p:cNvGraphicFramePr>
            <a:graphicFrameLocks noGrp="1"/>
          </p:cNvGraphicFramePr>
          <p:nvPr/>
        </p:nvGraphicFramePr>
        <p:xfrm>
          <a:off x="5530918" y="5786675"/>
          <a:ext cx="879027" cy="879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009">
                  <a:extLst>
                    <a:ext uri="{9D8B030D-6E8A-4147-A177-3AD203B41FA5}">
                      <a16:colId xmlns:a16="http://schemas.microsoft.com/office/drawing/2014/main" val="62045395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161216684"/>
                    </a:ext>
                  </a:extLst>
                </a:gridCol>
                <a:gridCol w="293009">
                  <a:extLst>
                    <a:ext uri="{9D8B030D-6E8A-4147-A177-3AD203B41FA5}">
                      <a16:colId xmlns:a16="http://schemas.microsoft.com/office/drawing/2014/main" val="2924408573"/>
                    </a:ext>
                  </a:extLst>
                </a:gridCol>
              </a:tblGrid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658278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100" dirty="0"/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458257"/>
                  </a:ext>
                </a:extLst>
              </a:tr>
              <a:tr h="2930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GB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5818" marR="55818" marT="27909" marB="27909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408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EDEA543-F1EE-4312-B1A0-843C76004B58}"/>
              </a:ext>
            </a:extLst>
          </p:cNvPr>
          <p:cNvSpPr txBox="1"/>
          <p:nvPr/>
        </p:nvSpPr>
        <p:spPr>
          <a:xfrm>
            <a:off x="1525719" y="6041522"/>
            <a:ext cx="4005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Китепке/дептерге 3х3 торчо тартыңыз.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3688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4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85B28B-C3F8-1973-7A78-6A46325FB04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7.4</a:t>
            </a: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6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69CC701A-F67E-37A0-9151-E1BFDC67AB5C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12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49" grpId="0"/>
      <p:bldP spid="50" grpId="0"/>
      <p:bldP spid="51" grpId="0"/>
      <p:bldP spid="52" grpId="0"/>
      <p:bldP spid="65" grpId="0"/>
      <p:bldP spid="6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2F1B9D-B992-FF82-DBB2-CD10A3F58019}"/>
              </a:ext>
            </a:extLst>
          </p:cNvPr>
          <p:cNvGrpSpPr/>
          <p:nvPr/>
        </p:nvGrpSpPr>
        <p:grpSpPr>
          <a:xfrm>
            <a:off x="1330038" y="282632"/>
            <a:ext cx="7262552" cy="1039091"/>
            <a:chOff x="1122220" y="282632"/>
            <a:chExt cx="7262552" cy="1039091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6A0A5EFD-24D2-5686-6059-AB4B79471AF9}"/>
                </a:ext>
              </a:extLst>
            </p:cNvPr>
            <p:cNvSpPr/>
            <p:nvPr/>
          </p:nvSpPr>
          <p:spPr>
            <a:xfrm>
              <a:off x="112222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523168F8-C3AD-2040-34D1-5FB9EC58A192}"/>
                </a:ext>
              </a:extLst>
            </p:cNvPr>
            <p:cNvSpPr/>
            <p:nvPr/>
          </p:nvSpPr>
          <p:spPr>
            <a:xfrm>
              <a:off x="239683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B27E12A-F2C0-42F3-11C8-E3F001B98710}"/>
                </a:ext>
              </a:extLst>
            </p:cNvPr>
            <p:cNvSpPr/>
            <p:nvPr/>
          </p:nvSpPr>
          <p:spPr>
            <a:xfrm>
              <a:off x="367145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B57A6F64-1EEA-EFDE-0AD1-745E8AADB572}"/>
                </a:ext>
              </a:extLst>
            </p:cNvPr>
            <p:cNvSpPr/>
            <p:nvPr/>
          </p:nvSpPr>
          <p:spPr>
            <a:xfrm>
              <a:off x="4946074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2" name="Rectangle: Rounded Corners 61">
              <a:extLst>
                <a:ext uri="{FF2B5EF4-FFF2-40B4-BE49-F238E27FC236}">
                  <a16:creationId xmlns:a16="http://schemas.microsoft.com/office/drawing/2014/main" id="{E76029B0-33A2-914A-B677-D19EE6C1BE5D}"/>
                </a:ext>
              </a:extLst>
            </p:cNvPr>
            <p:cNvSpPr/>
            <p:nvPr/>
          </p:nvSpPr>
          <p:spPr>
            <a:xfrm>
              <a:off x="622069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8</a:t>
              </a:r>
            </a:p>
          </p:txBody>
        </p:sp>
        <p:sp>
          <p:nvSpPr>
            <p:cNvPr id="63" name="Rectangle: Rounded Corners 62">
              <a:extLst>
                <a:ext uri="{FF2B5EF4-FFF2-40B4-BE49-F238E27FC236}">
                  <a16:creationId xmlns:a16="http://schemas.microsoft.com/office/drawing/2014/main" id="{5C098C72-96CB-9CAD-BAA7-E6BB21E9BAEB}"/>
                </a:ext>
              </a:extLst>
            </p:cNvPr>
            <p:cNvSpPr/>
            <p:nvPr/>
          </p:nvSpPr>
          <p:spPr>
            <a:xfrm>
              <a:off x="7495311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2</a:t>
              </a:r>
            </a:p>
          </p:txBody>
        </p:sp>
      </p:grp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C402663-25C0-689D-6236-AC122CD44C80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7.42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FC1E3737-BF19-7BA0-BD3F-B8375D7FAB50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280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5" grpId="0"/>
      <p:bldP spid="66" grpId="0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0D2D2CA-843B-2931-A3EF-EADFFA9D5FDB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2.57</a:t>
            </a:r>
          </a:p>
        </p:txBody>
      </p:sp>
      <p:sp>
        <p:nvSpPr>
          <p:cNvPr id="18" name="Minus Sign 17">
            <a:extLst>
              <a:ext uri="{FF2B5EF4-FFF2-40B4-BE49-F238E27FC236}">
                <a16:creationId xmlns:a16="http://schemas.microsoft.com/office/drawing/2014/main" id="{65959E29-7C5A-4F20-8D3A-F47E0C3B3552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D59105A-5F7C-31C6-489D-0515E21F70FF}"/>
              </a:ext>
            </a:extLst>
          </p:cNvPr>
          <p:cNvGrpSpPr/>
          <p:nvPr/>
        </p:nvGrpSpPr>
        <p:grpSpPr>
          <a:xfrm>
            <a:off x="2601214" y="282632"/>
            <a:ext cx="4713315" cy="1039091"/>
            <a:chOff x="1963832" y="282632"/>
            <a:chExt cx="4713315" cy="1039091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E5D5395-A613-A404-4C32-651D944F62AF}"/>
                </a:ext>
              </a:extLst>
            </p:cNvPr>
            <p:cNvSpPr/>
            <p:nvPr/>
          </p:nvSpPr>
          <p:spPr>
            <a:xfrm>
              <a:off x="1963832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59B0CB2-28A1-0548-0989-6C5DAEAF83D0}"/>
                </a:ext>
              </a:extLst>
            </p:cNvPr>
            <p:cNvSpPr/>
            <p:nvPr/>
          </p:nvSpPr>
          <p:spPr>
            <a:xfrm>
              <a:off x="3238450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5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ED383F3F-D022-103B-0B0E-2C4034CF89F5}"/>
                </a:ext>
              </a:extLst>
            </p:cNvPr>
            <p:cNvSpPr/>
            <p:nvPr/>
          </p:nvSpPr>
          <p:spPr>
            <a:xfrm>
              <a:off x="4513068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66FCBEA0-CD88-0291-051D-74F9F57C152A}"/>
                </a:ext>
              </a:extLst>
            </p:cNvPr>
            <p:cNvSpPr/>
            <p:nvPr/>
          </p:nvSpPr>
          <p:spPr>
            <a:xfrm>
              <a:off x="5787686" y="282632"/>
              <a:ext cx="889461" cy="10390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28575">
              <a:solidFill>
                <a:srgbClr val="FFC000"/>
              </a:solidFill>
            </a:ln>
            <a:effectLst>
              <a:outerShdw blurRad="50800" dist="635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4800" dirty="0">
                  <a:solidFill>
                    <a:schemeClr val="tx1"/>
                  </a:solidFill>
                </a:rPr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8402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6" grpId="0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A14E0C0-4421-7B94-A3C1-50CB34559C19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0.39</a:t>
            </a:r>
          </a:p>
        </p:txBody>
      </p:sp>
      <p:sp>
        <p:nvSpPr>
          <p:cNvPr id="13" name="Minus Sign 12">
            <a:extLst>
              <a:ext uri="{FF2B5EF4-FFF2-40B4-BE49-F238E27FC236}">
                <a16:creationId xmlns:a16="http://schemas.microsoft.com/office/drawing/2014/main" id="{8249282E-3B11-2977-90AA-65624C5423A7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506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5" grpId="0"/>
      <p:bldP spid="66" grpId="0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AAC5070-39BF-DD61-279B-82F89A8BCA97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7.27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C5E3E9D2-9C10-0F44-5031-6F03D02184A1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571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6" grpId="0"/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C85486E-26E7-E47E-18B1-F2C66FF08D1F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0.53</a:t>
            </a: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272BBC50-BA64-A669-D07A-A64DE30565D3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5EC3478-E467-6C9D-5722-56E214AB8AE1}"/>
              </a:ext>
            </a:extLst>
          </p:cNvPr>
          <p:cNvSpPr/>
          <p:nvPr/>
        </p:nvSpPr>
        <p:spPr>
          <a:xfrm>
            <a:off x="260391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E943133-2974-DD00-D642-734BEF104BE1}"/>
              </a:ext>
            </a:extLst>
          </p:cNvPr>
          <p:cNvSpPr/>
          <p:nvPr/>
        </p:nvSpPr>
        <p:spPr>
          <a:xfrm>
            <a:off x="3878529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E79B991-70C6-E927-9300-941932DD5500}"/>
              </a:ext>
            </a:extLst>
          </p:cNvPr>
          <p:cNvSpPr/>
          <p:nvPr/>
        </p:nvSpPr>
        <p:spPr>
          <a:xfrm>
            <a:off x="5153147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9E1355A-84FF-9FAD-1BDD-685B67DF1223}"/>
              </a:ext>
            </a:extLst>
          </p:cNvPr>
          <p:cNvSpPr/>
          <p:nvPr/>
        </p:nvSpPr>
        <p:spPr>
          <a:xfrm>
            <a:off x="64277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8046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5" grpId="0"/>
      <p:bldP spid="1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6085563-151B-AD36-91A4-45B882044E8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2.66</a:t>
            </a:r>
          </a:p>
        </p:txBody>
      </p:sp>
      <p:sp>
        <p:nvSpPr>
          <p:cNvPr id="18" name="Minus Sign 17">
            <a:extLst>
              <a:ext uri="{FF2B5EF4-FFF2-40B4-BE49-F238E27FC236}">
                <a16:creationId xmlns:a16="http://schemas.microsoft.com/office/drawing/2014/main" id="{32461CC5-78EC-7D63-129F-6915BA66029A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7D862F0-2D8E-D628-4629-D1A76C927F20}"/>
              </a:ext>
            </a:extLst>
          </p:cNvPr>
          <p:cNvSpPr/>
          <p:nvPr/>
        </p:nvSpPr>
        <p:spPr>
          <a:xfrm>
            <a:off x="260391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C64F02F-D0A0-2922-4353-8C047E46EBE8}"/>
              </a:ext>
            </a:extLst>
          </p:cNvPr>
          <p:cNvSpPr/>
          <p:nvPr/>
        </p:nvSpPr>
        <p:spPr>
          <a:xfrm>
            <a:off x="3878529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6A4C70E-0EA4-C1A9-2668-A97F3DDE1CED}"/>
              </a:ext>
            </a:extLst>
          </p:cNvPr>
          <p:cNvSpPr/>
          <p:nvPr/>
        </p:nvSpPr>
        <p:spPr>
          <a:xfrm>
            <a:off x="5153147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0208BAB4-8A79-4A9F-894E-631BA67A4C31}"/>
              </a:ext>
            </a:extLst>
          </p:cNvPr>
          <p:cNvSpPr/>
          <p:nvPr/>
        </p:nvSpPr>
        <p:spPr>
          <a:xfrm>
            <a:off x="64277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7245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6" grpId="0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73C518B-EF07-8C1D-C0F6-2D01AF0C247A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2.29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F4A61BA1-18EF-5C06-6A28-33998A46AE3C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467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6" grpId="0"/>
      <p:bldP spid="1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178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6399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1017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563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0253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99847C5-AFD8-CD6F-2E92-CCE33F45B620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6.38</a:t>
            </a:r>
          </a:p>
        </p:txBody>
      </p:sp>
      <p:sp>
        <p:nvSpPr>
          <p:cNvPr id="14" name="Minus Sign 13">
            <a:extLst>
              <a:ext uri="{FF2B5EF4-FFF2-40B4-BE49-F238E27FC236}">
                <a16:creationId xmlns:a16="http://schemas.microsoft.com/office/drawing/2014/main" id="{D16CB817-33C0-0C9D-1B67-0237DE738CDF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156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6" grpId="0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B88B8D-E262-B6A9-2DC2-394972CF8AB5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1.37</a:t>
            </a:r>
          </a:p>
        </p:txBody>
      </p:sp>
      <p:sp>
        <p:nvSpPr>
          <p:cNvPr id="13" name="Minus Sign 12">
            <a:extLst>
              <a:ext uri="{FF2B5EF4-FFF2-40B4-BE49-F238E27FC236}">
                <a16:creationId xmlns:a16="http://schemas.microsoft.com/office/drawing/2014/main" id="{7714B62B-0187-53A8-52A6-42F5F9EB1F18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C6BC29F-9047-845A-FC26-D24A7C52C9E7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1BEED2F-F26C-5D41-E785-852E47E205C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B24D030-48E4-AE9F-8A26-C093111ABBF2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3721A42-1D7C-645F-9D32-4CE639FDA137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2C3B48C-4BEE-3FCD-3CF3-5794D61C3590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49961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5" grpId="0"/>
      <p:bldP spid="66" grpId="0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2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E093673-7D90-1EE6-6DB2-06CBD44C1414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2.72</a:t>
            </a: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969BD60C-0BA4-2890-CF48-E834542EEB28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5DEFD26-5876-605F-3FED-7E2002954AA0}"/>
              </a:ext>
            </a:extLst>
          </p:cNvPr>
          <p:cNvSpPr/>
          <p:nvPr/>
        </p:nvSpPr>
        <p:spPr>
          <a:xfrm>
            <a:off x="260391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29C1631-9218-AFD6-BAC6-391474EF4A79}"/>
              </a:ext>
            </a:extLst>
          </p:cNvPr>
          <p:cNvSpPr/>
          <p:nvPr/>
        </p:nvSpPr>
        <p:spPr>
          <a:xfrm>
            <a:off x="3878529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47104B6-0F80-51D5-7A25-D44486030C67}"/>
              </a:ext>
            </a:extLst>
          </p:cNvPr>
          <p:cNvSpPr/>
          <p:nvPr/>
        </p:nvSpPr>
        <p:spPr>
          <a:xfrm>
            <a:off x="5153147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E033863-9A03-E8B7-D7E5-A77E38D5D7D8}"/>
              </a:ext>
            </a:extLst>
          </p:cNvPr>
          <p:cNvSpPr/>
          <p:nvPr/>
        </p:nvSpPr>
        <p:spPr>
          <a:xfrm>
            <a:off x="64277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05974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5" grpId="0"/>
      <p:bldP spid="1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0138EB-2074-1EE7-2ADB-8E66AECB09D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3.05</a:t>
            </a:r>
          </a:p>
        </p:txBody>
      </p:sp>
      <p:sp>
        <p:nvSpPr>
          <p:cNvPr id="13" name="Minus Sign 12">
            <a:extLst>
              <a:ext uri="{FF2B5EF4-FFF2-40B4-BE49-F238E27FC236}">
                <a16:creationId xmlns:a16="http://schemas.microsoft.com/office/drawing/2014/main" id="{50A96995-A864-68E3-025F-018F9CF798FB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0211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5" grpId="0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7BF46C9-CECA-C7F2-8475-C43661BBCB74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38F92-1549-BAEB-81D0-DD5CB3A041AD}"/>
              </a:ext>
            </a:extLst>
          </p:cNvPr>
          <p:cNvSpPr/>
          <p:nvPr/>
        </p:nvSpPr>
        <p:spPr>
          <a:xfrm>
            <a:off x="5655427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FF00D0-E978-A9FE-B46C-8F39914A8792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1.67</a:t>
            </a:r>
          </a:p>
        </p:txBody>
      </p:sp>
      <p:sp>
        <p:nvSpPr>
          <p:cNvPr id="18" name="Minus Sign 17">
            <a:extLst>
              <a:ext uri="{FF2B5EF4-FFF2-40B4-BE49-F238E27FC236}">
                <a16:creationId xmlns:a16="http://schemas.microsoft.com/office/drawing/2014/main" id="{07EAAFE3-1A2D-8E4A-1CF2-9118B51DDFD9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C96ED19-4AA7-A1E5-023E-4493981C162A}"/>
              </a:ext>
            </a:extLst>
          </p:cNvPr>
          <p:cNvSpPr/>
          <p:nvPr/>
        </p:nvSpPr>
        <p:spPr>
          <a:xfrm>
            <a:off x="260391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91FE0CA-01B7-F4F7-EAAA-B3F7AE38C17B}"/>
              </a:ext>
            </a:extLst>
          </p:cNvPr>
          <p:cNvSpPr/>
          <p:nvPr/>
        </p:nvSpPr>
        <p:spPr>
          <a:xfrm>
            <a:off x="3878529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8B635D2-91C6-597F-1B3A-354A69F21113}"/>
              </a:ext>
            </a:extLst>
          </p:cNvPr>
          <p:cNvSpPr/>
          <p:nvPr/>
        </p:nvSpPr>
        <p:spPr>
          <a:xfrm>
            <a:off x="5153147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8A7EB78-872A-3062-61E7-A98225C125D4}"/>
              </a:ext>
            </a:extLst>
          </p:cNvPr>
          <p:cNvSpPr/>
          <p:nvPr/>
        </p:nvSpPr>
        <p:spPr>
          <a:xfrm>
            <a:off x="64277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12427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6" grpId="0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7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6DB5F6D-D22C-D865-F8B6-105189209238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3.18</a:t>
            </a:r>
          </a:p>
        </p:txBody>
      </p:sp>
      <p:sp>
        <p:nvSpPr>
          <p:cNvPr id="13" name="Minus Sign 12">
            <a:extLst>
              <a:ext uri="{FF2B5EF4-FFF2-40B4-BE49-F238E27FC236}">
                <a16:creationId xmlns:a16="http://schemas.microsoft.com/office/drawing/2014/main" id="{B69A643E-83E3-47C5-5494-14394461C2AD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924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5" grpId="0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934324" y="2129783"/>
            <a:ext cx="6054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чоң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A0A5EFD-24D2-5686-6059-AB4B79471AF9}"/>
              </a:ext>
            </a:extLst>
          </p:cNvPr>
          <p:cNvSpPr/>
          <p:nvPr/>
        </p:nvSpPr>
        <p:spPr>
          <a:xfrm>
            <a:off x="1963832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3168F8-C3AD-2040-34D1-5FB9EC58A192}"/>
              </a:ext>
            </a:extLst>
          </p:cNvPr>
          <p:cNvSpPr/>
          <p:nvPr/>
        </p:nvSpPr>
        <p:spPr>
          <a:xfrm>
            <a:off x="3238450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B27E12A-F2C0-42F3-11C8-E3F001B98710}"/>
              </a:ext>
            </a:extLst>
          </p:cNvPr>
          <p:cNvSpPr/>
          <p:nvPr/>
        </p:nvSpPr>
        <p:spPr>
          <a:xfrm>
            <a:off x="4513068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B57A6F64-1EEA-EFDE-0AD1-745E8AADB572}"/>
              </a:ext>
            </a:extLst>
          </p:cNvPr>
          <p:cNvSpPr/>
          <p:nvPr/>
        </p:nvSpPr>
        <p:spPr>
          <a:xfrm>
            <a:off x="5787686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E76029B0-33A2-914A-B677-D19EE6C1BE5D}"/>
              </a:ext>
            </a:extLst>
          </p:cNvPr>
          <p:cNvSpPr/>
          <p:nvPr/>
        </p:nvSpPr>
        <p:spPr>
          <a:xfrm>
            <a:off x="7062304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5F50B5-3AAB-D956-AD1F-7EA44531E7DB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8.45</a:t>
            </a:r>
          </a:p>
        </p:txBody>
      </p:sp>
      <p:sp>
        <p:nvSpPr>
          <p:cNvPr id="13" name="Minus Sign 12">
            <a:extLst>
              <a:ext uri="{FF2B5EF4-FFF2-40B4-BE49-F238E27FC236}">
                <a16:creationId xmlns:a16="http://schemas.microsoft.com/office/drawing/2014/main" id="{2358D975-A084-563B-388F-96127CB1613A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8929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2" grpId="0"/>
      <p:bldP spid="65" grpId="0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35BC6A2-BCB3-4541-91F0-B72D4E39E509}"/>
              </a:ext>
            </a:extLst>
          </p:cNvPr>
          <p:cNvSpPr/>
          <p:nvPr/>
        </p:nvSpPr>
        <p:spPr>
          <a:xfrm>
            <a:off x="95797" y="69669"/>
            <a:ext cx="9718766" cy="6733039"/>
          </a:xfrm>
          <a:prstGeom prst="roundRect">
            <a:avLst>
              <a:gd name="adj" fmla="val 8376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97A8A0-106E-4B23-A801-9049A03E7927}"/>
              </a:ext>
            </a:extLst>
          </p:cNvPr>
          <p:cNvSpPr txBox="1"/>
          <p:nvPr/>
        </p:nvSpPr>
        <p:spPr>
          <a:xfrm>
            <a:off x="940013" y="1556204"/>
            <a:ext cx="80426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Кемитүү</a:t>
            </a:r>
            <a:r>
              <a:rPr lang="en-US" sz="2400" dirty="0"/>
              <a:t> </a:t>
            </a:r>
            <a:r>
              <a:rPr lang="ru-RU" sz="2400" dirty="0"/>
              <a:t>амалдарын аткаруу үчүн бул сандарды колдонуңуз</a:t>
            </a: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56C769-B955-AE9A-431C-BB5ECEEDDC6D}"/>
              </a:ext>
            </a:extLst>
          </p:cNvPr>
          <p:cNvSpPr txBox="1"/>
          <p:nvPr/>
        </p:nvSpPr>
        <p:spPr>
          <a:xfrm>
            <a:off x="1458233" y="2129783"/>
            <a:ext cx="70062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Сиз түзө ала турган </a:t>
            </a:r>
            <a:r>
              <a:rPr lang="ru-RU" sz="2400" b="1" dirty="0"/>
              <a:t>эң кичинекей натыйжа </a:t>
            </a:r>
            <a:r>
              <a:rPr lang="ru-RU" sz="2400" dirty="0"/>
              <a:t>кандай?</a:t>
            </a:r>
            <a:endParaRPr lang="en-GB" sz="24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20D3EC-4B7A-49EE-AA4A-93F96672C93D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FDDDAD-DDB9-B832-952B-45B3E647D315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20E322A-0523-CBC6-A2CA-AC7C9B366FCF}"/>
              </a:ext>
            </a:extLst>
          </p:cNvPr>
          <p:cNvSpPr/>
          <p:nvPr/>
        </p:nvSpPr>
        <p:spPr>
          <a:xfrm>
            <a:off x="4198217" y="3247794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C7C029B-7E73-42B8-2C25-D823B40A7D0D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CECA669-67B8-066E-69FC-D88F3029037F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7BC8BAB-69AA-C464-0B0B-A9334CEB24F4}"/>
              </a:ext>
            </a:extLst>
          </p:cNvPr>
          <p:cNvSpPr/>
          <p:nvPr/>
        </p:nvSpPr>
        <p:spPr>
          <a:xfrm>
            <a:off x="4198217" y="4644332"/>
            <a:ext cx="162906" cy="162906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32" name="Equals 31">
            <a:extLst>
              <a:ext uri="{FF2B5EF4-FFF2-40B4-BE49-F238E27FC236}">
                <a16:creationId xmlns:a16="http://schemas.microsoft.com/office/drawing/2014/main" id="{C67F3A0C-B8A8-0084-2816-463AB7C95AAC}"/>
              </a:ext>
            </a:extLst>
          </p:cNvPr>
          <p:cNvSpPr/>
          <p:nvPr/>
        </p:nvSpPr>
        <p:spPr>
          <a:xfrm>
            <a:off x="1988771" y="5665123"/>
            <a:ext cx="814914" cy="914400"/>
          </a:xfrm>
          <a:prstGeom prst="mathEqual">
            <a:avLst>
              <a:gd name="adj1" fmla="val 12322"/>
              <a:gd name="adj2" fmla="val 11760"/>
            </a:avLst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4459E901-532C-2185-2C8B-3E34D9CDF5AD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4800" dirty="0">
              <a:solidFill>
                <a:schemeClr val="tx1"/>
              </a:solidFill>
            </a:endParaRP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7FC21626-F0CE-712D-806A-20D891B14242}"/>
              </a:ext>
            </a:extLst>
          </p:cNvPr>
          <p:cNvSpPr/>
          <p:nvPr/>
        </p:nvSpPr>
        <p:spPr>
          <a:xfrm>
            <a:off x="3153296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8</a:t>
            </a: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CEBD7C67-6B9A-0361-A4A9-6212BD9E38DB}"/>
              </a:ext>
            </a:extLst>
          </p:cNvPr>
          <p:cNvSpPr/>
          <p:nvPr/>
        </p:nvSpPr>
        <p:spPr>
          <a:xfrm>
            <a:off x="4516583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2F65B88-4535-D169-D8A5-5A3C107A8AD2}"/>
              </a:ext>
            </a:extLst>
          </p:cNvPr>
          <p:cNvSpPr/>
          <p:nvPr/>
        </p:nvSpPr>
        <p:spPr>
          <a:xfrm>
            <a:off x="3153296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E087E17-347F-8942-650C-847C718EBF99}"/>
              </a:ext>
            </a:extLst>
          </p:cNvPr>
          <p:cNvSpPr/>
          <p:nvPr/>
        </p:nvSpPr>
        <p:spPr>
          <a:xfrm>
            <a:off x="4516583" y="4206240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82B52A26-AEE0-3D54-4BC6-1BC0C07464D2}"/>
              </a:ext>
            </a:extLst>
          </p:cNvPr>
          <p:cNvSpPr/>
          <p:nvPr/>
        </p:nvSpPr>
        <p:spPr>
          <a:xfrm>
            <a:off x="5655427" y="2809702"/>
            <a:ext cx="889461" cy="1039091"/>
          </a:xfrm>
          <a:prstGeom prst="roundRect">
            <a:avLst/>
          </a:prstGeom>
          <a:noFill/>
          <a:ln w="285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0554ADE-1245-7344-CA80-531DAABA5A00}"/>
              </a:ext>
            </a:extLst>
          </p:cNvPr>
          <p:cNvSpPr/>
          <p:nvPr/>
        </p:nvSpPr>
        <p:spPr>
          <a:xfrm>
            <a:off x="3153296" y="5602778"/>
            <a:ext cx="3378447" cy="1039091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2.83</a:t>
            </a:r>
          </a:p>
        </p:txBody>
      </p:sp>
      <p:sp>
        <p:nvSpPr>
          <p:cNvPr id="19" name="Minus Sign 18">
            <a:extLst>
              <a:ext uri="{FF2B5EF4-FFF2-40B4-BE49-F238E27FC236}">
                <a16:creationId xmlns:a16="http://schemas.microsoft.com/office/drawing/2014/main" id="{9D51A347-4AA5-9CCA-1F9B-CA406EC27772}"/>
              </a:ext>
            </a:extLst>
          </p:cNvPr>
          <p:cNvSpPr/>
          <p:nvPr/>
        </p:nvSpPr>
        <p:spPr>
          <a:xfrm>
            <a:off x="1991047" y="4329112"/>
            <a:ext cx="788194" cy="788194"/>
          </a:xfrm>
          <a:prstGeom prst="mathMinus">
            <a:avLst>
              <a:gd name="adj1" fmla="val 13249"/>
            </a:avLst>
          </a:prstGeom>
          <a:solidFill>
            <a:schemeClr val="tx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F471F78-C29A-283F-7DF7-FFB1FC5BBF74}"/>
              </a:ext>
            </a:extLst>
          </p:cNvPr>
          <p:cNvSpPr/>
          <p:nvPr/>
        </p:nvSpPr>
        <p:spPr>
          <a:xfrm>
            <a:off x="2603911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24DE7AC-0D44-CD49-D46F-B569364A6B7C}"/>
              </a:ext>
            </a:extLst>
          </p:cNvPr>
          <p:cNvSpPr/>
          <p:nvPr/>
        </p:nvSpPr>
        <p:spPr>
          <a:xfrm>
            <a:off x="3878529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57B4433-7AFE-56AB-A80A-687BF7F2EFEB}"/>
              </a:ext>
            </a:extLst>
          </p:cNvPr>
          <p:cNvSpPr/>
          <p:nvPr/>
        </p:nvSpPr>
        <p:spPr>
          <a:xfrm>
            <a:off x="5153147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B4D2859-62A2-A793-D724-BE7486E50B33}"/>
              </a:ext>
            </a:extLst>
          </p:cNvPr>
          <p:cNvSpPr/>
          <p:nvPr/>
        </p:nvSpPr>
        <p:spPr>
          <a:xfrm>
            <a:off x="6427765" y="282632"/>
            <a:ext cx="889461" cy="1039091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rgbClr val="FFC000"/>
            </a:solidFill>
          </a:ln>
          <a:effectLst>
            <a:outerShdw blurRad="50800" dist="635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4800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89280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1" grpId="0"/>
      <p:bldP spid="52" grpId="0"/>
      <p:bldP spid="65" grpId="0"/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455F9FF-A775-44DB-99DD-42DDB47487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929352"/>
              </p:ext>
            </p:extLst>
          </p:nvPr>
        </p:nvGraphicFramePr>
        <p:xfrm>
          <a:off x="59945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AD8C36C-2AB2-44CF-BF97-992F65F82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891624"/>
              </p:ext>
            </p:extLst>
          </p:nvPr>
        </p:nvGraphicFramePr>
        <p:xfrm>
          <a:off x="2042419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773A22-7D82-4A6C-9386-8C73822F8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05975"/>
              </p:ext>
            </p:extLst>
          </p:nvPr>
        </p:nvGraphicFramePr>
        <p:xfrm>
          <a:off x="4024893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ACA04EB-1AF0-4BA4-B56C-D92E4B8FC6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737508"/>
              </p:ext>
            </p:extLst>
          </p:nvPr>
        </p:nvGraphicFramePr>
        <p:xfrm>
          <a:off x="6007367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D0CEA2-BF13-4F1F-BDF8-723774394B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065140"/>
              </p:ext>
            </p:extLst>
          </p:nvPr>
        </p:nvGraphicFramePr>
        <p:xfrm>
          <a:off x="7989841" y="7315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17ECC1-187E-45C6-AAD9-69FCF451F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819278"/>
              </p:ext>
            </p:extLst>
          </p:nvPr>
        </p:nvGraphicFramePr>
        <p:xfrm>
          <a:off x="59945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8F2A369-4849-4D8C-9C48-42AC19EAC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3002619"/>
              </p:ext>
            </p:extLst>
          </p:nvPr>
        </p:nvGraphicFramePr>
        <p:xfrm>
          <a:off x="2042419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CC34FD8-28B7-4290-89FF-C844EE6A1A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619173"/>
              </p:ext>
            </p:extLst>
          </p:nvPr>
        </p:nvGraphicFramePr>
        <p:xfrm>
          <a:off x="4024893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EE0B481-E5E6-4A56-A167-F7909231AE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741186"/>
              </p:ext>
            </p:extLst>
          </p:nvPr>
        </p:nvGraphicFramePr>
        <p:xfrm>
          <a:off x="6007367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504524C6-1AA7-41E4-A1BD-52B735BCF1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690728"/>
              </p:ext>
            </p:extLst>
          </p:nvPr>
        </p:nvGraphicFramePr>
        <p:xfrm>
          <a:off x="7989841" y="2493597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D378E7F-888B-451D-A437-1143E900F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2700732"/>
              </p:ext>
            </p:extLst>
          </p:nvPr>
        </p:nvGraphicFramePr>
        <p:xfrm>
          <a:off x="59945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D9438F2-5F7B-453A-9852-A5D953E26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7154783"/>
              </p:ext>
            </p:extLst>
          </p:nvPr>
        </p:nvGraphicFramePr>
        <p:xfrm>
          <a:off x="2042419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8E97513C-7184-48FD-B483-FD49969CA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9329546"/>
              </p:ext>
            </p:extLst>
          </p:nvPr>
        </p:nvGraphicFramePr>
        <p:xfrm>
          <a:off x="4024893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4FE2DA72-78F4-437E-AA8B-E7D5DF47D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355289"/>
              </p:ext>
            </p:extLst>
          </p:nvPr>
        </p:nvGraphicFramePr>
        <p:xfrm>
          <a:off x="6007367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BB7F846-3757-45E8-B86C-628E47A78F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4402805"/>
              </p:ext>
            </p:extLst>
          </p:nvPr>
        </p:nvGraphicFramePr>
        <p:xfrm>
          <a:off x="7989841" y="4914042"/>
          <a:ext cx="1869438" cy="18708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146">
                  <a:extLst>
                    <a:ext uri="{9D8B030D-6E8A-4147-A177-3AD203B41FA5}">
                      <a16:colId xmlns:a16="http://schemas.microsoft.com/office/drawing/2014/main" val="67293468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925003460"/>
                    </a:ext>
                  </a:extLst>
                </a:gridCol>
                <a:gridCol w="623146">
                  <a:extLst>
                    <a:ext uri="{9D8B030D-6E8A-4147-A177-3AD203B41FA5}">
                      <a16:colId xmlns:a16="http://schemas.microsoft.com/office/drawing/2014/main" val="2553409394"/>
                    </a:ext>
                  </a:extLst>
                </a:gridCol>
              </a:tblGrid>
              <a:tr h="624514"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760022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7606215"/>
                  </a:ext>
                </a:extLst>
              </a:tr>
              <a:tr h="623146"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8693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8844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8871</TotalTime>
  <Words>568</Words>
  <Application>Microsoft Office PowerPoint</Application>
  <PresentationFormat>A4 Paper (210x297 mm)</PresentationFormat>
  <Paragraphs>259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408</cp:revision>
  <cp:lastPrinted>2017-12-31T22:38:51Z</cp:lastPrinted>
  <dcterms:created xsi:type="dcterms:W3CDTF">2017-01-17T16:57:04Z</dcterms:created>
  <dcterms:modified xsi:type="dcterms:W3CDTF">2024-09-06T02:37:19Z</dcterms:modified>
</cp:coreProperties>
</file>