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281" r:id="rId4"/>
    <p:sldId id="941" r:id="rId5"/>
    <p:sldId id="939" r:id="rId6"/>
    <p:sldId id="833" r:id="rId7"/>
    <p:sldId id="834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20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81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6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16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06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33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19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12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437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60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04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8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41170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DBCB01-F9E4-434C-BC69-3AB9B6CF490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0B32CA3-E7AC-4A7D-B399-B27732DBD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6ED9A1F-ADE5-4638-9524-60AC95971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01ACD8F-ECB2-43B9-9A76-1D3EB3B223C4}"/>
              </a:ext>
            </a:extLst>
          </p:cNvPr>
          <p:cNvGrpSpPr/>
          <p:nvPr/>
        </p:nvGrpSpPr>
        <p:grpSpPr>
          <a:xfrm rot="16200000">
            <a:off x="-1053124" y="1053123"/>
            <a:ext cx="6845301" cy="4739054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D77493-5B64-4201-BACB-9672A9B76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41BDE7-A0C0-4279-9ADF-6D0958952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A84CC0-3BFD-4F54-A898-D370E2804BE4}"/>
              </a:ext>
            </a:extLst>
          </p:cNvPr>
          <p:cNvGrpSpPr/>
          <p:nvPr/>
        </p:nvGrpSpPr>
        <p:grpSpPr>
          <a:xfrm rot="16200000">
            <a:off x="4113823" y="1056225"/>
            <a:ext cx="6845301" cy="4739054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222570-5368-481E-A62F-ACF11440A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22870F-8781-4434-A2EE-3FDE3A235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B5603-3382-4201-9ABA-A15341979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9525"/>
            <a:ext cx="7905750" cy="6848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AA9EB9-71F0-BAE1-F84F-93E5D1807E36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71730B6-64B7-8CEA-CD01-BDDF76B2CE53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88965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2024-05-11T04:56:03Z</cp:lastPrinted>
  <dcterms:created xsi:type="dcterms:W3CDTF">2017-01-17T16:57:04Z</dcterms:created>
  <dcterms:modified xsi:type="dcterms:W3CDTF">2024-05-11T04:57:18Z</dcterms:modified>
</cp:coreProperties>
</file>