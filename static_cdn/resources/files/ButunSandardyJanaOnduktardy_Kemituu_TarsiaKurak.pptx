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835" r:id="rId4"/>
    <p:sldId id="939" r:id="rId5"/>
    <p:sldId id="833" r:id="rId6"/>
    <p:sldId id="834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3F55B2B1-352C-4C31-A259-67010074E4C5}">
          <p14:sldIdLst>
            <p14:sldId id="940"/>
            <p14:sldId id="281"/>
          </p14:sldIdLst>
        </p14:section>
        <p14:section name="Титулдук слайд" id="{0A3A3963-DD06-45C2-8B7F-F345A3B1520E}">
          <p14:sldIdLst>
            <p14:sldId id="835"/>
          </p14:sldIdLst>
        </p14:section>
        <p14:section name="Толук бет курак" id="{531F805A-1DCC-40B3-8FB9-6E08FCFE2E5B}">
          <p14:sldIdLst>
            <p14:sldId id="939"/>
          </p14:sldIdLst>
        </p14:section>
        <p14:section name="Жарым бет курак" id="{5DF08072-BA7F-4529-9AD7-1EC420FF613B}">
          <p14:sldIdLst>
            <p14:sldId id="833"/>
          </p14:sldIdLst>
        </p14:section>
        <p14:section name="Жообу" id="{56223EB8-1375-4DC7-8A6D-5C55890171F0}">
          <p14:sldIdLst>
            <p14:sldId id="834"/>
          </p14:sldIdLst>
        </p14:section>
        <p14:section name="Кайтарым байланыш" id="{09321E3B-DF6D-463F-B0B7-51F1A49F3708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27/08/2024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8/27/2024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0111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бүтүн сандар менен – 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Кемитүү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Тарсиа 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677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50563" y="658443"/>
            <a:ext cx="35468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Үч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бурчтуктарды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бөлүп кесип алгыла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7894E95-4AF8-DC6D-C2CE-D727A265C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4A522A-48E1-E024-A86B-0DC5620CC814}"/>
              </a:ext>
            </a:extLst>
          </p:cNvPr>
          <p:cNvSpPr txBox="1"/>
          <p:nvPr/>
        </p:nvSpPr>
        <p:spPr>
          <a:xfrm>
            <a:off x="588816" y="3113031"/>
            <a:ext cx="37905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10278"/>
            <a:ext cx="4920711" cy="67975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584" y="0"/>
            <a:ext cx="4920710" cy="682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 rot="16200000">
            <a:off x="-1023706" y="1064348"/>
            <a:ext cx="6817360" cy="4729303"/>
            <a:chOff x="38100" y="0"/>
            <a:chExt cx="9844194" cy="6829063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100" y="10278"/>
              <a:ext cx="4920711" cy="6797520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1584" y="0"/>
              <a:ext cx="4920710" cy="6829063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 rot="16200000">
            <a:off x="4086775" y="1064349"/>
            <a:ext cx="6817360" cy="4729303"/>
            <a:chOff x="38100" y="0"/>
            <a:chExt cx="9844194" cy="6829063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100" y="10278"/>
              <a:ext cx="4920711" cy="679752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61584" y="0"/>
              <a:ext cx="4920710" cy="68290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9525"/>
            <a:ext cx="7858125" cy="68389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27598B-3FA3-A521-720F-D058EF72AB43}"/>
              </a:ext>
            </a:extLst>
          </p:cNvPr>
          <p:cNvSpPr/>
          <p:nvPr/>
        </p:nvSpPr>
        <p:spPr>
          <a:xfrm>
            <a:off x="112381" y="186267"/>
            <a:ext cx="4182528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104927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8365</TotalTime>
  <Words>152</Words>
  <Application>Microsoft Office PowerPoint</Application>
  <PresentationFormat>A4 Paper (210x297 mm)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Calibri </vt:lpstr>
      <vt:lpstr>Calibri Light</vt:lpstr>
      <vt:lpstr>Arial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2024-08-27T10:35:01Z</cp:lastPrinted>
  <dcterms:created xsi:type="dcterms:W3CDTF">2017-01-17T16:57:04Z</dcterms:created>
  <dcterms:modified xsi:type="dcterms:W3CDTF">2024-08-27T10:36:39Z</dcterms:modified>
</cp:coreProperties>
</file>