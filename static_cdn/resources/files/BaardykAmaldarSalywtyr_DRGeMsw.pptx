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0" r:id="rId2"/>
    <p:sldId id="984" r:id="rId3"/>
    <p:sldId id="958" r:id="rId4"/>
    <p:sldId id="985" r:id="rId5"/>
    <p:sldId id="986" r:id="rId6"/>
    <p:sldId id="981" r:id="rId7"/>
    <p:sldId id="982" r:id="rId8"/>
    <p:sldId id="983" r:id="rId9"/>
    <p:sldId id="941" r:id="rId10"/>
  </p:sldIdLst>
  <p:sldSz cx="9906000" cy="6858000" type="A4"/>
  <p:notesSz cx="7104063" cy="10234613"/>
  <p:embeddedFontLst>
    <p:embeddedFont>
      <p:font typeface="Aharoni" panose="02010803020104030203" pitchFamily="2" charset="-79"/>
      <p:bold r:id="rId12"/>
    </p:embeddedFont>
    <p:embeddedFont>
      <p:font typeface="Cambria Math" panose="02040503050406030204" pitchFamily="18" charset="0"/>
      <p:regular r:id="rId13"/>
    </p:embeddedFont>
    <p:embeddedFont>
      <p:font typeface="Snap ITC" panose="04040A07060A02020202" pitchFamily="82" charset="0"/>
      <p:regular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6" y="2"/>
            <a:ext cx="3078427" cy="513508"/>
          </a:xfrm>
          <a:prstGeom prst="rect">
            <a:avLst/>
          </a:prstGeom>
        </p:spPr>
        <p:txBody>
          <a:bodyPr vert="horz" lIns="94612" tIns="47306" rIns="94612" bIns="47306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12" tIns="47306" rIns="94612" bIns="47306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8" y="4925410"/>
            <a:ext cx="5683250" cy="4029878"/>
          </a:xfrm>
          <a:prstGeom prst="rect">
            <a:avLst/>
          </a:prstGeom>
        </p:spPr>
        <p:txBody>
          <a:bodyPr vert="horz" lIns="94612" tIns="47306" rIns="94612" bIns="4730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6" y="9721111"/>
            <a:ext cx="3078427" cy="513507"/>
          </a:xfrm>
          <a:prstGeom prst="rect">
            <a:avLst/>
          </a:prstGeom>
        </p:spPr>
        <p:txBody>
          <a:bodyPr vert="horz" lIns="94612" tIns="47306" rIns="94612" bIns="47306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5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microsoft.com/office/2007/relationships/hdphoto" Target="../media/hdphoto1.wdp"/><Relationship Id="rId21" Type="http://schemas.openxmlformats.org/officeDocument/2006/relationships/image" Target="../media/image29.png"/><Relationship Id="rId34" Type="http://schemas.openxmlformats.org/officeDocument/2006/relationships/image" Target="../media/image42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33" Type="http://schemas.openxmlformats.org/officeDocument/2006/relationships/image" Target="../media/image41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Relationship Id="rId35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49.png"/><Relationship Id="rId3" Type="http://schemas.microsoft.com/office/2007/relationships/hdphoto" Target="../media/hdphoto1.wdp"/><Relationship Id="rId21" Type="http://schemas.openxmlformats.org/officeDocument/2006/relationships/image" Target="../media/image44.png"/><Relationship Id="rId34" Type="http://schemas.openxmlformats.org/officeDocument/2006/relationships/image" Target="../media/image57.png"/><Relationship Id="rId7" Type="http://schemas.microsoft.com/office/2007/relationships/hdphoto" Target="../media/hdphoto3.wdp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9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microsoft.com/office/2007/relationships/hdphoto" Target="../media/hdphoto2.wdp"/><Relationship Id="rId15" Type="http://schemas.openxmlformats.org/officeDocument/2006/relationships/image" Target="../media/image23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54.png"/><Relationship Id="rId4" Type="http://schemas.openxmlformats.org/officeDocument/2006/relationships/image" Target="../media/image14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35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86A6EA6-FCB3-2B3A-9830-D09E6E23D499}"/>
              </a:ext>
            </a:extLst>
          </p:cNvPr>
          <p:cNvSpPr txBox="1">
            <a:spLocks/>
          </p:cNvSpPr>
          <p:nvPr/>
        </p:nvSpPr>
        <p:spPr>
          <a:xfrm>
            <a:off x="106680" y="188658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Салыштыруу оюну</a:t>
            </a:r>
            <a:r>
              <a:rPr lang="ky-KG" dirty="0"/>
              <a:t>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</a:t>
            </a:r>
            <a:r>
              <a:rPr lang="en-US" dirty="0"/>
              <a:t>   </a:t>
            </a:r>
            <a:r>
              <a:rPr lang="ru-RU" dirty="0"/>
              <a:t>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4B71E39-D2CD-8137-C98B-785ECD7F1E6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06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86080" y="612844"/>
            <a:ext cx="9906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Торт амал – баалулуктар жарышы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сынактык иш-чарада окуучулар карталардагы атрибуттардын баалуулуктарын салыштырышат.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Жеңүүчү деп эң жогорку баалуулукка ээ болгон студент/топ/ тарап эсептелет.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1-10, 11-20, 21-30 жана 31-40 барган сайын татаалдашат.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Карталарды татаалдыгына жараша чогуу же өзүнчө бөлүп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иш бүтүндөй класс (ар бири бир карта), топтордун ичинде (2+) 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аткарылышы мүмкүн.</a:t>
            </a:r>
          </a:p>
          <a:p>
            <a:pPr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мугалим бүт класска каршы ойнойт (ар бири бирден карта менен).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 класс экиге бөлүнүп, эки тарап болуп ойносо болот</a:t>
            </a:r>
          </a:p>
          <a:p>
            <a:pPr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(мини-тактай жана/же калькулятор менен).</a:t>
            </a: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7D06286-0CFB-3052-7CA6-AA9DFAA174C6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45884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3008F517-FE13-B4F0-BF9D-D37BCA9E8A9C}"/>
              </a:ext>
            </a:extLst>
          </p:cNvPr>
          <p:cNvGrpSpPr/>
          <p:nvPr/>
        </p:nvGrpSpPr>
        <p:grpSpPr>
          <a:xfrm>
            <a:off x="461246" y="1901654"/>
            <a:ext cx="7205945" cy="4767761"/>
            <a:chOff x="346710" y="356888"/>
            <a:chExt cx="6837615" cy="48677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160E6CB-E743-B507-63B1-8F72B08C4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10" y="356888"/>
              <a:ext cx="1488545" cy="1230376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6CF7553-C4DE-E0B2-02D6-8D3861722A39}"/>
                </a:ext>
              </a:extLst>
            </p:cNvPr>
            <p:cNvGrpSpPr/>
            <p:nvPr/>
          </p:nvGrpSpPr>
          <p:grpSpPr>
            <a:xfrm>
              <a:off x="488913" y="1630478"/>
              <a:ext cx="6695412" cy="3594130"/>
              <a:chOff x="2769041" y="1416296"/>
              <a:chExt cx="6695412" cy="359413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AD2B48BB-2EF7-F1CF-FF32-173D9BA9313E}"/>
                  </a:ext>
                </a:extLst>
              </p:cNvPr>
              <p:cNvGrpSpPr/>
              <p:nvPr/>
            </p:nvGrpSpPr>
            <p:grpSpPr>
              <a:xfrm>
                <a:off x="2769041" y="1416296"/>
                <a:ext cx="5229553" cy="3594130"/>
                <a:chOff x="2769041" y="1416296"/>
                <a:chExt cx="5229553" cy="3594130"/>
              </a:xfrm>
            </p:grpSpPr>
            <p:sp>
              <p:nvSpPr>
                <p:cNvPr id="2" name="Rectangle: Rounded Corners 1">
                  <a:extLst>
                    <a:ext uri="{FF2B5EF4-FFF2-40B4-BE49-F238E27FC236}">
                      <a16:creationId xmlns:a16="http://schemas.microsoft.com/office/drawing/2014/main" id="{03ECB896-1B55-CDCA-1631-ECE769BCCB17}"/>
                    </a:ext>
                  </a:extLst>
                </p:cNvPr>
                <p:cNvSpPr/>
                <p:nvPr/>
              </p:nvSpPr>
              <p:spPr>
                <a:xfrm>
                  <a:off x="2837700" y="1416296"/>
                  <a:ext cx="3663636" cy="3550916"/>
                </a:xfrm>
                <a:custGeom>
                  <a:avLst/>
                  <a:gdLst>
                    <a:gd name="connsiteX0" fmla="*/ 0 w 3663636"/>
                    <a:gd name="connsiteY0" fmla="*/ 591831 h 3550916"/>
                    <a:gd name="connsiteX1" fmla="*/ 591831 w 3663636"/>
                    <a:gd name="connsiteY1" fmla="*/ 0 h 3550916"/>
                    <a:gd name="connsiteX2" fmla="*/ 1087826 w 3663636"/>
                    <a:gd name="connsiteY2" fmla="*/ 0 h 3550916"/>
                    <a:gd name="connsiteX3" fmla="*/ 1534221 w 3663636"/>
                    <a:gd name="connsiteY3" fmla="*/ 0 h 3550916"/>
                    <a:gd name="connsiteX4" fmla="*/ 2055016 w 3663636"/>
                    <a:gd name="connsiteY4" fmla="*/ 0 h 3550916"/>
                    <a:gd name="connsiteX5" fmla="*/ 2501411 w 3663636"/>
                    <a:gd name="connsiteY5" fmla="*/ 0 h 3550916"/>
                    <a:gd name="connsiteX6" fmla="*/ 3071805 w 3663636"/>
                    <a:gd name="connsiteY6" fmla="*/ 0 h 3550916"/>
                    <a:gd name="connsiteX7" fmla="*/ 3663636 w 3663636"/>
                    <a:gd name="connsiteY7" fmla="*/ 591831 h 3550916"/>
                    <a:gd name="connsiteX8" fmla="*/ 3663636 w 3663636"/>
                    <a:gd name="connsiteY8" fmla="*/ 1207317 h 3550916"/>
                    <a:gd name="connsiteX9" fmla="*/ 3663636 w 3663636"/>
                    <a:gd name="connsiteY9" fmla="*/ 1728113 h 3550916"/>
                    <a:gd name="connsiteX10" fmla="*/ 3663636 w 3663636"/>
                    <a:gd name="connsiteY10" fmla="*/ 2272581 h 3550916"/>
                    <a:gd name="connsiteX11" fmla="*/ 3663636 w 3663636"/>
                    <a:gd name="connsiteY11" fmla="*/ 2959085 h 3550916"/>
                    <a:gd name="connsiteX12" fmla="*/ 3071805 w 3663636"/>
                    <a:gd name="connsiteY12" fmla="*/ 3550916 h 3550916"/>
                    <a:gd name="connsiteX13" fmla="*/ 2625410 w 3663636"/>
                    <a:gd name="connsiteY13" fmla="*/ 3550916 h 3550916"/>
                    <a:gd name="connsiteX14" fmla="*/ 2154215 w 3663636"/>
                    <a:gd name="connsiteY14" fmla="*/ 3550916 h 3550916"/>
                    <a:gd name="connsiteX15" fmla="*/ 1658220 w 3663636"/>
                    <a:gd name="connsiteY15" fmla="*/ 3550916 h 3550916"/>
                    <a:gd name="connsiteX16" fmla="*/ 1211824 w 3663636"/>
                    <a:gd name="connsiteY16" fmla="*/ 3550916 h 3550916"/>
                    <a:gd name="connsiteX17" fmla="*/ 591831 w 3663636"/>
                    <a:gd name="connsiteY17" fmla="*/ 3550916 h 3550916"/>
                    <a:gd name="connsiteX18" fmla="*/ 0 w 3663636"/>
                    <a:gd name="connsiteY18" fmla="*/ 2959085 h 3550916"/>
                    <a:gd name="connsiteX19" fmla="*/ 0 w 3663636"/>
                    <a:gd name="connsiteY19" fmla="*/ 2438289 h 3550916"/>
                    <a:gd name="connsiteX20" fmla="*/ 0 w 3663636"/>
                    <a:gd name="connsiteY20" fmla="*/ 1870148 h 3550916"/>
                    <a:gd name="connsiteX21" fmla="*/ 0 w 3663636"/>
                    <a:gd name="connsiteY21" fmla="*/ 1254662 h 3550916"/>
                    <a:gd name="connsiteX22" fmla="*/ 0 w 3663636"/>
                    <a:gd name="connsiteY22" fmla="*/ 591831 h 35509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6" h="3550916" fill="none" extrusionOk="0">
                      <a:moveTo>
                        <a:pt x="0" y="591831"/>
                      </a:moveTo>
                      <a:cubicBezTo>
                        <a:pt x="-14819" y="264133"/>
                        <a:pt x="325797" y="52367"/>
                        <a:pt x="591831" y="0"/>
                      </a:cubicBezTo>
                      <a:cubicBezTo>
                        <a:pt x="766256" y="-3116"/>
                        <a:pt x="850238" y="27263"/>
                        <a:pt x="1087826" y="0"/>
                      </a:cubicBezTo>
                      <a:cubicBezTo>
                        <a:pt x="1325414" y="-27263"/>
                        <a:pt x="1412894" y="34229"/>
                        <a:pt x="1534221" y="0"/>
                      </a:cubicBezTo>
                      <a:cubicBezTo>
                        <a:pt x="1655549" y="-34229"/>
                        <a:pt x="1921438" y="723"/>
                        <a:pt x="2055016" y="0"/>
                      </a:cubicBezTo>
                      <a:cubicBezTo>
                        <a:pt x="2188594" y="-723"/>
                        <a:pt x="2403171" y="8889"/>
                        <a:pt x="2501411" y="0"/>
                      </a:cubicBezTo>
                      <a:cubicBezTo>
                        <a:pt x="2599651" y="-8889"/>
                        <a:pt x="2804032" y="44750"/>
                        <a:pt x="3071805" y="0"/>
                      </a:cubicBezTo>
                      <a:cubicBezTo>
                        <a:pt x="3377769" y="21152"/>
                        <a:pt x="3653659" y="286322"/>
                        <a:pt x="3663636" y="591831"/>
                      </a:cubicBezTo>
                      <a:cubicBezTo>
                        <a:pt x="3697781" y="744684"/>
                        <a:pt x="3657186" y="983601"/>
                        <a:pt x="3663636" y="1207317"/>
                      </a:cubicBezTo>
                      <a:cubicBezTo>
                        <a:pt x="3670086" y="1431033"/>
                        <a:pt x="3662078" y="1605281"/>
                        <a:pt x="3663636" y="1728113"/>
                      </a:cubicBezTo>
                      <a:cubicBezTo>
                        <a:pt x="3665194" y="1850945"/>
                        <a:pt x="3601109" y="2124922"/>
                        <a:pt x="3663636" y="2272581"/>
                      </a:cubicBezTo>
                      <a:cubicBezTo>
                        <a:pt x="3726163" y="2420240"/>
                        <a:pt x="3601481" y="2719509"/>
                        <a:pt x="3663636" y="2959085"/>
                      </a:cubicBezTo>
                      <a:cubicBezTo>
                        <a:pt x="3734528" y="3267180"/>
                        <a:pt x="3387850" y="3625827"/>
                        <a:pt x="3071805" y="3550916"/>
                      </a:cubicBezTo>
                      <a:cubicBezTo>
                        <a:pt x="2971440" y="3554034"/>
                        <a:pt x="2829590" y="3546522"/>
                        <a:pt x="2625410" y="3550916"/>
                      </a:cubicBezTo>
                      <a:cubicBezTo>
                        <a:pt x="2421231" y="3555310"/>
                        <a:pt x="2385563" y="3537018"/>
                        <a:pt x="2154215" y="3550916"/>
                      </a:cubicBezTo>
                      <a:cubicBezTo>
                        <a:pt x="1922868" y="3564814"/>
                        <a:pt x="1809032" y="3523024"/>
                        <a:pt x="1658220" y="3550916"/>
                      </a:cubicBezTo>
                      <a:cubicBezTo>
                        <a:pt x="1507408" y="3578808"/>
                        <a:pt x="1325681" y="3508156"/>
                        <a:pt x="1211824" y="3550916"/>
                      </a:cubicBezTo>
                      <a:cubicBezTo>
                        <a:pt x="1097967" y="3593676"/>
                        <a:pt x="864677" y="3538525"/>
                        <a:pt x="591831" y="3550916"/>
                      </a:cubicBezTo>
                      <a:cubicBezTo>
                        <a:pt x="220141" y="3470839"/>
                        <a:pt x="-66719" y="3316952"/>
                        <a:pt x="0" y="2959085"/>
                      </a:cubicBezTo>
                      <a:cubicBezTo>
                        <a:pt x="-32739" y="2804439"/>
                        <a:pt x="22364" y="2671309"/>
                        <a:pt x="0" y="2438289"/>
                      </a:cubicBezTo>
                      <a:cubicBezTo>
                        <a:pt x="-22364" y="2205269"/>
                        <a:pt x="44019" y="2084663"/>
                        <a:pt x="0" y="1870148"/>
                      </a:cubicBezTo>
                      <a:cubicBezTo>
                        <a:pt x="-44019" y="1655633"/>
                        <a:pt x="56243" y="1441425"/>
                        <a:pt x="0" y="1254662"/>
                      </a:cubicBezTo>
                      <a:cubicBezTo>
                        <a:pt x="-56243" y="1067899"/>
                        <a:pt x="30482" y="791697"/>
                        <a:pt x="0" y="591831"/>
                      </a:cubicBezTo>
                      <a:close/>
                    </a:path>
                    <a:path w="3663636" h="3550916" stroke="0" extrusionOk="0">
                      <a:moveTo>
                        <a:pt x="0" y="591831"/>
                      </a:moveTo>
                      <a:cubicBezTo>
                        <a:pt x="-62955" y="226140"/>
                        <a:pt x="204526" y="22686"/>
                        <a:pt x="591831" y="0"/>
                      </a:cubicBezTo>
                      <a:cubicBezTo>
                        <a:pt x="760773" y="-27336"/>
                        <a:pt x="969160" y="11738"/>
                        <a:pt x="1137425" y="0"/>
                      </a:cubicBezTo>
                      <a:cubicBezTo>
                        <a:pt x="1305690" y="-11738"/>
                        <a:pt x="1443692" y="51024"/>
                        <a:pt x="1608620" y="0"/>
                      </a:cubicBezTo>
                      <a:cubicBezTo>
                        <a:pt x="1773549" y="-51024"/>
                        <a:pt x="1941967" y="33261"/>
                        <a:pt x="2055016" y="0"/>
                      </a:cubicBezTo>
                      <a:cubicBezTo>
                        <a:pt x="2168065" y="-33261"/>
                        <a:pt x="2403096" y="15789"/>
                        <a:pt x="2575810" y="0"/>
                      </a:cubicBezTo>
                      <a:cubicBezTo>
                        <a:pt x="2748524" y="-15789"/>
                        <a:pt x="2897636" y="4654"/>
                        <a:pt x="3071805" y="0"/>
                      </a:cubicBezTo>
                      <a:cubicBezTo>
                        <a:pt x="3446978" y="-78624"/>
                        <a:pt x="3636038" y="289225"/>
                        <a:pt x="3663636" y="591831"/>
                      </a:cubicBezTo>
                      <a:cubicBezTo>
                        <a:pt x="3720613" y="844230"/>
                        <a:pt x="3636291" y="928859"/>
                        <a:pt x="3663636" y="1183645"/>
                      </a:cubicBezTo>
                      <a:cubicBezTo>
                        <a:pt x="3690981" y="1438431"/>
                        <a:pt x="3638168" y="1548091"/>
                        <a:pt x="3663636" y="1704440"/>
                      </a:cubicBezTo>
                      <a:cubicBezTo>
                        <a:pt x="3689104" y="1860790"/>
                        <a:pt x="3639471" y="2044753"/>
                        <a:pt x="3663636" y="2296254"/>
                      </a:cubicBezTo>
                      <a:cubicBezTo>
                        <a:pt x="3687801" y="2547755"/>
                        <a:pt x="3604208" y="2766873"/>
                        <a:pt x="3663636" y="2959085"/>
                      </a:cubicBezTo>
                      <a:cubicBezTo>
                        <a:pt x="3707950" y="3242154"/>
                        <a:pt x="3450467" y="3517513"/>
                        <a:pt x="3071805" y="3550916"/>
                      </a:cubicBezTo>
                      <a:cubicBezTo>
                        <a:pt x="2895148" y="3563690"/>
                        <a:pt x="2690616" y="3545270"/>
                        <a:pt x="2575810" y="3550916"/>
                      </a:cubicBezTo>
                      <a:cubicBezTo>
                        <a:pt x="2461005" y="3556562"/>
                        <a:pt x="2245345" y="3500851"/>
                        <a:pt x="2129415" y="3550916"/>
                      </a:cubicBezTo>
                      <a:cubicBezTo>
                        <a:pt x="2013486" y="3600981"/>
                        <a:pt x="1840008" y="3505168"/>
                        <a:pt x="1633420" y="3550916"/>
                      </a:cubicBezTo>
                      <a:cubicBezTo>
                        <a:pt x="1426832" y="3596664"/>
                        <a:pt x="1265487" y="3495230"/>
                        <a:pt x="1087826" y="3550916"/>
                      </a:cubicBezTo>
                      <a:cubicBezTo>
                        <a:pt x="910165" y="3606602"/>
                        <a:pt x="822351" y="3540181"/>
                        <a:pt x="591831" y="3550916"/>
                      </a:cubicBezTo>
                      <a:cubicBezTo>
                        <a:pt x="240973" y="3593827"/>
                        <a:pt x="25203" y="3304671"/>
                        <a:pt x="0" y="2959085"/>
                      </a:cubicBezTo>
                      <a:cubicBezTo>
                        <a:pt x="-4747" y="2691493"/>
                        <a:pt x="55554" y="2663788"/>
                        <a:pt x="0" y="2414617"/>
                      </a:cubicBezTo>
                      <a:cubicBezTo>
                        <a:pt x="-55554" y="2165446"/>
                        <a:pt x="48069" y="1964773"/>
                        <a:pt x="0" y="1822803"/>
                      </a:cubicBezTo>
                      <a:cubicBezTo>
                        <a:pt x="-48069" y="1680833"/>
                        <a:pt x="42078" y="1507961"/>
                        <a:pt x="0" y="1278335"/>
                      </a:cubicBezTo>
                      <a:cubicBezTo>
                        <a:pt x="-42078" y="1048709"/>
                        <a:pt x="73722" y="846655"/>
                        <a:pt x="0" y="591831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F0879603-9A75-AAC1-EDDB-5D734375DC47}"/>
                    </a:ext>
                  </a:extLst>
                </p:cNvPr>
                <p:cNvSpPr txBox="1"/>
                <p:nvPr/>
              </p:nvSpPr>
              <p:spPr>
                <a:xfrm>
                  <a:off x="3045594" y="3948707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68FAA28D-24F7-8C60-E4B3-1687BD0275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964" y="2556220"/>
                  <a:ext cx="3682651" cy="31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A02CB878-F12E-388B-1805-CFCCB6F1BB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66916" y="3656075"/>
                  <a:ext cx="363442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B1D2E00-8201-B732-282A-22CACAE7ECAE}"/>
                    </a:ext>
                  </a:extLst>
                </p:cNvPr>
                <p:cNvCxnSpPr>
                  <a:cxnSpLocks/>
                  <a:stCxn id="2" idx="0"/>
                </p:cNvCxnSpPr>
                <p:nvPr/>
              </p:nvCxnSpPr>
              <p:spPr>
                <a:xfrm flipH="1">
                  <a:off x="4640221" y="1416296"/>
                  <a:ext cx="29298" cy="359413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D8B2F-A398-5AC7-B7BC-B1960AB0CA6D}"/>
                    </a:ext>
                  </a:extLst>
                </p:cNvPr>
                <p:cNvSpPr txBox="1"/>
                <p:nvPr/>
              </p:nvSpPr>
              <p:spPr>
                <a:xfrm>
                  <a:off x="2769041" y="1892566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77AFCB7-56DB-0DD5-8A3D-C18DE1DA8D0D}"/>
                    </a:ext>
                  </a:extLst>
                </p:cNvPr>
                <p:cNvSpPr txBox="1"/>
                <p:nvPr/>
              </p:nvSpPr>
              <p:spPr>
                <a:xfrm>
                  <a:off x="3036957" y="2782062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36B0AB0-3EAF-1E16-2B9E-36461BDAED9A}"/>
                    </a:ext>
                  </a:extLst>
                </p:cNvPr>
                <p:cNvSpPr txBox="1"/>
                <p:nvPr/>
              </p:nvSpPr>
              <p:spPr>
                <a:xfrm>
                  <a:off x="3125761" y="4304883"/>
                  <a:ext cx="2123437" cy="3770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sz="2400" b="0" i="1" dirty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4+2×3−6</m:t>
                            </m:r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76D8812A-4FCE-2160-4B37-1D855486953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4330" y="1886587"/>
                      <a:ext cx="2115320" cy="47134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/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9−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e>
                          </m:rad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+4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778DB4FF-C758-4267-55E2-B9AAF90EC5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3248" y="2780575"/>
                    <a:ext cx="2201433" cy="51579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/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4×3</m:t>
                              </m:r>
                            </m:num>
                            <m:den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DECCABE-A98C-8C4D-40A8-A9089CAD8B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19151" y="3875743"/>
                    <a:ext cx="1681921" cy="8002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EFDF9C1-7885-13DB-7864-327EDB3BDE87}"/>
                  </a:ext>
                </a:extLst>
              </p:cNvPr>
              <p:cNvSpPr txBox="1"/>
              <p:nvPr/>
            </p:nvSpPr>
            <p:spPr>
              <a:xfrm>
                <a:off x="4511453" y="4271827"/>
                <a:ext cx="4953000" cy="4713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b="1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3B4E849-4312-77BE-D9D2-B590BFF4DF58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Үч</a:t>
              </a:r>
              <a:r>
                <a:rPr lang="en-US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 </a:t>
              </a:r>
              <a:r>
                <a:rPr lang="ru-RU" sz="2800" b="1" dirty="0">
                  <a:latin typeface="Verdana" panose="020B0604030504040204" pitchFamily="34" charset="0"/>
                  <a:ea typeface="Verdana" panose="020B0604030504040204" pitchFamily="34" charset="0"/>
                </a:rPr>
                <a:t>Көз</a:t>
              </a:r>
              <a:endParaRPr lang="en-US" sz="2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CEC0-564E-009A-E5EA-9F9AB85C4645}"/>
              </a:ext>
            </a:extLst>
          </p:cNvPr>
          <p:cNvGrpSpPr/>
          <p:nvPr/>
        </p:nvGrpSpPr>
        <p:grpSpPr>
          <a:xfrm>
            <a:off x="5754224" y="2318958"/>
            <a:ext cx="5527311" cy="4235109"/>
            <a:chOff x="549590" y="843280"/>
            <a:chExt cx="5244784" cy="432390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9106D2A-E4B1-A752-AF7E-D59AF5C9B879}"/>
                </a:ext>
              </a:extLst>
            </p:cNvPr>
            <p:cNvGrpSpPr/>
            <p:nvPr/>
          </p:nvGrpSpPr>
          <p:grpSpPr>
            <a:xfrm>
              <a:off x="549590" y="1639219"/>
              <a:ext cx="5244784" cy="3527963"/>
              <a:chOff x="2829718" y="1425037"/>
              <a:chExt cx="5244784" cy="3527963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4A75B4CA-6A2D-DD30-7ECB-69428033E662}"/>
                  </a:ext>
                </a:extLst>
              </p:cNvPr>
              <p:cNvGrpSpPr/>
              <p:nvPr/>
            </p:nvGrpSpPr>
            <p:grpSpPr>
              <a:xfrm>
                <a:off x="2829718" y="1425037"/>
                <a:ext cx="5244784" cy="3527963"/>
                <a:chOff x="2829718" y="1425037"/>
                <a:chExt cx="5244784" cy="3527963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F9D8A813-F62F-1B5C-A353-3A8DC794D809}"/>
                    </a:ext>
                  </a:extLst>
                </p:cNvPr>
                <p:cNvSpPr/>
                <p:nvPr/>
              </p:nvSpPr>
              <p:spPr>
                <a:xfrm>
                  <a:off x="2871379" y="1425037"/>
                  <a:ext cx="3663637" cy="3527963"/>
                </a:xfrm>
                <a:custGeom>
                  <a:avLst/>
                  <a:gdLst>
                    <a:gd name="connsiteX0" fmla="*/ 0 w 3663637"/>
                    <a:gd name="connsiteY0" fmla="*/ 588006 h 3527963"/>
                    <a:gd name="connsiteX1" fmla="*/ 588006 w 3663637"/>
                    <a:gd name="connsiteY1" fmla="*/ 0 h 3527963"/>
                    <a:gd name="connsiteX2" fmla="*/ 1085531 w 3663637"/>
                    <a:gd name="connsiteY2" fmla="*/ 0 h 3527963"/>
                    <a:gd name="connsiteX3" fmla="*/ 1533304 w 3663637"/>
                    <a:gd name="connsiteY3" fmla="*/ 0 h 3527963"/>
                    <a:gd name="connsiteX4" fmla="*/ 2055705 w 3663637"/>
                    <a:gd name="connsiteY4" fmla="*/ 0 h 3527963"/>
                    <a:gd name="connsiteX5" fmla="*/ 2503477 w 3663637"/>
                    <a:gd name="connsiteY5" fmla="*/ 0 h 3527963"/>
                    <a:gd name="connsiteX6" fmla="*/ 3075631 w 3663637"/>
                    <a:gd name="connsiteY6" fmla="*/ 0 h 3527963"/>
                    <a:gd name="connsiteX7" fmla="*/ 3663637 w 3663637"/>
                    <a:gd name="connsiteY7" fmla="*/ 588006 h 3527963"/>
                    <a:gd name="connsiteX8" fmla="*/ 3663637 w 3663637"/>
                    <a:gd name="connsiteY8" fmla="*/ 1199513 h 3527963"/>
                    <a:gd name="connsiteX9" fmla="*/ 3663637 w 3663637"/>
                    <a:gd name="connsiteY9" fmla="*/ 1716942 h 3527963"/>
                    <a:gd name="connsiteX10" fmla="*/ 3663637 w 3663637"/>
                    <a:gd name="connsiteY10" fmla="*/ 2257891 h 3527963"/>
                    <a:gd name="connsiteX11" fmla="*/ 3663637 w 3663637"/>
                    <a:gd name="connsiteY11" fmla="*/ 2939957 h 3527963"/>
                    <a:gd name="connsiteX12" fmla="*/ 3075631 w 3663637"/>
                    <a:gd name="connsiteY12" fmla="*/ 3527963 h 3527963"/>
                    <a:gd name="connsiteX13" fmla="*/ 2627859 w 3663637"/>
                    <a:gd name="connsiteY13" fmla="*/ 3527963 h 3527963"/>
                    <a:gd name="connsiteX14" fmla="*/ 2155210 w 3663637"/>
                    <a:gd name="connsiteY14" fmla="*/ 3527963 h 3527963"/>
                    <a:gd name="connsiteX15" fmla="*/ 1657685 w 3663637"/>
                    <a:gd name="connsiteY15" fmla="*/ 3527963 h 3527963"/>
                    <a:gd name="connsiteX16" fmla="*/ 1209912 w 3663637"/>
                    <a:gd name="connsiteY16" fmla="*/ 3527963 h 3527963"/>
                    <a:gd name="connsiteX17" fmla="*/ 588006 w 3663637"/>
                    <a:gd name="connsiteY17" fmla="*/ 3527963 h 3527963"/>
                    <a:gd name="connsiteX18" fmla="*/ 0 w 3663637"/>
                    <a:gd name="connsiteY18" fmla="*/ 2939957 h 3527963"/>
                    <a:gd name="connsiteX19" fmla="*/ 0 w 3663637"/>
                    <a:gd name="connsiteY19" fmla="*/ 2422528 h 3527963"/>
                    <a:gd name="connsiteX20" fmla="*/ 0 w 3663637"/>
                    <a:gd name="connsiteY20" fmla="*/ 1858060 h 3527963"/>
                    <a:gd name="connsiteX21" fmla="*/ 0 w 3663637"/>
                    <a:gd name="connsiteY21" fmla="*/ 1246552 h 3527963"/>
                    <a:gd name="connsiteX22" fmla="*/ 0 w 3663637"/>
                    <a:gd name="connsiteY22" fmla="*/ 588006 h 3527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3663637" h="3527963" fill="none" extrusionOk="0">
                      <a:moveTo>
                        <a:pt x="0" y="588006"/>
                      </a:moveTo>
                      <a:cubicBezTo>
                        <a:pt x="-86830" y="258345"/>
                        <a:pt x="331155" y="58454"/>
                        <a:pt x="588006" y="0"/>
                      </a:cubicBezTo>
                      <a:cubicBezTo>
                        <a:pt x="826540" y="-55344"/>
                        <a:pt x="897210" y="40933"/>
                        <a:pt x="1085531" y="0"/>
                      </a:cubicBezTo>
                      <a:cubicBezTo>
                        <a:pt x="1273852" y="-40933"/>
                        <a:pt x="1392820" y="30525"/>
                        <a:pt x="1533304" y="0"/>
                      </a:cubicBezTo>
                      <a:cubicBezTo>
                        <a:pt x="1673788" y="-30525"/>
                        <a:pt x="1813664" y="37718"/>
                        <a:pt x="2055705" y="0"/>
                      </a:cubicBezTo>
                      <a:cubicBezTo>
                        <a:pt x="2297746" y="-37718"/>
                        <a:pt x="2285125" y="48442"/>
                        <a:pt x="2503477" y="0"/>
                      </a:cubicBezTo>
                      <a:cubicBezTo>
                        <a:pt x="2721829" y="-48442"/>
                        <a:pt x="2806733" y="55020"/>
                        <a:pt x="3075631" y="0"/>
                      </a:cubicBezTo>
                      <a:cubicBezTo>
                        <a:pt x="3370869" y="29870"/>
                        <a:pt x="3634406" y="325813"/>
                        <a:pt x="3663637" y="588006"/>
                      </a:cubicBezTo>
                      <a:cubicBezTo>
                        <a:pt x="3731522" y="747641"/>
                        <a:pt x="3635774" y="954133"/>
                        <a:pt x="3663637" y="1199513"/>
                      </a:cubicBezTo>
                      <a:cubicBezTo>
                        <a:pt x="3691500" y="1444893"/>
                        <a:pt x="3640419" y="1550775"/>
                        <a:pt x="3663637" y="1716942"/>
                      </a:cubicBezTo>
                      <a:cubicBezTo>
                        <a:pt x="3686855" y="1883109"/>
                        <a:pt x="3613958" y="2092982"/>
                        <a:pt x="3663637" y="2257891"/>
                      </a:cubicBezTo>
                      <a:cubicBezTo>
                        <a:pt x="3713316" y="2422800"/>
                        <a:pt x="3617943" y="2684616"/>
                        <a:pt x="3663637" y="2939957"/>
                      </a:cubicBezTo>
                      <a:cubicBezTo>
                        <a:pt x="3752587" y="3241161"/>
                        <a:pt x="3390088" y="3599241"/>
                        <a:pt x="3075631" y="3527963"/>
                      </a:cubicBezTo>
                      <a:cubicBezTo>
                        <a:pt x="2945360" y="3563998"/>
                        <a:pt x="2735574" y="3498795"/>
                        <a:pt x="2627859" y="3527963"/>
                      </a:cubicBezTo>
                      <a:cubicBezTo>
                        <a:pt x="2520144" y="3557131"/>
                        <a:pt x="2251805" y="3498495"/>
                        <a:pt x="2155210" y="3527963"/>
                      </a:cubicBezTo>
                      <a:cubicBezTo>
                        <a:pt x="2058615" y="3557431"/>
                        <a:pt x="1843896" y="3505772"/>
                        <a:pt x="1657685" y="3527963"/>
                      </a:cubicBezTo>
                      <a:cubicBezTo>
                        <a:pt x="1471475" y="3550154"/>
                        <a:pt x="1418891" y="3497675"/>
                        <a:pt x="1209912" y="3527963"/>
                      </a:cubicBezTo>
                      <a:cubicBezTo>
                        <a:pt x="1000933" y="3558251"/>
                        <a:pt x="798826" y="3459528"/>
                        <a:pt x="588006" y="3527963"/>
                      </a:cubicBezTo>
                      <a:cubicBezTo>
                        <a:pt x="233803" y="3475348"/>
                        <a:pt x="-10811" y="3269728"/>
                        <a:pt x="0" y="2939957"/>
                      </a:cubicBezTo>
                      <a:cubicBezTo>
                        <a:pt x="-35744" y="2727581"/>
                        <a:pt x="17575" y="2611477"/>
                        <a:pt x="0" y="2422528"/>
                      </a:cubicBezTo>
                      <a:cubicBezTo>
                        <a:pt x="-17575" y="2233579"/>
                        <a:pt x="15697" y="2091754"/>
                        <a:pt x="0" y="1858060"/>
                      </a:cubicBezTo>
                      <a:cubicBezTo>
                        <a:pt x="-15697" y="1624366"/>
                        <a:pt x="39312" y="1516499"/>
                        <a:pt x="0" y="1246552"/>
                      </a:cubicBezTo>
                      <a:cubicBezTo>
                        <a:pt x="-39312" y="976605"/>
                        <a:pt x="39586" y="813712"/>
                        <a:pt x="0" y="588006"/>
                      </a:cubicBezTo>
                      <a:close/>
                    </a:path>
                    <a:path w="3663637" h="3527963" stroke="0" extrusionOk="0">
                      <a:moveTo>
                        <a:pt x="0" y="588006"/>
                      </a:moveTo>
                      <a:cubicBezTo>
                        <a:pt x="-7875" y="258402"/>
                        <a:pt x="248655" y="5481"/>
                        <a:pt x="588006" y="0"/>
                      </a:cubicBezTo>
                      <a:cubicBezTo>
                        <a:pt x="832285" y="-56023"/>
                        <a:pt x="862814" y="46030"/>
                        <a:pt x="1135284" y="0"/>
                      </a:cubicBezTo>
                      <a:cubicBezTo>
                        <a:pt x="1407754" y="-46030"/>
                        <a:pt x="1466562" y="1058"/>
                        <a:pt x="1607932" y="0"/>
                      </a:cubicBezTo>
                      <a:cubicBezTo>
                        <a:pt x="1749302" y="-1058"/>
                        <a:pt x="1909332" y="19843"/>
                        <a:pt x="2055705" y="0"/>
                      </a:cubicBezTo>
                      <a:cubicBezTo>
                        <a:pt x="2202078" y="-19843"/>
                        <a:pt x="2376716" y="17184"/>
                        <a:pt x="2578106" y="0"/>
                      </a:cubicBezTo>
                      <a:cubicBezTo>
                        <a:pt x="2779496" y="-17184"/>
                        <a:pt x="2975099" y="2650"/>
                        <a:pt x="3075631" y="0"/>
                      </a:cubicBezTo>
                      <a:cubicBezTo>
                        <a:pt x="3416851" y="-26808"/>
                        <a:pt x="3592038" y="326179"/>
                        <a:pt x="3663637" y="588006"/>
                      </a:cubicBezTo>
                      <a:cubicBezTo>
                        <a:pt x="3682443" y="850804"/>
                        <a:pt x="3623412" y="953547"/>
                        <a:pt x="3663637" y="1175994"/>
                      </a:cubicBezTo>
                      <a:cubicBezTo>
                        <a:pt x="3703862" y="1398441"/>
                        <a:pt x="3626320" y="1443132"/>
                        <a:pt x="3663637" y="1693423"/>
                      </a:cubicBezTo>
                      <a:cubicBezTo>
                        <a:pt x="3700954" y="1943714"/>
                        <a:pt x="3630688" y="2056091"/>
                        <a:pt x="3663637" y="2281411"/>
                      </a:cubicBezTo>
                      <a:cubicBezTo>
                        <a:pt x="3696586" y="2506731"/>
                        <a:pt x="3658346" y="2639264"/>
                        <a:pt x="3663637" y="2939957"/>
                      </a:cubicBezTo>
                      <a:cubicBezTo>
                        <a:pt x="3723411" y="3205637"/>
                        <a:pt x="3412996" y="3519827"/>
                        <a:pt x="3075631" y="3527963"/>
                      </a:cubicBezTo>
                      <a:cubicBezTo>
                        <a:pt x="2925498" y="3557076"/>
                        <a:pt x="2726137" y="3519675"/>
                        <a:pt x="2578106" y="3527963"/>
                      </a:cubicBezTo>
                      <a:cubicBezTo>
                        <a:pt x="2430076" y="3536251"/>
                        <a:pt x="2308241" y="3475234"/>
                        <a:pt x="2130334" y="3527963"/>
                      </a:cubicBezTo>
                      <a:cubicBezTo>
                        <a:pt x="1952427" y="3580692"/>
                        <a:pt x="1783345" y="3504709"/>
                        <a:pt x="1632808" y="3527963"/>
                      </a:cubicBezTo>
                      <a:cubicBezTo>
                        <a:pt x="1482271" y="3551217"/>
                        <a:pt x="1284739" y="3476218"/>
                        <a:pt x="1085531" y="3527963"/>
                      </a:cubicBezTo>
                      <a:cubicBezTo>
                        <a:pt x="886323" y="3579708"/>
                        <a:pt x="730701" y="3481748"/>
                        <a:pt x="588006" y="3527963"/>
                      </a:cubicBezTo>
                      <a:cubicBezTo>
                        <a:pt x="247163" y="3556743"/>
                        <a:pt x="25276" y="3283486"/>
                        <a:pt x="0" y="2939957"/>
                      </a:cubicBezTo>
                      <a:cubicBezTo>
                        <a:pt x="-39915" y="2757014"/>
                        <a:pt x="12926" y="2523565"/>
                        <a:pt x="0" y="2399008"/>
                      </a:cubicBezTo>
                      <a:cubicBezTo>
                        <a:pt x="-12926" y="2274451"/>
                        <a:pt x="47432" y="2016271"/>
                        <a:pt x="0" y="1811021"/>
                      </a:cubicBezTo>
                      <a:cubicBezTo>
                        <a:pt x="-47432" y="1605771"/>
                        <a:pt x="15850" y="1533193"/>
                        <a:pt x="0" y="1270072"/>
                      </a:cubicBezTo>
                      <a:cubicBezTo>
                        <a:pt x="-15850" y="1006951"/>
                        <a:pt x="8508" y="899473"/>
                        <a:pt x="0" y="588006"/>
                      </a:cubicBezTo>
                      <a:close/>
                    </a:path>
                  </a:pathLst>
                </a:custGeom>
                <a:solidFill>
                  <a:schemeClr val="bg2">
                    <a:lumMod val="75000"/>
                  </a:schemeClr>
                </a:solidFill>
                <a:ln w="38100">
                  <a:extLst>
                    <a:ext uri="{C807C97D-BFC1-408E-A445-0C87EB9F89A2}">
                      <ask:lineSketchStyleProps xmlns:ask="http://schemas.microsoft.com/office/drawing/2018/sketchyshapes" sd="1219033472">
                        <a:prstGeom prst="round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950" dirty="0"/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2F344C8-B62A-94A8-8316-0F1B45C5106B}"/>
                    </a:ext>
                  </a:extLst>
                </p:cNvPr>
                <p:cNvSpPr txBox="1"/>
                <p:nvPr/>
              </p:nvSpPr>
              <p:spPr>
                <a:xfrm>
                  <a:off x="3121502" y="4082012"/>
                  <a:ext cx="495300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Өжөр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998F6649-FE9F-E471-0AF4-C417B25F79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2946" y="2667323"/>
                  <a:ext cx="3662069" cy="11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DA08E5-5BEB-9658-4916-B52AA6E85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9718" y="3716415"/>
                  <a:ext cx="3705297" cy="7392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63E1D989-0330-59AE-36A6-5E2453F505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549140" y="1527335"/>
                  <a:ext cx="14868" cy="342566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217801D-DDC9-EE20-1DDD-30CD4D23857E}"/>
                    </a:ext>
                  </a:extLst>
                </p:cNvPr>
                <p:cNvSpPr txBox="1"/>
                <p:nvPr/>
              </p:nvSpPr>
              <p:spPr>
                <a:xfrm>
                  <a:off x="2858252" y="1930134"/>
                  <a:ext cx="2702560" cy="4713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Эмгекчил</a:t>
                  </a:r>
                  <a:endParaRPr lang="en-US" sz="20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445AD7CE-8705-71C5-44DE-63315AB32A08}"/>
                    </a:ext>
                  </a:extLst>
                </p:cNvPr>
                <p:cNvSpPr txBox="1"/>
                <p:nvPr/>
              </p:nvSpPr>
              <p:spPr>
                <a:xfrm>
                  <a:off x="3071407" y="2991575"/>
                  <a:ext cx="1390124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2400" b="1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Шерик</a:t>
                  </a:r>
                  <a:endParaRPr lang="en-US" sz="24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3+(4−1)</m:t>
                                </m:r>
                              </m:e>
                              <m:sup>
                                <m:r>
                                  <a:rPr lang="en-GB" sz="2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oMath>
                        </m:oMathPara>
                      </a14:m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E0400D44-5803-BD02-644A-B42BB23E6D1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60565" y="1940494"/>
                      <a:ext cx="2016450" cy="471344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71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400" b="0" i="1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8−1×3−1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  <a:p>
                    <a:endParaRPr lang="en-US" sz="2400" b="1" dirty="0">
                      <a:latin typeface="Verdana" panose="020B0604030504040204" pitchFamily="34" charset="0"/>
                      <a:ea typeface="Verdana" panose="020B060403050404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AE3D4D69-C8D0-38A3-1BA6-A9BE2FBAAC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911" y="2933040"/>
                    <a:ext cx="2119803" cy="8484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dirty="0" smtClean="0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10+15</m:t>
                              </m:r>
                            </m:e>
                          </m:rad>
                          <m:r>
                            <a:rPr lang="en-GB" sz="2400" b="0" i="0" dirty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+8</m:t>
                          </m:r>
                        </m:oMath>
                      </m:oMathPara>
                    </a14:m>
                    <a:endParaRPr lang="en-GB" sz="2400" b="0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AF2361C6-063A-C238-357E-9E19FE920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9327" y="4012778"/>
                    <a:ext cx="2102974" cy="52345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E223FFF-BAFF-2925-090C-CBE162024B46}"/>
                </a:ext>
              </a:extLst>
            </p:cNvPr>
            <p:cNvSpPr/>
            <p:nvPr/>
          </p:nvSpPr>
          <p:spPr>
            <a:xfrm>
              <a:off x="2103120" y="843280"/>
              <a:ext cx="1854991" cy="596079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ru-RU" sz="2400" b="1" dirty="0">
                  <a:latin typeface="Verdana" panose="020B0604030504040204" pitchFamily="34" charset="0"/>
                  <a:ea typeface="Verdana" panose="020B0604030504040204" pitchFamily="34" charset="0"/>
                </a:rPr>
                <a:t>Узун Көз</a:t>
              </a:r>
              <a:endParaRPr lang="en-US" sz="24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5AA447FC-9291-0E24-5720-6BEB61E3FF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3797" y="1901654"/>
            <a:ext cx="1332610" cy="1173158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03639675-BA74-87D4-2BB0-61E3B969486E}"/>
              </a:ext>
            </a:extLst>
          </p:cNvPr>
          <p:cNvSpPr/>
          <p:nvPr/>
        </p:nvSpPr>
        <p:spPr>
          <a:xfrm>
            <a:off x="3785102" y="2843737"/>
            <a:ext cx="629920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51223AE-AD51-55A9-6AC4-CE86C0B8E951}"/>
              </a:ext>
            </a:extLst>
          </p:cNvPr>
          <p:cNvSpPr/>
          <p:nvPr/>
        </p:nvSpPr>
        <p:spPr>
          <a:xfrm>
            <a:off x="8964141" y="2734981"/>
            <a:ext cx="792823" cy="61070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</a:t>
            </a:r>
            <a:endParaRPr lang="en-US" sz="195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0A9758D6-C2EB-86C6-9DF6-E0D07E629195}"/>
              </a:ext>
            </a:extLst>
          </p:cNvPr>
          <p:cNvSpPr/>
          <p:nvPr/>
        </p:nvSpPr>
        <p:spPr>
          <a:xfrm>
            <a:off x="86360" y="95568"/>
            <a:ext cx="9733280" cy="6593840"/>
          </a:xfrm>
          <a:prstGeom prst="roundRect">
            <a:avLst>
              <a:gd name="adj" fmla="val 8501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8F231B-6B8B-D8FF-392D-74222EBA9EEA}"/>
              </a:ext>
            </a:extLst>
          </p:cNvPr>
          <p:cNvSpPr txBox="1"/>
          <p:nvPr/>
        </p:nvSpPr>
        <p:spPr>
          <a:xfrm>
            <a:off x="804265" y="0"/>
            <a:ext cx="80146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6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innerShdw blurRad="63500" dist="50800" dir="5400000">
                    <a:prstClr val="black">
                      <a:alpha val="50000"/>
                    </a:prstClr>
                  </a:innerShdw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Салыштыр</a:t>
            </a:r>
            <a:endParaRPr lang="en-US" sz="19900" b="1" cap="none" spc="0" dirty="0">
              <a:ln w="28575">
                <a:solidFill>
                  <a:schemeClr val="tx1"/>
                </a:solidFill>
              </a:ln>
              <a:solidFill>
                <a:srgbClr val="FF0000"/>
              </a:solidFill>
              <a:effectLst>
                <a:innerShdw blurRad="63500" dist="50800" dir="5400000">
                  <a:prstClr val="black">
                    <a:alpha val="50000"/>
                  </a:prstClr>
                </a:innerShdw>
                <a:reflection blurRad="6350" stA="60000" endA="900" endPos="60000" dist="29997" dir="5400000" sy="-100000" algn="bl" rotWithShape="0"/>
              </a:effectLst>
              <a:latin typeface="Snap ITC" panose="04040A07060A02020202" pitchFamily="8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4189081-1DAC-8D45-39DA-AEB49D58DB88}"/>
              </a:ext>
            </a:extLst>
          </p:cNvPr>
          <p:cNvSpPr/>
          <p:nvPr/>
        </p:nvSpPr>
        <p:spPr>
          <a:xfrm>
            <a:off x="3783080" y="1529228"/>
            <a:ext cx="2702660" cy="1015663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36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6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715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AA9B3A3-C115-FE29-B5E3-E16CEFB40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557" y="136166"/>
            <a:ext cx="2540131" cy="290209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1321B-B454-4F34-B6DB-7ACEF61B9B45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65974-F268-40FF-9D3B-F406890BCF31}"/>
              </a:ext>
            </a:extLst>
          </p:cNvPr>
          <p:cNvSpPr txBox="1"/>
          <p:nvPr/>
        </p:nvSpPr>
        <p:spPr>
          <a:xfrm>
            <a:off x="1258833" y="3567105"/>
            <a:ext cx="8606330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Салыштыруу үчүн бирөөнү тап!</a:t>
            </a:r>
          </a:p>
          <a:p>
            <a:endParaRPr lang="ru-RU" sz="2000" dirty="0"/>
          </a:p>
          <a:p>
            <a:r>
              <a:rPr lang="ru-RU" sz="2000" dirty="0"/>
              <a:t>Акыркы (же эң төмөнкү санды жыйынтык алган) утулган окуучу салыштыруу </a:t>
            </a:r>
          </a:p>
          <a:p>
            <a:r>
              <a:rPr lang="ru-RU" sz="2000" dirty="0"/>
              <a:t>үчүн сыпатты  тандайт.</a:t>
            </a:r>
          </a:p>
          <a:p>
            <a:endParaRPr lang="ru-RU" sz="2000" dirty="0"/>
          </a:p>
          <a:p>
            <a:r>
              <a:rPr lang="ru-RU" sz="2000" dirty="0"/>
              <a:t>Ким жеңди? (Эгер бул тен болсо, башка 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Карталарды алмаштырып,  башка окуучу менен салыштыр!</a:t>
            </a:r>
          </a:p>
          <a:p>
            <a:endParaRPr lang="ru-RU" sz="2000" dirty="0"/>
          </a:p>
          <a:p>
            <a:r>
              <a:rPr lang="ru-RU" sz="2000" dirty="0"/>
              <a:t>Утуштардын суммасын каттап , жыйынтыгын чыгар!</a:t>
            </a:r>
            <a:endParaRPr lang="en-GB" sz="2000" dirty="0"/>
          </a:p>
        </p:txBody>
      </p:sp>
      <p:sp>
        <p:nvSpPr>
          <p:cNvPr id="8" name="Star: 5 Points 7">
            <a:extLst>
              <a:ext uri="{FF2B5EF4-FFF2-40B4-BE49-F238E27FC236}">
                <a16:creationId xmlns:a16="http://schemas.microsoft.com/office/drawing/2014/main" id="{C8479125-B58C-430F-A32D-D4EC3DF40C47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DC4275D-68F4-4B14-8A20-C737FE1BFF76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B302DCD7-5546-4F4A-8059-05F7C7D3DABD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EC7D5CC8-0B45-4F8F-89EB-06E2EA5AB1B1}"/>
              </a:ext>
            </a:extLst>
          </p:cNvPr>
          <p:cNvSpPr/>
          <p:nvPr/>
        </p:nvSpPr>
        <p:spPr>
          <a:xfrm>
            <a:off x="757774" y="53588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05D58129-3966-4445-BCA7-DE9F953F4D83}"/>
              </a:ext>
            </a:extLst>
          </p:cNvPr>
          <p:cNvSpPr/>
          <p:nvPr/>
        </p:nvSpPr>
        <p:spPr>
          <a:xfrm>
            <a:off x="757774" y="596848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B599B-EA1C-4C66-AFDB-696A2EDF4318}"/>
              </a:ext>
            </a:extLst>
          </p:cNvPr>
          <p:cNvSpPr/>
          <p:nvPr/>
        </p:nvSpPr>
        <p:spPr>
          <a:xfrm>
            <a:off x="3509173" y="89660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F13F2F-0637-42EE-A679-578CD4DDA4DC}"/>
              </a:ext>
            </a:extLst>
          </p:cNvPr>
          <p:cNvGrpSpPr/>
          <p:nvPr/>
        </p:nvGrpSpPr>
        <p:grpSpPr>
          <a:xfrm>
            <a:off x="5525253" y="2870881"/>
            <a:ext cx="4324902" cy="1211988"/>
            <a:chOff x="5274653" y="2954215"/>
            <a:chExt cx="4324902" cy="1211988"/>
          </a:xfr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4A9287A-0D94-4559-B6B6-45E9AACB972F}"/>
                </a:ext>
              </a:extLst>
            </p:cNvPr>
            <p:cNvSpPr/>
            <p:nvPr/>
          </p:nvSpPr>
          <p:spPr>
            <a:xfrm>
              <a:off x="5316973" y="2954215"/>
              <a:ext cx="4240265" cy="1211988"/>
            </a:xfrm>
            <a:prstGeom prst="roundRect">
              <a:avLst>
                <a:gd name="adj" fmla="val 9880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C5E9211-CCDA-4A24-9C2B-091E11E367D3}"/>
                </a:ext>
              </a:extLst>
            </p:cNvPr>
            <p:cNvSpPr txBox="1"/>
            <p:nvPr/>
          </p:nvSpPr>
          <p:spPr>
            <a:xfrm>
              <a:off x="5274653" y="3052378"/>
              <a:ext cx="432490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2000" dirty="0"/>
                <a:t>Акыркы жолу утулуп калсаңыз, </a:t>
              </a:r>
            </a:p>
            <a:p>
              <a:pPr algn="ctr"/>
              <a:r>
                <a:rPr lang="ru-RU" sz="2000" dirty="0"/>
                <a:t>жаңы картаңыз менен </a:t>
              </a:r>
            </a:p>
            <a:p>
              <a:pPr algn="ctr"/>
              <a:r>
                <a:rPr lang="ru-RU" sz="2000" dirty="0"/>
                <a:t>ошол эле сыпатты колдоно албайсыз!</a:t>
              </a:r>
              <a:endParaRPr lang="en-GB" sz="2000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2F0F699-2636-A7EC-8B90-260A72274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74" y="266495"/>
            <a:ext cx="2514729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26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93FC0A-5DC5-4F49-8F43-BFA3C349A0BF}"/>
              </a:ext>
            </a:extLst>
          </p:cNvPr>
          <p:cNvSpPr/>
          <p:nvPr/>
        </p:nvSpPr>
        <p:spPr>
          <a:xfrm>
            <a:off x="302427" y="3301048"/>
            <a:ext cx="9323265" cy="3420786"/>
          </a:xfrm>
          <a:prstGeom prst="roundRect">
            <a:avLst>
              <a:gd name="adj" fmla="val 9880"/>
            </a:avLst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8E9F1-6DA8-4219-A25B-32201CC5B7DC}"/>
              </a:ext>
            </a:extLst>
          </p:cNvPr>
          <p:cNvSpPr txBox="1"/>
          <p:nvPr/>
        </p:nvSpPr>
        <p:spPr>
          <a:xfrm>
            <a:off x="1258833" y="3567105"/>
            <a:ext cx="8483028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Карталарды өз топторго бөлүштүрүңүз. Устунку картаны гана ачып караңыз.</a:t>
            </a:r>
          </a:p>
          <a:p>
            <a:endParaRPr lang="ru-RU" sz="2000" dirty="0"/>
          </a:p>
          <a:p>
            <a:r>
              <a:rPr lang="ru-RU" sz="2000" dirty="0"/>
              <a:t>Эң жаш оюнчу биринчи салыштыруу үчүн сыпатты тандайт.</a:t>
            </a:r>
          </a:p>
          <a:p>
            <a:endParaRPr lang="ru-RU" sz="2000" dirty="0"/>
          </a:p>
          <a:p>
            <a:r>
              <a:rPr lang="ru-RU" sz="2000" dirty="0"/>
              <a:t>Ким жеңгенин карайбыз! (Эгер бул тең чыгуу болсо, сол жактагы </a:t>
            </a:r>
          </a:p>
          <a:p>
            <a:r>
              <a:rPr lang="ru-RU" sz="2000" dirty="0"/>
              <a:t>окуучу сыпатты тандайт.)</a:t>
            </a:r>
          </a:p>
          <a:p>
            <a:endParaRPr lang="ru-RU" sz="2000" dirty="0"/>
          </a:p>
          <a:p>
            <a:r>
              <a:rPr lang="ru-RU" sz="2000" dirty="0"/>
              <a:t>Кимдин балы эң жогору болсо, ал башка окуучулардагы карталарды алат.</a:t>
            </a:r>
          </a:p>
          <a:p>
            <a:endParaRPr lang="ru-RU" sz="2000" dirty="0"/>
          </a:p>
          <a:p>
            <a:r>
              <a:rPr lang="ru-RU" sz="2000" dirty="0"/>
              <a:t>Бир оюнчуда бардык карталар болгонго чейин улантыңыз!</a:t>
            </a:r>
            <a:endParaRPr lang="en-GB" sz="2000" dirty="0"/>
          </a:p>
          <a:p>
            <a:endParaRPr lang="en-GB" sz="2000" dirty="0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CC589642-F510-49FB-8336-8BEB8454AA10}"/>
              </a:ext>
            </a:extLst>
          </p:cNvPr>
          <p:cNvSpPr/>
          <p:nvPr/>
        </p:nvSpPr>
        <p:spPr>
          <a:xfrm>
            <a:off x="757774" y="35300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87F627D5-3242-4216-B5A2-D8F9BC54EA7E}"/>
              </a:ext>
            </a:extLst>
          </p:cNvPr>
          <p:cNvSpPr/>
          <p:nvPr/>
        </p:nvSpPr>
        <p:spPr>
          <a:xfrm>
            <a:off x="757774" y="41396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384D25C6-EB38-4FCA-A164-C59BC66AFD0C}"/>
              </a:ext>
            </a:extLst>
          </p:cNvPr>
          <p:cNvSpPr/>
          <p:nvPr/>
        </p:nvSpPr>
        <p:spPr>
          <a:xfrm>
            <a:off x="757774" y="4749284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Star: 5 Points 6">
            <a:extLst>
              <a:ext uri="{FF2B5EF4-FFF2-40B4-BE49-F238E27FC236}">
                <a16:creationId xmlns:a16="http://schemas.microsoft.com/office/drawing/2014/main" id="{2E554427-1595-45F5-851F-E647B41C4679}"/>
              </a:ext>
            </a:extLst>
          </p:cNvPr>
          <p:cNvSpPr/>
          <p:nvPr/>
        </p:nvSpPr>
        <p:spPr>
          <a:xfrm>
            <a:off x="783291" y="5546651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5643FC93-3E46-4E76-B66F-D82DD507466F}"/>
              </a:ext>
            </a:extLst>
          </p:cNvPr>
          <p:cNvSpPr/>
          <p:nvPr/>
        </p:nvSpPr>
        <p:spPr>
          <a:xfrm>
            <a:off x="762971" y="6252803"/>
            <a:ext cx="467845" cy="467845"/>
          </a:xfrm>
          <a:prstGeom prst="star5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73EA5A-2B21-20F0-7978-05209F0F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366" y="129700"/>
            <a:ext cx="2579669" cy="315597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5116D64-148D-BB0C-D86E-6FE593DB9E02}"/>
              </a:ext>
            </a:extLst>
          </p:cNvPr>
          <p:cNvSpPr/>
          <p:nvPr/>
        </p:nvSpPr>
        <p:spPr>
          <a:xfrm>
            <a:off x="3600613" y="673080"/>
            <a:ext cx="2909771" cy="1323439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000" b="1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менен</a:t>
            </a:r>
            <a:r>
              <a:rPr lang="en-US" sz="8000" b="1" cap="none" spc="0" dirty="0">
                <a:ln w="28575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Snap ITC" panose="04040A07060A02020202" pitchFamily="82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82D8EC5-0CD7-EDFD-CAFF-634C9E85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08" y="109736"/>
            <a:ext cx="2696911" cy="305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6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4396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96205F-0A4E-42B7-97D5-A7E5D2AEC684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63979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2CF1A0F-E435-47E8-B043-68CDD7701B68}"/>
              </a:ext>
            </a:extLst>
          </p:cNvPr>
          <p:cNvSpPr/>
          <p:nvPr/>
        </p:nvSpPr>
        <p:spPr>
          <a:xfrm>
            <a:off x="78769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Илгир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1CB5EA-585F-4D32-9660-8C0B8D670721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502173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BAC6DB5E-E80D-4863-B2BC-FB26BC033813}"/>
              </a:ext>
            </a:extLst>
          </p:cNvPr>
          <p:cNvSpPr/>
          <p:nvPr/>
        </p:nvSpPr>
        <p:spPr>
          <a:xfrm>
            <a:off x="8650075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р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г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22EBC3D-0424-41B8-AE34-C706C79EE6F2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54097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DB9530D-1DF1-4E12-A187-DA5600AAE52B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Алгыр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31037F9-88CD-4F78-A954-05B970FA4828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70984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AA9783E-C2E9-4215-A1D5-84EC8276C54E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Чилтен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E6D21A4-A290-4A9B-8A3A-790ABCE49D81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609786" y="52706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8D49AC4-FD57-49E0-9D8D-A95FD08D06C2}"/>
              </a:ext>
            </a:extLst>
          </p:cNvPr>
          <p:cNvSpPr/>
          <p:nvPr/>
        </p:nvSpPr>
        <p:spPr>
          <a:xfrm>
            <a:off x="2757688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EA00586-63B9-488E-9319-0526DD5D8530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63979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FE857015-572C-4100-82D0-D1DFC981A8B2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Шып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C361F2FE-1F70-429D-B02A-B0D3B304A1D4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EF4B57DC-5476-48CF-9B84-73CB0574DBD7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Билек</a:t>
            </a:r>
            <a:endParaRPr lang="en-GB" sz="16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28133CA-6380-422F-AB23-489B1A899914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54097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5E28D9CB-6807-4519-80FA-1B0FB7E3291C}"/>
              </a:ext>
            </a:extLst>
          </p:cNvPr>
          <p:cNvSpPr/>
          <p:nvPr/>
        </p:nvSpPr>
        <p:spPr>
          <a:xfrm>
            <a:off x="6634541" y="2695344"/>
            <a:ext cx="1266628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Тыншаар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4D32D113-D116-49B1-B9B4-3FC915917359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70984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E50548B8-E173-4AD8-896F-B3BEE53B0EAD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Жайдар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2CEE66F-74D4-4FCD-9443-F44A11F93C76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609786" y="230941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8B2F8461-CE68-4F22-9024-11F64D5D52E1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Шайдар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738F7A6-A033-4CF5-9048-90A9098CE9F6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11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9C0C6D0-53AD-49EC-8640-3A7934BCA3FA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Тапкыч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2480109B-47EC-4FD9-A037-3191938CCB6B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E126A3B4-AA19-424F-A952-57E0A9825E42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Күлкүч</a:t>
            </a:r>
            <a:r>
              <a:rPr lang="ru-RU" sz="14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ү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D6C5F1D-3A01-44CE-A370-F9DD013AD3C3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14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E675DA02-B5B0-436F-839E-2E0DB213A063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2875DE7-66EF-4FFD-9689-40193D6DC4F2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E5377AD-EB6C-4E40-86FA-B0499A742829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Тирек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83FBFE76-DBEF-47EB-A7D9-B7E5B89D4235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12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551466C-FA4D-4C50-A9A1-85943F3DFFB0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Чечен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4+2×3−6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D80164CC-6DAE-403A-832C-A0F5D2090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52244213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0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3+(4−1)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8−1×3−1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10+15</m:t>
                                    </m:r>
                                  </m:e>
                                </m:rad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7" name="Table 126">
                <a:extLst>
                  <a:ext uri="{FF2B5EF4-FFF2-40B4-BE49-F238E27FC236}">
                    <a16:creationId xmlns:a16="http://schemas.microsoft.com/office/drawing/2014/main" id="{89CEDF27-883B-44CB-AF0E-8E52E3D8C0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725836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20−4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(20−5)−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8" name="Table 127">
                <a:extLst>
                  <a:ext uri="{FF2B5EF4-FFF2-40B4-BE49-F238E27FC236}">
                    <a16:creationId xmlns:a16="http://schemas.microsoft.com/office/drawing/2014/main" id="{134A8988-3C78-481D-925A-87431ED2C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75477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10×8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4+3×2−4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9" name="Table 128">
                <a:extLst>
                  <a:ext uri="{FF2B5EF4-FFF2-40B4-BE49-F238E27FC236}">
                    <a16:creationId xmlns:a16="http://schemas.microsoft.com/office/drawing/2014/main" id="{AAB94DE7-36E8-495B-85C7-2543EA0AAA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855452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9+7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30−5×2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4" name="Table 143">
                <a:extLst>
                  <a:ext uri="{FF2B5EF4-FFF2-40B4-BE49-F238E27FC236}">
                    <a16:creationId xmlns:a16="http://schemas.microsoft.com/office/drawing/2014/main" id="{C05C2431-919F-4B60-9B06-E7D4440CC6E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5152829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(7−4)×3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30−5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(2+3)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801250D3-CA6F-4284-83A8-42AD58DE790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3212995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5+20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×2−12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6" name="Table 145">
                <a:extLst>
                  <a:ext uri="{FF2B5EF4-FFF2-40B4-BE49-F238E27FC236}">
                    <a16:creationId xmlns:a16="http://schemas.microsoft.com/office/drawing/2014/main" id="{7A16CF5E-2657-49AB-A2AD-79CA65090A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710453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−(8+6)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15−3×2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7" name="Table 146">
                <a:extLst>
                  <a:ext uri="{FF2B5EF4-FFF2-40B4-BE49-F238E27FC236}">
                    <a16:creationId xmlns:a16="http://schemas.microsoft.com/office/drawing/2014/main" id="{3D4BC95A-E6E2-489E-9ADD-B18BD5E1B5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6926510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30−3×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10−4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5−2</m:t>
                                    </m:r>
                                  </m:e>
                                </m: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8" name="Table 147">
                <a:extLst>
                  <a:ext uri="{FF2B5EF4-FFF2-40B4-BE49-F238E27FC236}">
                    <a16:creationId xmlns:a16="http://schemas.microsoft.com/office/drawing/2014/main" id="{30C2CD0B-B737-4251-A324-0EFF2D8234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42948833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10+14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6+10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×(6−4)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9" name="Table 148">
                <a:extLst>
                  <a:ext uri="{FF2B5EF4-FFF2-40B4-BE49-F238E27FC236}">
                    <a16:creationId xmlns:a16="http://schemas.microsoft.com/office/drawing/2014/main" id="{08BFF18B-F3F5-441D-9A6F-B2F21959F9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3683643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15−5+15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4−3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0" name="Table 149">
                <a:extLst>
                  <a:ext uri="{FF2B5EF4-FFF2-40B4-BE49-F238E27FC236}">
                    <a16:creationId xmlns:a16="http://schemas.microsoft.com/office/drawing/2014/main" id="{06AD0780-80E4-4118-A2FA-19F51FA5B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72169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9−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32+4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8+3×4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1" name="Table 150">
                <a:extLst>
                  <a:ext uri="{FF2B5EF4-FFF2-40B4-BE49-F238E27FC236}">
                    <a16:creationId xmlns:a16="http://schemas.microsoft.com/office/drawing/2014/main" id="{75EB1643-9F40-4357-A56E-ECF7A58B427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25402384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(14+10)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(10−6)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2" name="Table 151">
                <a:extLst>
                  <a:ext uri="{FF2B5EF4-FFF2-40B4-BE49-F238E27FC236}">
                    <a16:creationId xmlns:a16="http://schemas.microsoft.com/office/drawing/2014/main" id="{7C90FCC9-54F5-416F-9AD2-035917AA0D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13332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3+6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15+20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÷5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3" name="Table 152">
                <a:extLst>
                  <a:ext uri="{FF2B5EF4-FFF2-40B4-BE49-F238E27FC236}">
                    <a16:creationId xmlns:a16="http://schemas.microsoft.com/office/drawing/2014/main" id="{8546EF3D-77E3-41C2-85F3-59C948A938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54615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(9−6)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10+15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4×(8−5)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4" name="Table 153">
                <a:extLst>
                  <a:ext uri="{FF2B5EF4-FFF2-40B4-BE49-F238E27FC236}">
                    <a16:creationId xmlns:a16="http://schemas.microsoft.com/office/drawing/2014/main" id="{C6252AB8-E289-4CEE-A48A-DE91098173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4553489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000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734DE8-1A9B-4AEC-84EE-00797A7E7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935780"/>
              </p:ext>
            </p:extLst>
          </p:nvPr>
        </p:nvGraphicFramePr>
        <p:xfrm>
          <a:off x="35168" y="125242"/>
          <a:ext cx="9829800" cy="6787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168988984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55321562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4128030677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3710962476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1704429954"/>
                    </a:ext>
                  </a:extLst>
                </a:gridCol>
              </a:tblGrid>
              <a:tr h="226255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20217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899232"/>
                  </a:ext>
                </a:extLst>
              </a:tr>
              <a:tr h="2262554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0840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C4B625EF-5257-46EB-B6CC-5EE9F5E6AF6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30" y="59905"/>
            <a:ext cx="606451" cy="7265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4B0BB6-F19A-4B8E-BD4B-394521B76E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574"/>
          <a:stretch/>
        </p:blipFill>
        <p:spPr>
          <a:xfrm>
            <a:off x="77922" y="139109"/>
            <a:ext cx="792743" cy="5396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7CF535-2CDE-4D2C-B5E0-26035088C70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215" y="111542"/>
            <a:ext cx="697365" cy="6412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3A9620-3C10-42D1-AAD4-0F6A17824747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223" y="65654"/>
            <a:ext cx="565168" cy="7202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F7A20DD-4F30-4728-9340-3CB3D65D3AC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34" y="4598670"/>
            <a:ext cx="404835" cy="70919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2D5D7E5-1319-46CC-ACA8-1F316A438BF1}"/>
              </a:ext>
            </a:extLst>
          </p:cNvPr>
          <p:cNvPicPr>
            <a:picLocks noChangeAspect="1"/>
          </p:cNvPicPr>
          <p:nvPr/>
        </p:nvPicPr>
        <p:blipFill>
          <a:blip r:embed="rId1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2007" y="75145"/>
            <a:ext cx="550494" cy="6786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D192CCE-A793-4405-A4F3-F079D94FAE4D}"/>
              </a:ext>
            </a:extLst>
          </p:cNvPr>
          <p:cNvPicPr>
            <a:picLocks noChangeAspect="1"/>
          </p:cNvPicPr>
          <p:nvPr/>
        </p:nvPicPr>
        <p:blipFill>
          <a:blip r:embed="rId1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6" y="2305050"/>
            <a:ext cx="616055" cy="769318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5BD2F36-452E-42B0-9E91-6A17D9318A2D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21212" y="2328804"/>
            <a:ext cx="709288" cy="707625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113577-624F-409D-8BD5-994EFD761E9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420" y="4610274"/>
            <a:ext cx="753210" cy="693777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FCA34CF-8AE3-481D-A156-E1C3A1FD94A4}"/>
              </a:ext>
            </a:extLst>
          </p:cNvPr>
          <p:cNvPicPr>
            <a:picLocks noChangeAspect="1"/>
          </p:cNvPicPr>
          <p:nvPr/>
        </p:nvPicPr>
        <p:blipFill>
          <a:blip r:embed="rId1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782" y="2343946"/>
            <a:ext cx="762886" cy="669034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BD77CB-72F0-40A3-8C55-328EFE191E19}"/>
              </a:ext>
            </a:extLst>
          </p:cNvPr>
          <p:cNvPicPr>
            <a:picLocks noChangeAspect="1"/>
          </p:cNvPicPr>
          <p:nvPr/>
        </p:nvPicPr>
        <p:blipFill>
          <a:blip r:embed="rId1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225" y="2329467"/>
            <a:ext cx="624115" cy="735453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668BA7-BA37-43F4-ABFF-0F2C15729FDC}"/>
              </a:ext>
            </a:extLst>
          </p:cNvPr>
          <p:cNvPicPr>
            <a:picLocks noChangeAspect="1"/>
          </p:cNvPicPr>
          <p:nvPr/>
        </p:nvPicPr>
        <p:blipFill>
          <a:blip r:embed="rId1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01894" y="2323541"/>
            <a:ext cx="781095" cy="726601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810E93-CD09-4D47-BFA9-16E7622247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034" y="4591050"/>
            <a:ext cx="578528" cy="739858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89E55F6-1170-4EE4-A130-E94E0404EA44}"/>
              </a:ext>
            </a:extLst>
          </p:cNvPr>
          <p:cNvPicPr>
            <a:picLocks noChangeAspect="1"/>
          </p:cNvPicPr>
          <p:nvPr/>
        </p:nvPicPr>
        <p:blipFill>
          <a:blip r:embed="rId1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510" y="4606290"/>
            <a:ext cx="521746" cy="703476"/>
          </a:xfrm>
          <a:prstGeom prst="rect">
            <a:avLst/>
          </a:prstGeom>
          <a:noFill/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66B4A0-580F-4315-A232-299A29F7D2E1}"/>
              </a:ext>
            </a:extLst>
          </p:cNvPr>
          <p:cNvPicPr>
            <a:picLocks noChangeAspect="1"/>
          </p:cNvPicPr>
          <p:nvPr/>
        </p:nvPicPr>
        <p:blipFill>
          <a:blip r:embed="rId1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170" y="4606290"/>
            <a:ext cx="656586" cy="699322"/>
          </a:xfrm>
          <a:prstGeom prst="rect">
            <a:avLst/>
          </a:prstGeom>
          <a:noFill/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7C32DEE-C8A6-49AE-984B-A5F7D4C33111}"/>
              </a:ext>
            </a:extLst>
          </p:cNvPr>
          <p:cNvSpPr/>
          <p:nvPr/>
        </p:nvSpPr>
        <p:spPr>
          <a:xfrm>
            <a:off x="163261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212992-D35C-4FED-A067-931439C38A84}"/>
              </a:ext>
            </a:extLst>
          </p:cNvPr>
          <p:cNvSpPr txBox="1"/>
          <p:nvPr/>
        </p:nvSpPr>
        <p:spPr>
          <a:xfrm>
            <a:off x="158128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756E4A6-9389-41AF-9119-F18985BE43B7}"/>
              </a:ext>
            </a:extLst>
          </p:cNvPr>
          <p:cNvSpPr/>
          <p:nvPr/>
        </p:nvSpPr>
        <p:spPr>
          <a:xfrm>
            <a:off x="9494987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551E97-2DEC-4E82-9962-77664839D1BB}"/>
              </a:ext>
            </a:extLst>
          </p:cNvPr>
          <p:cNvSpPr txBox="1"/>
          <p:nvPr/>
        </p:nvSpPr>
        <p:spPr>
          <a:xfrm>
            <a:off x="9443664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20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174E581-8EC1-491E-9B13-3023DC951F78}"/>
              </a:ext>
            </a:extLst>
          </p:cNvPr>
          <p:cNvSpPr/>
          <p:nvPr/>
        </p:nvSpPr>
        <p:spPr>
          <a:xfrm>
            <a:off x="753378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E4515D-0672-41A8-9014-2C24B2ADF7E8}"/>
              </a:ext>
            </a:extLst>
          </p:cNvPr>
          <p:cNvSpPr txBox="1"/>
          <p:nvPr/>
        </p:nvSpPr>
        <p:spPr>
          <a:xfrm>
            <a:off x="748246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19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E811576-3ECD-4DEB-917B-C207BE989696}"/>
              </a:ext>
            </a:extLst>
          </p:cNvPr>
          <p:cNvSpPr/>
          <p:nvPr/>
        </p:nvSpPr>
        <p:spPr>
          <a:xfrm>
            <a:off x="5563798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459B41-4F66-42CE-AB70-37495C2F357F}"/>
              </a:ext>
            </a:extLst>
          </p:cNvPr>
          <p:cNvSpPr txBox="1"/>
          <p:nvPr/>
        </p:nvSpPr>
        <p:spPr>
          <a:xfrm>
            <a:off x="5512475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18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04D1B38-4306-4CC2-AB02-A94BEDF77864}"/>
              </a:ext>
            </a:extLst>
          </p:cNvPr>
          <p:cNvSpPr/>
          <p:nvPr/>
        </p:nvSpPr>
        <p:spPr>
          <a:xfrm>
            <a:off x="3602600" y="79302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A2FA36-685B-4FC5-893E-8D104B209A2B}"/>
              </a:ext>
            </a:extLst>
          </p:cNvPr>
          <p:cNvSpPr txBox="1"/>
          <p:nvPr/>
        </p:nvSpPr>
        <p:spPr>
          <a:xfrm>
            <a:off x="3551277" y="527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17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0FAA6E2-CB42-4B29-9EF9-515A33755855}"/>
              </a:ext>
            </a:extLst>
          </p:cNvPr>
          <p:cNvSpPr/>
          <p:nvPr/>
        </p:nvSpPr>
        <p:spPr>
          <a:xfrm>
            <a:off x="163261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3FB3679-2423-4447-8321-E88E39444657}"/>
              </a:ext>
            </a:extLst>
          </p:cNvPr>
          <p:cNvSpPr txBox="1"/>
          <p:nvPr/>
        </p:nvSpPr>
        <p:spPr>
          <a:xfrm>
            <a:off x="158128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21</a:t>
            </a: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AD69A6B-AE58-473B-B269-0870ABFE710D}"/>
              </a:ext>
            </a:extLst>
          </p:cNvPr>
          <p:cNvSpPr/>
          <p:nvPr/>
        </p:nvSpPr>
        <p:spPr>
          <a:xfrm>
            <a:off x="9494987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3CE59E-08C3-44A5-A3F9-8D4D981FE74B}"/>
              </a:ext>
            </a:extLst>
          </p:cNvPr>
          <p:cNvSpPr txBox="1"/>
          <p:nvPr/>
        </p:nvSpPr>
        <p:spPr>
          <a:xfrm>
            <a:off x="9443664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25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B426BF6-AE8C-46CF-B60C-88DFA0836249}"/>
              </a:ext>
            </a:extLst>
          </p:cNvPr>
          <p:cNvSpPr/>
          <p:nvPr/>
        </p:nvSpPr>
        <p:spPr>
          <a:xfrm>
            <a:off x="753378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CF027E1-3A36-42FB-809D-8377BB19FF75}"/>
              </a:ext>
            </a:extLst>
          </p:cNvPr>
          <p:cNvSpPr txBox="1"/>
          <p:nvPr/>
        </p:nvSpPr>
        <p:spPr>
          <a:xfrm>
            <a:off x="748246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24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45A1F7B-81F3-4E1D-9720-028A7CCF76AB}"/>
              </a:ext>
            </a:extLst>
          </p:cNvPr>
          <p:cNvSpPr/>
          <p:nvPr/>
        </p:nvSpPr>
        <p:spPr>
          <a:xfrm>
            <a:off x="5563798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1243C2-6AF8-42B7-8564-DA8A029228B7}"/>
              </a:ext>
            </a:extLst>
          </p:cNvPr>
          <p:cNvSpPr txBox="1"/>
          <p:nvPr/>
        </p:nvSpPr>
        <p:spPr>
          <a:xfrm>
            <a:off x="5512475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23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4BD389BC-874E-4AA5-831A-770175F2A0C2}"/>
              </a:ext>
            </a:extLst>
          </p:cNvPr>
          <p:cNvSpPr/>
          <p:nvPr/>
        </p:nvSpPr>
        <p:spPr>
          <a:xfrm>
            <a:off x="3602600" y="2336008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071E-8CFB-4AED-89F0-6BF2DCDDA524}"/>
              </a:ext>
            </a:extLst>
          </p:cNvPr>
          <p:cNvSpPr txBox="1"/>
          <p:nvPr/>
        </p:nvSpPr>
        <p:spPr>
          <a:xfrm>
            <a:off x="3551277" y="23094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22</a:t>
            </a:r>
          </a:p>
        </p:txBody>
      </p:sp>
      <p:sp>
        <p:nvSpPr>
          <p:cNvPr id="124" name="Oval 123">
            <a:extLst>
              <a:ext uri="{FF2B5EF4-FFF2-40B4-BE49-F238E27FC236}">
                <a16:creationId xmlns:a16="http://schemas.microsoft.com/office/drawing/2014/main" id="{AFA4F178-C18E-4B17-97BB-C41244A477A8}"/>
              </a:ext>
            </a:extLst>
          </p:cNvPr>
          <p:cNvSpPr/>
          <p:nvPr/>
        </p:nvSpPr>
        <p:spPr>
          <a:xfrm>
            <a:off x="163261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103C6F1-B0D3-420A-AFF2-D15C89F6BD58}"/>
              </a:ext>
            </a:extLst>
          </p:cNvPr>
          <p:cNvSpPr txBox="1"/>
          <p:nvPr/>
        </p:nvSpPr>
        <p:spPr>
          <a:xfrm>
            <a:off x="158128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26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CFE9832E-25A4-4A34-84B7-A548FD64A1C3}"/>
              </a:ext>
            </a:extLst>
          </p:cNvPr>
          <p:cNvSpPr/>
          <p:nvPr/>
        </p:nvSpPr>
        <p:spPr>
          <a:xfrm>
            <a:off x="9494987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6E878B5-DED9-4BF0-8393-3F00A4C6D92C}"/>
              </a:ext>
            </a:extLst>
          </p:cNvPr>
          <p:cNvSpPr txBox="1"/>
          <p:nvPr/>
        </p:nvSpPr>
        <p:spPr>
          <a:xfrm>
            <a:off x="9443664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30</a:t>
            </a: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563039EA-7698-49A0-B9B1-67C93F7B8B81}"/>
              </a:ext>
            </a:extLst>
          </p:cNvPr>
          <p:cNvSpPr/>
          <p:nvPr/>
        </p:nvSpPr>
        <p:spPr>
          <a:xfrm>
            <a:off x="753378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8D59961-B667-449C-97FB-06753BE278C7}"/>
              </a:ext>
            </a:extLst>
          </p:cNvPr>
          <p:cNvSpPr txBox="1"/>
          <p:nvPr/>
        </p:nvSpPr>
        <p:spPr>
          <a:xfrm>
            <a:off x="748246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29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BFE952C4-71CE-4F96-98D0-A65DB88BBD4E}"/>
              </a:ext>
            </a:extLst>
          </p:cNvPr>
          <p:cNvSpPr/>
          <p:nvPr/>
        </p:nvSpPr>
        <p:spPr>
          <a:xfrm>
            <a:off x="5563798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CE17CAE-1E40-4F03-A13B-C70293A2B81C}"/>
              </a:ext>
            </a:extLst>
          </p:cNvPr>
          <p:cNvSpPr txBox="1"/>
          <p:nvPr/>
        </p:nvSpPr>
        <p:spPr>
          <a:xfrm>
            <a:off x="5512475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28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7600F64-E049-47FA-B303-A7263B9C22AF}"/>
              </a:ext>
            </a:extLst>
          </p:cNvPr>
          <p:cNvSpPr/>
          <p:nvPr/>
        </p:nvSpPr>
        <p:spPr>
          <a:xfrm>
            <a:off x="3602600" y="4601505"/>
            <a:ext cx="316058" cy="3160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7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7DFA2D-61B6-4B1B-8515-028D24DF29C3}"/>
              </a:ext>
            </a:extLst>
          </p:cNvPr>
          <p:cNvSpPr txBox="1"/>
          <p:nvPr/>
        </p:nvSpPr>
        <p:spPr>
          <a:xfrm>
            <a:off x="3551277" y="4574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5658C-BF4B-4B04-8B43-1AD1F24AF4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-23606"/>
            <a:ext cx="714402" cy="467581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D0B7802B-C907-4E50-BF7E-EB549FBE92D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-23606"/>
            <a:ext cx="714402" cy="467581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8DF9EBAB-ACCF-4770-9B65-EE01C414D89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-23606"/>
            <a:ext cx="714402" cy="467581"/>
          </a:xfrm>
          <a:prstGeom prst="rect">
            <a:avLst/>
          </a:prstGeom>
        </p:spPr>
      </p:pic>
      <p:pic>
        <p:nvPicPr>
          <p:cNvPr id="132" name="Picture 131">
            <a:extLst>
              <a:ext uri="{FF2B5EF4-FFF2-40B4-BE49-F238E27FC236}">
                <a16:creationId xmlns:a16="http://schemas.microsoft.com/office/drawing/2014/main" id="{2590F30D-41CD-42D5-9FCF-D7DE40B370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-23606"/>
            <a:ext cx="714402" cy="46758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D45A673-EB29-4C8C-8700-EF9DE2AF893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-23606"/>
            <a:ext cx="714402" cy="467581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1CD0A7C6-3F0C-4970-96C4-793B4BCFE66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314" y="2237929"/>
            <a:ext cx="714402" cy="467581"/>
          </a:xfrm>
          <a:prstGeom prst="rect">
            <a:avLst/>
          </a:prstGeom>
        </p:spPr>
      </p:pic>
      <p:pic>
        <p:nvPicPr>
          <p:cNvPr id="135" name="Picture 134">
            <a:extLst>
              <a:ext uri="{FF2B5EF4-FFF2-40B4-BE49-F238E27FC236}">
                <a16:creationId xmlns:a16="http://schemas.microsoft.com/office/drawing/2014/main" id="{B70F9538-F418-4DEB-8A40-F57FBAEF5E4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0938" y="2237929"/>
            <a:ext cx="714402" cy="46758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107AAEAB-F9D9-4F88-BBE4-E4EBB4BB7E9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1562" y="2237929"/>
            <a:ext cx="714402" cy="467581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D596FC87-ABF4-42CB-96E6-45FB4EEE0C6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2186" y="2237929"/>
            <a:ext cx="714402" cy="467581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FB8A5F99-7CF0-4792-B883-90EBB573D24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2810" y="2237929"/>
            <a:ext cx="714402" cy="467581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C1BD2E41-2627-46B6-90F3-9938F6873BB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394" y="4498641"/>
            <a:ext cx="714402" cy="467581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DFA53B7E-8BE4-491E-80E0-F889A937716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86018" y="4498641"/>
            <a:ext cx="714402" cy="467581"/>
          </a:xfrm>
          <a:prstGeom prst="rect">
            <a:avLst/>
          </a:prstGeom>
        </p:spPr>
      </p:pic>
      <p:pic>
        <p:nvPicPr>
          <p:cNvPr id="141" name="Picture 140">
            <a:extLst>
              <a:ext uri="{FF2B5EF4-FFF2-40B4-BE49-F238E27FC236}">
                <a16:creationId xmlns:a16="http://schemas.microsoft.com/office/drawing/2014/main" id="{8C1F3D0C-BBEE-4973-9508-29D9E9D5BC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46642" y="4498641"/>
            <a:ext cx="714402" cy="467581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DDC4F632-5763-4D02-8EAD-3A01DB20022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07266" y="4498641"/>
            <a:ext cx="714402" cy="467581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E6445DC3-17D1-4B75-8AD1-8E17626D1D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7890" y="4498641"/>
            <a:ext cx="714402" cy="467581"/>
          </a:xfrm>
          <a:prstGeom prst="rect">
            <a:avLst/>
          </a:prstGeom>
        </p:spPr>
      </p:pic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D6E26B4A-995D-44AB-B108-F854C37E3CD0}"/>
              </a:ext>
            </a:extLst>
          </p:cNvPr>
          <p:cNvSpPr/>
          <p:nvPr/>
        </p:nvSpPr>
        <p:spPr>
          <a:xfrm>
            <a:off x="632776" y="502427"/>
            <a:ext cx="1371929" cy="2543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Шамдагай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0A5CF9DF-8679-4EC0-A118-0DFF234AA807}"/>
              </a:ext>
            </a:extLst>
          </p:cNvPr>
          <p:cNvSpPr/>
          <p:nvPr/>
        </p:nvSpPr>
        <p:spPr>
          <a:xfrm>
            <a:off x="8578720" y="457263"/>
            <a:ext cx="1308842" cy="3107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Баракелде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CAAB8D03-6293-4ECE-A2B4-AC4C1EF24934}"/>
              </a:ext>
            </a:extLst>
          </p:cNvPr>
          <p:cNvSpPr/>
          <p:nvPr/>
        </p:nvSpPr>
        <p:spPr>
          <a:xfrm>
            <a:off x="668887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Ой-Ой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14CC6FE-94FD-4AF7-A55F-EABC9F479E81}"/>
              </a:ext>
            </a:extLst>
          </p:cNvPr>
          <p:cNvSpPr/>
          <p:nvPr/>
        </p:nvSpPr>
        <p:spPr>
          <a:xfrm>
            <a:off x="4718886" y="458292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Ай-Ай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F88451C4-F5E4-4BB9-8867-30DD7286988C}"/>
              </a:ext>
            </a:extLst>
          </p:cNvPr>
          <p:cNvSpPr/>
          <p:nvPr/>
        </p:nvSpPr>
        <p:spPr>
          <a:xfrm>
            <a:off x="2643901" y="459057"/>
            <a:ext cx="1291734" cy="28661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Чыдамкай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CFDAFE1-6DED-4D76-A958-046E240C5C80}"/>
              </a:ext>
            </a:extLst>
          </p:cNvPr>
          <p:cNvSpPr/>
          <p:nvPr/>
        </p:nvSpPr>
        <p:spPr>
          <a:xfrm>
            <a:off x="78769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Балбан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6CD86AE3-0DAA-48F6-A2CB-285D1BA5BAAE}"/>
              </a:ext>
            </a:extLst>
          </p:cNvPr>
          <p:cNvSpPr/>
          <p:nvPr/>
        </p:nvSpPr>
        <p:spPr>
          <a:xfrm>
            <a:off x="8650075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Зер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338621F-334A-4996-92FB-E48012379954}"/>
              </a:ext>
            </a:extLst>
          </p:cNvPr>
          <p:cNvSpPr/>
          <p:nvPr/>
        </p:nvSpPr>
        <p:spPr>
          <a:xfrm>
            <a:off x="668887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Уста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CCF788D5-BAEA-4355-B860-FE94AC5D46F3}"/>
              </a:ext>
            </a:extLst>
          </p:cNvPr>
          <p:cNvSpPr/>
          <p:nvPr/>
        </p:nvSpPr>
        <p:spPr>
          <a:xfrm>
            <a:off x="4718886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Дыйкан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5A31EF50-0827-47B1-AED9-3172CF4FE443}"/>
              </a:ext>
            </a:extLst>
          </p:cNvPr>
          <p:cNvSpPr/>
          <p:nvPr/>
        </p:nvSpPr>
        <p:spPr>
          <a:xfrm>
            <a:off x="2757688" y="2714998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Багбан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ED018939-D1FB-4AFB-B9FF-E7FDA3542694}"/>
              </a:ext>
            </a:extLst>
          </p:cNvPr>
          <p:cNvSpPr/>
          <p:nvPr/>
        </p:nvSpPr>
        <p:spPr>
          <a:xfrm>
            <a:off x="78769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Тапалак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B585BE43-3325-4371-A684-55D6FF04BECE}"/>
              </a:ext>
            </a:extLst>
          </p:cNvPr>
          <p:cNvSpPr/>
          <p:nvPr/>
        </p:nvSpPr>
        <p:spPr>
          <a:xfrm>
            <a:off x="8650075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Адам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2C55A339-D70D-4847-9C57-B7E2F332F026}"/>
              </a:ext>
            </a:extLst>
          </p:cNvPr>
          <p:cNvSpPr/>
          <p:nvPr/>
        </p:nvSpPr>
        <p:spPr>
          <a:xfrm>
            <a:off x="668887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Байкуш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E064236-3F47-4838-BAFA-1816DCD0FEFB}"/>
              </a:ext>
            </a:extLst>
          </p:cNvPr>
          <p:cNvSpPr/>
          <p:nvPr/>
        </p:nvSpPr>
        <p:spPr>
          <a:xfrm>
            <a:off x="4718886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К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с</a:t>
            </a:r>
            <a:r>
              <a:rPr lang="ru-RU" sz="16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ө</a:t>
            </a:r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м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4BF6C087-29AA-4EAF-A2B1-405BC6B192CB}"/>
              </a:ext>
            </a:extLst>
          </p:cNvPr>
          <p:cNvSpPr/>
          <p:nvPr/>
        </p:nvSpPr>
        <p:spPr>
          <a:xfrm>
            <a:off x="2757688" y="4980495"/>
            <a:ext cx="1141242" cy="28814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Чыр</a:t>
            </a:r>
            <a:endParaRPr lang="en-GB" sz="14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EB40C607-C02D-4EF8-8E73-10E6139A2698}"/>
              </a:ext>
            </a:extLst>
          </p:cNvPr>
          <p:cNvSpPr/>
          <p:nvPr/>
        </p:nvSpPr>
        <p:spPr>
          <a:xfrm>
            <a:off x="8763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24845EB3-B609-4994-B4DE-84D189797EC0}"/>
              </a:ext>
            </a:extLst>
          </p:cNvPr>
          <p:cNvSpPr/>
          <p:nvPr/>
        </p:nvSpPr>
        <p:spPr>
          <a:xfrm>
            <a:off x="7950011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6FA3BB8E-3399-4EB6-981E-AE074E2F3DB5}"/>
              </a:ext>
            </a:extLst>
          </p:cNvPr>
          <p:cNvSpPr/>
          <p:nvPr/>
        </p:nvSpPr>
        <p:spPr>
          <a:xfrm>
            <a:off x="598881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72AF2F3-A4C7-4083-BD77-6C65CD3C2631}"/>
              </a:ext>
            </a:extLst>
          </p:cNvPr>
          <p:cNvSpPr/>
          <p:nvPr/>
        </p:nvSpPr>
        <p:spPr>
          <a:xfrm>
            <a:off x="4018822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DC6CA138-8DB4-45E5-A659-C0BD39DF3BD5}"/>
              </a:ext>
            </a:extLst>
          </p:cNvPr>
          <p:cNvSpPr/>
          <p:nvPr/>
        </p:nvSpPr>
        <p:spPr>
          <a:xfrm>
            <a:off x="2057624" y="825866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6D1F05AA-F312-4CB4-B240-91607E320379}"/>
              </a:ext>
            </a:extLst>
          </p:cNvPr>
          <p:cNvSpPr/>
          <p:nvPr/>
        </p:nvSpPr>
        <p:spPr>
          <a:xfrm>
            <a:off x="8763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: Rounded Corners 183">
            <a:extLst>
              <a:ext uri="{FF2B5EF4-FFF2-40B4-BE49-F238E27FC236}">
                <a16:creationId xmlns:a16="http://schemas.microsoft.com/office/drawing/2014/main" id="{1B593A10-F1FF-44D1-B2DE-4F3479F37D96}"/>
              </a:ext>
            </a:extLst>
          </p:cNvPr>
          <p:cNvSpPr/>
          <p:nvPr/>
        </p:nvSpPr>
        <p:spPr>
          <a:xfrm>
            <a:off x="7950011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35E2CCB4-EF00-4B72-B69B-A97E5DCF6D58}"/>
              </a:ext>
            </a:extLst>
          </p:cNvPr>
          <p:cNvSpPr/>
          <p:nvPr/>
        </p:nvSpPr>
        <p:spPr>
          <a:xfrm>
            <a:off x="598881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: Rounded Corners 185">
            <a:extLst>
              <a:ext uri="{FF2B5EF4-FFF2-40B4-BE49-F238E27FC236}">
                <a16:creationId xmlns:a16="http://schemas.microsoft.com/office/drawing/2014/main" id="{21A7DDF2-5A71-46BD-B3B5-E2ECE681F35F}"/>
              </a:ext>
            </a:extLst>
          </p:cNvPr>
          <p:cNvSpPr/>
          <p:nvPr/>
        </p:nvSpPr>
        <p:spPr>
          <a:xfrm>
            <a:off x="4018822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266453D2-104C-4FE4-8D78-8339D83F9E08}"/>
              </a:ext>
            </a:extLst>
          </p:cNvPr>
          <p:cNvSpPr/>
          <p:nvPr/>
        </p:nvSpPr>
        <p:spPr>
          <a:xfrm>
            <a:off x="2057624" y="3082572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: Rounded Corners 187">
            <a:extLst>
              <a:ext uri="{FF2B5EF4-FFF2-40B4-BE49-F238E27FC236}">
                <a16:creationId xmlns:a16="http://schemas.microsoft.com/office/drawing/2014/main" id="{D684E1A7-8D9D-41B9-8A30-B4D6E7834DF8}"/>
              </a:ext>
            </a:extLst>
          </p:cNvPr>
          <p:cNvSpPr/>
          <p:nvPr/>
        </p:nvSpPr>
        <p:spPr>
          <a:xfrm>
            <a:off x="8763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8CCBA5B-1C22-41C6-8BD0-0CA8B588062E}"/>
              </a:ext>
            </a:extLst>
          </p:cNvPr>
          <p:cNvSpPr/>
          <p:nvPr/>
        </p:nvSpPr>
        <p:spPr>
          <a:xfrm>
            <a:off x="7950011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96B08E25-D5A6-455F-8FA2-D16549EC6AC9}"/>
              </a:ext>
            </a:extLst>
          </p:cNvPr>
          <p:cNvSpPr/>
          <p:nvPr/>
        </p:nvSpPr>
        <p:spPr>
          <a:xfrm>
            <a:off x="598881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9D0EEAEF-C1C2-42CA-84D6-0AEC0E2F4A1C}"/>
              </a:ext>
            </a:extLst>
          </p:cNvPr>
          <p:cNvSpPr/>
          <p:nvPr/>
        </p:nvSpPr>
        <p:spPr>
          <a:xfrm>
            <a:off x="4018822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D6184AE-2D8F-4E42-81EE-20500FE324D2}"/>
              </a:ext>
            </a:extLst>
          </p:cNvPr>
          <p:cNvSpPr/>
          <p:nvPr/>
        </p:nvSpPr>
        <p:spPr>
          <a:xfrm>
            <a:off x="2057624" y="5348069"/>
            <a:ext cx="1854200" cy="1419084"/>
          </a:xfrm>
          <a:prstGeom prst="roundRect">
            <a:avLst>
              <a:gd name="adj" fmla="val 378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4+2×4+3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9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4×3+6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0" name="Table 209">
                <a:extLst>
                  <a:ext uri="{FF2B5EF4-FFF2-40B4-BE49-F238E27FC236}">
                    <a16:creationId xmlns:a16="http://schemas.microsoft.com/office/drawing/2014/main" id="{47CA6E4D-844B-4748-A93D-3BFB5B2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4567460"/>
                  </p:ext>
                </p:extLst>
              </p:nvPr>
            </p:nvGraphicFramePr>
            <p:xfrm>
              <a:off x="89617" y="82789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614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586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1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÷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(7−5)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80+20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1400" b="0" i="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1" name="Table 210">
                <a:extLst>
                  <a:ext uri="{FF2B5EF4-FFF2-40B4-BE49-F238E27FC236}">
                    <a16:creationId xmlns:a16="http://schemas.microsoft.com/office/drawing/2014/main" id="{257D872E-93D1-4811-AA8A-9E5703741E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71568009"/>
                  </p:ext>
                </p:extLst>
              </p:nvPr>
            </p:nvGraphicFramePr>
            <p:xfrm>
              <a:off x="2057624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229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190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2"/>
                          <a:stretch>
                            <a:fillRect l="-73295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15+10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8×3−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(35−7)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2" name="Table 211">
                <a:extLst>
                  <a:ext uri="{FF2B5EF4-FFF2-40B4-BE49-F238E27FC236}">
                    <a16:creationId xmlns:a16="http://schemas.microsoft.com/office/drawing/2014/main" id="{3B620A92-A445-4A51-A7C5-7039F3E9FA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8489831"/>
                  </p:ext>
                </p:extLst>
              </p:nvPr>
            </p:nvGraphicFramePr>
            <p:xfrm>
              <a:off x="401882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57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63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r="-571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100000" r="-571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3"/>
                          <a:stretch>
                            <a:fillRect l="-74286" t="-200000" r="-571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3×(8−4)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2×6−1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3" name="Table 212">
                <a:extLst>
                  <a:ext uri="{FF2B5EF4-FFF2-40B4-BE49-F238E27FC236}">
                    <a16:creationId xmlns:a16="http://schemas.microsoft.com/office/drawing/2014/main" id="{98466EEB-BAD9-4AE4-9728-533682FE9E2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9301586"/>
                  </p:ext>
                </p:extLst>
              </p:nvPr>
            </p:nvGraphicFramePr>
            <p:xfrm>
              <a:off x="5988812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30−5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20−21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8+2×0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4" name="Table 213">
                <a:extLst>
                  <a:ext uri="{FF2B5EF4-FFF2-40B4-BE49-F238E27FC236}">
                    <a16:creationId xmlns:a16="http://schemas.microsoft.com/office/drawing/2014/main" id="{8A71FFEC-B388-46DF-8B3C-A5A8170895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99380"/>
                  </p:ext>
                </p:extLst>
              </p:nvPr>
            </p:nvGraphicFramePr>
            <p:xfrm>
              <a:off x="7950011" y="825866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751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449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(4−3)×8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20−10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2+(10−8)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5" name="Table 214">
                <a:extLst>
                  <a:ext uri="{FF2B5EF4-FFF2-40B4-BE49-F238E27FC236}">
                    <a16:creationId xmlns:a16="http://schemas.microsoft.com/office/drawing/2014/main" id="{18FCC5ED-BEEC-4E51-89AA-A02AC4BD53C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1048148"/>
                  </p:ext>
                </p:extLst>
              </p:nvPr>
            </p:nvGraphicFramePr>
            <p:xfrm>
              <a:off x="88451" y="3085105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195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005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r="-56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01299" r="-562" b="-1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6"/>
                          <a:stretch>
                            <a:fillRect l="-71348" t="-198718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17−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18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6" name="Table 215">
                <a:extLst>
                  <a:ext uri="{FF2B5EF4-FFF2-40B4-BE49-F238E27FC236}">
                    <a16:creationId xmlns:a16="http://schemas.microsoft.com/office/drawing/2014/main" id="{01F346C3-8A85-4E4E-9F6B-B96D33AD38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1738328"/>
                  </p:ext>
                </p:extLst>
              </p:nvPr>
            </p:nvGraphicFramePr>
            <p:xfrm>
              <a:off x="2056458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2250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1950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(1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+3)×3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20−</m:t>
                                </m:r>
                                <m:d>
                                  <m:d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e>
                                </m:d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baseline="300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50</m:t>
                                    </m:r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×2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7" name="Table 216">
                <a:extLst>
                  <a:ext uri="{FF2B5EF4-FFF2-40B4-BE49-F238E27FC236}">
                    <a16:creationId xmlns:a16="http://schemas.microsoft.com/office/drawing/2014/main" id="{D970C937-7852-4015-B347-7177E724BF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755013"/>
                  </p:ext>
                </p:extLst>
              </p:nvPr>
            </p:nvGraphicFramePr>
            <p:xfrm>
              <a:off x="401765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41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0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8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</m:rad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+8−4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GB" sz="1400" b="0" i="1" baseline="30000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2+3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1−2×3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8" name="Table 217">
                <a:extLst>
                  <a:ext uri="{FF2B5EF4-FFF2-40B4-BE49-F238E27FC236}">
                    <a16:creationId xmlns:a16="http://schemas.microsoft.com/office/drawing/2014/main" id="{C5FF1C8A-4011-4994-84FE-F28160DA8F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0212404"/>
                  </p:ext>
                </p:extLst>
              </p:nvPr>
            </p:nvGraphicFramePr>
            <p:xfrm>
              <a:off x="5987646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363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056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9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(8+8)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(2×2)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3+3×4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sz="1400" b="0" i="1" baseline="30000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−(5+3)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9" name="Table 218">
                <a:extLst>
                  <a:ext uri="{FF2B5EF4-FFF2-40B4-BE49-F238E27FC236}">
                    <a16:creationId xmlns:a16="http://schemas.microsoft.com/office/drawing/2014/main" id="{E7866598-5C4D-4421-857A-8FDE6C6EBB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7040735"/>
                  </p:ext>
                </p:extLst>
              </p:nvPr>
            </p:nvGraphicFramePr>
            <p:xfrm>
              <a:off x="7948845" y="3083077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70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349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0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40−4×3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6−4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7+6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3−4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0" name="Table 219">
                <a:extLst>
                  <a:ext uri="{FF2B5EF4-FFF2-40B4-BE49-F238E27FC236}">
                    <a16:creationId xmlns:a16="http://schemas.microsoft.com/office/drawing/2014/main" id="{50D73A5C-26E0-4986-AF40-8BF5D5772B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1740650"/>
                  </p:ext>
                </p:extLst>
              </p:nvPr>
            </p:nvGraphicFramePr>
            <p:xfrm>
              <a:off x="90779" y="5350842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8452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5748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r="-568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100000" r="-568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1"/>
                          <a:stretch>
                            <a:fillRect l="-73864" t="-200000" r="-568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6+30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2×5+8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1" name="Table 220">
                <a:extLst>
                  <a:ext uri="{FF2B5EF4-FFF2-40B4-BE49-F238E27FC236}">
                    <a16:creationId xmlns:a16="http://schemas.microsoft.com/office/drawing/2014/main" id="{C559ED79-F99B-4C4E-A898-2500D21A0D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4391681"/>
                  </p:ext>
                </p:extLst>
              </p:nvPr>
            </p:nvGraphicFramePr>
            <p:xfrm>
              <a:off x="2058786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33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8186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r="-562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100000" r="-562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2"/>
                          <a:stretch>
                            <a:fillRect l="-71348" t="-200000" r="-562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(5+15)</m:t>
                                    </m:r>
                                  </m:num>
                                  <m:den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2×2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(7−3)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4×2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2" name="Table 221">
                <a:extLst>
                  <a:ext uri="{FF2B5EF4-FFF2-40B4-BE49-F238E27FC236}">
                    <a16:creationId xmlns:a16="http://schemas.microsoft.com/office/drawing/2014/main" id="{C57A9CB4-CA9F-4CD1-BC92-3F46B89D58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4448651"/>
                  </p:ext>
                </p:extLst>
              </p:nvPr>
            </p:nvGraphicFramePr>
            <p:xfrm>
              <a:off x="4019984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0616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3584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3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3+1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8−2×4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3" name="Table 222">
                <a:extLst>
                  <a:ext uri="{FF2B5EF4-FFF2-40B4-BE49-F238E27FC236}">
                    <a16:creationId xmlns:a16="http://schemas.microsoft.com/office/drawing/2014/main" id="{DB923819-51DC-49B1-A1C8-3370EAF2A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9131130"/>
                  </p:ext>
                </p:extLst>
              </p:nvPr>
            </p:nvGraphicFramePr>
            <p:xfrm>
              <a:off x="5988812" y="5348069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90057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64143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r="-571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100000" r="-571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4"/>
                          <a:stretch>
                            <a:fillRect l="-74286" t="-200000" r="-571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17−</m:t>
                                </m:r>
                                <m:sSup>
                                  <m:sSup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(3×0)</m:t>
                                    </m:r>
                                  </m:e>
                                  <m:sup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GB" sz="1400" b="0" i="1" dirty="0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14−13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2×2+9</m:t>
                                </m:r>
                                <m:r>
                                  <a:rPr lang="en-GB" sz="14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÷3</m:t>
                                </m:r>
                              </m:oMath>
                            </m:oMathPara>
                          </a14:m>
                          <a:endParaRPr lang="en-GB" sz="1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4" name="Table 223">
                <a:extLst>
                  <a:ext uri="{FF2B5EF4-FFF2-40B4-BE49-F238E27FC236}">
                    <a16:creationId xmlns:a16="http://schemas.microsoft.com/office/drawing/2014/main" id="{B4A0E025-F8FF-4F96-A7FF-26CEE881C7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7365502"/>
                  </p:ext>
                </p:extLst>
              </p:nvPr>
            </p:nvGraphicFramePr>
            <p:xfrm>
              <a:off x="7951173" y="5348814"/>
              <a:ext cx="1854200" cy="1419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9589">
                      <a:extLst>
                        <a:ext uri="{9D8B030D-6E8A-4147-A177-3AD203B41FA5}">
                          <a16:colId xmlns:a16="http://schemas.microsoft.com/office/drawing/2014/main" val="2453426036"/>
                        </a:ext>
                      </a:extLst>
                    </a:gridCol>
                    <a:gridCol w="1074611">
                      <a:extLst>
                        <a:ext uri="{9D8B030D-6E8A-4147-A177-3AD203B41FA5}">
                          <a16:colId xmlns:a16="http://schemas.microsoft.com/office/drawing/2014/main" val="4096446480"/>
                        </a:ext>
                      </a:extLst>
                    </a:gridCol>
                  </a:tblGrid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solidFill>
                                <a:schemeClr val="tx1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Эмгекчил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r="-565" b="-2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93337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Шерик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100000" r="-565" b="-10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7619418"/>
                      </a:ext>
                    </a:extLst>
                  </a:tr>
                  <a:tr h="4730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1" dirty="0">
                              <a:latin typeface="Verdana" panose="020B0604030504040204" pitchFamily="34" charset="0"/>
                              <a:ea typeface="Verdana" panose="020B0604030504040204" pitchFamily="34" charset="0"/>
                            </a:rPr>
                            <a:t>Өжөр</a:t>
                          </a:r>
                          <a:endParaRPr lang="en-GB" sz="11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5"/>
                          <a:stretch>
                            <a:fillRect l="-72316" t="-200000" r="-565" b="-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1821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0621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BEF56-8821-012F-0C6D-15F83E3F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127758" y="1127757"/>
            <a:ext cx="6858000" cy="4602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DE9137-380F-6E37-1A93-4E6ADB2B0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995355" y="922091"/>
            <a:ext cx="6731140" cy="509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154520"/>
            <a:ext cx="9240883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 sz="28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  <a:p>
            <a:pPr algn="ctr" defTabSz="478226">
              <a:defRPr/>
            </a:pPr>
            <a:endParaRPr lang="en-GB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10895</TotalTime>
  <Words>691</Words>
  <Application>Microsoft Office PowerPoint</Application>
  <PresentationFormat>A4 Paper (210x297 mm)</PresentationFormat>
  <Paragraphs>318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Verdana</vt:lpstr>
      <vt:lpstr>Cambria Math</vt:lpstr>
      <vt:lpstr>Aharoni</vt:lpstr>
      <vt:lpstr>Arial</vt:lpstr>
      <vt:lpstr>Snap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542</cp:revision>
  <cp:lastPrinted>2019-05-09T03:10:12Z</cp:lastPrinted>
  <dcterms:created xsi:type="dcterms:W3CDTF">2017-01-17T16:57:04Z</dcterms:created>
  <dcterms:modified xsi:type="dcterms:W3CDTF">2024-09-02T18:49:45Z</dcterms:modified>
</cp:coreProperties>
</file>