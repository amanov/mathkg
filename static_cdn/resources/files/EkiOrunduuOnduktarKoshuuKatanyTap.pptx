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Кошуу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C0501D7-3021-4F71-9A14-0A58A72BF8A5}"/>
              </a:ext>
            </a:extLst>
          </p:cNvPr>
          <p:cNvGrpSpPr/>
          <p:nvPr/>
        </p:nvGrpSpPr>
        <p:grpSpPr>
          <a:xfrm>
            <a:off x="2004647" y="28859"/>
            <a:ext cx="7901354" cy="6829142"/>
            <a:chOff x="1946029" y="1390650"/>
            <a:chExt cx="5854701" cy="50602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E56D87-491C-4C71-96FF-4516E4995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0466" y="1390650"/>
              <a:ext cx="3001758" cy="253967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3EE800-A81D-4F66-BAF4-AC3D2F8FF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029" y="3897185"/>
              <a:ext cx="5854701" cy="255368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8FED35-59CD-492E-437A-638F6CCD8A9D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1FE6-8B64-9489-A2BA-198319614254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064AF74-CC87-46BF-85B4-C6CCE1D3A750}"/>
              </a:ext>
            </a:extLst>
          </p:cNvPr>
          <p:cNvGrpSpPr/>
          <p:nvPr/>
        </p:nvGrpSpPr>
        <p:grpSpPr>
          <a:xfrm>
            <a:off x="2004647" y="28859"/>
            <a:ext cx="7901354" cy="6829142"/>
            <a:chOff x="1946029" y="1390650"/>
            <a:chExt cx="5854701" cy="50602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B21938-9961-4067-A460-A906F815E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0466" y="1390650"/>
              <a:ext cx="3001758" cy="253967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53F360-18FC-4CB3-A5D9-65CD5107A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029" y="3897185"/>
              <a:ext cx="5854701" cy="255368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901143" y="20358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2921157" y="531934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14201" y="546016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5341022" y="44709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875695" y="197625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A9736-FDF3-31C6-682E-8F3EF5CBE7AC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B4AF74-C86F-C192-1BB2-051613F1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08260" y="808259"/>
            <a:ext cx="6289105" cy="467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3FF00-595E-268B-06DE-70CF640BD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345908" y="808261"/>
            <a:ext cx="6289105" cy="46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8323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Fira Code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2019-05-06T03:36:13Z</cp:lastPrinted>
  <dcterms:created xsi:type="dcterms:W3CDTF">2017-01-17T16:57:04Z</dcterms:created>
  <dcterms:modified xsi:type="dcterms:W3CDTF">2024-05-15T07:58:00Z</dcterms:modified>
</cp:coreProperties>
</file>