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8"/>
  </p:notesMasterIdLst>
  <p:sldIdLst>
    <p:sldId id="940" r:id="rId2"/>
    <p:sldId id="941" r:id="rId3"/>
    <p:sldId id="939" r:id="rId4"/>
    <p:sldId id="833" r:id="rId5"/>
    <p:sldId id="832" r:id="rId6"/>
    <p:sldId id="942" r:id="rId7"/>
  </p:sldIdLst>
  <p:sldSz cx="9906000" cy="6858000" type="A4"/>
  <p:notesSz cx="7104063" cy="10234613"/>
  <p:embeddedFontLst>
    <p:embeddedFont>
      <p:font typeface="Fira Code" panose="020B0809050000020004" pitchFamily="49" charset="0"/>
      <p:regular r:id="rId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FB448B5C-C6CF-422B-AAF2-DB5112525722}">
          <p14:sldIdLst>
            <p14:sldId id="940"/>
          </p14:sldIdLst>
        </p14:section>
        <p14:section name="Башкы слайд" id="{02CB43F0-372F-48F5-8ECE-4146E631948D}">
          <p14:sldIdLst>
            <p14:sldId id="941"/>
          </p14:sldIdLst>
        </p14:section>
        <p14:section name="Көрсөтүү үчүн" id="{CA0B4A51-1C5A-4331-831D-7D5748F4CE7C}">
          <p14:sldIdLst>
            <p14:sldId id="939"/>
          </p14:sldIdLst>
        </p14:section>
        <p14:section name="Жооп" id="{4A1CF18F-CBD8-4CE8-9034-4022B8261C24}">
          <p14:sldIdLst>
            <p14:sldId id="833"/>
          </p14:sldIdLst>
        </p14:section>
        <p14:section name="Принтерге" id="{45D3F427-FE2C-4E31-94DD-C39B49B018A8}">
          <p14:sldIdLst>
            <p14:sldId id="832"/>
          </p14:sldIdLst>
        </p14:section>
        <p14:section name="Кайтарым байланыш" id="{F3D720CF-F566-46A6-9361-125255B68FA6}">
          <p14:sldIdLst>
            <p14:sldId id="94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87774" autoAdjust="0"/>
  </p:normalViewPr>
  <p:slideViewPr>
    <p:cSldViewPr snapToGrid="0" showGuides="1">
      <p:cViewPr varScale="1">
        <p:scale>
          <a:sx n="69" d="100"/>
          <a:sy n="69" d="100"/>
        </p:scale>
        <p:origin x="1410" y="60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8427" cy="513508"/>
          </a:xfrm>
          <a:prstGeom prst="rect">
            <a:avLst/>
          </a:prstGeom>
        </p:spPr>
        <p:txBody>
          <a:bodyPr vert="horz" lIns="94638" tIns="47319" rIns="94638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4638" tIns="47319" rIns="94638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28/05/2024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8" tIns="47319" rIns="94638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8" tIns="47319" rIns="94638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721110"/>
            <a:ext cx="3078427" cy="513507"/>
          </a:xfrm>
          <a:prstGeom prst="rect">
            <a:avLst/>
          </a:prstGeom>
        </p:spPr>
        <p:txBody>
          <a:bodyPr vert="horz" lIns="94638" tIns="47319" rIns="94638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2" y="9721110"/>
            <a:ext cx="3078427" cy="513507"/>
          </a:xfrm>
          <a:prstGeom prst="rect">
            <a:avLst/>
          </a:prstGeom>
        </p:spPr>
        <p:txBody>
          <a:bodyPr vert="horz" lIns="94638" tIns="47319" rIns="94638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Two worksheets to print.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4EDCD2-601A-461C-9AB5-639C33E3F986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10357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5/28/2024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5/28/2024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5/28/2024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5/28/2024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6B89D2DF-F554-4C2A-CE1D-D373E74E5B72}"/>
              </a:ext>
            </a:extLst>
          </p:cNvPr>
          <p:cNvSpPr txBox="1">
            <a:spLocks/>
          </p:cNvSpPr>
          <p:nvPr/>
        </p:nvSpPr>
        <p:spPr>
          <a:xfrm>
            <a:off x="116840" y="1595120"/>
            <a:ext cx="9677400" cy="4510723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 орундуу ондуктар –</a:t>
            </a:r>
            <a:r>
              <a:rPr lang="ky-KG" dirty="0">
                <a:solidFill>
                  <a:prstClr val="black"/>
                </a:solidFill>
                <a:latin typeface="Calibri" panose="020F0502020204030204"/>
              </a:rPr>
              <a:t>БӨЛҮҮ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– Катаны Тап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 жанындагы суроолорду жана жооптордун каталарын текшериши керек анан окуучулар аларды оңдошу керек.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Окуучуларга канча ката табуу керек экенин айтуунун кажети жок.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Иш барагы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ар кандай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өлчөмдө жана форматта.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0899BD10-45E1-4B1B-06C3-4D1ECCB52487}"/>
              </a:ext>
            </a:extLst>
          </p:cNvPr>
          <p:cNvSpPr txBox="1">
            <a:spLocks/>
          </p:cNvSpPr>
          <p:nvPr/>
        </p:nvSpPr>
        <p:spPr>
          <a:xfrm>
            <a:off x="0" y="45243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25963534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FC410AA-59FC-4615-9780-3FC3ECD91E78}"/>
              </a:ext>
            </a:extLst>
          </p:cNvPr>
          <p:cNvGrpSpPr/>
          <p:nvPr/>
        </p:nvGrpSpPr>
        <p:grpSpPr>
          <a:xfrm>
            <a:off x="3461511" y="1302570"/>
            <a:ext cx="6444489" cy="5571586"/>
            <a:chOff x="1420561" y="0"/>
            <a:chExt cx="7091350" cy="6130832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73161848-2715-40E3-B5AA-94155D127F7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72836" y="0"/>
              <a:ext cx="5360328" cy="4588077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9169D55E-8782-4380-A82A-10E94A3015C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20561" y="4561949"/>
              <a:ext cx="7091350" cy="1568883"/>
            </a:xfrm>
            <a:prstGeom prst="rect">
              <a:avLst/>
            </a:prstGeom>
          </p:spPr>
        </p:pic>
      </p:grpSp>
      <p:sp>
        <p:nvSpPr>
          <p:cNvPr id="7" name="Oval 6">
            <a:extLst>
              <a:ext uri="{FF2B5EF4-FFF2-40B4-BE49-F238E27FC236}">
                <a16:creationId xmlns:a16="http://schemas.microsoft.com/office/drawing/2014/main" id="{439CDF84-16EA-482C-BDCB-DEFCD04B93A3}"/>
              </a:ext>
            </a:extLst>
          </p:cNvPr>
          <p:cNvSpPr/>
          <p:nvPr/>
        </p:nvSpPr>
        <p:spPr>
          <a:xfrm>
            <a:off x="6552318" y="2808059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CAD6BA9-22F2-49B3-9FF9-47A39C5DF1F2}"/>
              </a:ext>
            </a:extLst>
          </p:cNvPr>
          <p:cNvSpPr/>
          <p:nvPr/>
        </p:nvSpPr>
        <p:spPr>
          <a:xfrm>
            <a:off x="4139240" y="5569812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06367DB-C808-9BE8-3A27-5C08EF882810}"/>
              </a:ext>
            </a:extLst>
          </p:cNvPr>
          <p:cNvSpPr txBox="1"/>
          <p:nvPr/>
        </p:nvSpPr>
        <p:spPr>
          <a:xfrm>
            <a:off x="356981" y="114336"/>
            <a:ext cx="8453120" cy="1477328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7200" b="1" i="0" u="none" strike="noStrike" kern="1200" cap="none" spc="0" normalizeH="0" baseline="0" noProof="0" dirty="0">
                <a:ln w="22225">
                  <a:solidFill>
                    <a:srgbClr val="ED7D31"/>
                  </a:solidFill>
                  <a:prstDash val="solid"/>
                </a:ln>
                <a:solidFill>
                  <a:srgbClr val="ED7D31">
                    <a:lumMod val="40000"/>
                    <a:lumOff val="60000"/>
                  </a:srgbClr>
                </a:solidFill>
                <a:effectLst>
                  <a:glow rad="228600">
                    <a:srgbClr val="70AD47">
                      <a:satMod val="175000"/>
                      <a:alpha val="40000"/>
                    </a:srgbClr>
                  </a:glow>
                  <a:reflection blurRad="6350" stA="55000" endA="50" endPos="85000" dist="29997" dir="5400000" sy="-100000" algn="bl" rotWithShape="0"/>
                </a:effectLst>
                <a:uLnTx/>
                <a:uFillTx/>
                <a:latin typeface="Calibri Light" panose="020F0302020204030204"/>
                <a:ea typeface="+mn-ea"/>
                <a:cs typeface="+mn-cs"/>
              </a:rPr>
              <a:t>Катаны тап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>
                <a:reflection blurRad="6350" stA="55000" endA="50" endPos="85000" dist="29997" dir="5400000" sy="-100000" algn="bl" rotWithShape="0"/>
              </a:effectLst>
              <a:uLnTx/>
              <a:uFillTx/>
              <a:latin typeface="Fira Code" panose="020F0502020204030204" pitchFamily="49" charset="0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D2652E0-CD09-656D-4C62-8FD8F9C42BD8}"/>
              </a:ext>
            </a:extLst>
          </p:cNvPr>
          <p:cNvSpPr txBox="1"/>
          <p:nvPr/>
        </p:nvSpPr>
        <p:spPr>
          <a:xfrm>
            <a:off x="595140" y="2214673"/>
            <a:ext cx="3881191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Үч бурчтукта 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айрым каталар бар!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Сен алардын 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баарын таба аласынбы?</a:t>
            </a: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450035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8D69384C-9D2F-44E5-A9F1-B8BCC097E388}"/>
              </a:ext>
            </a:extLst>
          </p:cNvPr>
          <p:cNvGrpSpPr/>
          <p:nvPr/>
        </p:nvGrpSpPr>
        <p:grpSpPr>
          <a:xfrm>
            <a:off x="2031023" y="48603"/>
            <a:ext cx="7874977" cy="6809397"/>
            <a:chOff x="2606232" y="2180804"/>
            <a:chExt cx="4693535" cy="4058443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88C08B53-59F8-4A6C-928F-AAE2EC68728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745595" y="2180804"/>
              <a:ext cx="2415175" cy="2024527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CF8E0F3D-BBB9-4EE2-9D16-24848AD2BF4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606232" y="4192763"/>
              <a:ext cx="4693535" cy="2046484"/>
            </a:xfrm>
            <a:prstGeom prst="rect">
              <a:avLst/>
            </a:prstGeom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FCB51768-ADC3-B939-7547-60D84A3CC102}"/>
              </a:ext>
            </a:extLst>
          </p:cNvPr>
          <p:cNvSpPr txBox="1"/>
          <p:nvPr/>
        </p:nvSpPr>
        <p:spPr>
          <a:xfrm>
            <a:off x="0" y="10883"/>
            <a:ext cx="50292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b="1" dirty="0">
                <a:effectLst>
                  <a:outerShdw blurRad="838200" dist="1638300" dir="16440000" sx="53000" sy="53000" algn="ctr" rotWithShape="0">
                    <a:srgbClr val="000000">
                      <a:alpha val="5000"/>
                    </a:srgbClr>
                  </a:outerShdw>
                  <a:reflection blurRad="76200" stA="45000" endPos="0" dist="50800" dir="5400000" sy="-100000" algn="bl" rotWithShape="0"/>
                </a:effectLst>
              </a:rPr>
              <a:t>Каталарды издеп</a:t>
            </a:r>
            <a:endParaRPr lang="en-US" sz="3200" b="1" dirty="0">
              <a:effectLst>
                <a:outerShdw blurRad="838200" dist="1638300" dir="16440000" sx="53000" sy="53000" algn="ctr" rotWithShape="0">
                  <a:srgbClr val="000000">
                    <a:alpha val="5000"/>
                  </a:srgbClr>
                </a:outerShdw>
                <a:reflection blurRad="76200" stA="45000" endPos="0" dist="50800" dir="5400000" sy="-100000" algn="bl" rotWithShape="0"/>
              </a:effectLst>
            </a:endParaRPr>
          </a:p>
          <a:p>
            <a:r>
              <a:rPr lang="ru-RU" sz="3200" b="1" dirty="0">
                <a:effectLst>
                  <a:outerShdw blurRad="838200" dist="1638300" dir="16440000" sx="53000" sy="53000" algn="ctr" rotWithShape="0">
                    <a:srgbClr val="000000">
                      <a:alpha val="5000"/>
                    </a:srgbClr>
                  </a:outerShdw>
                  <a:reflection blurRad="76200" stA="45000" endPos="0" dist="50800" dir="5400000" sy="-100000" algn="bl" rotWithShape="0"/>
                </a:effectLst>
              </a:rPr>
              <a:t> - тап</a:t>
            </a:r>
            <a:endParaRPr lang="en-US" sz="3200" b="1" dirty="0">
              <a:effectLst>
                <a:outerShdw blurRad="838200" dist="1638300" dir="16440000" sx="53000" sy="53000" algn="ctr" rotWithShape="0">
                  <a:srgbClr val="000000">
                    <a:alpha val="5000"/>
                  </a:srgbClr>
                </a:outerShdw>
                <a:reflection blurRad="76200" stA="45000" endPos="0" dist="50800" dir="5400000" sy="-100000" algn="bl" rotWithShape="0"/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B2B478-95E1-7C5D-0ECB-22D12DCE9A73}"/>
              </a:ext>
            </a:extLst>
          </p:cNvPr>
          <p:cNvSpPr txBox="1"/>
          <p:nvPr/>
        </p:nvSpPr>
        <p:spPr>
          <a:xfrm>
            <a:off x="382870" y="1516476"/>
            <a:ext cx="285764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800" dirty="0"/>
              <a:t>Каталарды таба аласызбы?</a:t>
            </a:r>
          </a:p>
          <a:p>
            <a:pPr algn="ctr"/>
            <a:endParaRPr lang="ru-RU" sz="1800" dirty="0"/>
          </a:p>
          <a:p>
            <a:pPr algn="ctr"/>
            <a:r>
              <a:rPr lang="ru-RU" sz="1800" dirty="0"/>
              <a:t>Аларды оңдоңуз!</a:t>
            </a:r>
            <a:endParaRPr lang="en-GB" sz="1800" dirty="0"/>
          </a:p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034461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95289430-5DF4-445B-90B2-04ED915AD255}"/>
              </a:ext>
            </a:extLst>
          </p:cNvPr>
          <p:cNvGrpSpPr/>
          <p:nvPr/>
        </p:nvGrpSpPr>
        <p:grpSpPr>
          <a:xfrm>
            <a:off x="2031023" y="48603"/>
            <a:ext cx="7874977" cy="6809397"/>
            <a:chOff x="2606232" y="2180804"/>
            <a:chExt cx="4693535" cy="4058443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D0D05D7B-9378-4B9A-850C-703C283A10D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745595" y="2180804"/>
              <a:ext cx="2415175" cy="2024527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9FDF0B3B-7B13-4FD2-8133-9AFF6120AB9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606232" y="4192763"/>
              <a:ext cx="4693535" cy="2046484"/>
            </a:xfrm>
            <a:prstGeom prst="rect">
              <a:avLst/>
            </a:prstGeom>
          </p:spPr>
        </p:pic>
      </p:grpSp>
      <p:sp>
        <p:nvSpPr>
          <p:cNvPr id="16" name="Oval 15">
            <a:extLst>
              <a:ext uri="{FF2B5EF4-FFF2-40B4-BE49-F238E27FC236}">
                <a16:creationId xmlns:a16="http://schemas.microsoft.com/office/drawing/2014/main" id="{B3955A4D-0509-4550-BC6B-C46A16E1AF2E}"/>
              </a:ext>
            </a:extLst>
          </p:cNvPr>
          <p:cNvSpPr/>
          <p:nvPr/>
        </p:nvSpPr>
        <p:spPr>
          <a:xfrm>
            <a:off x="3905289" y="3662399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87B72457-24FB-4CA8-A750-8B2CECF51C53}"/>
              </a:ext>
            </a:extLst>
          </p:cNvPr>
          <p:cNvSpPr/>
          <p:nvPr/>
        </p:nvSpPr>
        <p:spPr>
          <a:xfrm>
            <a:off x="5743488" y="5336930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2E34BBF-68C4-4436-A15E-D87B9552907B}"/>
              </a:ext>
            </a:extLst>
          </p:cNvPr>
          <p:cNvSpPr/>
          <p:nvPr/>
        </p:nvSpPr>
        <p:spPr>
          <a:xfrm>
            <a:off x="3768777" y="5354656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746B0C1C-CE7D-4B26-8C7B-77AE7F5253E4}"/>
              </a:ext>
            </a:extLst>
          </p:cNvPr>
          <p:cNvSpPr/>
          <p:nvPr/>
        </p:nvSpPr>
        <p:spPr>
          <a:xfrm>
            <a:off x="2949515" y="5358973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B2C5FBDA-1083-4457-A84E-0383319636D9}"/>
              </a:ext>
            </a:extLst>
          </p:cNvPr>
          <p:cNvSpPr/>
          <p:nvPr/>
        </p:nvSpPr>
        <p:spPr>
          <a:xfrm>
            <a:off x="6871549" y="3743505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8C30429-9B20-BEF1-6C81-F6C74AE80F9F}"/>
              </a:ext>
            </a:extLst>
          </p:cNvPr>
          <p:cNvSpPr txBox="1"/>
          <p:nvPr/>
        </p:nvSpPr>
        <p:spPr>
          <a:xfrm>
            <a:off x="301248" y="299411"/>
            <a:ext cx="36830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y-KG" sz="6600" b="1" spc="600" dirty="0">
                <a:ln w="0">
                  <a:solidFill>
                    <a:schemeClr val="bg2">
                      <a:lumMod val="10000"/>
                    </a:schemeClr>
                  </a:solidFill>
                </a:ln>
                <a:solidFill>
                  <a:srgbClr val="92D050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  <a:reflection blurRad="6350" stA="53000" endA="300" endPos="35500" dir="5400000" sy="-90000" algn="bl" rotWithShape="0"/>
                </a:effectLst>
              </a:rPr>
              <a:t>ЖООБУ</a:t>
            </a:r>
            <a:endParaRPr lang="en-US" sz="1600" b="1" spc="600" dirty="0">
              <a:ln w="0">
                <a:solidFill>
                  <a:schemeClr val="bg2">
                    <a:lumMod val="10000"/>
                  </a:schemeClr>
                </a:solidFill>
              </a:ln>
              <a:solidFill>
                <a:srgbClr val="92D050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  <a:reflection blurRad="6350" stA="53000" endA="300" endPos="35500" dir="5400000" sy="-9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8859840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239FABA-CE2F-AFC8-0667-92927F0882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-845236" y="1119892"/>
            <a:ext cx="6642768" cy="461821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FD86302-DA5D-CCCE-BCB5-8D29F31C73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4275508" y="1119892"/>
            <a:ext cx="6642768" cy="4618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75878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03678" y="67440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Турдуу пикирлер учун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21574486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8325</TotalTime>
  <Words>118</Words>
  <Application>Microsoft Office PowerPoint</Application>
  <PresentationFormat>A4 Paper (210x297 mm)</PresentationFormat>
  <Paragraphs>36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 Light</vt:lpstr>
      <vt:lpstr>Calibri</vt:lpstr>
      <vt:lpstr>Fira Code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362</cp:revision>
  <cp:lastPrinted>2024-05-28T11:24:55Z</cp:lastPrinted>
  <dcterms:created xsi:type="dcterms:W3CDTF">2017-01-17T16:57:04Z</dcterms:created>
  <dcterms:modified xsi:type="dcterms:W3CDTF">2024-05-28T11:26:41Z</dcterms:modified>
</cp:coreProperties>
</file>