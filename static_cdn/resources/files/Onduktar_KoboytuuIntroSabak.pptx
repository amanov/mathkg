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</p:sldMasterIdLst>
  <p:notesMasterIdLst>
    <p:notesMasterId r:id="rId27"/>
  </p:notesMasterIdLst>
  <p:handoutMasterIdLst>
    <p:handoutMasterId r:id="rId28"/>
  </p:handoutMasterIdLst>
  <p:sldIdLst>
    <p:sldId id="257" r:id="rId4"/>
    <p:sldId id="996" r:id="rId5"/>
    <p:sldId id="964" r:id="rId6"/>
    <p:sldId id="965" r:id="rId7"/>
    <p:sldId id="966" r:id="rId8"/>
    <p:sldId id="967" r:id="rId9"/>
    <p:sldId id="997" r:id="rId10"/>
    <p:sldId id="998" r:id="rId11"/>
    <p:sldId id="973" r:id="rId12"/>
    <p:sldId id="976" r:id="rId13"/>
    <p:sldId id="974" r:id="rId14"/>
    <p:sldId id="977" r:id="rId15"/>
    <p:sldId id="978" r:id="rId16"/>
    <p:sldId id="979" r:id="rId17"/>
    <p:sldId id="980" r:id="rId18"/>
    <p:sldId id="981" r:id="rId19"/>
    <p:sldId id="982" r:id="rId20"/>
    <p:sldId id="983" r:id="rId21"/>
    <p:sldId id="995" r:id="rId22"/>
    <p:sldId id="988" r:id="rId23"/>
    <p:sldId id="989" r:id="rId24"/>
    <p:sldId id="991" r:id="rId25"/>
    <p:sldId id="942" r:id="rId26"/>
  </p:sldIdLst>
  <p:sldSz cx="9906000" cy="6858000" type="A4"/>
  <p:notesSz cx="7104063" cy="10234613"/>
  <p:embeddedFontLst>
    <p:embeddedFont>
      <p:font typeface="Stencil" panose="040409050D0802020404" pitchFamily="82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744" y="56"/>
      </p:cViewPr>
      <p:guideLst>
        <p:guide orient="horz" pos="209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641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4019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3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9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2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4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1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0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05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14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4512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06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46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23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408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73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66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53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543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83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632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3999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0925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2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2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6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Көбөйтүү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4358640" y="218064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207170" y="-98999"/>
            <a:ext cx="3491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Башталгыч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476789" y="706884"/>
            <a:ext cx="2952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 аткаргыла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 × 6 = 18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8 = 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 × 11 = 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4 = 48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568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 × 12 = 108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 × 13 = 143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18 = 270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23 × 31 = 713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400299" y="17329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332892" y="307228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608384" y="435010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611314" y="5583953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766538" y="187652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27731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04285" y="4414575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7968761" y="5604467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591409"/>
            <a:ext cx="4334608" cy="4308229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44219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428845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595933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749673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442193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4288453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595933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749673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5134711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442193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4288453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5959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749673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5134711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1.2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9549" y="38669"/>
            <a:ext cx="92269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эсептердин эки топтому бар.</a:t>
            </a:r>
          </a:p>
          <a:p>
            <a:pPr algn="ctr"/>
            <a:r>
              <a:rPr lang="ru-RU" sz="2000" dirty="0"/>
              <a:t>Сиз үчүн бир эсептөө жасалды.</a:t>
            </a:r>
          </a:p>
          <a:p>
            <a:pPr algn="ctr"/>
            <a:r>
              <a:rPr lang="ru-RU" sz="2000" dirty="0"/>
              <a:t>Бул эсепти ар бир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524189" y="6395507"/>
            <a:ext cx="48576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Кандай закон ченемдүүлүк таба алдыңыз?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20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1178171"/>
            <a:ext cx="4334608" cy="441373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3028955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875215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2182695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1336435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721473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302895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8752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2182695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1336435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721473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3328997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3330207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4217020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4218230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4187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43859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036857" y="27369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71834" y="6008646"/>
            <a:ext cx="5762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300612" y="38669"/>
            <a:ext cx="730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Көнүгүүлөрдүн ар бир топтомун көчүрүп, амалдарды аткарыңыз.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879230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9715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5738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21761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9715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5738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21761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3149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4018084"/>
            <a:ext cx="3528646" cy="2066194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41104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7126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3149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0.7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41104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7126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3149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0.2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>
                <a:solidFill>
                  <a:prstClr val="black"/>
                </a:solidFill>
              </a:rPr>
              <a:t>4 × 2 = 8 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0.4 × 0.2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0.08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088E02-CC39-4C66-AA0B-A2031CAD0838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E8569B-ACDD-4F18-82E5-D5E54286229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0.3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2.1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66310" y="38669"/>
            <a:ext cx="7573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биринчи эсепти кантип колдонсок болот?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7 × 3 = 21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0.7 × 0.7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0.21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</p:spTree>
    <p:extLst>
      <p:ext uri="{BB962C8B-B14F-4D97-AF65-F5344CB8AC3E}">
        <p14:creationId xmlns:p14="http://schemas.microsoft.com/office/powerpoint/2010/main" val="27715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562715" y="2936633"/>
            <a:ext cx="1949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 × 0.9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5552926" y="2936633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2878486" y="38669"/>
            <a:ext cx="4149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3 баскыч менен амалды аткарыңыз.</a:t>
            </a:r>
            <a:endParaRPr lang="en-GB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>
            <a:off x="4952999" y="1360161"/>
            <a:ext cx="0" cy="1350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9" y="931988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sz="4000" dirty="0">
                <a:solidFill>
                  <a:prstClr val="black"/>
                </a:solidFill>
              </a:rPr>
              <a:t>8 × 9 = 72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389BA-CA9E-432C-B96D-6BA74A3C18F8}"/>
              </a:ext>
            </a:extLst>
          </p:cNvPr>
          <p:cNvSpPr txBox="1"/>
          <p:nvPr/>
        </p:nvSpPr>
        <p:spPr>
          <a:xfrm>
            <a:off x="3173185" y="4545626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0.8 × 0.9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80B40-802C-4377-91D7-2EDE5CC5BAED}"/>
              </a:ext>
            </a:extLst>
          </p:cNvPr>
          <p:cNvSpPr txBox="1"/>
          <p:nvPr/>
        </p:nvSpPr>
        <p:spPr>
          <a:xfrm>
            <a:off x="5552926" y="454562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0.72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F93EF2-C907-465A-8C62-8D63C1EBE3DA}"/>
              </a:ext>
            </a:extLst>
          </p:cNvPr>
          <p:cNvCxnSpPr>
            <a:cxnSpLocks/>
          </p:cNvCxnSpPr>
          <p:nvPr/>
        </p:nvCxnSpPr>
        <p:spPr>
          <a:xfrm>
            <a:off x="4952999" y="3640015"/>
            <a:ext cx="0" cy="67967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640C54-3F58-4A82-8F6E-CCF7D94B0C7F}"/>
              </a:ext>
            </a:extLst>
          </p:cNvPr>
          <p:cNvSpPr txBox="1"/>
          <p:nvPr/>
        </p:nvSpPr>
        <p:spPr>
          <a:xfrm>
            <a:off x="4901876" y="1985601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8F586-97D3-4FA6-BBBC-F2B87A2E7A8D}"/>
              </a:ext>
            </a:extLst>
          </p:cNvPr>
          <p:cNvSpPr txBox="1"/>
          <p:nvPr/>
        </p:nvSpPr>
        <p:spPr>
          <a:xfrm>
            <a:off x="4901876" y="360338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>
                <a:solidFill>
                  <a:srgbClr val="FF0000"/>
                </a:solidFill>
              </a:rPr>
              <a:t>÷ 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207654-70EF-4C01-B6B3-DC2E4021FA9A}"/>
              </a:ext>
            </a:extLst>
          </p:cNvPr>
          <p:cNvSpPr/>
          <p:nvPr/>
        </p:nvSpPr>
        <p:spPr>
          <a:xfrm>
            <a:off x="5428447" y="1152630"/>
            <a:ext cx="690999" cy="693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2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  <p:bldP spid="33" grpId="0"/>
      <p:bldP spid="34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7.2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7.2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CF670-BFEE-AA26-D502-575B88A236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8AD1B-24C1-3146-0301-A1556BEA587D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A9C0A-F77B-9394-E09E-874F87CA4968}"/>
              </a:ext>
            </a:extLst>
          </p:cNvPr>
          <p:cNvSpPr txBox="1"/>
          <p:nvPr/>
        </p:nvSpPr>
        <p:spPr>
          <a:xfrm>
            <a:off x="174365" y="6282437"/>
            <a:ext cx="430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</a:t>
            </a:r>
            <a:r>
              <a:rPr lang="ru-RU" sz="2000" b="1" dirty="0"/>
              <a:t>ондукка  </a:t>
            </a:r>
            <a:r>
              <a:rPr lang="ru-RU" sz="2000" dirty="0"/>
              <a:t>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2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27600" y="41493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834D5-5549-4384-893B-3541C832B20A}"/>
              </a:ext>
            </a:extLst>
          </p:cNvPr>
          <p:cNvSpPr txBox="1"/>
          <p:nvPr/>
        </p:nvSpPr>
        <p:spPr>
          <a:xfrm>
            <a:off x="-27329" y="5048811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CB98F-80E6-4947-BA2D-B7CCA65DE12D}"/>
              </a:ext>
            </a:extLst>
          </p:cNvPr>
          <p:cNvSpPr txBox="1"/>
          <p:nvPr/>
        </p:nvSpPr>
        <p:spPr>
          <a:xfrm>
            <a:off x="-27524" y="5735184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4B2E1-6468-4B90-8DA9-AA758A83279F}"/>
              </a:ext>
            </a:extLst>
          </p:cNvPr>
          <p:cNvSpPr txBox="1"/>
          <p:nvPr/>
        </p:nvSpPr>
        <p:spPr>
          <a:xfrm>
            <a:off x="0" y="6375390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32" grpId="0"/>
      <p:bldP spid="33" grpId="0"/>
      <p:bldP spid="36" grpId="0"/>
      <p:bldP spid="37" grpId="0"/>
      <p:bldP spid="43" grpId="0"/>
      <p:bldP spid="48" grpId="0"/>
      <p:bldP spid="49" grpId="0"/>
      <p:bldP spid="57" grpId="0"/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5F0EB-9FB1-B621-FAE1-CA7380F429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46ADC-A38F-7CC0-3CE8-3809EBE12DF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3F107-86F4-0FDA-3CC3-D72BD1C2D46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BC6DB-0F76-DDE2-4526-C0A2C6313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AF48A-31EE-D3CD-6B1B-976E9B3ED13E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27EF7-B69F-3B98-989E-C35340406BA7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26585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26AA2-0D18-0B14-4A4D-31659CED1AB1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6CAE-9841-605D-EE91-8909C08330C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7F747-5D19-DCFC-CF20-E53F339A62C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35532" y="4566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24CCF-573C-2613-7928-55C5A3E4A43C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0E222-EE4E-6B06-5AA0-F2A0F4D9478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4F2E6-C96C-648C-FFD2-CDBAF8AD0BAD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6158-CFE4-CAF8-10F7-AEC5DF01C93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2FB8-8431-5F6C-FD65-37FB3EFF68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D7BEA-B702-0342-2030-02C1D4F0389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0FB69-B82B-9F2C-C82A-CFC3AD0D24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66EC1-F4D6-D48A-E88E-199D8EEA427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C34F-3EE3-9F99-CC9A-50BE7292B4E6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6123DC-9C27-8455-6CBB-27DF06D0F45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50128-D7A3-DED5-4A52-513F662FB3DC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BC953-C4BB-4A4F-1980-2B33F97B4B74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1287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0.0168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15093-9BE3-82F3-95B9-9BCB8DF3AB8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1DF23-BD9A-12F8-D33B-9EA88AA08CA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3D25-79AD-7F3C-D072-EE29E97F6E01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85535" y="31088"/>
            <a:ext cx="22862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СЕНИН КЕЗЕГИҢ 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1.5 × 0.8 = 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0.15 × 0.02 = 0.003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0.06 × 0.08 = 0.0048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0.41 × 1.2 = 0.492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5.2 × 0.14 = 0.728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1.14 × 0.08 = 0.0912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2.44 × 0.26 = 0.6344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F453B3D-E5FF-4787-B07D-22A04D2AECCD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982FF7C-225A-437E-B52B-30E07DEAE45C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2.3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1F37FC-D2DD-4839-B12E-41CFDA22374C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1.38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D13A59-801C-4F70-9CA1-8AAFCED708AD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4C26C26-5DFC-494C-B964-180C854E6403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63C32A-107A-4404-8A2B-EA363B90406A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28183C-5B30-477F-9EB9-63864116D9A5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8E51A0-C026-413F-9784-7512CA95A971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27B21D3-3373-4EB8-8B6A-202651D420F0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07A5FC-C5E4-481A-9AC6-13A4A20A0A99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5001DAE-4BB7-4E98-AE45-29EF0DC28FC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1.38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338BBE-6F65-4D81-8B64-C6D24586CE21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C33948-35E6-409A-90E1-A7E667911F43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4307-C7FB-4D6B-A9E7-D78C1F31987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AF42DB-7D41-4CD7-91CC-B3EA22EED7F7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4D02CF-A84B-48FC-ADE1-93ACD3616EE1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33A106-F1E6-49B4-8056-B24F9AFE8987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06BCBD-0BA0-2277-4D25-2F1A48202DAD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бүтүн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1BAB-BA35-A409-DD85-DFAD261FA07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dirty="0"/>
              <a:t>ыкманы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982CE-99C7-E220-DCCD-D04392981CAA}"/>
              </a:ext>
            </a:extLst>
          </p:cNvPr>
          <p:cNvSpPr txBox="1"/>
          <p:nvPr/>
        </p:nvSpPr>
        <p:spPr>
          <a:xfrm>
            <a:off x="174365" y="6282437"/>
            <a:ext cx="3266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кайра өзгөртүңүз.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414290" y="211875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0.7 × 0.4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3224165" y="3952967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4 = 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64085" y="2145014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0.28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8354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616960" y="280416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465836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543040" y="2811780"/>
            <a:ext cx="845312" cy="5471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865075" y="6050874"/>
            <a:ext cx="6201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6169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211875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0.17 × 0.3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2964479" y="3952967"/>
            <a:ext cx="245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17 × 3 = 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214501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73812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81178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81559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954968" y="6188986"/>
            <a:ext cx="5996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Алиянын ыкмасы жөнүндө кандай ойдосуз?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4711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0.17 × 0.3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0.051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570690" y="3476266"/>
            <a:ext cx="8764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эсептөөлөргө жооп табуу үчүн Алиянын методун колдонуңуз.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 × 3 = 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5 × 0.5 = 2.5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0.6 × 0.7 = 0.42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0.21 × 0.7 = 0.147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0.3 × 0.036 = 0.0108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0.5 × 0.13 = 0.065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10521</TotalTime>
  <Words>1166</Words>
  <Application>Microsoft Office PowerPoint</Application>
  <PresentationFormat>A4 Paper (210x297 mm)</PresentationFormat>
  <Paragraphs>438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500</cp:revision>
  <cp:lastPrinted>2017-12-31T22:38:51Z</cp:lastPrinted>
  <dcterms:created xsi:type="dcterms:W3CDTF">2017-01-17T16:57:04Z</dcterms:created>
  <dcterms:modified xsi:type="dcterms:W3CDTF">2024-05-23T10:15:39Z</dcterms:modified>
</cp:coreProperties>
</file>