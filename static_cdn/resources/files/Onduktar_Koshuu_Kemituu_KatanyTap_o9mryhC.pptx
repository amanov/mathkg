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941" r:id="rId3"/>
    <p:sldId id="942" r:id="rId4"/>
    <p:sldId id="833" r:id="rId5"/>
    <p:sldId id="832" r:id="rId6"/>
    <p:sldId id="943" r:id="rId7"/>
    <p:sldId id="944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</a:t>
            </a: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Кошуу жана Кемитүү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5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D8DDD1-406F-9877-DE5E-C95B00D1B9A8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– 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0430C-2ED9-2CAC-B0CF-A11FE963DDD5}"/>
              </a:ext>
            </a:extLst>
          </p:cNvPr>
          <p:cNvSpPr txBox="1"/>
          <p:nvPr/>
        </p:nvSpPr>
        <p:spPr>
          <a:xfrm>
            <a:off x="613340" y="101524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7D8F64-39B6-1F0D-A1D0-00BBE9822488}"/>
              </a:ext>
            </a:extLst>
          </p:cNvPr>
          <p:cNvGrpSpPr/>
          <p:nvPr/>
        </p:nvGrpSpPr>
        <p:grpSpPr>
          <a:xfrm>
            <a:off x="2042161" y="66359"/>
            <a:ext cx="7904480" cy="6818339"/>
            <a:chOff x="2976580" y="2008682"/>
            <a:chExt cx="5524500" cy="47653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1B917E-9A09-82B1-7879-D35DCC7E3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3659" y="2008682"/>
              <a:ext cx="2873901" cy="239769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54B29A-76D0-ED55-05D9-94DBAD75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6580" y="4376457"/>
              <a:ext cx="5524500" cy="23976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144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33BA733-9108-41AD-A13F-19954F2AF5EB}"/>
              </a:ext>
            </a:extLst>
          </p:cNvPr>
          <p:cNvGrpSpPr/>
          <p:nvPr/>
        </p:nvGrpSpPr>
        <p:grpSpPr>
          <a:xfrm>
            <a:off x="2001520" y="39661"/>
            <a:ext cx="7904480" cy="6818339"/>
            <a:chOff x="2976580" y="2008682"/>
            <a:chExt cx="5524500" cy="47653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31D0E56-DF21-4F8B-985C-F61899A4C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3659" y="2008682"/>
              <a:ext cx="2873901" cy="239769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C58724E-94F3-458B-A004-C0B55065E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6580" y="4376457"/>
              <a:ext cx="5524500" cy="239761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4906831" y="19316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7743640" y="542036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735519" y="37448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3909439" y="362767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7300809" y="461628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D1BFE-8201-34D7-5EE6-020E53F00A6D}"/>
              </a:ext>
            </a:extLst>
          </p:cNvPr>
          <p:cNvSpPr txBox="1"/>
          <p:nvPr/>
        </p:nvSpPr>
        <p:spPr>
          <a:xfrm>
            <a:off x="261351" y="263010"/>
            <a:ext cx="4226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8FFA8-80AA-9299-4D72-C57F8940B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778692" y="1124132"/>
            <a:ext cx="6627653" cy="4582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04D39-AEA5-C083-372F-261A5423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11027" y="1124126"/>
            <a:ext cx="6627656" cy="458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B3C76F-3D6C-1145-9F62-18FCE0AC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8" y="0"/>
            <a:ext cx="4643332" cy="3210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7BCAB-BB37-CFBF-473D-469FD3557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27" y="0"/>
            <a:ext cx="4643333" cy="3210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64A26A-A2C9-EEA6-EAAA-126194EB6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7" y="3429000"/>
            <a:ext cx="4880133" cy="3374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DB7957-B6E5-689F-3EE5-155D305F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27" y="3314726"/>
            <a:ext cx="5045401" cy="348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9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8325</TotalTime>
  <Words>119</Words>
  <Application>Microsoft Office PowerPoint</Application>
  <PresentationFormat>A4 Paper (210x297 mm)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2019-05-06T03:17:56Z</cp:lastPrinted>
  <dcterms:created xsi:type="dcterms:W3CDTF">2017-01-17T16:57:04Z</dcterms:created>
  <dcterms:modified xsi:type="dcterms:W3CDTF">2024-05-11T08:47:27Z</dcterms:modified>
</cp:coreProperties>
</file>