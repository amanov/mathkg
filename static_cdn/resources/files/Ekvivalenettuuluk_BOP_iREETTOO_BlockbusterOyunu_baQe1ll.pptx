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3"/>
  </p:notesMasterIdLst>
  <p:sldIdLst>
    <p:sldId id="960" r:id="rId2"/>
    <p:sldId id="961" r:id="rId3"/>
    <p:sldId id="940" r:id="rId4"/>
    <p:sldId id="298" r:id="rId5"/>
    <p:sldId id="302" r:id="rId6"/>
    <p:sldId id="266" r:id="rId7"/>
    <p:sldId id="277" r:id="rId8"/>
    <p:sldId id="279" r:id="rId9"/>
    <p:sldId id="282" r:id="rId10"/>
    <p:sldId id="270" r:id="rId11"/>
    <p:sldId id="269" r:id="rId12"/>
    <p:sldId id="273" r:id="rId13"/>
    <p:sldId id="265" r:id="rId14"/>
    <p:sldId id="272" r:id="rId15"/>
    <p:sldId id="278" r:id="rId16"/>
    <p:sldId id="289" r:id="rId17"/>
    <p:sldId id="271" r:id="rId18"/>
    <p:sldId id="284" r:id="rId19"/>
    <p:sldId id="274" r:id="rId20"/>
    <p:sldId id="287" r:id="rId21"/>
    <p:sldId id="276" r:id="rId22"/>
    <p:sldId id="267" r:id="rId23"/>
    <p:sldId id="285" r:id="rId24"/>
    <p:sldId id="268" r:id="rId25"/>
    <p:sldId id="286" r:id="rId26"/>
    <p:sldId id="275" r:id="rId27"/>
    <p:sldId id="283" r:id="rId28"/>
    <p:sldId id="280" r:id="rId29"/>
    <p:sldId id="288" r:id="rId30"/>
    <p:sldId id="281" r:id="rId31"/>
    <p:sldId id="941" r:id="rId32"/>
  </p:sldIdLst>
  <p:sldSz cx="9906000" cy="6858000" type="A4"/>
  <p:notesSz cx="6889750" cy="10021888"/>
  <p:embeddedFontLst>
    <p:embeddedFont>
      <p:font typeface="Cambria Math" panose="02040503050406030204" pitchFamily="18" charset="0"/>
      <p:regular r:id="rId34"/>
    </p:embeddedFont>
    <p:embeddedFont>
      <p:font typeface="Sylfaen" panose="010A0502050306030303" pitchFamily="18" charset="0"/>
      <p:regular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0C0972E5-6D85-4B53-B29F-59E09F30D002}">
          <p14:sldIdLst>
            <p14:sldId id="960"/>
            <p14:sldId id="961"/>
            <p14:sldId id="940"/>
          </p14:sldIdLst>
        </p14:section>
        <p14:section name="Титулдук слайд" id="{059544AC-2C27-45B1-9F95-F87DF8854DD6}">
          <p14:sldIdLst>
            <p14:sldId id="298"/>
          </p14:sldIdLst>
        </p14:section>
        <p14:section name="Оюн тактасы" id="{3D8DB889-E63E-4B80-A5EC-319851BCE2AD}">
          <p14:sldIdLst>
            <p14:sldId id="302"/>
          </p14:sldIdLst>
        </p14:section>
        <p14:section name="Суроолор" id="{4C156A6F-C1A9-4DDE-83CC-F96388F98FA5}">
          <p14:sldIdLst>
            <p14:sldId id="266"/>
            <p14:sldId id="277"/>
            <p14:sldId id="279"/>
            <p14:sldId id="282"/>
            <p14:sldId id="270"/>
            <p14:sldId id="269"/>
            <p14:sldId id="273"/>
            <p14:sldId id="265"/>
            <p14:sldId id="272"/>
            <p14:sldId id="278"/>
            <p14:sldId id="289"/>
            <p14:sldId id="271"/>
            <p14:sldId id="284"/>
            <p14:sldId id="274"/>
            <p14:sldId id="287"/>
            <p14:sldId id="276"/>
            <p14:sldId id="267"/>
            <p14:sldId id="285"/>
            <p14:sldId id="268"/>
            <p14:sldId id="286"/>
            <p14:sldId id="275"/>
            <p14:sldId id="283"/>
            <p14:sldId id="280"/>
            <p14:sldId id="288"/>
            <p14:sldId id="281"/>
          </p14:sldIdLst>
        </p14:section>
        <p14:section name="Кайтарым байланыш" id="{9FFBD1C2-6C35-4278-9352-BDC1D42D1991}">
          <p14:sldIdLst>
            <p14:sldId id="9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9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9" tIns="46150" rIns="92299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6"/>
            <a:ext cx="5511800" cy="3946118"/>
          </a:xfrm>
          <a:prstGeom prst="rect">
            <a:avLst/>
          </a:prstGeom>
        </p:spPr>
        <p:txBody>
          <a:bodyPr vert="horz" lIns="92299" tIns="46150" rIns="92299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9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C6DCB-3420-404B-BA48-30C052392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4C7FD-4222-4E56-95D1-FB8CC3BEE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8445BC-7614-453D-A01A-F8989635FC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C6C612-6A2B-4B9B-84A3-DBC672CF04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EF8B9DD-8B36-46A8-8239-EA78131ED4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49EF2-31D7-4881-9574-46A4BDFC45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143789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202B51-14E3-4B9E-BCF4-06114956FD5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95300" y="274639"/>
            <a:ext cx="8915400" cy="5851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A559ADA-2CF3-49BF-A1E4-3473415017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72C1751-2801-46B7-8AEE-BF4816B4AD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01B47BA-1F59-47A3-BEB1-E7564D1E9D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AD5BAA-EBD3-4D62-BC55-C5359C0B4A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77014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971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30.xml"/><Relationship Id="rId18" Type="http://schemas.openxmlformats.org/officeDocument/2006/relationships/slide" Target="slide20.xml"/><Relationship Id="rId26" Type="http://schemas.openxmlformats.org/officeDocument/2006/relationships/slide" Target="slide6.xml"/><Relationship Id="rId3" Type="http://schemas.openxmlformats.org/officeDocument/2006/relationships/audio" Target="../media/audio4.wav"/><Relationship Id="rId21" Type="http://schemas.openxmlformats.org/officeDocument/2006/relationships/slide" Target="slide10.xml"/><Relationship Id="rId7" Type="http://schemas.openxmlformats.org/officeDocument/2006/relationships/slide" Target="slide7.xml"/><Relationship Id="rId12" Type="http://schemas.openxmlformats.org/officeDocument/2006/relationships/slide" Target="slide28.xml"/><Relationship Id="rId17" Type="http://schemas.openxmlformats.org/officeDocument/2006/relationships/slide" Target="slide25.xml"/><Relationship Id="rId25" Type="http://schemas.openxmlformats.org/officeDocument/2006/relationships/slide" Target="slide8.xml"/><Relationship Id="rId2" Type="http://schemas.openxmlformats.org/officeDocument/2006/relationships/audio" Target="../media/audio3.wav"/><Relationship Id="rId16" Type="http://schemas.openxmlformats.org/officeDocument/2006/relationships/slide" Target="slide23.xml"/><Relationship Id="rId20" Type="http://schemas.openxmlformats.org/officeDocument/2006/relationships/slide" Target="slide16.xml"/><Relationship Id="rId29" Type="http://schemas.openxmlformats.org/officeDocument/2006/relationships/slide" Target="slide11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5.xml"/><Relationship Id="rId11" Type="http://schemas.openxmlformats.org/officeDocument/2006/relationships/slide" Target="slide21.xml"/><Relationship Id="rId24" Type="http://schemas.openxmlformats.org/officeDocument/2006/relationships/slide" Target="slide19.xml"/><Relationship Id="rId5" Type="http://schemas.openxmlformats.org/officeDocument/2006/relationships/audio" Target="../media/audio2.wav"/><Relationship Id="rId15" Type="http://schemas.openxmlformats.org/officeDocument/2006/relationships/slide" Target="slide18.xml"/><Relationship Id="rId23" Type="http://schemas.openxmlformats.org/officeDocument/2006/relationships/slide" Target="slide12.xml"/><Relationship Id="rId28" Type="http://schemas.openxmlformats.org/officeDocument/2006/relationships/slide" Target="slide24.xml"/><Relationship Id="rId10" Type="http://schemas.openxmlformats.org/officeDocument/2006/relationships/slide" Target="slide26.xml"/><Relationship Id="rId19" Type="http://schemas.openxmlformats.org/officeDocument/2006/relationships/slide" Target="slide29.xml"/><Relationship Id="rId4" Type="http://schemas.openxmlformats.org/officeDocument/2006/relationships/audio" Target="../media/audio1.wav"/><Relationship Id="rId9" Type="http://schemas.openxmlformats.org/officeDocument/2006/relationships/slide" Target="slide14.xml"/><Relationship Id="rId14" Type="http://schemas.openxmlformats.org/officeDocument/2006/relationships/slide" Target="slide27.xml"/><Relationship Id="rId22" Type="http://schemas.openxmlformats.org/officeDocument/2006/relationships/slide" Target="slide17.xml"/><Relationship Id="rId27" Type="http://schemas.openxmlformats.org/officeDocument/2006/relationships/slide" Target="slide22.xml"/><Relationship Id="rId30" Type="http://schemas.openxmlformats.org/officeDocument/2006/relationships/slide" Target="slide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slide" Target="slid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slide" Target="sl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slide" Target="slid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slide" Target="slid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slide" Target="slide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slide" Target="slide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.png"/><Relationship Id="rId7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slide" Target="slide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.png"/><Relationship Id="rId7" Type="http://schemas.openxmlformats.org/officeDocument/2006/relationships/image" Target="../media/image3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slide" Target="slide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.png"/><Relationship Id="rId7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slide" Target="slid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slide" Target="slid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slide" Target="slid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slide" Target="slide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3.png"/><Relationship Id="rId7" Type="http://schemas.openxmlformats.org/officeDocument/2006/relationships/image" Target="../media/image5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slide" Target="slide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3.png"/><Relationship Id="rId7" Type="http://schemas.openxmlformats.org/officeDocument/2006/relationships/image" Target="../media/image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slide" Target="slide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slide" Target="slide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slide" Target="slide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slide" Target="slide5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3.png"/><Relationship Id="rId7" Type="http://schemas.openxmlformats.org/officeDocument/2006/relationships/image" Target="../media/image7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slide" Target="slide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slide" Target="slide5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3.png"/><Relationship Id="rId7" Type="http://schemas.openxmlformats.org/officeDocument/2006/relationships/image" Target="../media/image8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slide" Target="slide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slide" Target="slide5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3.png"/><Relationship Id="rId7" Type="http://schemas.openxmlformats.org/officeDocument/2006/relationships/image" Target="../media/image8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slide" Target="slide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06680" y="1886586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Бөлчөктөрдү, ондуктарды жана пайыздарды иреттөө –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Блокбастер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оюну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ресурс математикалык ыкманын жандуу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демонстрацияларын камсыз кылат.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sound icon&#10;&#10;Description automatically generated">
            <a:extLst>
              <a:ext uri="{FF2B5EF4-FFF2-40B4-BE49-F238E27FC236}">
                <a16:creationId xmlns:a16="http://schemas.microsoft.com/office/drawing/2014/main" id="{6E78C26A-C6F7-44BC-AEA3-9485874BF5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537" y="5444429"/>
            <a:ext cx="839860" cy="8398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F1824E0-2640-46F4-9489-6DFE6C94E7AA}"/>
              </a:ext>
            </a:extLst>
          </p:cNvPr>
          <p:cNvSpPr/>
          <p:nvPr/>
        </p:nvSpPr>
        <p:spPr>
          <a:xfrm>
            <a:off x="2791326" y="5681232"/>
            <a:ext cx="3449587" cy="366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522816" y="309551"/>
            <a:ext cx="8860367" cy="453354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кызыл жана көк команда оюн тактасынын капталдарын бириктирүү үчүн жарышат.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Тиешелүү суроого өтүү үчүн алты бурчтук тамганы басыңыз/тийиңиз.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Жооп үчүн "Жооп" кутучасын басып, оюн тактасына кайра кайтыңыз.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Алар үчүн алты бурчтук талап кылуу үчүн команданын түсүн тандаңыз.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 шилтемени толтурганда, кызыл же көк жылдызды басыңыз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утуп анимация үчүн төмөнкү оң бурчунда.</a:t>
            </a:r>
            <a:endParaRPr kumimoji="0" lang="en-GB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62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3A34DA-41F4-9408-C500-A39A26313737}"/>
              </a:ext>
            </a:extLst>
          </p:cNvPr>
          <p:cNvSpPr/>
          <p:nvPr/>
        </p:nvSpPr>
        <p:spPr>
          <a:xfrm>
            <a:off x="0" y="369004"/>
            <a:ext cx="9906000" cy="59400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 ийкемдүү жана ар кандай жолдор менен ойноого мүмкүн: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 суроолорду өз алдынча тандай алышат жана жооп беришет,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эгерде алардын жообу туура эмес болсо, башка команда суроонун упайын "уурдап" алса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 команда бир суроону жооп берүү үчүн тандалып алынган бир окуучу менен толтурса болот же алмашып жооп беришсе да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Ошол эле учурда ар бир командадан жеке окуучулар тез жооп үчүн да ат салышатю.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Кызыл / Көк команданын окуучулары жупталышы мүмкүн. Андан кийин мугалим баа бере алат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команданын көпчүлүгү жоопту тезирээк туура тапты (кичи такталарды колдонуу менен)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ар бир жупта канча кызыл/көк команданын мүчөлөрү утуп алганы боюнча класстан сурамжылоо жүргүзүңүз, демек, жалпы жеңүүчү команданы аныктаңыз.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378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8">
            <a:extLst>
              <a:ext uri="{FF2B5EF4-FFF2-40B4-BE49-F238E27FC236}">
                <a16:creationId xmlns:a16="http://schemas.microsoft.com/office/drawing/2014/main" id="{89A3F9F1-36CD-4D65-9011-20C53D56E8E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099" name="AutoShape 29">
            <a:extLst>
              <a:ext uri="{FF2B5EF4-FFF2-40B4-BE49-F238E27FC236}">
                <a16:creationId xmlns:a16="http://schemas.microsoft.com/office/drawing/2014/main" id="{9588F8F2-228E-4035-A708-4CE6A616EA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71532" y="28932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91" name="AutoShape 83">
            <a:extLst>
              <a:ext uri="{FF2B5EF4-FFF2-40B4-BE49-F238E27FC236}">
                <a16:creationId xmlns:a16="http://schemas.microsoft.com/office/drawing/2014/main" id="{A613E9F2-D6B4-47B4-AFBD-6A88EEB446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904707" y="28932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X</a:t>
            </a:r>
          </a:p>
        </p:txBody>
      </p:sp>
      <p:sp>
        <p:nvSpPr>
          <p:cNvPr id="145492" name="AutoShape 84">
            <a:extLst>
              <a:ext uri="{FF2B5EF4-FFF2-40B4-BE49-F238E27FC236}">
                <a16:creationId xmlns:a16="http://schemas.microsoft.com/office/drawing/2014/main" id="{E11B6C2C-9881-4BE7-BD58-F633390678B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6769" y="28932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P</a:t>
            </a:r>
          </a:p>
        </p:txBody>
      </p:sp>
      <p:sp>
        <p:nvSpPr>
          <p:cNvPr id="4102" name="AutoShape 99">
            <a:extLst>
              <a:ext uri="{FF2B5EF4-FFF2-40B4-BE49-F238E27FC236}">
                <a16:creationId xmlns:a16="http://schemas.microsoft.com/office/drawing/2014/main" id="{BC7DA489-072D-4BFB-9616-3AE7C2E22C1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67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17" name="AutoShape 9">
            <a:extLst>
              <a:ext uri="{FF2B5EF4-FFF2-40B4-BE49-F238E27FC236}">
                <a16:creationId xmlns:a16="http://schemas.microsoft.com/office/drawing/2014/main" id="{22427A3F-81F3-4A21-AF26-D121039C704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J</a:t>
            </a:r>
          </a:p>
        </p:txBody>
      </p:sp>
      <p:sp>
        <p:nvSpPr>
          <p:cNvPr id="145410" name="AutoShape 2">
            <a:extLst>
              <a:ext uri="{FF2B5EF4-FFF2-40B4-BE49-F238E27FC236}">
                <a16:creationId xmlns:a16="http://schemas.microsoft.com/office/drawing/2014/main" id="{286CC87B-05DC-4211-9689-EE67B38E414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2007" y="694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K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4105" name="AutoShape 14">
            <a:extLst>
              <a:ext uri="{FF2B5EF4-FFF2-40B4-BE49-F238E27FC236}">
                <a16:creationId xmlns:a16="http://schemas.microsoft.com/office/drawing/2014/main" id="{0DFC8048-850D-4D2E-B53E-7FD0B9A4A36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2244" y="17867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93" name="AutoShape 85">
            <a:extLst>
              <a:ext uri="{FF2B5EF4-FFF2-40B4-BE49-F238E27FC236}">
                <a16:creationId xmlns:a16="http://schemas.microsoft.com/office/drawing/2014/main" id="{89B1EDE1-9E74-47C7-9480-CDDB068FD26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2244" y="17867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I</a:t>
            </a:r>
          </a:p>
        </p:txBody>
      </p:sp>
      <p:sp>
        <p:nvSpPr>
          <p:cNvPr id="145411" name="AutoShape 3">
            <a:extLst>
              <a:ext uri="{FF2B5EF4-FFF2-40B4-BE49-F238E27FC236}">
                <a16:creationId xmlns:a16="http://schemas.microsoft.com/office/drawing/2014/main" id="{A80B96F3-4036-4E91-8A38-518BB4554B3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2" name="AutoShape 4">
            <a:extLst>
              <a:ext uri="{FF2B5EF4-FFF2-40B4-BE49-F238E27FC236}">
                <a16:creationId xmlns:a16="http://schemas.microsoft.com/office/drawing/2014/main" id="{D29F7BE6-F6B8-48F4-A3CC-84D826F399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R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3" name="AutoShape 5">
            <a:extLst>
              <a:ext uri="{FF2B5EF4-FFF2-40B4-BE49-F238E27FC236}">
                <a16:creationId xmlns:a16="http://schemas.microsoft.com/office/drawing/2014/main" id="{8B2ADF94-281C-426E-BDC1-18E6D46CEE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E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4" name="AutoShape 6">
            <a:extLst>
              <a:ext uri="{FF2B5EF4-FFF2-40B4-BE49-F238E27FC236}">
                <a16:creationId xmlns:a16="http://schemas.microsoft.com/office/drawing/2014/main" id="{B6D167F4-D2E5-4B57-9DDA-7DA0A32AD00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T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5" name="AutoShape 7">
            <a:extLst>
              <a:ext uri="{FF2B5EF4-FFF2-40B4-BE49-F238E27FC236}">
                <a16:creationId xmlns:a16="http://schemas.microsoft.com/office/drawing/2014/main" id="{9BFB6DFE-D67A-4E09-B721-53D1CB8500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6" name="AutoShape 8">
            <a:extLst>
              <a:ext uri="{FF2B5EF4-FFF2-40B4-BE49-F238E27FC236}">
                <a16:creationId xmlns:a16="http://schemas.microsoft.com/office/drawing/2014/main" id="{78959061-1795-4A5D-8CB8-A205C96369D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U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8" name="AutoShape 10">
            <a:extLst>
              <a:ext uri="{FF2B5EF4-FFF2-40B4-BE49-F238E27FC236}">
                <a16:creationId xmlns:a16="http://schemas.microsoft.com/office/drawing/2014/main" id="{47CD96B1-78C4-408F-94AE-8FDFD98147D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C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9" name="AutoShape 11">
            <a:extLst>
              <a:ext uri="{FF2B5EF4-FFF2-40B4-BE49-F238E27FC236}">
                <a16:creationId xmlns:a16="http://schemas.microsoft.com/office/drawing/2014/main" id="{FD538D9A-37D7-455F-B7E5-FA94366931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O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20" name="AutoShape 12">
            <a:extLst>
              <a:ext uri="{FF2B5EF4-FFF2-40B4-BE49-F238E27FC236}">
                <a16:creationId xmlns:a16="http://schemas.microsoft.com/office/drawing/2014/main" id="{1A299013-F41E-48AC-8282-4D74B300FC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21" name="AutoShape 13">
            <a:extLst>
              <a:ext uri="{FF2B5EF4-FFF2-40B4-BE49-F238E27FC236}">
                <a16:creationId xmlns:a16="http://schemas.microsoft.com/office/drawing/2014/main" id="{02B94264-0ACA-4FB7-B150-7790FCF8796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B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4117" name="AutoShape 15">
            <a:extLst>
              <a:ext uri="{FF2B5EF4-FFF2-40B4-BE49-F238E27FC236}">
                <a16:creationId xmlns:a16="http://schemas.microsoft.com/office/drawing/2014/main" id="{FAB97ED0-A10E-47CA-9620-0EDD5C30D8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18" name="AutoShape 16">
            <a:extLst>
              <a:ext uri="{FF2B5EF4-FFF2-40B4-BE49-F238E27FC236}">
                <a16:creationId xmlns:a16="http://schemas.microsoft.com/office/drawing/2014/main" id="{EB464E92-129B-4D07-BD07-F59FB7349F8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19" name="AutoShape 17">
            <a:extLst>
              <a:ext uri="{FF2B5EF4-FFF2-40B4-BE49-F238E27FC236}">
                <a16:creationId xmlns:a16="http://schemas.microsoft.com/office/drawing/2014/main" id="{BD414733-A061-46BA-AAB4-346807487D9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0" name="AutoShape 20">
            <a:extLst>
              <a:ext uri="{FF2B5EF4-FFF2-40B4-BE49-F238E27FC236}">
                <a16:creationId xmlns:a16="http://schemas.microsoft.com/office/drawing/2014/main" id="{2AA21B9C-FCC5-41F9-8063-89712AEC1B6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1" name="AutoShape 21">
            <a:extLst>
              <a:ext uri="{FF2B5EF4-FFF2-40B4-BE49-F238E27FC236}">
                <a16:creationId xmlns:a16="http://schemas.microsoft.com/office/drawing/2014/main" id="{8B1A73F8-8338-4168-85DA-004B1054CB6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2" name="AutoShape 22">
            <a:extLst>
              <a:ext uri="{FF2B5EF4-FFF2-40B4-BE49-F238E27FC236}">
                <a16:creationId xmlns:a16="http://schemas.microsoft.com/office/drawing/2014/main" id="{D45BCB61-38F2-49F2-A1C3-BBDA490ECB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3" name="AutoShape 23">
            <a:extLst>
              <a:ext uri="{FF2B5EF4-FFF2-40B4-BE49-F238E27FC236}">
                <a16:creationId xmlns:a16="http://schemas.microsoft.com/office/drawing/2014/main" id="{25C27F94-9079-4F0D-8E6A-C0704F4E44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4" name="AutoShape 24">
            <a:extLst>
              <a:ext uri="{FF2B5EF4-FFF2-40B4-BE49-F238E27FC236}">
                <a16:creationId xmlns:a16="http://schemas.microsoft.com/office/drawing/2014/main" id="{8E5C01BD-9B4A-435C-98F3-E14B69E3B6E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5" name="AutoShape 25">
            <a:extLst>
              <a:ext uri="{FF2B5EF4-FFF2-40B4-BE49-F238E27FC236}">
                <a16:creationId xmlns:a16="http://schemas.microsoft.com/office/drawing/2014/main" id="{E53EF291-D5E4-4A9A-A536-18C802D3C68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6" name="AutoShape 26">
            <a:extLst>
              <a:ext uri="{FF2B5EF4-FFF2-40B4-BE49-F238E27FC236}">
                <a16:creationId xmlns:a16="http://schemas.microsoft.com/office/drawing/2014/main" id="{02622383-1316-49DC-A20A-951686E5B5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7" name="AutoShape 27">
            <a:extLst>
              <a:ext uri="{FF2B5EF4-FFF2-40B4-BE49-F238E27FC236}">
                <a16:creationId xmlns:a16="http://schemas.microsoft.com/office/drawing/2014/main" id="{DBE67292-E9E1-448A-B98B-CEC124C292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8" name="AutoShape 28">
            <a:extLst>
              <a:ext uri="{FF2B5EF4-FFF2-40B4-BE49-F238E27FC236}">
                <a16:creationId xmlns:a16="http://schemas.microsoft.com/office/drawing/2014/main" id="{47C5E121-5F21-4E08-AA90-4EDD1EE218A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9" name="AutoShape 30">
            <a:extLst>
              <a:ext uri="{FF2B5EF4-FFF2-40B4-BE49-F238E27FC236}">
                <a16:creationId xmlns:a16="http://schemas.microsoft.com/office/drawing/2014/main" id="{0D571D3C-7D0A-4DA6-8B57-CBDE043C3AA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0" name="AutoShape 31">
            <a:extLst>
              <a:ext uri="{FF2B5EF4-FFF2-40B4-BE49-F238E27FC236}">
                <a16:creationId xmlns:a16="http://schemas.microsoft.com/office/drawing/2014/main" id="{EBC2C9FA-DF71-431A-B539-F882E1155CE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1" name="AutoShape 32">
            <a:extLst>
              <a:ext uri="{FF2B5EF4-FFF2-40B4-BE49-F238E27FC236}">
                <a16:creationId xmlns:a16="http://schemas.microsoft.com/office/drawing/2014/main" id="{8F772EC4-1FF0-4764-9CD7-E86CAF58420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2" name="AutoShape 33">
            <a:extLst>
              <a:ext uri="{FF2B5EF4-FFF2-40B4-BE49-F238E27FC236}">
                <a16:creationId xmlns:a16="http://schemas.microsoft.com/office/drawing/2014/main" id="{35C4959E-BFD1-46C7-BC2B-C3B90E73C3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3" name="AutoShape 34">
            <a:extLst>
              <a:ext uri="{FF2B5EF4-FFF2-40B4-BE49-F238E27FC236}">
                <a16:creationId xmlns:a16="http://schemas.microsoft.com/office/drawing/2014/main" id="{CC07622E-463B-4666-9EF8-10890EA8FD5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2719" y="39631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4" name="AutoShape 35">
            <a:extLst>
              <a:ext uri="{FF2B5EF4-FFF2-40B4-BE49-F238E27FC236}">
                <a16:creationId xmlns:a16="http://schemas.microsoft.com/office/drawing/2014/main" id="{8E17127E-C494-40BA-AC59-91BDF5FDDC9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5" name="AutoShape 36">
            <a:extLst>
              <a:ext uri="{FF2B5EF4-FFF2-40B4-BE49-F238E27FC236}">
                <a16:creationId xmlns:a16="http://schemas.microsoft.com/office/drawing/2014/main" id="{20811E1B-943E-4901-94D1-6203AA25C5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6" name="AutoShape 37">
            <a:extLst>
              <a:ext uri="{FF2B5EF4-FFF2-40B4-BE49-F238E27FC236}">
                <a16:creationId xmlns:a16="http://schemas.microsoft.com/office/drawing/2014/main" id="{65AEB7A1-514F-4B60-A6F2-98C5845157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7" name="AutoShape 38">
            <a:extLst>
              <a:ext uri="{FF2B5EF4-FFF2-40B4-BE49-F238E27FC236}">
                <a16:creationId xmlns:a16="http://schemas.microsoft.com/office/drawing/2014/main" id="{2E032EB7-EB24-41CB-9D12-39C4043D7EB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8" name="AutoShape 39">
            <a:extLst>
              <a:ext uri="{FF2B5EF4-FFF2-40B4-BE49-F238E27FC236}">
                <a16:creationId xmlns:a16="http://schemas.microsoft.com/office/drawing/2014/main" id="{A141C549-8691-4BD4-BAB4-4B2681E90F5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605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9" name="AutoShape 40">
            <a:extLst>
              <a:ext uri="{FF2B5EF4-FFF2-40B4-BE49-F238E27FC236}">
                <a16:creationId xmlns:a16="http://schemas.microsoft.com/office/drawing/2014/main" id="{36C16ECD-DF4C-4E47-A063-5FE94A985C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0" name="AutoShape 41">
            <a:extLst>
              <a:ext uri="{FF2B5EF4-FFF2-40B4-BE49-F238E27FC236}">
                <a16:creationId xmlns:a16="http://schemas.microsoft.com/office/drawing/2014/main" id="{A83B954E-A41A-477A-9D07-A7776709EE1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1" name="AutoShape 42">
            <a:extLst>
              <a:ext uri="{FF2B5EF4-FFF2-40B4-BE49-F238E27FC236}">
                <a16:creationId xmlns:a16="http://schemas.microsoft.com/office/drawing/2014/main" id="{30B63415-A6C9-4CF8-B960-6B6EDDEE3D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2" name="AutoShape 43">
            <a:extLst>
              <a:ext uri="{FF2B5EF4-FFF2-40B4-BE49-F238E27FC236}">
                <a16:creationId xmlns:a16="http://schemas.microsoft.com/office/drawing/2014/main" id="{E51AA0C0-6BE1-44F9-9DE5-C680F06E94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3" name="AutoShape 44">
            <a:extLst>
              <a:ext uri="{FF2B5EF4-FFF2-40B4-BE49-F238E27FC236}">
                <a16:creationId xmlns:a16="http://schemas.microsoft.com/office/drawing/2014/main" id="{CFADD535-2D0B-4770-88B1-7467C8DAB8D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1778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4" name="AutoShape 45">
            <a:extLst>
              <a:ext uri="{FF2B5EF4-FFF2-40B4-BE49-F238E27FC236}">
                <a16:creationId xmlns:a16="http://schemas.microsoft.com/office/drawing/2014/main" id="{65E08344-DD6C-4D54-B196-32248E861CD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2482" y="6802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>
              <a:latin typeface="Sylfaen" panose="010A0502050306030303" pitchFamily="18" charset="0"/>
            </a:endParaRPr>
          </a:p>
        </p:txBody>
      </p:sp>
      <p:sp>
        <p:nvSpPr>
          <p:cNvPr id="4145" name="AutoShape 46">
            <a:extLst>
              <a:ext uri="{FF2B5EF4-FFF2-40B4-BE49-F238E27FC236}">
                <a16:creationId xmlns:a16="http://schemas.microsoft.com/office/drawing/2014/main" id="{13690253-A9E2-4B5F-9282-F787E6D3A4C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6" name="AutoShape 47">
            <a:extLst>
              <a:ext uri="{FF2B5EF4-FFF2-40B4-BE49-F238E27FC236}">
                <a16:creationId xmlns:a16="http://schemas.microsoft.com/office/drawing/2014/main" id="{03AE8DA6-0685-4800-A5B4-54317F8CFB8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27882" y="28789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7" name="AutoShape 48">
            <a:extLst>
              <a:ext uri="{FF2B5EF4-FFF2-40B4-BE49-F238E27FC236}">
                <a16:creationId xmlns:a16="http://schemas.microsoft.com/office/drawing/2014/main" id="{0D89F83B-C173-4C6E-8F49-094188CA46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39981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8" name="AutoShape 49">
            <a:extLst>
              <a:ext uri="{FF2B5EF4-FFF2-40B4-BE49-F238E27FC236}">
                <a16:creationId xmlns:a16="http://schemas.microsoft.com/office/drawing/2014/main" id="{DE847A7B-AFAB-4C87-8C47-CE53E213F09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9" name="AutoShape 50">
            <a:extLst>
              <a:ext uri="{FF2B5EF4-FFF2-40B4-BE49-F238E27FC236}">
                <a16:creationId xmlns:a16="http://schemas.microsoft.com/office/drawing/2014/main" id="{42F5F0D8-A3AA-4D6B-B63C-51D62C19AE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17692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0" name="AutoShape 51">
            <a:extLst>
              <a:ext uri="{FF2B5EF4-FFF2-40B4-BE49-F238E27FC236}">
                <a16:creationId xmlns:a16="http://schemas.microsoft.com/office/drawing/2014/main" id="{40AA088E-C6F1-4224-A509-A64A95E739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1" name="AutoShape 52">
            <a:extLst>
              <a:ext uri="{FF2B5EF4-FFF2-40B4-BE49-F238E27FC236}">
                <a16:creationId xmlns:a16="http://schemas.microsoft.com/office/drawing/2014/main" id="{187634E4-FCA4-4AEF-B235-5E80A154755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2" name="AutoShape 53">
            <a:extLst>
              <a:ext uri="{FF2B5EF4-FFF2-40B4-BE49-F238E27FC236}">
                <a16:creationId xmlns:a16="http://schemas.microsoft.com/office/drawing/2014/main" id="{2024D9D2-2191-4013-8ABA-9B07BB9B2C9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3" name="AutoShape 54">
            <a:extLst>
              <a:ext uri="{FF2B5EF4-FFF2-40B4-BE49-F238E27FC236}">
                <a16:creationId xmlns:a16="http://schemas.microsoft.com/office/drawing/2014/main" id="{B9C0A7D6-9C09-4129-8C35-4472B107BB9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4" name="AutoShape 55">
            <a:extLst>
              <a:ext uri="{FF2B5EF4-FFF2-40B4-BE49-F238E27FC236}">
                <a16:creationId xmlns:a16="http://schemas.microsoft.com/office/drawing/2014/main" id="{DF9ABA15-D7C2-40FD-90CC-F7DA27EFEA8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5" name="AutoShape 56">
            <a:extLst>
              <a:ext uri="{FF2B5EF4-FFF2-40B4-BE49-F238E27FC236}">
                <a16:creationId xmlns:a16="http://schemas.microsoft.com/office/drawing/2014/main" id="{3D619B39-1FE2-46CF-863D-2EB3DAFFD9E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6" name="AutoShape 57">
            <a:extLst>
              <a:ext uri="{FF2B5EF4-FFF2-40B4-BE49-F238E27FC236}">
                <a16:creationId xmlns:a16="http://schemas.microsoft.com/office/drawing/2014/main" id="{ABE804F0-635E-48C7-847A-42E47D8ACFC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7" name="AutoShape 58">
            <a:extLst>
              <a:ext uri="{FF2B5EF4-FFF2-40B4-BE49-F238E27FC236}">
                <a16:creationId xmlns:a16="http://schemas.microsoft.com/office/drawing/2014/main" id="{337859B8-C47B-403A-ACCE-230458CE68A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8" name="AutoShape 59">
            <a:extLst>
              <a:ext uri="{FF2B5EF4-FFF2-40B4-BE49-F238E27FC236}">
                <a16:creationId xmlns:a16="http://schemas.microsoft.com/office/drawing/2014/main" id="{7D45C6F1-24E6-4CEA-855C-C9597E32FEB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9" name="AutoShape 60">
            <a:extLst>
              <a:ext uri="{FF2B5EF4-FFF2-40B4-BE49-F238E27FC236}">
                <a16:creationId xmlns:a16="http://schemas.microsoft.com/office/drawing/2014/main" id="{7418D087-9875-40E7-ADD6-AE6AFD360B5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0" name="AutoShape 61">
            <a:extLst>
              <a:ext uri="{FF2B5EF4-FFF2-40B4-BE49-F238E27FC236}">
                <a16:creationId xmlns:a16="http://schemas.microsoft.com/office/drawing/2014/main" id="{4EEDA615-ECBD-4ECC-9130-599DD1045DB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1" name="AutoShape 62">
            <a:extLst>
              <a:ext uri="{FF2B5EF4-FFF2-40B4-BE49-F238E27FC236}">
                <a16:creationId xmlns:a16="http://schemas.microsoft.com/office/drawing/2014/main" id="{7CA7A877-2A81-43DF-8393-2B6F1AEE82D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2" name="AutoShape 68">
            <a:extLst>
              <a:ext uri="{FF2B5EF4-FFF2-40B4-BE49-F238E27FC236}">
                <a16:creationId xmlns:a16="http://schemas.microsoft.com/office/drawing/2014/main" id="{BB05E90E-6CBB-4D7C-A018-648E5D9B74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605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3" name="AutoShape 71">
            <a:extLst>
              <a:ext uri="{FF2B5EF4-FFF2-40B4-BE49-F238E27FC236}">
                <a16:creationId xmlns:a16="http://schemas.microsoft.com/office/drawing/2014/main" id="{9CEE8F0F-501D-44BE-AB2D-ACBBE7028E0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17719" y="28741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81" name="AutoShape 73">
            <a:extLst>
              <a:ext uri="{FF2B5EF4-FFF2-40B4-BE49-F238E27FC236}">
                <a16:creationId xmlns:a16="http://schemas.microsoft.com/office/drawing/2014/main" id="{B157C365-284F-4D29-8EB4-95599FD7332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10819" y="398700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N</a:t>
            </a:r>
          </a:p>
        </p:txBody>
      </p:sp>
      <p:sp>
        <p:nvSpPr>
          <p:cNvPr id="145482" name="AutoShape 74">
            <a:extLst>
              <a:ext uri="{FF2B5EF4-FFF2-40B4-BE49-F238E27FC236}">
                <a16:creationId xmlns:a16="http://schemas.microsoft.com/office/drawing/2014/main" id="{F81539DB-A5F1-4BCD-9644-24DBC3273F9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7644" y="18010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Q</a:t>
            </a:r>
          </a:p>
        </p:txBody>
      </p:sp>
      <p:sp>
        <p:nvSpPr>
          <p:cNvPr id="145483" name="AutoShape 75">
            <a:extLst>
              <a:ext uri="{FF2B5EF4-FFF2-40B4-BE49-F238E27FC236}">
                <a16:creationId xmlns:a16="http://schemas.microsoft.com/office/drawing/2014/main" id="{3F67621B-848E-4F6F-A441-6DDFC98D26A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12169" y="28932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W</a:t>
            </a:r>
          </a:p>
        </p:txBody>
      </p:sp>
      <p:sp>
        <p:nvSpPr>
          <p:cNvPr id="145484" name="AutoShape 76">
            <a:extLst>
              <a:ext uri="{FF2B5EF4-FFF2-40B4-BE49-F238E27FC236}">
                <a16:creationId xmlns:a16="http://schemas.microsoft.com/office/drawing/2014/main" id="{5AF79625-7211-470B-BE83-D9503D211F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8193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H</a:t>
            </a:r>
          </a:p>
        </p:txBody>
      </p:sp>
      <p:sp>
        <p:nvSpPr>
          <p:cNvPr id="145485" name="AutoShape 77">
            <a:extLst>
              <a:ext uri="{FF2B5EF4-FFF2-40B4-BE49-F238E27FC236}">
                <a16:creationId xmlns:a16="http://schemas.microsoft.com/office/drawing/2014/main" id="{6E4BD04A-5873-498D-ADAE-305CC8301FD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558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D</a:t>
            </a:r>
          </a:p>
        </p:txBody>
      </p:sp>
      <p:sp>
        <p:nvSpPr>
          <p:cNvPr id="145486" name="AutoShape 78">
            <a:extLst>
              <a:ext uri="{FF2B5EF4-FFF2-40B4-BE49-F238E27FC236}">
                <a16:creationId xmlns:a16="http://schemas.microsoft.com/office/drawing/2014/main" id="{EEF93245-429E-47CF-8FAB-2F9B4CF83A4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653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M</a:t>
            </a:r>
          </a:p>
        </p:txBody>
      </p:sp>
      <p:sp>
        <p:nvSpPr>
          <p:cNvPr id="145487" name="AutoShape 79">
            <a:extLst>
              <a:ext uri="{FF2B5EF4-FFF2-40B4-BE49-F238E27FC236}">
                <a16:creationId xmlns:a16="http://schemas.microsoft.com/office/drawing/2014/main" id="{57480BC5-4F5C-4E6B-82AE-F8F2D9694B4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15344" y="5080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V</a:t>
            </a:r>
          </a:p>
        </p:txBody>
      </p:sp>
      <p:sp>
        <p:nvSpPr>
          <p:cNvPr id="145488" name="AutoShape 80">
            <a:extLst>
              <a:ext uri="{FF2B5EF4-FFF2-40B4-BE49-F238E27FC236}">
                <a16:creationId xmlns:a16="http://schemas.microsoft.com/office/drawing/2014/main" id="{902B6CB0-314C-47F0-BE81-EB4BF0C299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78994" y="5080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G</a:t>
            </a:r>
          </a:p>
        </p:txBody>
      </p:sp>
      <p:sp>
        <p:nvSpPr>
          <p:cNvPr id="145489" name="AutoShape 81">
            <a:extLst>
              <a:ext uri="{FF2B5EF4-FFF2-40B4-BE49-F238E27FC236}">
                <a16:creationId xmlns:a16="http://schemas.microsoft.com/office/drawing/2014/main" id="{0311B575-C387-46FC-8A7B-F5B2510995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44232" y="508079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</a:p>
        </p:txBody>
      </p:sp>
      <p:sp>
        <p:nvSpPr>
          <p:cNvPr id="145490" name="AutoShape 82">
            <a:extLst>
              <a:ext uri="{FF2B5EF4-FFF2-40B4-BE49-F238E27FC236}">
                <a16:creationId xmlns:a16="http://schemas.microsoft.com/office/drawing/2014/main" id="{E8C54490-2AAD-4BFD-9A7A-A0FC7C8BD69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71294" y="18010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A</a:t>
            </a:r>
          </a:p>
        </p:txBody>
      </p:sp>
      <p:sp>
        <p:nvSpPr>
          <p:cNvPr id="4174" name="Rectangle 87">
            <a:extLst>
              <a:ext uri="{FF2B5EF4-FFF2-40B4-BE49-F238E27FC236}">
                <a16:creationId xmlns:a16="http://schemas.microsoft.com/office/drawing/2014/main" id="{5ACB4E82-B5C6-4D99-9415-F3AFF4B17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1" y="6453188"/>
            <a:ext cx="144463" cy="1444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grpSp>
        <p:nvGrpSpPr>
          <p:cNvPr id="4175" name="Group 89">
            <a:extLst>
              <a:ext uri="{FF2B5EF4-FFF2-40B4-BE49-F238E27FC236}">
                <a16:creationId xmlns:a16="http://schemas.microsoft.com/office/drawing/2014/main" id="{6EE9A1A8-4216-4D10-BE2B-C4349EA39434}"/>
              </a:ext>
            </a:extLst>
          </p:cNvPr>
          <p:cNvGrpSpPr>
            <a:grpSpLocks/>
          </p:cNvGrpSpPr>
          <p:nvPr/>
        </p:nvGrpSpPr>
        <p:grpSpPr bwMode="auto">
          <a:xfrm>
            <a:off x="8507413" y="4975225"/>
            <a:ext cx="1122362" cy="1295400"/>
            <a:chOff x="1746" y="436"/>
            <a:chExt cx="707" cy="816"/>
          </a:xfrm>
        </p:grpSpPr>
        <p:sp>
          <p:nvSpPr>
            <p:cNvPr id="4181" name="AutoShape 90">
              <a:extLst>
                <a:ext uri="{FF2B5EF4-FFF2-40B4-BE49-F238E27FC236}">
                  <a16:creationId xmlns:a16="http://schemas.microsoft.com/office/drawing/2014/main" id="{A4B286C2-FECA-4350-BC94-EA3B053115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692" y="490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4182" name="AutoShape 91">
              <a:extLst>
                <a:ext uri="{FF2B5EF4-FFF2-40B4-BE49-F238E27FC236}">
                  <a16:creationId xmlns:a16="http://schemas.microsoft.com/office/drawing/2014/main" id="{4FBDF384-9D43-4232-B11D-45DA0DC367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815" y="596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5500" name="AutoShape 92">
              <a:extLst>
                <a:ext uri="{FF2B5EF4-FFF2-40B4-BE49-F238E27FC236}">
                  <a16:creationId xmlns:a16="http://schemas.microsoft.com/office/drawing/2014/main" id="{215DF4FA-EF3C-4308-A284-21C3BC730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700"/>
              <a:ext cx="273" cy="255"/>
            </a:xfrm>
            <a:prstGeom prst="star5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grpSp>
        <p:nvGrpSpPr>
          <p:cNvPr id="4176" name="Group 93">
            <a:extLst>
              <a:ext uri="{FF2B5EF4-FFF2-40B4-BE49-F238E27FC236}">
                <a16:creationId xmlns:a16="http://schemas.microsoft.com/office/drawing/2014/main" id="{FF1AE10A-B1A2-4B5D-BB40-614B5B7A3690}"/>
              </a:ext>
            </a:extLst>
          </p:cNvPr>
          <p:cNvGrpSpPr>
            <a:grpSpLocks/>
          </p:cNvGrpSpPr>
          <p:nvPr/>
        </p:nvGrpSpPr>
        <p:grpSpPr bwMode="auto">
          <a:xfrm>
            <a:off x="7896226" y="6072188"/>
            <a:ext cx="1122363" cy="1295400"/>
            <a:chOff x="793" y="482"/>
            <a:chExt cx="707" cy="816"/>
          </a:xfrm>
        </p:grpSpPr>
        <p:sp>
          <p:nvSpPr>
            <p:cNvPr id="4178" name="AutoShape 94">
              <a:extLst>
                <a:ext uri="{FF2B5EF4-FFF2-40B4-BE49-F238E27FC236}">
                  <a16:creationId xmlns:a16="http://schemas.microsoft.com/office/drawing/2014/main" id="{10FB3C43-D11A-4EBD-AE61-5D53638174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39" y="536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4179" name="AutoShape 95">
              <a:extLst>
                <a:ext uri="{FF2B5EF4-FFF2-40B4-BE49-F238E27FC236}">
                  <a16:creationId xmlns:a16="http://schemas.microsoft.com/office/drawing/2014/main" id="{BFDD9D6B-DCBA-49CA-8659-27C4F273B7C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862" y="641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5504" name="AutoShape 96">
              <a:extLst>
                <a:ext uri="{FF2B5EF4-FFF2-40B4-BE49-F238E27FC236}">
                  <a16:creationId xmlns:a16="http://schemas.microsoft.com/office/drawing/2014/main" id="{9E1D8DD7-0CDB-4E55-9C68-3E604399F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738"/>
              <a:ext cx="273" cy="255"/>
            </a:xfrm>
            <a:prstGeom prst="star5">
              <a:avLst/>
            </a:prstGeom>
            <a:gradFill rotWithShape="1">
              <a:gsLst>
                <a:gs pos="0">
                  <a:srgbClr val="FFCCE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sp>
        <p:nvSpPr>
          <p:cNvPr id="145509" name="Oval 101">
            <a:extLst>
              <a:ext uri="{FF2B5EF4-FFF2-40B4-BE49-F238E27FC236}">
                <a16:creationId xmlns:a16="http://schemas.microsoft.com/office/drawing/2014/main" id="{2303F102-914E-4FEC-BF32-0E27CBC65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0" y="6453188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5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454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54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45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54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54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454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454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454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454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454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454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454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45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6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454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454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1454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1454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1454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1454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1454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1454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1454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1454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1454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1454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1454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1454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 tmFilter="0, 0; .2, .5; .8, .5; 1, 0"/>
                                        <p:tgtEl>
                                          <p:spTgt spid="1454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250" autoRev="1" fill="hold"/>
                                        <p:tgtEl>
                                          <p:spTgt spid="1454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 tmFilter="0, 0; .2, .5; .8, .5; 1, 0"/>
                                        <p:tgtEl>
                                          <p:spTgt spid="1454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250" autoRev="1" fill="hold"/>
                                        <p:tgtEl>
                                          <p:spTgt spid="1454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 tmFilter="0, 0; .2, .5; .8, .5; 1, 0"/>
                                        <p:tgtEl>
                                          <p:spTgt spid="1454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" autoRev="1" fill="hold"/>
                                        <p:tgtEl>
                                          <p:spTgt spid="1454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8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 tmFilter="0, 0; .2, .5; .8, .5; 1, 0"/>
                                        <p:tgtEl>
                                          <p:spTgt spid="1454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" autoRev="1" fill="hold"/>
                                        <p:tgtEl>
                                          <p:spTgt spid="1454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91" grpId="0" animBg="1"/>
      <p:bldP spid="145492" grpId="0" animBg="1"/>
      <p:bldP spid="145417" grpId="0" animBg="1"/>
      <p:bldP spid="145410" grpId="0" animBg="1"/>
      <p:bldP spid="145493" grpId="0" animBg="1"/>
      <p:bldP spid="145411" grpId="0" animBg="1"/>
      <p:bldP spid="145412" grpId="0" animBg="1"/>
      <p:bldP spid="145413" grpId="0" animBg="1"/>
      <p:bldP spid="145414" grpId="0" animBg="1"/>
      <p:bldP spid="145416" grpId="0" animBg="1"/>
      <p:bldP spid="145418" grpId="0" animBg="1"/>
      <p:bldP spid="145419" grpId="0" animBg="1"/>
      <p:bldP spid="145420" grpId="0" animBg="1"/>
      <p:bldP spid="145421" grpId="0" animBg="1"/>
      <p:bldP spid="145481" grpId="0" animBg="1"/>
      <p:bldP spid="145483" grpId="0" animBg="1"/>
      <p:bldP spid="145484" grpId="0" animBg="1"/>
      <p:bldP spid="145485" grpId="0" animBg="1"/>
      <p:bldP spid="145486" grpId="0" animBg="1"/>
      <p:bldP spid="145487" grpId="0" animBg="1"/>
      <p:bldP spid="145488" grpId="0" animBg="1"/>
      <p:bldP spid="145489" grpId="0" animBg="1"/>
      <p:bldP spid="14549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54" name="AutoShape 18">
            <a:extLst>
              <a:ext uri="{FF2B5EF4-FFF2-40B4-BE49-F238E27FC236}">
                <a16:creationId xmlns:a16="http://schemas.microsoft.com/office/drawing/2014/main" id="{94CB55C7-D023-4E02-A673-4503381CB7B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8" name="AutoShape 42">
            <a:extLst>
              <a:ext uri="{FF2B5EF4-FFF2-40B4-BE49-F238E27FC236}">
                <a16:creationId xmlns:a16="http://schemas.microsoft.com/office/drawing/2014/main" id="{EA9367F7-4DA6-4B6F-9C22-1D0FC85F363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24" name="AutoShape 88">
            <a:hlinkClick r:id="rId6" action="ppaction://hlinksldjump"/>
            <a:extLst>
              <a:ext uri="{FF2B5EF4-FFF2-40B4-BE49-F238E27FC236}">
                <a16:creationId xmlns:a16="http://schemas.microsoft.com/office/drawing/2014/main" id="{E89974BF-047D-4A98-944F-9C935A4EEF0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Z</a:t>
            </a:r>
            <a:endParaRPr lang="en-US" altLang="en-US" sz="6000" b="1" dirty="0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25" name="AutoShape 89">
            <a:extLst>
              <a:ext uri="{FF2B5EF4-FFF2-40B4-BE49-F238E27FC236}">
                <a16:creationId xmlns:a16="http://schemas.microsoft.com/office/drawing/2014/main" id="{48863F31-7926-4A9D-B5B2-DA1F241C8461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6789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6" name="AutoShape 90">
            <a:extLst>
              <a:ext uri="{FF2B5EF4-FFF2-40B4-BE49-F238E27FC236}">
                <a16:creationId xmlns:a16="http://schemas.microsoft.com/office/drawing/2014/main" id="{1A2B5510-2A42-4C9C-8F42-735509B35888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70563" y="34020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42567" name="Group 231">
            <a:extLst>
              <a:ext uri="{FF2B5EF4-FFF2-40B4-BE49-F238E27FC236}">
                <a16:creationId xmlns:a16="http://schemas.microsoft.com/office/drawing/2014/main" id="{2D271F4A-9849-446D-885E-E5E15EAFB69D}"/>
              </a:ext>
            </a:extLst>
          </p:cNvPr>
          <p:cNvGrpSpPr>
            <a:grpSpLocks/>
          </p:cNvGrpSpPr>
          <p:nvPr/>
        </p:nvGrpSpPr>
        <p:grpSpPr bwMode="auto">
          <a:xfrm>
            <a:off x="8507413" y="4975225"/>
            <a:ext cx="1122362" cy="1295400"/>
            <a:chOff x="1746" y="436"/>
            <a:chExt cx="707" cy="816"/>
          </a:xfrm>
        </p:grpSpPr>
        <p:sp>
          <p:nvSpPr>
            <p:cNvPr id="6300" name="AutoShape 232">
              <a:extLst>
                <a:ext uri="{FF2B5EF4-FFF2-40B4-BE49-F238E27FC236}">
                  <a16:creationId xmlns:a16="http://schemas.microsoft.com/office/drawing/2014/main" id="{45F08016-DE2A-46B9-8FC2-354EFE10EE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692" y="490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6301" name="AutoShape 233">
              <a:extLst>
                <a:ext uri="{FF2B5EF4-FFF2-40B4-BE49-F238E27FC236}">
                  <a16:creationId xmlns:a16="http://schemas.microsoft.com/office/drawing/2014/main" id="{1ABD880D-B8D8-477C-A882-7A60DE10870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815" y="596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2570" name="AutoShape 234">
              <a:extLst>
                <a:ext uri="{FF2B5EF4-FFF2-40B4-BE49-F238E27FC236}">
                  <a16:creationId xmlns:a16="http://schemas.microsoft.com/office/drawing/2014/main" id="{B02183D1-701C-408D-9A4C-ACA9960F9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700"/>
              <a:ext cx="273" cy="255"/>
            </a:xfrm>
            <a:prstGeom prst="star5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grpSp>
        <p:nvGrpSpPr>
          <p:cNvPr id="142563" name="Group 227">
            <a:extLst>
              <a:ext uri="{FF2B5EF4-FFF2-40B4-BE49-F238E27FC236}">
                <a16:creationId xmlns:a16="http://schemas.microsoft.com/office/drawing/2014/main" id="{3EC823FA-4977-4379-A944-EB8450CE6241}"/>
              </a:ext>
            </a:extLst>
          </p:cNvPr>
          <p:cNvGrpSpPr>
            <a:grpSpLocks/>
          </p:cNvGrpSpPr>
          <p:nvPr/>
        </p:nvGrpSpPr>
        <p:grpSpPr bwMode="auto">
          <a:xfrm>
            <a:off x="7896226" y="6072188"/>
            <a:ext cx="1122363" cy="1295400"/>
            <a:chOff x="793" y="482"/>
            <a:chExt cx="707" cy="816"/>
          </a:xfrm>
        </p:grpSpPr>
        <p:sp>
          <p:nvSpPr>
            <p:cNvPr id="6297" name="AutoShape 228">
              <a:extLst>
                <a:ext uri="{FF2B5EF4-FFF2-40B4-BE49-F238E27FC236}">
                  <a16:creationId xmlns:a16="http://schemas.microsoft.com/office/drawing/2014/main" id="{6144794E-6A6A-412B-B293-ED3921CF3C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39" y="536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6298" name="AutoShape 229">
              <a:extLst>
                <a:ext uri="{FF2B5EF4-FFF2-40B4-BE49-F238E27FC236}">
                  <a16:creationId xmlns:a16="http://schemas.microsoft.com/office/drawing/2014/main" id="{C91C5201-7A47-4722-9DF0-9EBA7300C1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862" y="641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2566" name="AutoShape 230">
              <a:extLst>
                <a:ext uri="{FF2B5EF4-FFF2-40B4-BE49-F238E27FC236}">
                  <a16:creationId xmlns:a16="http://schemas.microsoft.com/office/drawing/2014/main" id="{C1190076-A2EC-4527-B27F-E42A3AC44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738"/>
              <a:ext cx="273" cy="255"/>
            </a:xfrm>
            <a:prstGeom prst="star5">
              <a:avLst/>
            </a:prstGeom>
            <a:gradFill rotWithShape="1">
              <a:gsLst>
                <a:gs pos="0">
                  <a:srgbClr val="FFCCE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sp>
        <p:nvSpPr>
          <p:cNvPr id="142536" name="AutoShape 200">
            <a:extLst>
              <a:ext uri="{FF2B5EF4-FFF2-40B4-BE49-F238E27FC236}">
                <a16:creationId xmlns:a16="http://schemas.microsoft.com/office/drawing/2014/main" id="{5D27C47E-917A-4F83-B7EF-6A041109B3C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4069" y="28678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524" name="AutoShape 188">
            <a:extLst>
              <a:ext uri="{FF2B5EF4-FFF2-40B4-BE49-F238E27FC236}">
                <a16:creationId xmlns:a16="http://schemas.microsoft.com/office/drawing/2014/main" id="{D98F42F4-C391-421D-A219-813B7CB68E7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2882" y="61666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65" name="AutoShape 129">
            <a:extLst>
              <a:ext uri="{FF2B5EF4-FFF2-40B4-BE49-F238E27FC236}">
                <a16:creationId xmlns:a16="http://schemas.microsoft.com/office/drawing/2014/main" id="{1128726B-BD16-4932-8814-598B90D663A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67" name="AutoShape 131">
            <a:extLst>
              <a:ext uri="{FF2B5EF4-FFF2-40B4-BE49-F238E27FC236}">
                <a16:creationId xmlns:a16="http://schemas.microsoft.com/office/drawing/2014/main" id="{D558790A-856B-4F5A-826F-ACBADAE92E7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1" name="AutoShape 135">
            <a:extLst>
              <a:ext uri="{FF2B5EF4-FFF2-40B4-BE49-F238E27FC236}">
                <a16:creationId xmlns:a16="http://schemas.microsoft.com/office/drawing/2014/main" id="{54803FFD-F101-4BB4-AA3C-A129FC9CEBC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3" name="AutoShape 137">
            <a:extLst>
              <a:ext uri="{FF2B5EF4-FFF2-40B4-BE49-F238E27FC236}">
                <a16:creationId xmlns:a16="http://schemas.microsoft.com/office/drawing/2014/main" id="{301721CA-A667-4BBB-9B6D-0FB5BA7B99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3" name="AutoShape 147">
            <a:extLst>
              <a:ext uri="{FF2B5EF4-FFF2-40B4-BE49-F238E27FC236}">
                <a16:creationId xmlns:a16="http://schemas.microsoft.com/office/drawing/2014/main" id="{7E167C1E-78BF-4088-A728-C6508CF21D7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5" name="AutoShape 149">
            <a:extLst>
              <a:ext uri="{FF2B5EF4-FFF2-40B4-BE49-F238E27FC236}">
                <a16:creationId xmlns:a16="http://schemas.microsoft.com/office/drawing/2014/main" id="{FD40C0E2-C71C-4976-9100-F8910024E21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7" name="AutoShape 151">
            <a:extLst>
              <a:ext uri="{FF2B5EF4-FFF2-40B4-BE49-F238E27FC236}">
                <a16:creationId xmlns:a16="http://schemas.microsoft.com/office/drawing/2014/main" id="{4657B3D8-5118-4C5A-B82B-7CD4D4A1CF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9" name="AutoShape 153">
            <a:extLst>
              <a:ext uri="{FF2B5EF4-FFF2-40B4-BE49-F238E27FC236}">
                <a16:creationId xmlns:a16="http://schemas.microsoft.com/office/drawing/2014/main" id="{8917E3E8-4346-4DBE-ADF6-2E79B44417A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91" name="AutoShape 155">
            <a:extLst>
              <a:ext uri="{FF2B5EF4-FFF2-40B4-BE49-F238E27FC236}">
                <a16:creationId xmlns:a16="http://schemas.microsoft.com/office/drawing/2014/main" id="{2B41687B-F0A8-48C7-A627-2A9A54BFA33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93" name="AutoShape 157">
            <a:extLst>
              <a:ext uri="{FF2B5EF4-FFF2-40B4-BE49-F238E27FC236}">
                <a16:creationId xmlns:a16="http://schemas.microsoft.com/office/drawing/2014/main" id="{B4AD8A8A-D789-4136-807B-F557AE3F426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38" name="AutoShape 2">
            <a:extLst>
              <a:ext uri="{FF2B5EF4-FFF2-40B4-BE49-F238E27FC236}">
                <a16:creationId xmlns:a16="http://schemas.microsoft.com/office/drawing/2014/main" id="{4A3C526D-8F41-4EC4-89F4-97AB7B236B7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39" name="AutoShape 3">
            <a:extLst>
              <a:ext uri="{FF2B5EF4-FFF2-40B4-BE49-F238E27FC236}">
                <a16:creationId xmlns:a16="http://schemas.microsoft.com/office/drawing/2014/main" id="{FFEA67A2-87F0-41B5-A066-A366CF1976D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0" name="AutoShape 4">
            <a:hlinkClick r:id="rId7" action="ppaction://hlinksldjump"/>
            <a:extLst>
              <a:ext uri="{FF2B5EF4-FFF2-40B4-BE49-F238E27FC236}">
                <a16:creationId xmlns:a16="http://schemas.microsoft.com/office/drawing/2014/main" id="{77B26F3E-6AE7-4FDC-A1AB-5F0FFB0819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B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41" name="AutoShape 5">
            <a:extLst>
              <a:ext uri="{FF2B5EF4-FFF2-40B4-BE49-F238E27FC236}">
                <a16:creationId xmlns:a16="http://schemas.microsoft.com/office/drawing/2014/main" id="{FE829C34-0400-4931-B9A7-DE044FD9422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06913" y="34020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42" name="AutoShape 6">
            <a:extLst>
              <a:ext uri="{FF2B5EF4-FFF2-40B4-BE49-F238E27FC236}">
                <a16:creationId xmlns:a16="http://schemas.microsoft.com/office/drawing/2014/main" id="{851F4031-8EFB-454F-862B-CD08650347D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3" name="AutoShape 7">
            <a:extLst>
              <a:ext uri="{FF2B5EF4-FFF2-40B4-BE49-F238E27FC236}">
                <a16:creationId xmlns:a16="http://schemas.microsoft.com/office/drawing/2014/main" id="{4EA54121-8C7A-40F2-B112-938EACAC3C3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4" name="AutoShape 8">
            <a:extLst>
              <a:ext uri="{FF2B5EF4-FFF2-40B4-BE49-F238E27FC236}">
                <a16:creationId xmlns:a16="http://schemas.microsoft.com/office/drawing/2014/main" id="{5A50438A-2EB6-43D8-8F6A-65E9209B699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5" name="AutoShape 9">
            <a:extLst>
              <a:ext uri="{FF2B5EF4-FFF2-40B4-BE49-F238E27FC236}">
                <a16:creationId xmlns:a16="http://schemas.microsoft.com/office/drawing/2014/main" id="{9006F0D6-B1E8-4B4A-9C07-76EF03A51B6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6" name="AutoShape 10">
            <a:extLst>
              <a:ext uri="{FF2B5EF4-FFF2-40B4-BE49-F238E27FC236}">
                <a16:creationId xmlns:a16="http://schemas.microsoft.com/office/drawing/2014/main" id="{5C11D0CF-3B35-41C6-BB12-47623024C3E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7" name="AutoShape 11">
            <a:extLst>
              <a:ext uri="{FF2B5EF4-FFF2-40B4-BE49-F238E27FC236}">
                <a16:creationId xmlns:a16="http://schemas.microsoft.com/office/drawing/2014/main" id="{26B9177E-1422-45F8-B5E3-0D381C214DC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8" name="AutoShape 12">
            <a:extLst>
              <a:ext uri="{FF2B5EF4-FFF2-40B4-BE49-F238E27FC236}">
                <a16:creationId xmlns:a16="http://schemas.microsoft.com/office/drawing/2014/main" id="{433E83ED-2139-49B8-88D7-0C53CC3358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9" name="AutoShape 13">
            <a:extLst>
              <a:ext uri="{FF2B5EF4-FFF2-40B4-BE49-F238E27FC236}">
                <a16:creationId xmlns:a16="http://schemas.microsoft.com/office/drawing/2014/main" id="{948604E6-DBA5-4E8B-A92A-B5997049E03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0" name="AutoShape 14">
            <a:extLst>
              <a:ext uri="{FF2B5EF4-FFF2-40B4-BE49-F238E27FC236}">
                <a16:creationId xmlns:a16="http://schemas.microsoft.com/office/drawing/2014/main" id="{610B7D3D-1261-4C96-9D3D-1A0DBBCA023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1" name="AutoShape 15">
            <a:extLst>
              <a:ext uri="{FF2B5EF4-FFF2-40B4-BE49-F238E27FC236}">
                <a16:creationId xmlns:a16="http://schemas.microsoft.com/office/drawing/2014/main" id="{3EB9963A-3CA4-45D0-B2BC-78F174A11D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2" name="AutoShape 16">
            <a:extLst>
              <a:ext uri="{FF2B5EF4-FFF2-40B4-BE49-F238E27FC236}">
                <a16:creationId xmlns:a16="http://schemas.microsoft.com/office/drawing/2014/main" id="{4FB79FAF-BB30-4A93-9D6A-648B169AF7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3" name="AutoShape 17">
            <a:extLst>
              <a:ext uri="{FF2B5EF4-FFF2-40B4-BE49-F238E27FC236}">
                <a16:creationId xmlns:a16="http://schemas.microsoft.com/office/drawing/2014/main" id="{95C5346F-FA5B-463D-A5DE-FFD55481624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5" name="AutoShape 19">
            <a:extLst>
              <a:ext uri="{FF2B5EF4-FFF2-40B4-BE49-F238E27FC236}">
                <a16:creationId xmlns:a16="http://schemas.microsoft.com/office/drawing/2014/main" id="{C9D13100-48C7-434D-B92A-06A9A690DF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6" name="AutoShape 20">
            <a:extLst>
              <a:ext uri="{FF2B5EF4-FFF2-40B4-BE49-F238E27FC236}">
                <a16:creationId xmlns:a16="http://schemas.microsoft.com/office/drawing/2014/main" id="{885796B0-71A1-4B84-A060-9A9017EECF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7" name="AutoShape 21">
            <a:extLst>
              <a:ext uri="{FF2B5EF4-FFF2-40B4-BE49-F238E27FC236}">
                <a16:creationId xmlns:a16="http://schemas.microsoft.com/office/drawing/2014/main" id="{390A659B-054C-4713-B5F4-A0193D9F3C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8" name="AutoShape 22">
            <a:extLst>
              <a:ext uri="{FF2B5EF4-FFF2-40B4-BE49-F238E27FC236}">
                <a16:creationId xmlns:a16="http://schemas.microsoft.com/office/drawing/2014/main" id="{C3ABE18E-68EB-4458-92F8-D03BBDB1A4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9" name="AutoShape 23">
            <a:extLst>
              <a:ext uri="{FF2B5EF4-FFF2-40B4-BE49-F238E27FC236}">
                <a16:creationId xmlns:a16="http://schemas.microsoft.com/office/drawing/2014/main" id="{747316C9-B0D2-4DD1-A14D-4DDFF69DDFD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0" name="AutoShape 24">
            <a:extLst>
              <a:ext uri="{FF2B5EF4-FFF2-40B4-BE49-F238E27FC236}">
                <a16:creationId xmlns:a16="http://schemas.microsoft.com/office/drawing/2014/main" id="{05A1DC4C-060B-4E20-9937-534D0D51CE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1" name="AutoShape 25">
            <a:extLst>
              <a:ext uri="{FF2B5EF4-FFF2-40B4-BE49-F238E27FC236}">
                <a16:creationId xmlns:a16="http://schemas.microsoft.com/office/drawing/2014/main" id="{4430E55D-152E-4E9E-9EA8-274D3882E97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2" name="AutoShape 26">
            <a:extLst>
              <a:ext uri="{FF2B5EF4-FFF2-40B4-BE49-F238E27FC236}">
                <a16:creationId xmlns:a16="http://schemas.microsoft.com/office/drawing/2014/main" id="{F15C1B33-D100-4897-9288-D100B89A45A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3" name="AutoShape 27">
            <a:extLst>
              <a:ext uri="{FF2B5EF4-FFF2-40B4-BE49-F238E27FC236}">
                <a16:creationId xmlns:a16="http://schemas.microsoft.com/office/drawing/2014/main" id="{13131BD3-6B39-46D8-B7C9-F694E2567A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4" name="AutoShape 28">
            <a:extLst>
              <a:ext uri="{FF2B5EF4-FFF2-40B4-BE49-F238E27FC236}">
                <a16:creationId xmlns:a16="http://schemas.microsoft.com/office/drawing/2014/main" id="{E177A95F-3D54-433A-A956-22AFC6DB39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5" name="AutoShape 29">
            <a:extLst>
              <a:ext uri="{FF2B5EF4-FFF2-40B4-BE49-F238E27FC236}">
                <a16:creationId xmlns:a16="http://schemas.microsoft.com/office/drawing/2014/main" id="{239D3B98-3CC2-4E70-815A-BD0D7B4547B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6" name="AutoShape 30">
            <a:extLst>
              <a:ext uri="{FF2B5EF4-FFF2-40B4-BE49-F238E27FC236}">
                <a16:creationId xmlns:a16="http://schemas.microsoft.com/office/drawing/2014/main" id="{AE171528-C536-40A9-A294-966E979C3D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7" name="AutoShape 31">
            <a:extLst>
              <a:ext uri="{FF2B5EF4-FFF2-40B4-BE49-F238E27FC236}">
                <a16:creationId xmlns:a16="http://schemas.microsoft.com/office/drawing/2014/main" id="{6BA9E9FF-9C6D-4E62-8FB1-586F2CE1672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8" name="AutoShape 32">
            <a:extLst>
              <a:ext uri="{FF2B5EF4-FFF2-40B4-BE49-F238E27FC236}">
                <a16:creationId xmlns:a16="http://schemas.microsoft.com/office/drawing/2014/main" id="{2E6CB0EE-EF95-49B8-9BD9-750020CF01A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9" name="AutoShape 33">
            <a:extLst>
              <a:ext uri="{FF2B5EF4-FFF2-40B4-BE49-F238E27FC236}">
                <a16:creationId xmlns:a16="http://schemas.microsoft.com/office/drawing/2014/main" id="{35D7AFE0-95FC-40AF-9A70-67FB7F17A0A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0" name="AutoShape 34">
            <a:extLst>
              <a:ext uri="{FF2B5EF4-FFF2-40B4-BE49-F238E27FC236}">
                <a16:creationId xmlns:a16="http://schemas.microsoft.com/office/drawing/2014/main" id="{6751A7A8-A6DB-4E5B-B714-C49A2DE6AA4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1" name="AutoShape 35">
            <a:extLst>
              <a:ext uri="{FF2B5EF4-FFF2-40B4-BE49-F238E27FC236}">
                <a16:creationId xmlns:a16="http://schemas.microsoft.com/office/drawing/2014/main" id="{AF14451A-575C-4BC8-A860-2CDF511522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2" name="AutoShape 36">
            <a:extLst>
              <a:ext uri="{FF2B5EF4-FFF2-40B4-BE49-F238E27FC236}">
                <a16:creationId xmlns:a16="http://schemas.microsoft.com/office/drawing/2014/main" id="{B36F6EAB-159E-4855-A82A-2598AF2081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3" name="AutoShape 37">
            <a:extLst>
              <a:ext uri="{FF2B5EF4-FFF2-40B4-BE49-F238E27FC236}">
                <a16:creationId xmlns:a16="http://schemas.microsoft.com/office/drawing/2014/main" id="{871D58E9-F518-42B4-88A3-BC86C7F5F62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4" name="AutoShape 38">
            <a:extLst>
              <a:ext uri="{FF2B5EF4-FFF2-40B4-BE49-F238E27FC236}">
                <a16:creationId xmlns:a16="http://schemas.microsoft.com/office/drawing/2014/main" id="{B9832082-4E00-4505-9A7E-7C72741F0CF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5" name="AutoShape 39">
            <a:extLst>
              <a:ext uri="{FF2B5EF4-FFF2-40B4-BE49-F238E27FC236}">
                <a16:creationId xmlns:a16="http://schemas.microsoft.com/office/drawing/2014/main" id="{8FF0739B-F76A-4B83-B8C7-B8894A116B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6" name="AutoShape 40">
            <a:extLst>
              <a:ext uri="{FF2B5EF4-FFF2-40B4-BE49-F238E27FC236}">
                <a16:creationId xmlns:a16="http://schemas.microsoft.com/office/drawing/2014/main" id="{F4ADD90B-2004-4CA5-8A57-DC54419573A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7" name="AutoShape 41">
            <a:extLst>
              <a:ext uri="{FF2B5EF4-FFF2-40B4-BE49-F238E27FC236}">
                <a16:creationId xmlns:a16="http://schemas.microsoft.com/office/drawing/2014/main" id="{79224529-D235-45A9-A84D-19E7AD147E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9" name="AutoShape 43">
            <a:extLst>
              <a:ext uri="{FF2B5EF4-FFF2-40B4-BE49-F238E27FC236}">
                <a16:creationId xmlns:a16="http://schemas.microsoft.com/office/drawing/2014/main" id="{92299AB6-C2CF-44F6-B374-41A8069E13B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0" name="AutoShape 44">
            <a:extLst>
              <a:ext uri="{FF2B5EF4-FFF2-40B4-BE49-F238E27FC236}">
                <a16:creationId xmlns:a16="http://schemas.microsoft.com/office/drawing/2014/main" id="{914AB619-B39F-478B-BD68-EFE4EAC8D92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1" name="AutoShape 45">
            <a:extLst>
              <a:ext uri="{FF2B5EF4-FFF2-40B4-BE49-F238E27FC236}">
                <a16:creationId xmlns:a16="http://schemas.microsoft.com/office/drawing/2014/main" id="{F2697752-6849-4443-946A-22AA5DB77E3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2" name="AutoShape 46">
            <a:extLst>
              <a:ext uri="{FF2B5EF4-FFF2-40B4-BE49-F238E27FC236}">
                <a16:creationId xmlns:a16="http://schemas.microsoft.com/office/drawing/2014/main" id="{15595439-C433-4900-9A8A-307B016B9D7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3" name="AutoShape 47">
            <a:extLst>
              <a:ext uri="{FF2B5EF4-FFF2-40B4-BE49-F238E27FC236}">
                <a16:creationId xmlns:a16="http://schemas.microsoft.com/office/drawing/2014/main" id="{6EAD0F88-97A9-4F84-8611-ABA422EE8D4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4" name="AutoShape 48">
            <a:extLst>
              <a:ext uri="{FF2B5EF4-FFF2-40B4-BE49-F238E27FC236}">
                <a16:creationId xmlns:a16="http://schemas.microsoft.com/office/drawing/2014/main" id="{EBC4A85D-DFC3-47A7-83F0-9174BF85144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5" name="AutoShape 49">
            <a:extLst>
              <a:ext uri="{FF2B5EF4-FFF2-40B4-BE49-F238E27FC236}">
                <a16:creationId xmlns:a16="http://schemas.microsoft.com/office/drawing/2014/main" id="{67E30EF8-F1CD-4D3A-87B6-16CE3F0EC42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6" name="AutoShape 50">
            <a:extLst>
              <a:ext uri="{FF2B5EF4-FFF2-40B4-BE49-F238E27FC236}">
                <a16:creationId xmlns:a16="http://schemas.microsoft.com/office/drawing/2014/main" id="{18B1BE48-43B0-4586-B66D-833659DEDAC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7" name="AutoShape 51">
            <a:extLst>
              <a:ext uri="{FF2B5EF4-FFF2-40B4-BE49-F238E27FC236}">
                <a16:creationId xmlns:a16="http://schemas.microsoft.com/office/drawing/2014/main" id="{0285E2F3-7B30-4464-909B-E9F686651B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8" name="AutoShape 52">
            <a:extLst>
              <a:ext uri="{FF2B5EF4-FFF2-40B4-BE49-F238E27FC236}">
                <a16:creationId xmlns:a16="http://schemas.microsoft.com/office/drawing/2014/main" id="{8196165C-700B-4D95-908E-1D449036417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9" name="AutoShape 53">
            <a:extLst>
              <a:ext uri="{FF2B5EF4-FFF2-40B4-BE49-F238E27FC236}">
                <a16:creationId xmlns:a16="http://schemas.microsoft.com/office/drawing/2014/main" id="{2C9D3116-1245-49A6-AA31-0C01E83C7A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90" name="AutoShape 54">
            <a:hlinkClick r:id="rId8" action="ppaction://hlinksldjump"/>
            <a:extLst>
              <a:ext uri="{FF2B5EF4-FFF2-40B4-BE49-F238E27FC236}">
                <a16:creationId xmlns:a16="http://schemas.microsoft.com/office/drawing/2014/main" id="{740E7810-2A21-4A65-923C-618504E3244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D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1" name="AutoShape 55">
            <a:hlinkClick r:id="rId9" action="ppaction://hlinksldjump"/>
            <a:extLst>
              <a:ext uri="{FF2B5EF4-FFF2-40B4-BE49-F238E27FC236}">
                <a16:creationId xmlns:a16="http://schemas.microsoft.com/office/drawing/2014/main" id="{E0886E53-5A49-43DD-B456-25B4487BD2D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I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2" name="AutoShape 56">
            <a:hlinkClick r:id="rId10" action="ppaction://hlinksldjump"/>
            <a:extLst>
              <a:ext uri="{FF2B5EF4-FFF2-40B4-BE49-F238E27FC236}">
                <a16:creationId xmlns:a16="http://schemas.microsoft.com/office/drawing/2014/main" id="{F7711771-7C0A-4C9B-AD5E-39B9EF84048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U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3" name="AutoShape 57">
            <a:hlinkClick r:id="rId11" action="ppaction://hlinksldjump"/>
            <a:extLst>
              <a:ext uri="{FF2B5EF4-FFF2-40B4-BE49-F238E27FC236}">
                <a16:creationId xmlns:a16="http://schemas.microsoft.com/office/drawing/2014/main" id="{87357B46-920B-4AE7-AEB2-D469C0525C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P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4" name="AutoShape 58">
            <a:extLst>
              <a:ext uri="{FF2B5EF4-FFF2-40B4-BE49-F238E27FC236}">
                <a16:creationId xmlns:a16="http://schemas.microsoft.com/office/drawing/2014/main" id="{992FBCCB-F7AA-47CE-93E6-1C899A8FA7A2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83139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5" name="AutoShape 59">
            <a:hlinkClick r:id="rId12" action="ppaction://hlinksldjump"/>
            <a:extLst>
              <a:ext uri="{FF2B5EF4-FFF2-40B4-BE49-F238E27FC236}">
                <a16:creationId xmlns:a16="http://schemas.microsoft.com/office/drawing/2014/main" id="{AE6FFB91-A15D-40EA-A2EA-058ED8C6DD1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W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6" name="AutoShape 60">
            <a:hlinkClick r:id="rId13" action="ppaction://hlinksldjump"/>
            <a:extLst>
              <a:ext uri="{FF2B5EF4-FFF2-40B4-BE49-F238E27FC236}">
                <a16:creationId xmlns:a16="http://schemas.microsoft.com/office/drawing/2014/main" id="{9B7E7EDC-237E-4C7C-8F88-67B5FF97717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Y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7" name="AutoShape 61">
            <a:extLst>
              <a:ext uri="{FF2B5EF4-FFF2-40B4-BE49-F238E27FC236}">
                <a16:creationId xmlns:a16="http://schemas.microsoft.com/office/drawing/2014/main" id="{D61ECD02-D84B-4B3E-8F30-E42CE63FC0C5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152901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8" name="AutoShape 62">
            <a:extLst>
              <a:ext uri="{FF2B5EF4-FFF2-40B4-BE49-F238E27FC236}">
                <a16:creationId xmlns:a16="http://schemas.microsoft.com/office/drawing/2014/main" id="{F22A9368-77BF-4295-B74C-B9BAA552FE2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876676" y="4495801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9" name="AutoShape 63">
            <a:hlinkClick r:id="rId14" action="ppaction://hlinksldjump"/>
            <a:extLst>
              <a:ext uri="{FF2B5EF4-FFF2-40B4-BE49-F238E27FC236}">
                <a16:creationId xmlns:a16="http://schemas.microsoft.com/office/drawing/2014/main" id="{048717BC-7829-4FA6-B4A4-1D6B688DC4D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V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0" name="AutoShape 64">
            <a:hlinkClick r:id="rId15" action="ppaction://hlinksldjump"/>
            <a:extLst>
              <a:ext uri="{FF2B5EF4-FFF2-40B4-BE49-F238E27FC236}">
                <a16:creationId xmlns:a16="http://schemas.microsoft.com/office/drawing/2014/main" id="{8D0114A6-01BA-424F-ACD1-5E04AEB46B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M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1" name="AutoShape 65">
            <a:hlinkClick r:id="rId16" action="ppaction://hlinksldjump"/>
            <a:extLst>
              <a:ext uri="{FF2B5EF4-FFF2-40B4-BE49-F238E27FC236}">
                <a16:creationId xmlns:a16="http://schemas.microsoft.com/office/drawing/2014/main" id="{F5B5CC0B-7E0A-4154-A96D-7B5F8FFC960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R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2" name="AutoShape 66">
            <a:hlinkClick r:id="rId17" action="ppaction://hlinksldjump"/>
            <a:extLst>
              <a:ext uri="{FF2B5EF4-FFF2-40B4-BE49-F238E27FC236}">
                <a16:creationId xmlns:a16="http://schemas.microsoft.com/office/drawing/2014/main" id="{838DA90A-2F85-4EDA-B7F6-F3651FCD46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T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3" name="AutoShape 67">
            <a:hlinkClick r:id="rId18" action="ppaction://hlinksldjump"/>
            <a:extLst>
              <a:ext uri="{FF2B5EF4-FFF2-40B4-BE49-F238E27FC236}">
                <a16:creationId xmlns:a16="http://schemas.microsoft.com/office/drawing/2014/main" id="{B9A263E2-9AED-4CB5-AEA6-E6E1A95CB5B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O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4" name="AutoShape 68">
            <a:hlinkClick r:id="rId19" action="ppaction://hlinksldjump"/>
            <a:extLst>
              <a:ext uri="{FF2B5EF4-FFF2-40B4-BE49-F238E27FC236}">
                <a16:creationId xmlns:a16="http://schemas.microsoft.com/office/drawing/2014/main" id="{E64D4733-EB41-4651-91DD-9FFA50D42D9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X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5" name="AutoShape 69">
            <a:hlinkClick r:id="rId20" action="ppaction://hlinksldjump"/>
            <a:extLst>
              <a:ext uri="{FF2B5EF4-FFF2-40B4-BE49-F238E27FC236}">
                <a16:creationId xmlns:a16="http://schemas.microsoft.com/office/drawing/2014/main" id="{E4D48106-3DD4-40C2-9C47-7E55A24242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K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6" name="AutoShape 70">
            <a:hlinkClick r:id="rId21" action="ppaction://hlinksldjump"/>
            <a:extLst>
              <a:ext uri="{FF2B5EF4-FFF2-40B4-BE49-F238E27FC236}">
                <a16:creationId xmlns:a16="http://schemas.microsoft.com/office/drawing/2014/main" id="{512F1655-6527-4546-BB27-86C360EFA8B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E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7" name="AutoShape 71">
            <a:extLst>
              <a:ext uri="{FF2B5EF4-FFF2-40B4-BE49-F238E27FC236}">
                <a16:creationId xmlns:a16="http://schemas.microsoft.com/office/drawing/2014/main" id="{A3280223-0D23-4E01-B209-DE79ACED6DF7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162083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08" name="AutoShape 72">
            <a:extLst>
              <a:ext uri="{FF2B5EF4-FFF2-40B4-BE49-F238E27FC236}">
                <a16:creationId xmlns:a16="http://schemas.microsoft.com/office/drawing/2014/main" id="{7438B0C2-D645-47ED-A630-DBD02EB1895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34461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09" name="AutoShape 73">
            <a:hlinkClick r:id="rId22" action="ppaction://hlinksldjump"/>
            <a:extLst>
              <a:ext uri="{FF2B5EF4-FFF2-40B4-BE49-F238E27FC236}">
                <a16:creationId xmlns:a16="http://schemas.microsoft.com/office/drawing/2014/main" id="{A79BDF48-C9FF-4B98-AEC2-E89CCBD9FC2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0" name="AutoShape 74">
            <a:extLst>
              <a:ext uri="{FF2B5EF4-FFF2-40B4-BE49-F238E27FC236}">
                <a16:creationId xmlns:a16="http://schemas.microsoft.com/office/drawing/2014/main" id="{0EF7C747-1D28-480F-A230-E5E5A45E2A63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88448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1" name="AutoShape 75">
            <a:extLst>
              <a:ext uri="{FF2B5EF4-FFF2-40B4-BE49-F238E27FC236}">
                <a16:creationId xmlns:a16="http://schemas.microsoft.com/office/drawing/2014/main" id="{D6827FB4-85B5-4C58-AA25-640442B1535A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260826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2" name="AutoShape 76">
            <a:extLst>
              <a:ext uri="{FF2B5EF4-FFF2-40B4-BE49-F238E27FC236}">
                <a16:creationId xmlns:a16="http://schemas.microsoft.com/office/drawing/2014/main" id="{95736B40-C7C5-4FFD-96B3-1E299C8A031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149726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3" name="AutoShape 77">
            <a:extLst>
              <a:ext uri="{FF2B5EF4-FFF2-40B4-BE49-F238E27FC236}">
                <a16:creationId xmlns:a16="http://schemas.microsoft.com/office/drawing/2014/main" id="{699C6961-9CC5-49F3-95FD-105FD1BB7E77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873501" y="23098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4" name="AutoShape 78">
            <a:hlinkClick r:id="rId23" action="ppaction://hlinksldjump"/>
            <a:extLst>
              <a:ext uri="{FF2B5EF4-FFF2-40B4-BE49-F238E27FC236}">
                <a16:creationId xmlns:a16="http://schemas.microsoft.com/office/drawing/2014/main" id="{E9E47A97-3004-457F-904D-0399ED9F6E0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G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5" name="AutoShape 79">
            <a:extLst>
              <a:ext uri="{FF2B5EF4-FFF2-40B4-BE49-F238E27FC236}">
                <a16:creationId xmlns:a16="http://schemas.microsoft.com/office/drawing/2014/main" id="{FC39029C-0684-43DA-9408-C713E5938341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5413376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6" name="AutoShape 80">
            <a:extLst>
              <a:ext uri="{FF2B5EF4-FFF2-40B4-BE49-F238E27FC236}">
                <a16:creationId xmlns:a16="http://schemas.microsoft.com/office/drawing/2014/main" id="{A0982D51-6588-4D38-9A3A-1A221210F6B5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137151" y="23098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7" name="AutoShape 81">
            <a:hlinkClick r:id="rId24" action="ppaction://hlinksldjump"/>
            <a:extLst>
              <a:ext uri="{FF2B5EF4-FFF2-40B4-BE49-F238E27FC236}">
                <a16:creationId xmlns:a16="http://schemas.microsoft.com/office/drawing/2014/main" id="{7BF56769-166A-4249-AA33-3593C250AA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N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8" name="AutoShape 82">
            <a:extLst>
              <a:ext uri="{FF2B5EF4-FFF2-40B4-BE49-F238E27FC236}">
                <a16:creationId xmlns:a16="http://schemas.microsoft.com/office/drawing/2014/main" id="{CC10646B-294B-4091-B5BA-53EFC5DCBC90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67543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9" name="AutoShape 83">
            <a:extLst>
              <a:ext uri="{FF2B5EF4-FFF2-40B4-BE49-F238E27FC236}">
                <a16:creationId xmlns:a16="http://schemas.microsoft.com/office/drawing/2014/main" id="{555871E1-ACF1-44C4-9FCE-F1A712D7DE29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639921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0" name="AutoShape 84">
            <a:extLst>
              <a:ext uri="{FF2B5EF4-FFF2-40B4-BE49-F238E27FC236}">
                <a16:creationId xmlns:a16="http://schemas.microsoft.com/office/drawing/2014/main" id="{4D9D5B45-19A6-4C56-9497-44F35E883A40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425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1" name="AutoShape 85">
            <a:extLst>
              <a:ext uri="{FF2B5EF4-FFF2-40B4-BE49-F238E27FC236}">
                <a16:creationId xmlns:a16="http://schemas.microsoft.com/office/drawing/2014/main" id="{EC400CBF-7EA2-40C7-8995-AD976E9D9F2E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7802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2" name="AutoShape 86">
            <a:extLst>
              <a:ext uri="{FF2B5EF4-FFF2-40B4-BE49-F238E27FC236}">
                <a16:creationId xmlns:a16="http://schemas.microsoft.com/office/drawing/2014/main" id="{45CA5098-F8AB-4605-A70F-F8CAACE7C35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1790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3" name="AutoShape 87">
            <a:extLst>
              <a:ext uri="{FF2B5EF4-FFF2-40B4-BE49-F238E27FC236}">
                <a16:creationId xmlns:a16="http://schemas.microsoft.com/office/drawing/2014/main" id="{992EBE02-C247-4386-B8E3-219699DA1BF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4167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7" name="AutoShape 91">
            <a:hlinkClick r:id="rId25" action="ppaction://hlinksldjump"/>
            <a:extLst>
              <a:ext uri="{FF2B5EF4-FFF2-40B4-BE49-F238E27FC236}">
                <a16:creationId xmlns:a16="http://schemas.microsoft.com/office/drawing/2014/main" id="{CB30B39D-57DC-48A9-962E-821BC700CA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C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28" name="AutoShape 92">
            <a:extLst>
              <a:ext uri="{FF2B5EF4-FFF2-40B4-BE49-F238E27FC236}">
                <a16:creationId xmlns:a16="http://schemas.microsoft.com/office/drawing/2014/main" id="{FD949903-1593-4C06-BC48-E9E22CD01B1F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0885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9" name="AutoShape 93">
            <a:extLst>
              <a:ext uri="{FF2B5EF4-FFF2-40B4-BE49-F238E27FC236}">
                <a16:creationId xmlns:a16="http://schemas.microsoft.com/office/drawing/2014/main" id="{0A8D154C-429D-42A9-B5E6-D7813BF1FE9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3262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0" name="AutoShape 94">
            <a:extLst>
              <a:ext uri="{FF2B5EF4-FFF2-40B4-BE49-F238E27FC236}">
                <a16:creationId xmlns:a16="http://schemas.microsoft.com/office/drawing/2014/main" id="{79D45751-1F8D-4C38-B29A-9B97967BFF3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162401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1" name="AutoShape 95">
            <a:extLst>
              <a:ext uri="{FF2B5EF4-FFF2-40B4-BE49-F238E27FC236}">
                <a16:creationId xmlns:a16="http://schemas.microsoft.com/office/drawing/2014/main" id="{252CB84F-15D5-4F2E-8A9F-109180BBFBF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34778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2" name="AutoShape 96">
            <a:extLst>
              <a:ext uri="{FF2B5EF4-FFF2-40B4-BE49-F238E27FC236}">
                <a16:creationId xmlns:a16="http://schemas.microsoft.com/office/drawing/2014/main" id="{0F9B5334-443A-4DD0-B434-EB735D32C8DA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88766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3" name="AutoShape 97">
            <a:extLst>
              <a:ext uri="{FF2B5EF4-FFF2-40B4-BE49-F238E27FC236}">
                <a16:creationId xmlns:a16="http://schemas.microsoft.com/office/drawing/2014/main" id="{0C985CD4-E7B7-420A-91FB-F3A2BEB7BD7B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261143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4" name="AutoShape 98">
            <a:extLst>
              <a:ext uri="{FF2B5EF4-FFF2-40B4-BE49-F238E27FC236}">
                <a16:creationId xmlns:a16="http://schemas.microsoft.com/office/drawing/2014/main" id="{DD7903DA-15D3-4350-9898-DE56E87084EA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5416551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5" name="AutoShape 99">
            <a:extLst>
              <a:ext uri="{FF2B5EF4-FFF2-40B4-BE49-F238E27FC236}">
                <a16:creationId xmlns:a16="http://schemas.microsoft.com/office/drawing/2014/main" id="{90AD74EA-48F6-4A96-B2D9-CEA99E87AD8B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140326" y="4495801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6" name="AutoShape 100">
            <a:extLst>
              <a:ext uri="{FF2B5EF4-FFF2-40B4-BE49-F238E27FC236}">
                <a16:creationId xmlns:a16="http://schemas.microsoft.com/office/drawing/2014/main" id="{F43933D5-2E85-401A-98AC-F1972D5BEC7C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67861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7" name="AutoShape 101">
            <a:extLst>
              <a:ext uri="{FF2B5EF4-FFF2-40B4-BE49-F238E27FC236}">
                <a16:creationId xmlns:a16="http://schemas.microsoft.com/office/drawing/2014/main" id="{E7632971-EC1C-461A-9CD2-A12C374B0942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640238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8" name="AutoShape 102">
            <a:extLst>
              <a:ext uri="{FF2B5EF4-FFF2-40B4-BE49-F238E27FC236}">
                <a16:creationId xmlns:a16="http://schemas.microsoft.com/office/drawing/2014/main" id="{F9BA5D7B-CD50-463E-AABD-89F8728549D9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742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9" name="AutoShape 103">
            <a:extLst>
              <a:ext uri="{FF2B5EF4-FFF2-40B4-BE49-F238E27FC236}">
                <a16:creationId xmlns:a16="http://schemas.microsoft.com/office/drawing/2014/main" id="{8022F666-D4CE-428F-ADB1-0EC609EE46EE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8120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0" name="AutoShape 104">
            <a:extLst>
              <a:ext uri="{FF2B5EF4-FFF2-40B4-BE49-F238E27FC236}">
                <a16:creationId xmlns:a16="http://schemas.microsoft.com/office/drawing/2014/main" id="{89979E42-EE6C-4D13-9A3C-4A9F13E8195B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2107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1" name="AutoShape 105">
            <a:extLst>
              <a:ext uri="{FF2B5EF4-FFF2-40B4-BE49-F238E27FC236}">
                <a16:creationId xmlns:a16="http://schemas.microsoft.com/office/drawing/2014/main" id="{D57C45EC-CAF5-417A-B010-A6DCE369181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4485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2" name="AutoShape 106">
            <a:extLst>
              <a:ext uri="{FF2B5EF4-FFF2-40B4-BE49-F238E27FC236}">
                <a16:creationId xmlns:a16="http://schemas.microsoft.com/office/drawing/2014/main" id="{D45894A3-BE9E-48BA-A683-91399B1087E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86314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3" name="AutoShape 107">
            <a:extLst>
              <a:ext uri="{FF2B5EF4-FFF2-40B4-BE49-F238E27FC236}">
                <a16:creationId xmlns:a16="http://schemas.microsoft.com/office/drawing/2014/main" id="{56BEE873-E5D3-43CE-A999-FCAE1914176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10088" y="5589588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4" name="AutoShape 108">
            <a:extLst>
              <a:ext uri="{FF2B5EF4-FFF2-40B4-BE49-F238E27FC236}">
                <a16:creationId xmlns:a16="http://schemas.microsoft.com/office/drawing/2014/main" id="{9EDC5A40-1FBE-44F8-8BBA-0EC55894D4C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9964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5" name="AutoShape 109">
            <a:extLst>
              <a:ext uri="{FF2B5EF4-FFF2-40B4-BE49-F238E27FC236}">
                <a16:creationId xmlns:a16="http://schemas.microsoft.com/office/drawing/2014/main" id="{88BFB8DB-0C2E-4047-8D87-3C119D9D53AD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73738" y="5589588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6" name="AutoShape 110">
            <a:extLst>
              <a:ext uri="{FF2B5EF4-FFF2-40B4-BE49-F238E27FC236}">
                <a16:creationId xmlns:a16="http://schemas.microsoft.com/office/drawing/2014/main" id="{C5F537BC-55A8-46B2-B6EE-FA889263FCE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1202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7" name="AutoShape 111">
            <a:extLst>
              <a:ext uri="{FF2B5EF4-FFF2-40B4-BE49-F238E27FC236}">
                <a16:creationId xmlns:a16="http://schemas.microsoft.com/office/drawing/2014/main" id="{534503F6-80FF-45FA-977A-92E10358817F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3580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8" name="AutoShape 112">
            <a:hlinkClick r:id="rId26" action="ppaction://hlinksldjump"/>
            <a:extLst>
              <a:ext uri="{FF2B5EF4-FFF2-40B4-BE49-F238E27FC236}">
                <a16:creationId xmlns:a16="http://schemas.microsoft.com/office/drawing/2014/main" id="{E5E56DCA-80DF-45EF-A6AE-411E1595E5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A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49" name="AutoShape 113">
            <a:extLst>
              <a:ext uri="{FF2B5EF4-FFF2-40B4-BE49-F238E27FC236}">
                <a16:creationId xmlns:a16="http://schemas.microsoft.com/office/drawing/2014/main" id="{B7BE5BE3-28C7-4CBB-9609-66AC2D812F3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14726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0" name="AutoShape 114">
            <a:extLst>
              <a:ext uri="{FF2B5EF4-FFF2-40B4-BE49-F238E27FC236}">
                <a16:creationId xmlns:a16="http://schemas.microsoft.com/office/drawing/2014/main" id="{2E7692A9-9D36-443E-84FD-F1B0F603A2CD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3850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1" name="AutoShape 115">
            <a:hlinkClick r:id="rId27" action="ppaction://hlinksldjump"/>
            <a:extLst>
              <a:ext uri="{FF2B5EF4-FFF2-40B4-BE49-F238E27FC236}">
                <a16:creationId xmlns:a16="http://schemas.microsoft.com/office/drawing/2014/main" id="{0B4F3751-4A27-4779-8571-0F2A5133BE4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Q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2" name="AutoShape 116">
            <a:extLst>
              <a:ext uri="{FF2B5EF4-FFF2-40B4-BE49-F238E27FC236}">
                <a16:creationId xmlns:a16="http://schemas.microsoft.com/office/drawing/2014/main" id="{082F1559-245E-4593-B658-55BCE6D5507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79964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3" name="AutoShape 117">
            <a:extLst>
              <a:ext uri="{FF2B5EF4-FFF2-40B4-BE49-F238E27FC236}">
                <a16:creationId xmlns:a16="http://schemas.microsoft.com/office/drawing/2014/main" id="{10607C3E-EE49-4CB9-B7AF-16483F2184A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03738" y="1216026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4" name="AutoShape 118">
            <a:hlinkClick r:id="rId28" action="ppaction://hlinksldjump"/>
            <a:extLst>
              <a:ext uri="{FF2B5EF4-FFF2-40B4-BE49-F238E27FC236}">
                <a16:creationId xmlns:a16="http://schemas.microsoft.com/office/drawing/2014/main" id="{7A808091-9148-4366-B2EA-D02E4BBB42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5" name="AutoShape 119">
            <a:extLst>
              <a:ext uri="{FF2B5EF4-FFF2-40B4-BE49-F238E27FC236}">
                <a16:creationId xmlns:a16="http://schemas.microsoft.com/office/drawing/2014/main" id="{CB511313-B77F-4F1E-A0F4-A51FB74A6DBC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3614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6" name="AutoShape 120">
            <a:extLst>
              <a:ext uri="{FF2B5EF4-FFF2-40B4-BE49-F238E27FC236}">
                <a16:creationId xmlns:a16="http://schemas.microsoft.com/office/drawing/2014/main" id="{45056D3D-F9BA-471C-9A5A-5C00327F128C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67388" y="1216026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7" name="AutoShape 121">
            <a:hlinkClick r:id="rId29" action="ppaction://hlinksldjump"/>
            <a:extLst>
              <a:ext uri="{FF2B5EF4-FFF2-40B4-BE49-F238E27FC236}">
                <a16:creationId xmlns:a16="http://schemas.microsoft.com/office/drawing/2014/main" id="{57D394BE-B4FB-4198-B11E-A952F2F9288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F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8" name="AutoShape 122">
            <a:extLst>
              <a:ext uri="{FF2B5EF4-FFF2-40B4-BE49-F238E27FC236}">
                <a16:creationId xmlns:a16="http://schemas.microsoft.com/office/drawing/2014/main" id="{910774E2-9DB2-43AB-A0E0-6AF2A396F772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05676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9" name="AutoShape 123">
            <a:extLst>
              <a:ext uri="{FF2B5EF4-FFF2-40B4-BE49-F238E27FC236}">
                <a16:creationId xmlns:a16="http://schemas.microsoft.com/office/drawing/2014/main" id="{068B36DC-EFCB-45B4-9FCA-95E55985B95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2945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0" name="AutoShape 124">
            <a:hlinkClick r:id="rId30" action="ppaction://hlinksldjump"/>
            <a:extLst>
              <a:ext uri="{FF2B5EF4-FFF2-40B4-BE49-F238E27FC236}">
                <a16:creationId xmlns:a16="http://schemas.microsoft.com/office/drawing/2014/main" id="{3CD8DB03-9040-4A77-B9CC-2FEA6439455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H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61" name="AutoShape 125">
            <a:extLst>
              <a:ext uri="{FF2B5EF4-FFF2-40B4-BE49-F238E27FC236}">
                <a16:creationId xmlns:a16="http://schemas.microsoft.com/office/drawing/2014/main" id="{AE36D939-5F19-49C4-91FA-51AE569690D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2664" y="73977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2" name="AutoShape 126">
            <a:extLst>
              <a:ext uri="{FF2B5EF4-FFF2-40B4-BE49-F238E27FC236}">
                <a16:creationId xmlns:a16="http://schemas.microsoft.com/office/drawing/2014/main" id="{F7F427A6-EF9C-4933-8552-C2E0BE9F6F0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7485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3" name="AutoShape 127">
            <a:extLst>
              <a:ext uri="{FF2B5EF4-FFF2-40B4-BE49-F238E27FC236}">
                <a16:creationId xmlns:a16="http://schemas.microsoft.com/office/drawing/2014/main" id="{9F7ED2C5-EBC9-44C9-9EE7-EA9131C6CF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2719" y="39631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4" name="AutoShape 138">
            <a:extLst>
              <a:ext uri="{FF2B5EF4-FFF2-40B4-BE49-F238E27FC236}">
                <a16:creationId xmlns:a16="http://schemas.microsoft.com/office/drawing/2014/main" id="{49BE9311-5B37-4B17-A6D1-C61FBE9A0A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1778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5" name="AutoShape 139">
            <a:extLst>
              <a:ext uri="{FF2B5EF4-FFF2-40B4-BE49-F238E27FC236}">
                <a16:creationId xmlns:a16="http://schemas.microsoft.com/office/drawing/2014/main" id="{BBED97FC-A2B7-4597-B67C-13A57EFE45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11369" y="7072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>
              <a:latin typeface="Sylfaen" panose="010A0502050306030303" pitchFamily="18" charset="0"/>
            </a:endParaRPr>
          </a:p>
        </p:txBody>
      </p:sp>
      <p:sp>
        <p:nvSpPr>
          <p:cNvPr id="142476" name="AutoShape 140">
            <a:extLst>
              <a:ext uri="{FF2B5EF4-FFF2-40B4-BE49-F238E27FC236}">
                <a16:creationId xmlns:a16="http://schemas.microsoft.com/office/drawing/2014/main" id="{607E185B-3967-4668-966B-416E8D5BAC6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7" name="AutoShape 141">
            <a:extLst>
              <a:ext uri="{FF2B5EF4-FFF2-40B4-BE49-F238E27FC236}">
                <a16:creationId xmlns:a16="http://schemas.microsoft.com/office/drawing/2014/main" id="{4B8320FD-E238-457F-B107-9A66A0E86C7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27882" y="28789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8" name="AutoShape 142">
            <a:extLst>
              <a:ext uri="{FF2B5EF4-FFF2-40B4-BE49-F238E27FC236}">
                <a16:creationId xmlns:a16="http://schemas.microsoft.com/office/drawing/2014/main" id="{C68BF3E4-97C0-41F3-B6BA-03A789F8AE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39981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9" name="AutoShape 143">
            <a:extLst>
              <a:ext uri="{FF2B5EF4-FFF2-40B4-BE49-F238E27FC236}">
                <a16:creationId xmlns:a16="http://schemas.microsoft.com/office/drawing/2014/main" id="{A9C1A333-3C07-4972-AD16-6437551FC2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1" name="AutoShape 145">
            <a:extLst>
              <a:ext uri="{FF2B5EF4-FFF2-40B4-BE49-F238E27FC236}">
                <a16:creationId xmlns:a16="http://schemas.microsoft.com/office/drawing/2014/main" id="{188DBE32-289E-4244-BFC1-82047A2DF8C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17692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511" name="Rectangle 175">
            <a:extLst>
              <a:ext uri="{FF2B5EF4-FFF2-40B4-BE49-F238E27FC236}">
                <a16:creationId xmlns:a16="http://schemas.microsoft.com/office/drawing/2014/main" id="{4EB09711-F08E-41CB-8FAE-2D35FA9D3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088" y="6524626"/>
            <a:ext cx="215900" cy="3333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57" name="Oval 101">
            <a:extLst>
              <a:ext uri="{FF2B5EF4-FFF2-40B4-BE49-F238E27FC236}">
                <a16:creationId xmlns:a16="http://schemas.microsoft.com/office/drawing/2014/main" id="{648006B6-7EEC-4179-9EBF-B6A551E38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9090" y="6261100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58" name="Oval 101">
            <a:extLst>
              <a:ext uri="{FF2B5EF4-FFF2-40B4-BE49-F238E27FC236}">
                <a16:creationId xmlns:a16="http://schemas.microsoft.com/office/drawing/2014/main" id="{1A830885-BA34-4146-9B8C-DD77370EF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1490" y="6413500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21402807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lockbusters Intr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1000" tmFilter="0, 0; .2, .5; .8, .5; 1, 0"/>
                                        <p:tgtEl>
                                          <p:spTgt spid="1424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500" autoRev="1" fill="hold"/>
                                        <p:tgtEl>
                                          <p:spTgt spid="1424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 tmFilter="0, 0; .2, .5; .8, .5; 1, 0"/>
                                        <p:tgtEl>
                                          <p:spTgt spid="1424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1424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 tmFilter="0, 0; .2, .5; .8, .5; 1, 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500" autoRev="1" fill="hold"/>
                                        <p:tgtEl>
                                          <p:spTgt spid="1424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 tmFilter="0, 0; .2, .5; .8, .5; 1, 0"/>
                                        <p:tgtEl>
                                          <p:spTgt spid="1424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500" autoRev="1" fill="hold"/>
                                        <p:tgtEl>
                                          <p:spTgt spid="1424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 tmFilter="0, 0; .2, .5; .8, .5; 1, 0"/>
                                        <p:tgtEl>
                                          <p:spTgt spid="1424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500" autoRev="1" fill="hold"/>
                                        <p:tgtEl>
                                          <p:spTgt spid="1424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 tmFilter="0, 0; .2, .5; .8, .5; 1, 0"/>
                                        <p:tgtEl>
                                          <p:spTgt spid="1425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500" autoRev="1" fill="hold"/>
                                        <p:tgtEl>
                                          <p:spTgt spid="1425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 tmFilter="0, 0; .2, .5; .8, .5; 1, 0"/>
                                        <p:tgtEl>
                                          <p:spTgt spid="1425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500" autoRev="1" fill="hold"/>
                                        <p:tgtEl>
                                          <p:spTgt spid="1425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 tmFilter="0, 0; .2, .5; .8, .5; 1, 0"/>
                                        <p:tgtEl>
                                          <p:spTgt spid="1424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500" autoRev="1" fill="hold"/>
                                        <p:tgtEl>
                                          <p:spTgt spid="1424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 tmFilter="0, 0; .2, .5; .8, .5; 1, 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500" autoRev="1" fill="hold"/>
                                        <p:tgtEl>
                                          <p:spTgt spid="1424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1424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1424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 tmFilter="0, 0; .2, .5; .8, .5; 1, 0"/>
                                        <p:tgtEl>
                                          <p:spTgt spid="1424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500" autoRev="1" fill="hold"/>
                                        <p:tgtEl>
                                          <p:spTgt spid="1424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 tmFilter="0, 0; .2, .5; .8, .5; 1, 0"/>
                                        <p:tgtEl>
                                          <p:spTgt spid="1424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500" autoRev="1" fill="hold"/>
                                        <p:tgtEl>
                                          <p:spTgt spid="1424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 tmFilter="0, 0; .2, .5; .8, .5; 1, 0"/>
                                        <p:tgtEl>
                                          <p:spTgt spid="1424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500" autoRev="1" fill="hold"/>
                                        <p:tgtEl>
                                          <p:spTgt spid="1424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 tmFilter="0, 0; .2, .5; .8, .5; 1, 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500" autoRev="1" fill="hold"/>
                                        <p:tgtEl>
                                          <p:spTgt spid="1424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 tmFilter="0, 0; .2, .5; .8, .5; 1, 0"/>
                                        <p:tgtEl>
                                          <p:spTgt spid="1424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500" autoRev="1" fill="hold"/>
                                        <p:tgtEl>
                                          <p:spTgt spid="1424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 tmFilter="0, 0; .2, .5; .8, .5; 1, 0"/>
                                        <p:tgtEl>
                                          <p:spTgt spid="1424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500" autoRev="1" fill="hold"/>
                                        <p:tgtEl>
                                          <p:spTgt spid="1424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1000" tmFilter="0, 0; .2, .5; .8, .5; 1, 0"/>
                                        <p:tgtEl>
                                          <p:spTgt spid="1424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500" autoRev="1" fill="hold"/>
                                        <p:tgtEl>
                                          <p:spTgt spid="1424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000" tmFilter="0, 0; .2, .5; .8, .5; 1, 0"/>
                                        <p:tgtEl>
                                          <p:spTgt spid="1424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500" autoRev="1" fill="hold"/>
                                        <p:tgtEl>
                                          <p:spTgt spid="1424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 tmFilter="0, 0; .2, .5; .8, .5; 1, 0"/>
                                        <p:tgtEl>
                                          <p:spTgt spid="1424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500" autoRev="1" fill="hold"/>
                                        <p:tgtEl>
                                          <p:spTgt spid="1424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 tmFilter="0, 0; .2, .5; .8, .5; 1, 0"/>
                                        <p:tgtEl>
                                          <p:spTgt spid="142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500" autoRev="1" fill="hold"/>
                                        <p:tgtEl>
                                          <p:spTgt spid="1425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7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 tmFilter="0, 0; .2, .5; .8, .5; 1, 0"/>
                                        <p:tgtEl>
                                          <p:spTgt spid="1425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500" autoRev="1" fill="hold"/>
                                        <p:tgtEl>
                                          <p:spTgt spid="1425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26" presetClass="emph" presetSubtype="0" repeatCount="500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000" tmFilter="0, 0; .2, .5; .8, .5; 1, 0"/>
                                        <p:tgtEl>
                                          <p:spTgt spid="1424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500" autoRev="1" fill="hold"/>
                                        <p:tgtEl>
                                          <p:spTgt spid="1424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142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 nodeType="clickPar">
                      <p:stCondLst>
                        <p:cond delay="0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0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42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 nodeType="clickPar">
                      <p:stCondLst>
                        <p:cond delay="0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0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200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20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2000"/>
                                        <p:tgtEl>
                                          <p:spTgt spid="142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42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 nodeType="clickPar">
                      <p:stCondLst>
                        <p:cond delay="0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2000"/>
                                        <p:tgtEl>
                                          <p:spTgt spid="142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20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20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20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2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42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 nodeType="clickPar">
                      <p:stCondLst>
                        <p:cond delay="0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8"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142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 nodeType="clickPar">
                      <p:stCondLst>
                        <p:cond delay="0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20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200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20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2000"/>
                                        <p:tgtEl>
                                          <p:spTgt spid="142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9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142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 nodeType="clickPar">
                      <p:stCondLst>
                        <p:cond delay="0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2000"/>
                                        <p:tgtEl>
                                          <p:spTgt spid="142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20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200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20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0"/>
                  </p:tgtEl>
                </p:cond>
              </p:nextCondLst>
            </p:seq>
            <p:seq concurrent="1" nextAc="seek">
              <p:cTn id="159" restart="whenNotActive" fill="hold" evtFilter="cancelBubble" nodeType="interactiveSeq">
                <p:stCondLst>
                  <p:cond evt="onClick" delay="0">
                    <p:tgtEl>
                      <p:spTgt spid="142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" fill="hold" nodeType="clickPar">
                      <p:stCondLst>
                        <p:cond delay="0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1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142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 nodeType="clickPar">
                      <p:stCondLst>
                        <p:cond delay="0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20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200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20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2000"/>
                                        <p:tgtEl>
                                          <p:spTgt spid="142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2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142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 nodeType="clickPar">
                      <p:stCondLst>
                        <p:cond delay="0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2000"/>
                                        <p:tgtEl>
                                          <p:spTgt spid="142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20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200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20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3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142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 nodeType="clickPar">
                      <p:stCondLst>
                        <p:cond delay="0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4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142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 nodeType="clickPar">
                      <p:stCondLst>
                        <p:cond delay="0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20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200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20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2000"/>
                                        <p:tgtEl>
                                          <p:spTgt spid="142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5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42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 nodeType="clickPar">
                      <p:stCondLst>
                        <p:cond delay="0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2000"/>
                                        <p:tgtEl>
                                          <p:spTgt spid="142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7" dur="20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200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20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6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142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 nodeType="clickPar">
                      <p:stCondLst>
                        <p:cond delay="0"/>
                      </p:stCondLst>
                      <p:childTnLst>
                        <p:par>
                          <p:cTn id="2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7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142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 nodeType="clickPar">
                      <p:stCondLst>
                        <p:cond delay="0"/>
                      </p:stCondLst>
                      <p:childTnLst>
                        <p:par>
                          <p:cTn id="2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2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200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20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2000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8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42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 nodeType="clickPar">
                      <p:stCondLst>
                        <p:cond delay="0"/>
                      </p:stCondLst>
                      <p:childTnLst>
                        <p:par>
                          <p:cTn id="2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2000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2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200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20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9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1424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 nodeType="clickPar">
                      <p:stCondLst>
                        <p:cond delay="0"/>
                      </p:stCondLst>
                      <p:childTnLst>
                        <p:par>
                          <p:cTn id="2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6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142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 nodeType="clickPar">
                      <p:stCondLst>
                        <p:cond delay="0"/>
                      </p:stCondLst>
                      <p:childTnLst>
                        <p:par>
                          <p:cTn id="3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20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8" dur="200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20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4" dur="2000"/>
                                        <p:tgtEl>
                                          <p:spTgt spid="142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7"/>
                  </p:tgtEl>
                </p:cond>
              </p:nextCondLst>
            </p:seq>
            <p:seq concurrent="1" nextAc="seek">
              <p:cTn id="316" restart="whenNotActive" fill="hold" evtFilter="cancelBubble" nodeType="interactiveSeq">
                <p:stCondLst>
                  <p:cond evt="onClick" delay="0">
                    <p:tgtEl>
                      <p:spTgt spid="142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7" fill="hold" nodeType="clickPar">
                      <p:stCondLst>
                        <p:cond delay="0"/>
                      </p:stCondLst>
                      <p:childTnLst>
                        <p:par>
                          <p:cTn id="3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2000"/>
                                        <p:tgtEl>
                                          <p:spTgt spid="142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20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6" dur="200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20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8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142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 nodeType="clickPar">
                      <p:stCondLst>
                        <p:cond delay="0"/>
                      </p:stCondLst>
                      <p:childTnLst>
                        <p:par>
                          <p:cTn id="3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500" fill="hold"/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500" fill="hold"/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9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1424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 nodeType="clickPar">
                      <p:stCondLst>
                        <p:cond delay="0"/>
                      </p:stCondLst>
                      <p:childTnLst>
                        <p:par>
                          <p:cTn id="3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20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200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4" dur="20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2000"/>
                                        <p:tgtEl>
                                          <p:spTgt spid="142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0"/>
                  </p:tgtEl>
                </p:cond>
              </p:nextCondLst>
            </p:seq>
            <p:seq concurrent="1" nextAc="seek">
              <p:cTn id="359" restart="whenNotActive" fill="hold" evtFilter="cancelBubble" nodeType="interactiveSeq">
                <p:stCondLst>
                  <p:cond evt="onClick" delay="0">
                    <p:tgtEl>
                      <p:spTgt spid="1424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0" fill="hold" nodeType="clickPar">
                      <p:stCondLst>
                        <p:cond delay="0"/>
                      </p:stCondLst>
                      <p:childTnLst>
                        <p:par>
                          <p:cTn id="3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3" dur="2000"/>
                                        <p:tgtEl>
                                          <p:spTgt spid="142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6" dur="20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9" dur="200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2" dur="20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1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42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 nodeType="clickPar">
                      <p:stCondLst>
                        <p:cond delay="0"/>
                      </p:stCondLst>
                      <p:childTnLst>
                        <p:par>
                          <p:cTn id="3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9" dur="500" fill="hold"/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0" dur="500" fill="hold"/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4" dur="500" fill="hold"/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500" fill="hold"/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6" dur="5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1"/>
                  </p:tgtEl>
                </p:cond>
              </p:nextCondLst>
            </p:seq>
            <p:seq concurrent="1" nextAc="seek">
              <p:cTn id="387" restart="whenNotActive" fill="hold" evtFilter="cancelBubble" nodeType="interactiveSeq">
                <p:stCondLst>
                  <p:cond evt="onClick" delay="0">
                    <p:tgtEl>
                      <p:spTgt spid="1424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8" fill="hold" nodeType="clickPar">
                      <p:stCondLst>
                        <p:cond delay="0"/>
                      </p:stCondLst>
                      <p:childTnLst>
                        <p:par>
                          <p:cTn id="3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1" dur="20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4" dur="200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7" dur="20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20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2"/>
                  </p:tgtEl>
                </p:cond>
              </p:nextCondLst>
            </p:seq>
            <p:seq concurrent="1" nextAc="seek">
              <p:cTn id="402" restart="whenNotActive" fill="hold" evtFilter="cancelBubble" nodeType="interactiveSeq">
                <p:stCondLst>
                  <p:cond evt="onClick" delay="0">
                    <p:tgtEl>
                      <p:spTgt spid="1424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3" fill="hold" nodeType="clickPar">
                      <p:stCondLst>
                        <p:cond delay="0"/>
                      </p:stCondLst>
                      <p:childTnLst>
                        <p:par>
                          <p:cTn id="4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6" dur="20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9" dur="20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2" dur="200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5" dur="20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3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142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 nodeType="clickPar">
                      <p:stCondLst>
                        <p:cond delay="0"/>
                      </p:stCondLst>
                      <p:childTnLst>
                        <p:par>
                          <p:cTn id="4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2" dur="500" fill="hold"/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500" fill="hold"/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00" fill="hold"/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00" fill="hold"/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4"/>
                  </p:tgtEl>
                </p:cond>
              </p:nextCondLst>
            </p:seq>
            <p:seq concurrent="1" nextAc="seek">
              <p:cTn id="430" restart="whenNotActive" fill="hold" evtFilter="cancelBubble" nodeType="interactiveSeq">
                <p:stCondLst>
                  <p:cond evt="onClick" delay="0">
                    <p:tgtEl>
                      <p:spTgt spid="1424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1" fill="hold" nodeType="clickPar">
                      <p:stCondLst>
                        <p:cond delay="0"/>
                      </p:stCondLst>
                      <p:childTnLst>
                        <p:par>
                          <p:cTn id="4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4" dur="20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200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0" dur="20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2000"/>
                                        <p:tgtEl>
                                          <p:spTgt spid="142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5"/>
                  </p:tgtEl>
                </p:cond>
              </p:nextCondLst>
            </p:seq>
            <p:seq concurrent="1" nextAc="seek">
              <p:cTn id="445" restart="whenNotActive" fill="hold" evtFilter="cancelBubble" nodeType="interactiveSeq">
                <p:stCondLst>
                  <p:cond evt="onClick" delay="0">
                    <p:tgtEl>
                      <p:spTgt spid="1424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6" fill="hold" nodeType="clickPar">
                      <p:stCondLst>
                        <p:cond delay="0"/>
                      </p:stCondLst>
                      <p:childTnLst>
                        <p:par>
                          <p:cTn id="4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2000"/>
                                        <p:tgtEl>
                                          <p:spTgt spid="142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2" dur="20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200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8" dur="20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6"/>
                  </p:tgtEl>
                </p:cond>
              </p:nextCondLst>
            </p:seq>
            <p:seq concurrent="1" nextAc="seek">
              <p:cTn id="460" restart="whenNotActive" fill="hold" evtFilter="cancelBubble" nodeType="interactiveSeq">
                <p:stCondLst>
                  <p:cond evt="onClick" delay="0">
                    <p:tgtEl>
                      <p:spTgt spid="142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1" fill="hold" nodeType="clickPar">
                      <p:stCondLst>
                        <p:cond delay="0"/>
                      </p:stCondLst>
                      <p:childTnLst>
                        <p:par>
                          <p:cTn id="4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5" dur="500" fill="hold"/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500" fill="hold"/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7" dur="5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0" dur="500" fill="hold"/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1" dur="500" fill="hold"/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2" dur="5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7"/>
                  </p:tgtEl>
                </p:cond>
              </p:nextCondLst>
            </p:seq>
            <p:seq concurrent="1" nextAc="seek">
              <p:cTn id="473" restart="whenNotActive" fill="hold" evtFilter="cancelBubble" nodeType="interactiveSeq">
                <p:stCondLst>
                  <p:cond evt="onClick" delay="0">
                    <p:tgtEl>
                      <p:spTgt spid="1424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4" fill="hold" nodeType="clickPar">
                      <p:stCondLst>
                        <p:cond delay="0"/>
                      </p:stCondLst>
                      <p:childTnLst>
                        <p:par>
                          <p:cTn id="4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7" dur="20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0" dur="200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3" dur="20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6" dur="2000"/>
                                        <p:tgtEl>
                                          <p:spTgt spid="142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8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142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 nodeType="clickPar">
                      <p:stCondLst>
                        <p:cond delay="0"/>
                      </p:stCondLst>
                      <p:childTnLst>
                        <p:par>
                          <p:cTn id="4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2" dur="2000"/>
                                        <p:tgtEl>
                                          <p:spTgt spid="142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5" dur="20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8" dur="200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1" dur="20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9"/>
                  </p:tgtEl>
                </p:cond>
              </p:nextCondLst>
            </p:seq>
            <p:seq concurrent="1" nextAc="seek">
              <p:cTn id="503" restart="whenNotActive" fill="hold" evtFilter="cancelBubble" nodeType="interactiveSeq">
                <p:stCondLst>
                  <p:cond evt="onClick" delay="0">
                    <p:tgtEl>
                      <p:spTgt spid="142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4" fill="hold" nodeType="clickPar">
                      <p:stCondLst>
                        <p:cond delay="0"/>
                      </p:stCondLst>
                      <p:childTnLst>
                        <p:par>
                          <p:cTn id="5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8" dur="500" fill="hold"/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9" dur="500" fill="hold"/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0" dur="5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3" dur="500" fill="hold"/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4" dur="500" fill="hold"/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5" dur="5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2"/>
                  </p:tgtEl>
                </p:cond>
              </p:nextCondLst>
            </p:seq>
            <p:seq concurrent="1" nextAc="seek">
              <p:cTn id="516" restart="whenNotActive" fill="hold" evtFilter="cancelBubble" nodeType="interactiveSeq">
                <p:stCondLst>
                  <p:cond evt="onClick" delay="0">
                    <p:tgtEl>
                      <p:spTgt spid="142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7" fill="hold" nodeType="clickPar">
                      <p:stCondLst>
                        <p:cond delay="0"/>
                      </p:stCondLst>
                      <p:childTnLst>
                        <p:par>
                          <p:cTn id="5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0" dur="20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3" dur="200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6" dur="20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9" dur="20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0"/>
                  </p:tgtEl>
                </p:cond>
              </p:nextCondLst>
            </p:seq>
            <p:seq concurrent="1" nextAc="seek">
              <p:cTn id="531" restart="whenNotActive" fill="hold" evtFilter="cancelBubble" nodeType="interactiveSeq">
                <p:stCondLst>
                  <p:cond evt="onClick" delay="0">
                    <p:tgtEl>
                      <p:spTgt spid="142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2" fill="hold" nodeType="clickPar">
                      <p:stCondLst>
                        <p:cond delay="0"/>
                      </p:stCondLst>
                      <p:childTnLst>
                        <p:par>
                          <p:cTn id="5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5" dur="20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8" dur="20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1" dur="200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4" dur="20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1"/>
                  </p:tgtEl>
                </p:cond>
              </p:nextCondLst>
            </p:seq>
            <p:seq concurrent="1" nextAc="seek">
              <p:cTn id="546" restart="whenNotActive" fill="hold" evtFilter="cancelBubble" nodeType="interactiveSeq">
                <p:stCondLst>
                  <p:cond evt="onClick" delay="0">
                    <p:tgtEl>
                      <p:spTgt spid="142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7" fill="hold" nodeType="clickPar">
                      <p:stCondLst>
                        <p:cond delay="0"/>
                      </p:stCondLst>
                      <p:childTnLst>
                        <p:par>
                          <p:cTn id="5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1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2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3" dur="5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6" dur="500" fill="hold"/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500" fill="hold"/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8" dur="5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3"/>
                  </p:tgtEl>
                </p:cond>
              </p:nextCondLst>
            </p:seq>
            <p:seq concurrent="1" nextAc="seek">
              <p:cTn id="559" restart="whenNotActive" fill="hold" evtFilter="cancelBubble" nodeType="interactiveSeq">
                <p:stCondLst>
                  <p:cond evt="onClick" delay="0">
                    <p:tgtEl>
                      <p:spTgt spid="1424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0" fill="hold" nodeType="clickPar">
                      <p:stCondLst>
                        <p:cond delay="0"/>
                      </p:stCondLst>
                      <p:childTnLst>
                        <p:par>
                          <p:cTn id="5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20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6" dur="200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20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2" dur="2000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2"/>
                  </p:tgtEl>
                </p:cond>
              </p:nextCondLst>
            </p:seq>
            <p:seq concurrent="1" nextAc="seek">
              <p:cTn id="574" restart="whenNotActive" fill="hold" evtFilter="cancelBubble" nodeType="interactiveSeq">
                <p:stCondLst>
                  <p:cond evt="onClick" delay="0">
                    <p:tgtEl>
                      <p:spTgt spid="1424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5" fill="hold" nodeType="clickPar">
                      <p:stCondLst>
                        <p:cond delay="0"/>
                      </p:stCondLst>
                      <p:childTnLst>
                        <p:par>
                          <p:cTn id="5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8" dur="2000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20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4" dur="200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20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3"/>
                  </p:tgtEl>
                </p:cond>
              </p:nextCondLst>
            </p:seq>
            <p:seq concurrent="1" nextAc="seek">
              <p:cTn id="589" restart="whenNotActive" fill="hold" evtFilter="cancelBubble" nodeType="interactiveSeq">
                <p:stCondLst>
                  <p:cond evt="onClick" delay="0">
                    <p:tgtEl>
                      <p:spTgt spid="1423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0" fill="hold" nodeType="clickPar">
                      <p:stCondLst>
                        <p:cond delay="0"/>
                      </p:stCondLst>
                      <p:childTnLst>
                        <p:par>
                          <p:cTn id="5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4" dur="500" fill="hold"/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5" dur="500" fill="hold"/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6" dur="5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9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0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1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40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42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 nodeType="clickPar">
                      <p:stCondLst>
                        <p:cond delay="0"/>
                      </p:stCondLst>
                      <p:childTnLst>
                        <p:par>
                          <p:cTn id="6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6" dur="20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9" dur="200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2" dur="2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5" dur="2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4"/>
                  </p:tgtEl>
                </p:cond>
              </p:nextCondLst>
            </p:seq>
            <p:seq concurrent="1" nextAc="seek">
              <p:cTn id="617" restart="whenNotActive" fill="hold" evtFilter="cancelBubble" nodeType="interactiveSeq">
                <p:stCondLst>
                  <p:cond evt="onClick" delay="0">
                    <p:tgtEl>
                      <p:spTgt spid="1423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8" fill="hold" nodeType="clickPar">
                      <p:stCondLst>
                        <p:cond delay="0"/>
                      </p:stCondLst>
                      <p:childTnLst>
                        <p:par>
                          <p:cTn id="6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1" dur="2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4" dur="20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7" dur="200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0" dur="2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41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1424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 nodeType="clickPar">
                      <p:stCondLst>
                        <p:cond delay="0"/>
                      </p:stCondLst>
                      <p:childTnLst>
                        <p:par>
                          <p:cTn id="6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0" fill="hold"/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0" fill="hold"/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2" dur="500" fill="hold"/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3" dur="500" fill="hold"/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4" dur="5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4"/>
                  </p:tgtEl>
                </p:cond>
              </p:nextCondLst>
            </p:seq>
            <p:seq concurrent="1" nextAc="seek">
              <p:cTn id="645" restart="whenNotActive" fill="hold" evtFilter="cancelBubble" nodeType="interactiveSeq">
                <p:stCondLst>
                  <p:cond evt="onClick" delay="0">
                    <p:tgtEl>
                      <p:spTgt spid="1424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6" fill="hold" nodeType="clickPar">
                      <p:stCondLst>
                        <p:cond delay="0"/>
                      </p:stCondLst>
                      <p:childTnLst>
                        <p:par>
                          <p:cTn id="6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9" dur="20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2" dur="200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5" dur="20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8" dur="2000"/>
                                        <p:tgtEl>
                                          <p:spTgt spid="142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5"/>
                  </p:tgtEl>
                </p:cond>
              </p:nextCondLst>
            </p:seq>
            <p:seq concurrent="1" nextAc="seek">
              <p:cTn id="660" restart="whenNotActive" fill="hold" evtFilter="cancelBubble" nodeType="interactiveSeq">
                <p:stCondLst>
                  <p:cond evt="onClick" delay="0">
                    <p:tgtEl>
                      <p:spTgt spid="1424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1" fill="hold" nodeType="clickPar">
                      <p:stCondLst>
                        <p:cond delay="0"/>
                      </p:stCondLst>
                      <p:childTnLst>
                        <p:par>
                          <p:cTn id="6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4" dur="2000"/>
                                        <p:tgtEl>
                                          <p:spTgt spid="142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7" dur="20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0" dur="200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3" dur="20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6"/>
                  </p:tgtEl>
                </p:cond>
              </p:nextCondLst>
            </p:seq>
            <p:seq concurrent="1" nextAc="seek">
              <p:cTn id="675" restart="whenNotActive" fill="hold" evtFilter="cancelBubble" nodeType="interactiveSeq">
                <p:stCondLst>
                  <p:cond evt="onClick" delay="0">
                    <p:tgtEl>
                      <p:spTgt spid="142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6" fill="hold" nodeType="clickPar">
                      <p:stCondLst>
                        <p:cond delay="0"/>
                      </p:stCondLst>
                      <p:childTnLst>
                        <p:par>
                          <p:cTn id="6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0" dur="500" fill="hold"/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1" dur="500" fill="hold"/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2" dur="5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5" dur="500" fill="hold"/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6" dur="500" fill="hold"/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7" dur="5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7"/>
                  </p:tgtEl>
                </p:cond>
              </p:nextCondLst>
            </p:seq>
            <p:seq concurrent="1" nextAc="seek">
              <p:cTn id="688" restart="whenNotActive" fill="hold" evtFilter="cancelBubble" nodeType="interactiveSeq">
                <p:stCondLst>
                  <p:cond evt="onClick" delay="0">
                    <p:tgtEl>
                      <p:spTgt spid="142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9" fill="hold" nodeType="clickPar">
                      <p:stCondLst>
                        <p:cond delay="0"/>
                      </p:stCondLst>
                      <p:childTnLst>
                        <p:par>
                          <p:cTn id="6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2" dur="20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2000"/>
                                        <p:tgtEl>
                                          <p:spTgt spid="1423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8" dur="20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2000"/>
                                        <p:tgtEl>
                                          <p:spTgt spid="142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8"/>
                  </p:tgtEl>
                </p:cond>
              </p:nextCondLst>
            </p:seq>
            <p:seq concurrent="1" nextAc="seek">
              <p:cTn id="703" restart="whenNotActive" fill="hold" evtFilter="cancelBubble" nodeType="interactiveSeq">
                <p:stCondLst>
                  <p:cond evt="onClick" delay="0">
                    <p:tgtEl>
                      <p:spTgt spid="142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4" fill="hold" nodeType="clickPar">
                      <p:stCondLst>
                        <p:cond delay="0"/>
                      </p:stCondLst>
                      <p:childTnLst>
                        <p:par>
                          <p:cTn id="7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7" dur="2000"/>
                                        <p:tgtEl>
                                          <p:spTgt spid="142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0" dur="20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3" dur="200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6" dur="20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9"/>
                  </p:tgtEl>
                </p:cond>
              </p:nextCondLst>
            </p:seq>
            <p:seq concurrent="1" nextAc="seek">
              <p:cTn id="718" restart="whenNotActive" fill="hold" evtFilter="cancelBubble" nodeType="interactiveSeq">
                <p:stCondLst>
                  <p:cond evt="onClick" delay="0">
                    <p:tgtEl>
                      <p:spTgt spid="142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9" fill="hold" nodeType="clickPar">
                      <p:stCondLst>
                        <p:cond delay="0"/>
                      </p:stCondLst>
                      <p:childTnLst>
                        <p:par>
                          <p:cTn id="7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3" dur="500" fill="hold"/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4" dur="500" fill="hold"/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5" dur="5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00" fill="hold"/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00" fill="hold"/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5"/>
                  </p:tgtEl>
                </p:cond>
              </p:nextCondLst>
            </p:seq>
            <p:seq concurrent="1" nextAc="seek">
              <p:cTn id="731" restart="whenNotActive" fill="hold" evtFilter="cancelBubble" nodeType="interactiveSeq">
                <p:stCondLst>
                  <p:cond evt="onClick" delay="0">
                    <p:tgtEl>
                      <p:spTgt spid="142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2" fill="hold" nodeType="clickPar">
                      <p:stCondLst>
                        <p:cond delay="0"/>
                      </p:stCondLst>
                      <p:childTnLst>
                        <p:par>
                          <p:cTn id="7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5" dur="20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8" dur="200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1" dur="20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4" dur="20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0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42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 nodeType="clickPar">
                      <p:stCondLst>
                        <p:cond delay="0"/>
                      </p:stCondLst>
                      <p:childTnLst>
                        <p:par>
                          <p:cTn id="7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0" dur="20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3" dur="20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6" dur="200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9" dur="20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1"/>
                  </p:tgtEl>
                </p:cond>
              </p:nextCondLst>
            </p:seq>
            <p:seq concurrent="1" nextAc="seek">
              <p:cTn id="761" restart="whenNotActive" fill="hold" evtFilter="cancelBubble" nodeType="interactiveSeq">
                <p:stCondLst>
                  <p:cond evt="onClick" delay="0">
                    <p:tgtEl>
                      <p:spTgt spid="142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2" fill="hold" nodeType="clickPar">
                      <p:stCondLst>
                        <p:cond delay="0"/>
                      </p:stCondLst>
                      <p:childTnLst>
                        <p:par>
                          <p:cTn id="7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6" dur="500" fill="hold"/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500" fill="hold"/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8" dur="5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1" dur="500" fill="hold"/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2" dur="500" fill="hold"/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3" dur="5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6"/>
                  </p:tgtEl>
                </p:cond>
              </p:nextCondLst>
            </p:seq>
            <p:seq concurrent="1" nextAc="seek">
              <p:cTn id="774" restart="whenNotActive" fill="hold" evtFilter="cancelBubble" nodeType="interactiveSeq">
                <p:stCondLst>
                  <p:cond evt="onClick" delay="0">
                    <p:tgtEl>
                      <p:spTgt spid="142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5" fill="hold" nodeType="clickPar">
                      <p:stCondLst>
                        <p:cond delay="0"/>
                      </p:stCondLst>
                      <p:childTnLst>
                        <p:par>
                          <p:cTn id="7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8" dur="20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1" dur="2000"/>
                                        <p:tgtEl>
                                          <p:spTgt spid="1423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4" dur="20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7" dur="2000"/>
                                        <p:tgtEl>
                                          <p:spTgt spid="142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2"/>
                  </p:tgtEl>
                </p:cond>
              </p:nextCondLst>
            </p:seq>
            <p:seq concurrent="1" nextAc="seek">
              <p:cTn id="789" restart="whenNotActive" fill="hold" evtFilter="cancelBubble" nodeType="interactiveSeq">
                <p:stCondLst>
                  <p:cond evt="onClick" delay="0">
                    <p:tgtEl>
                      <p:spTgt spid="142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0" fill="hold" nodeType="clickPar">
                      <p:stCondLst>
                        <p:cond delay="0"/>
                      </p:stCondLst>
                      <p:childTnLst>
                        <p:par>
                          <p:cTn id="7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3" dur="2000"/>
                                        <p:tgtEl>
                                          <p:spTgt spid="142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6" dur="20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9" dur="200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2" dur="20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3"/>
                  </p:tgtEl>
                </p:cond>
              </p:nextCondLst>
            </p:seq>
            <p:seq concurrent="1" nextAc="seek">
              <p:cTn id="804" restart="whenNotActive" fill="hold" evtFilter="cancelBubble" nodeType="interactiveSeq">
                <p:stCondLst>
                  <p:cond evt="onClick" delay="0">
                    <p:tgtEl>
                      <p:spTgt spid="142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5" fill="hold" nodeType="clickPar">
                      <p:stCondLst>
                        <p:cond delay="0"/>
                      </p:stCondLst>
                      <p:childTnLst>
                        <p:par>
                          <p:cTn id="8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9" dur="500" fill="hold"/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0" dur="500" fill="hold"/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1" dur="5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4" dur="500" fill="hold"/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5" dur="500" fill="hold"/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6" dur="5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0"/>
                  </p:tgtEl>
                </p:cond>
              </p:nextCondLst>
            </p:seq>
            <p:seq concurrent="1" nextAc="seek">
              <p:cTn id="817" restart="whenNotActive" fill="hold" evtFilter="cancelBubble" nodeType="interactiveSeq">
                <p:stCondLst>
                  <p:cond evt="onClick" delay="0">
                    <p:tgtEl>
                      <p:spTgt spid="142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8" fill="hold" nodeType="clickPar">
                      <p:stCondLst>
                        <p:cond delay="0"/>
                      </p:stCondLst>
                      <p:childTnLst>
                        <p:par>
                          <p:cTn id="8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1" dur="20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4" dur="2000"/>
                                        <p:tgtEl>
                                          <p:spTgt spid="142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7" dur="20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0" dur="20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7"/>
                  </p:tgtEl>
                </p:cond>
              </p:nextCondLst>
            </p:seq>
            <p:seq concurrent="1" nextAc="seek">
              <p:cTn id="832" restart="whenNotActive" fill="hold" evtFilter="cancelBubble" nodeType="interactiveSeq">
                <p:stCondLst>
                  <p:cond evt="onClick" delay="0">
                    <p:tgtEl>
                      <p:spTgt spid="1423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3" fill="hold" nodeType="clickPar">
                      <p:stCondLst>
                        <p:cond delay="0"/>
                      </p:stCondLst>
                      <p:childTnLst>
                        <p:par>
                          <p:cTn id="8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6" dur="20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9" dur="20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2" dur="200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5" dur="20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8"/>
                  </p:tgtEl>
                </p:cond>
              </p:nextCondLst>
            </p:seq>
            <p:seq concurrent="1" nextAc="seek">
              <p:cTn id="847" restart="whenNotActive" fill="hold" evtFilter="cancelBubble" nodeType="interactiveSeq">
                <p:stCondLst>
                  <p:cond evt="onClick" delay="0">
                    <p:tgtEl>
                      <p:spTgt spid="142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8" fill="hold" nodeType="clickPar">
                      <p:stCondLst>
                        <p:cond delay="0"/>
                      </p:stCondLst>
                      <p:childTnLst>
                        <p:par>
                          <p:cTn id="8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2" dur="500" fill="hold"/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3" dur="500" fill="hold"/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4" dur="5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7" dur="500" fill="hold"/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8" dur="500" fill="hold"/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9" dur="5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9"/>
                  </p:tgtEl>
                </p:cond>
              </p:nextCondLst>
            </p:seq>
            <p:seq concurrent="1" nextAc="seek">
              <p:cTn id="860" restart="whenNotActive" fill="hold" evtFilter="cancelBubble" nodeType="interactiveSeq">
                <p:stCondLst>
                  <p:cond evt="onClick" delay="0">
                    <p:tgtEl>
                      <p:spTgt spid="1424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1" fill="hold" nodeType="clickPar">
                      <p:stCondLst>
                        <p:cond delay="0"/>
                      </p:stCondLst>
                      <p:childTnLst>
                        <p:par>
                          <p:cTn id="8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4" dur="20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7" dur="200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0" dur="20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3" dur="2000"/>
                                        <p:tgtEl>
                                          <p:spTgt spid="142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4"/>
                  </p:tgtEl>
                </p:cond>
              </p:nextCondLst>
            </p:seq>
            <p:seq concurrent="1" nextAc="seek">
              <p:cTn id="875" restart="whenNotActive" fill="hold" evtFilter="cancelBubble" nodeType="interactiveSeq">
                <p:stCondLst>
                  <p:cond evt="onClick" delay="0">
                    <p:tgtEl>
                      <p:spTgt spid="142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6" fill="hold" nodeType="clickPar">
                      <p:stCondLst>
                        <p:cond delay="0"/>
                      </p:stCondLst>
                      <p:childTnLst>
                        <p:par>
                          <p:cTn id="8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9" dur="2000"/>
                                        <p:tgtEl>
                                          <p:spTgt spid="142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2" dur="20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5" dur="200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8" dur="20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5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1424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 nodeType="clickPar">
                      <p:stCondLst>
                        <p:cond delay="0"/>
                      </p:stCondLst>
                      <p:childTnLst>
                        <p:par>
                          <p:cTn id="8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5" dur="500" fill="hold"/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6" dur="500" fill="hold"/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7" dur="5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0" dur="500" fill="hold"/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1" dur="500" fill="hold"/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2" dur="5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0"/>
                  </p:tgtEl>
                </p:cond>
              </p:nextCondLst>
            </p:seq>
            <p:seq concurrent="1" nextAc="seek">
              <p:cTn id="903" restart="whenNotActive" fill="hold" evtFilter="cancelBubble" nodeType="interactiveSeq">
                <p:stCondLst>
                  <p:cond evt="onClick" delay="0">
                    <p:tgtEl>
                      <p:spTgt spid="142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4" fill="hold" nodeType="clickPar">
                      <p:stCondLst>
                        <p:cond delay="0"/>
                      </p:stCondLst>
                      <p:childTnLst>
                        <p:par>
                          <p:cTn id="9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7" dur="20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0" dur="200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3" dur="20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6" dur="2000"/>
                                        <p:tgtEl>
                                          <p:spTgt spid="142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6"/>
                  </p:tgtEl>
                </p:cond>
              </p:nextCondLst>
            </p:seq>
            <p:seq concurrent="1" nextAc="seek">
              <p:cTn id="918" restart="whenNotActive" fill="hold" evtFilter="cancelBubble" nodeType="interactiveSeq">
                <p:stCondLst>
                  <p:cond evt="onClick" delay="0">
                    <p:tgtEl>
                      <p:spTgt spid="142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9" fill="hold" nodeType="clickPar">
                      <p:stCondLst>
                        <p:cond delay="0"/>
                      </p:stCondLst>
                      <p:childTnLst>
                        <p:par>
                          <p:cTn id="9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2" dur="2000"/>
                                        <p:tgtEl>
                                          <p:spTgt spid="142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5" dur="20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8" dur="200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1" dur="20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7"/>
                  </p:tgtEl>
                </p:cond>
              </p:nextCondLst>
            </p:seq>
            <p:seq concurrent="1" nextAc="seek">
              <p:cTn id="933" restart="whenNotActive" fill="hold" evtFilter="cancelBubble" nodeType="interactiveSeq">
                <p:stCondLst>
                  <p:cond evt="onClick" delay="0">
                    <p:tgtEl>
                      <p:spTgt spid="1424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4" fill="hold" nodeType="clickPar">
                      <p:stCondLst>
                        <p:cond delay="0"/>
                      </p:stCondLst>
                      <p:childTnLst>
                        <p:par>
                          <p:cTn id="9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8" dur="500" fill="hold"/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9" dur="500" fill="hold"/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0" dur="5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3" dur="500" fill="hold"/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4" dur="500" fill="hold"/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5" dur="5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1"/>
                  </p:tgtEl>
                </p:cond>
              </p:nextCondLst>
            </p:seq>
            <p:seq concurrent="1" nextAc="seek">
              <p:cTn id="946" restart="whenNotActive" fill="hold" evtFilter="cancelBubble" nodeType="interactiveSeq">
                <p:stCondLst>
                  <p:cond evt="onClick" delay="0">
                    <p:tgtEl>
                      <p:spTgt spid="1424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7" fill="hold" nodeType="clickPar">
                      <p:stCondLst>
                        <p:cond delay="0"/>
                      </p:stCondLst>
                      <p:childTnLst>
                        <p:par>
                          <p:cTn id="9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0" dur="20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3" dur="200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6" dur="20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9" dur="2000"/>
                                        <p:tgtEl>
                                          <p:spTgt spid="142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8"/>
                  </p:tgtEl>
                </p:cond>
              </p:nextCondLst>
            </p:seq>
            <p:seq concurrent="1" nextAc="seek">
              <p:cTn id="961" restart="whenNotActive" fill="hold" evtFilter="cancelBubble" nodeType="interactiveSeq">
                <p:stCondLst>
                  <p:cond evt="onClick" delay="0">
                    <p:tgtEl>
                      <p:spTgt spid="1424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2" fill="hold" nodeType="clickPar">
                      <p:stCondLst>
                        <p:cond delay="0"/>
                      </p:stCondLst>
                      <p:childTnLst>
                        <p:par>
                          <p:cTn id="9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5" dur="2000"/>
                                        <p:tgtEl>
                                          <p:spTgt spid="142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8" dur="20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1" dur="200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4" dur="20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9"/>
                  </p:tgtEl>
                </p:cond>
              </p:nextCondLst>
            </p:seq>
            <p:seq concurrent="1" nextAc="seek">
              <p:cTn id="976" restart="whenNotActive" fill="hold" evtFilter="cancelBubble" nodeType="interactiveSeq">
                <p:stCondLst>
                  <p:cond evt="onClick" delay="0">
                    <p:tgtEl>
                      <p:spTgt spid="1424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7" fill="hold" nodeType="clickPar">
                      <p:stCondLst>
                        <p:cond delay="0"/>
                      </p:stCondLst>
                      <p:childTnLst>
                        <p:par>
                          <p:cTn id="9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1" dur="500" fill="hold"/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2" dur="500" fill="hold"/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3" dur="5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6" dur="500" fill="hold"/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7" dur="500" fill="hold"/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8" dur="5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2"/>
                  </p:tgtEl>
                </p:cond>
              </p:nextCondLst>
            </p:seq>
            <p:seq concurrent="1" nextAc="seek">
              <p:cTn id="989" restart="whenNotActive" fill="hold" evtFilter="cancelBubble" nodeType="interactiveSeq">
                <p:stCondLst>
                  <p:cond evt="onClick" delay="0">
                    <p:tgtEl>
                      <p:spTgt spid="1424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0" fill="hold" nodeType="clickPar">
                      <p:stCondLst>
                        <p:cond delay="0"/>
                      </p:stCondLst>
                      <p:childTnLst>
                        <p:par>
                          <p:cTn id="9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3" dur="20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6" dur="200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9" dur="20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2" dur="2000"/>
                                        <p:tgtEl>
                                          <p:spTgt spid="142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0"/>
                  </p:tgtEl>
                </p:cond>
              </p:nextCondLst>
            </p:seq>
            <p:seq concurrent="1" nextAc="seek">
              <p:cTn id="1004" restart="whenNotActive" fill="hold" evtFilter="cancelBubble" nodeType="interactiveSeq">
                <p:stCondLst>
                  <p:cond evt="onClick" delay="0">
                    <p:tgtEl>
                      <p:spTgt spid="1424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5" fill="hold" nodeType="clickPar">
                      <p:stCondLst>
                        <p:cond delay="0"/>
                      </p:stCondLst>
                      <p:childTnLst>
                        <p:par>
                          <p:cTn id="10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8" dur="2000"/>
                                        <p:tgtEl>
                                          <p:spTgt spid="142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1" dur="20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4" dur="200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7" dur="20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1"/>
                  </p:tgtEl>
                </p:cond>
              </p:nextCondLst>
            </p:seq>
            <p:seq concurrent="1" nextAc="seek">
              <p:cTn id="1019" restart="whenNotActive" fill="hold" evtFilter="cancelBubble" nodeType="interactiveSeq">
                <p:stCondLst>
                  <p:cond evt="onClick" delay="0">
                    <p:tgtEl>
                      <p:spTgt spid="1424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0" fill="hold" nodeType="clickPar">
                      <p:stCondLst>
                        <p:cond delay="0"/>
                      </p:stCondLst>
                      <p:childTnLst>
                        <p:par>
                          <p:cTn id="10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4" dur="500" fill="hold"/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5" dur="500" fill="hold"/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6" dur="5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9" dur="500" fill="hold"/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0" dur="500" fill="hold"/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1" dur="5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3"/>
                  </p:tgtEl>
                </p:cond>
              </p:nextCondLst>
            </p:seq>
            <p:seq concurrent="1" nextAc="seek">
              <p:cTn id="1032" restart="whenNotActive" fill="hold" evtFilter="cancelBubble" nodeType="interactiveSeq">
                <p:stCondLst>
                  <p:cond evt="onClick" delay="0">
                    <p:tgtEl>
                      <p:spTgt spid="1424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3" fill="hold" nodeType="clickPar">
                      <p:stCondLst>
                        <p:cond delay="0"/>
                      </p:stCondLst>
                      <p:childTnLst>
                        <p:par>
                          <p:cTn id="10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6" dur="20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9" dur="2000"/>
                                        <p:tgtEl>
                                          <p:spTgt spid="1423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2" dur="20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5" dur="2000"/>
                                        <p:tgtEl>
                                          <p:spTgt spid="142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2"/>
                  </p:tgtEl>
                </p:cond>
              </p:nextCondLst>
            </p:seq>
            <p:seq concurrent="1" nextAc="seek">
              <p:cTn id="1047" restart="whenNotActive" fill="hold" evtFilter="cancelBubble" nodeType="interactiveSeq">
                <p:stCondLst>
                  <p:cond evt="onClick" delay="0">
                    <p:tgtEl>
                      <p:spTgt spid="142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8" fill="hold" nodeType="clickPar">
                      <p:stCondLst>
                        <p:cond delay="0"/>
                      </p:stCondLst>
                      <p:childTnLst>
                        <p:par>
                          <p:cTn id="10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1" dur="2000"/>
                                        <p:tgtEl>
                                          <p:spTgt spid="142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4" dur="20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7" dur="200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0" dur="20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3"/>
                  </p:tgtEl>
                </p:cond>
              </p:nextCondLst>
            </p:seq>
            <p:seq concurrent="1" nextAc="seek">
              <p:cTn id="1062" restart="whenNotActive" fill="hold" evtFilter="cancelBubble" nodeType="interactiveSeq">
                <p:stCondLst>
                  <p:cond evt="onClick" delay="0">
                    <p:tgtEl>
                      <p:spTgt spid="1424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3" fill="hold" nodeType="clickPar">
                      <p:stCondLst>
                        <p:cond delay="0"/>
                      </p:stCondLst>
                      <p:childTnLst>
                        <p:par>
                          <p:cTn id="10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7" dur="500" fill="hold"/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8" dur="500" fill="hold"/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9" dur="5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2" dur="500" fill="hold"/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3" dur="500" fill="hold"/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4" dur="5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4"/>
                  </p:tgtEl>
                </p:cond>
              </p:nextCondLst>
            </p:seq>
            <p:seq concurrent="1" nextAc="seek">
              <p:cTn id="1075" restart="whenNotActive" fill="hold" evtFilter="cancelBubble" nodeType="interactiveSeq">
                <p:stCondLst>
                  <p:cond evt="onClick" delay="0">
                    <p:tgtEl>
                      <p:spTgt spid="1424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6" fill="hold" nodeType="clickPar">
                      <p:stCondLst>
                        <p:cond delay="0"/>
                      </p:stCondLst>
                      <p:childTnLst>
                        <p:par>
                          <p:cTn id="10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9" dur="20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2" dur="2000"/>
                                        <p:tgtEl>
                                          <p:spTgt spid="142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5" dur="20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8" dur="2000"/>
                                        <p:tgtEl>
                                          <p:spTgt spid="142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4"/>
                  </p:tgtEl>
                </p:cond>
              </p:nextCondLst>
            </p:seq>
            <p:seq concurrent="1" nextAc="seek">
              <p:cTn id="1090" restart="whenNotActive" fill="hold" evtFilter="cancelBubble" nodeType="interactiveSeq">
                <p:stCondLst>
                  <p:cond evt="onClick" delay="0">
                    <p:tgtEl>
                      <p:spTgt spid="142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1" fill="hold" nodeType="clickPar">
                      <p:stCondLst>
                        <p:cond delay="0"/>
                      </p:stCondLst>
                      <p:childTnLst>
                        <p:par>
                          <p:cTn id="10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4" dur="2000"/>
                                        <p:tgtEl>
                                          <p:spTgt spid="142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7" dur="20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0" dur="200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3" dur="20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5"/>
                  </p:tgtEl>
                </p:cond>
              </p:nextCondLst>
            </p:seq>
            <p:seq concurrent="1" nextAc="seek">
              <p:cTn id="1105" restart="whenNotActive" fill="hold" evtFilter="cancelBubble" nodeType="interactiveSeq">
                <p:stCondLst>
                  <p:cond evt="onClick" delay="0">
                    <p:tgtEl>
                      <p:spTgt spid="142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6" fill="hold" nodeType="clickPar">
                      <p:stCondLst>
                        <p:cond delay="0"/>
                      </p:stCondLst>
                      <p:childTnLst>
                        <p:par>
                          <p:cTn id="1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0" dur="500" fill="hold"/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1" dur="500" fill="hold"/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2" dur="5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5" dur="500" fill="hold"/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6" dur="500" fill="hold"/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7" dur="5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5"/>
                  </p:tgtEl>
                </p:cond>
              </p:nextCondLst>
            </p:seq>
            <p:seq concurrent="1" nextAc="seek">
              <p:cTn id="1118" restart="whenNotActive" fill="hold" evtFilter="cancelBubble" nodeType="interactiveSeq">
                <p:stCondLst>
                  <p:cond evt="onClick" delay="0">
                    <p:tgtEl>
                      <p:spTgt spid="142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9" fill="hold" nodeType="clickPar">
                      <p:stCondLst>
                        <p:cond delay="0"/>
                      </p:stCondLst>
                      <p:childTnLst>
                        <p:par>
                          <p:cTn id="1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2" dur="20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5" dur="200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8" dur="20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1" dur="2000"/>
                                        <p:tgtEl>
                                          <p:spTgt spid="142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6"/>
                  </p:tgtEl>
                </p:cond>
              </p:nextCondLst>
            </p:seq>
            <p:seq concurrent="1" nextAc="seek">
              <p:cTn id="1133" restart="whenNotActive" fill="hold" evtFilter="cancelBubble" nodeType="interactiveSeq">
                <p:stCondLst>
                  <p:cond evt="onClick" delay="0">
                    <p:tgtEl>
                      <p:spTgt spid="142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4" fill="hold" nodeType="clickPar">
                      <p:stCondLst>
                        <p:cond delay="0"/>
                      </p:stCondLst>
                      <p:childTnLst>
                        <p:par>
                          <p:cTn id="1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7" dur="2000"/>
                                        <p:tgtEl>
                                          <p:spTgt spid="142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0" dur="20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3" dur="200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6" dur="20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7"/>
                  </p:tgtEl>
                </p:cond>
              </p:nextCondLst>
            </p:seq>
            <p:seq concurrent="1" nextAc="seek">
              <p:cTn id="1148" restart="whenNotActive" fill="hold" evtFilter="cancelBubble" nodeType="interactiveSeq">
                <p:stCondLst>
                  <p:cond evt="onClick" delay="0">
                    <p:tgtEl>
                      <p:spTgt spid="1425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9" fill="hold" nodeType="clickPar">
                      <p:stCondLst>
                        <p:cond delay="0"/>
                      </p:stCondLst>
                      <p:childTnLst>
                        <p:par>
                          <p:cTn id="1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1" presetID="26" presetClass="emph" presetSubtype="0" repeatCount="indefinit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2" dur="1000" tmFilter="0, 0; .2, .5; .8, .5; 1, 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3" dur="500" autoRev="1" fill="hold"/>
                                        <p:tgtEl>
                                          <p:spTgt spid="1423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5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5" dur="1000" tmFilter="0, 0; .2, .5; .8, .5; 1, 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6" dur="500" autoRev="1" fill="hold"/>
                                        <p:tgtEl>
                                          <p:spTgt spid="1423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5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8" dur="1000" tmFilter="0, 0; .2, .5; .8, .5; 1, 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9" dur="500" autoRev="1" fill="hold"/>
                                        <p:tgtEl>
                                          <p:spTgt spid="1423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1" dur="1000" tmFilter="0, 0; .2, .5; .8, .5; 1, 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2" dur="500" autoRev="1" fill="hold"/>
                                        <p:tgtEl>
                                          <p:spTgt spid="14236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4" dur="1000" tmFilter="0, 0; .2, .5; .8, .5; 1, 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5" dur="500" autoRev="1" fill="hold"/>
                                        <p:tgtEl>
                                          <p:spTgt spid="1423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7" dur="1000" tmFilter="0, 0; .2, .5; .8, .5; 1, 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8" dur="500" autoRev="1" fill="hold"/>
                                        <p:tgtEl>
                                          <p:spTgt spid="1423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0" dur="1000" tmFilter="0, 0; .2, .5; .8, .5; 1, 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1" dur="500" autoRev="1" fill="hold"/>
                                        <p:tgtEl>
                                          <p:spTgt spid="1423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3" dur="1000" tmFilter="0, 0; .2, .5; .8, .5; 1, 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4" dur="500" autoRev="1" fill="hold"/>
                                        <p:tgtEl>
                                          <p:spTgt spid="1423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6" dur="1000" tmFilter="0, 0; .2, .5; .8, .5; 1, 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7" dur="500" autoRev="1" fill="hold"/>
                                        <p:tgtEl>
                                          <p:spTgt spid="14237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9" dur="1000" tmFilter="0, 0; .2, .5; .8, .5; 1, 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0" dur="500" autoRev="1" fill="hold"/>
                                        <p:tgtEl>
                                          <p:spTgt spid="1423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2" dur="1000" tmFilter="0, 0; .2, .5; .8, .5; 1, 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3" dur="500" autoRev="1" fill="hold"/>
                                        <p:tgtEl>
                                          <p:spTgt spid="1423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5" dur="1000" tmFilter="0, 0; .2, .5; .8, .5; 1, 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6" dur="500" autoRev="1" fill="hold"/>
                                        <p:tgtEl>
                                          <p:spTgt spid="1423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8" dur="1000" tmFilter="0, 0; .2, .5; .8, .5; 1, 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9" dur="500" autoRev="1" fill="hold"/>
                                        <p:tgtEl>
                                          <p:spTgt spid="1423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1" dur="1000" tmFilter="0, 0; .2, .5; .8, .5; 1, 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2" dur="500" autoRev="1" fill="hold"/>
                                        <p:tgtEl>
                                          <p:spTgt spid="1423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4" dur="1000" tmFilter="0, 0; .2, .5; .8, .5; 1, 0"/>
                                        <p:tgtEl>
                                          <p:spTgt spid="1423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5" dur="500" autoRev="1" fill="hold"/>
                                        <p:tgtEl>
                                          <p:spTgt spid="1423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7" dur="1000" tmFilter="0, 0; .2, .5; .8, .5; 1, 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8" dur="500" autoRev="1" fill="hold"/>
                                        <p:tgtEl>
                                          <p:spTgt spid="1423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0" dur="1000" tmFilter="0, 0; .2, .5; .8, .5; 1, 0"/>
                                        <p:tgtEl>
                                          <p:spTgt spid="1424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1" dur="500" autoRev="1" fill="hold"/>
                                        <p:tgtEl>
                                          <p:spTgt spid="1424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3" dur="1000" tmFilter="0, 0; .2, .5; .8, .5; 1, 0"/>
                                        <p:tgtEl>
                                          <p:spTgt spid="1424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4" dur="500" autoRev="1" fill="hold"/>
                                        <p:tgtEl>
                                          <p:spTgt spid="1424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6" dur="1000" tmFilter="0, 0; .2, .5; .8, .5; 1, 0"/>
                                        <p:tgtEl>
                                          <p:spTgt spid="1424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7" dur="500" autoRev="1" fill="hold"/>
                                        <p:tgtEl>
                                          <p:spTgt spid="1424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9" dur="1000" tmFilter="0, 0; .2, .5; .8, .5; 1, 0"/>
                                        <p:tgtEl>
                                          <p:spTgt spid="1424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0" dur="500" autoRev="1" fill="hold"/>
                                        <p:tgtEl>
                                          <p:spTgt spid="1424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2" dur="1000" tmFilter="0, 0; .2, .5; .8, .5; 1, 0"/>
                                        <p:tgtEl>
                                          <p:spTgt spid="1424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3" dur="500" autoRev="1" fill="hold"/>
                                        <p:tgtEl>
                                          <p:spTgt spid="1424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5" dur="1000" tmFilter="0, 0; .2, .5; .8, .5; 1, 0"/>
                                        <p:tgtEl>
                                          <p:spTgt spid="1424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6" dur="500" autoRev="1" fill="hold"/>
                                        <p:tgtEl>
                                          <p:spTgt spid="1424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7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8" dur="1000" tmFilter="0, 0; .2, .5; .8, .5; 1, 0"/>
                                        <p:tgtEl>
                                          <p:spTgt spid="1425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9" dur="500" autoRev="1" fill="hold"/>
                                        <p:tgtEl>
                                          <p:spTgt spid="1425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1" dur="1000" tmFilter="0, 0; .2, .5; .8, .5; 1, 0"/>
                                        <p:tgtEl>
                                          <p:spTgt spid="1424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2" dur="500" autoRev="1" fill="hold"/>
                                        <p:tgtEl>
                                          <p:spTgt spid="1424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4" dur="1000" tmFilter="0, 0; .2, .5; .8, .5; 1, 0"/>
                                        <p:tgtEl>
                                          <p:spTgt spid="1424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5" dur="500" autoRev="1" fill="hold"/>
                                        <p:tgtEl>
                                          <p:spTgt spid="1424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7" dur="1000" tmFilter="0, 0; .2, .5; .8, .5; 1, 0"/>
                                        <p:tgtEl>
                                          <p:spTgt spid="1425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8" dur="500" autoRev="1" fill="hold"/>
                                        <p:tgtEl>
                                          <p:spTgt spid="1425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0" dur="1000" tmFilter="0, 0; .2, .5; .8, .5; 1, 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1" dur="500" autoRev="1" fill="hold"/>
                                        <p:tgtEl>
                                          <p:spTgt spid="1424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3" dur="1000" tmFilter="0, 0; .2, .5; .8, .5; 1, 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4" dur="500" autoRev="1" fill="hold"/>
                                        <p:tgtEl>
                                          <p:spTgt spid="1424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6" dur="1000" tmFilter="0, 0; .2, .5; .8, .5; 1, 0"/>
                                        <p:tgtEl>
                                          <p:spTgt spid="1423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7" dur="500" autoRev="1" fill="hold"/>
                                        <p:tgtEl>
                                          <p:spTgt spid="1423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9" dur="1000" tmFilter="0, 0; .2, .5; .8, .5; 1, 0"/>
                                        <p:tgtEl>
                                          <p:spTgt spid="1423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0" dur="500" autoRev="1" fill="hold"/>
                                        <p:tgtEl>
                                          <p:spTgt spid="1423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2" dur="1000" tmFilter="0, 0; .2, .5; .8, .5; 1, 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3" dur="500" autoRev="1" fill="hold"/>
                                        <p:tgtEl>
                                          <p:spTgt spid="14238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5" dur="1000" tmFilter="0, 0; .2, .5; .8, .5; 1, 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6" dur="500" autoRev="1" fill="hold"/>
                                        <p:tgtEl>
                                          <p:spTgt spid="1423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8" dur="1000" tmFilter="0, 0; .2, .5; .8, .5; 1, 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9" dur="500" autoRev="1" fill="hold"/>
                                        <p:tgtEl>
                                          <p:spTgt spid="1423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1" dur="1000" tmFilter="0, 0; .2, .5; .8, .5; 1, 0"/>
                                        <p:tgtEl>
                                          <p:spTgt spid="1423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2" dur="500" autoRev="1" fill="hold"/>
                                        <p:tgtEl>
                                          <p:spTgt spid="1423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4" dur="1000" tmFilter="0, 0; .2, .5; .8, .5; 1, 0"/>
                                        <p:tgtEl>
                                          <p:spTgt spid="14238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5" dur="500" autoRev="1" fill="hold"/>
                                        <p:tgtEl>
                                          <p:spTgt spid="14238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7" dur="1000" tmFilter="0, 0; .2, .5; .8, .5; 1, 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8" dur="500" autoRev="1" fill="hold"/>
                                        <p:tgtEl>
                                          <p:spTgt spid="1423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60" dur="1000" tmFilter="0, 0; .2, .5; .8, .5; 1, 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61" dur="500" autoRev="1" fill="hold"/>
                                        <p:tgtEl>
                                          <p:spTgt spid="1423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563"/>
                  </p:tgtEl>
                </p:cond>
              </p:nextCondLst>
            </p:seq>
            <p:seq concurrent="1" nextAc="seek">
              <p:cTn id="1265" restart="whenNotActive" fill="hold" evtFilter="cancelBubble" nodeType="interactiveSeq">
                <p:stCondLst>
                  <p:cond evt="onClick" delay="0">
                    <p:tgtEl>
                      <p:spTgt spid="1425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6" fill="hold" nodeType="clickPar">
                      <p:stCondLst>
                        <p:cond delay="0"/>
                      </p:stCondLst>
                      <p:childTnLst>
                        <p:par>
                          <p:cTn id="1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8" presetID="26" presetClass="emph" presetSubtype="0" repeatCount="indefinit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69" dur="1000" tmFilter="0, 0; .2, .5; .8, .5; 1, 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0" dur="500" autoRev="1" fill="hold"/>
                                        <p:tgtEl>
                                          <p:spTgt spid="1423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7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2" dur="1000" tmFilter="0, 0; .2, .5; .8, .5; 1, 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3" dur="500" autoRev="1" fill="hold"/>
                                        <p:tgtEl>
                                          <p:spTgt spid="1423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5" dur="1000" tmFilter="0, 0; .2, .5; .8, .5; 1, 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6" dur="500" autoRev="1" fill="hold"/>
                                        <p:tgtEl>
                                          <p:spTgt spid="1423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8" dur="1000" tmFilter="0, 0; .2, .5; .8, .5; 1, 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9" dur="500" autoRev="1" fill="hold"/>
                                        <p:tgtEl>
                                          <p:spTgt spid="1423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1" dur="1000" tmFilter="0, 0; .2, .5; .8, .5; 1, 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2" dur="500" autoRev="1" fill="hold"/>
                                        <p:tgtEl>
                                          <p:spTgt spid="1424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4" dur="1000" tmFilter="0, 0; .2, .5; .8, .5; 1, 0"/>
                                        <p:tgtEl>
                                          <p:spTgt spid="142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5" dur="500" autoRev="1" fill="hold"/>
                                        <p:tgtEl>
                                          <p:spTgt spid="1425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7" dur="1000" tmFilter="0, 0; .2, .5; .8, .5; 1, 0"/>
                                        <p:tgtEl>
                                          <p:spTgt spid="1424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8" dur="500" autoRev="1" fill="hold"/>
                                        <p:tgtEl>
                                          <p:spTgt spid="1424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0" dur="1000" tmFilter="0, 0; .2, .5; .8, .5; 1, 0"/>
                                        <p:tgtEl>
                                          <p:spTgt spid="1424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1" dur="500" autoRev="1" fill="hold"/>
                                        <p:tgtEl>
                                          <p:spTgt spid="1424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3" dur="1000" tmFilter="0, 0; .2, .5; .8, .5; 1, 0"/>
                                        <p:tgtEl>
                                          <p:spTgt spid="1424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4" dur="500" autoRev="1" fill="hold"/>
                                        <p:tgtEl>
                                          <p:spTgt spid="1424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6" dur="1000" tmFilter="0, 0; .2, .5; .8, .5; 1, 0"/>
                                        <p:tgtEl>
                                          <p:spTgt spid="1424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7" dur="500" autoRev="1" fill="hold"/>
                                        <p:tgtEl>
                                          <p:spTgt spid="1424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9" dur="1000" tmFilter="0, 0; .2, .5; .8, .5; 1, 0"/>
                                        <p:tgtEl>
                                          <p:spTgt spid="1424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0" dur="500" autoRev="1" fill="hold"/>
                                        <p:tgtEl>
                                          <p:spTgt spid="1424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2" dur="1000" tmFilter="0, 0; .2, .5; .8, .5; 1, 0"/>
                                        <p:tgtEl>
                                          <p:spTgt spid="1424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3" dur="500" autoRev="1" fill="hold"/>
                                        <p:tgtEl>
                                          <p:spTgt spid="1424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5" dur="1000" tmFilter="0, 0; .2, .5; .8, .5; 1, 0"/>
                                        <p:tgtEl>
                                          <p:spTgt spid="1425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6" dur="500" autoRev="1" fill="hold"/>
                                        <p:tgtEl>
                                          <p:spTgt spid="1425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8" dur="1000" tmFilter="0, 0; .2, .5; .8, .5; 1, 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9" dur="500" autoRev="1" fill="hold"/>
                                        <p:tgtEl>
                                          <p:spTgt spid="1423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1" dur="1000" tmFilter="0, 0; .2, .5; .8, .5; 1, 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2" dur="500" autoRev="1" fill="hold"/>
                                        <p:tgtEl>
                                          <p:spTgt spid="1423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4" dur="1000" tmFilter="0, 0; .2, .5; .8, .5; 1, 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5" dur="500" autoRev="1" fill="hold"/>
                                        <p:tgtEl>
                                          <p:spTgt spid="1423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7" dur="1000" tmFilter="0, 0; .2, .5; .8, .5; 1, 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8" dur="500" autoRev="1" fill="hold"/>
                                        <p:tgtEl>
                                          <p:spTgt spid="1423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0" dur="1000" tmFilter="0, 0; .2, .5; .8, .5; 1, 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1" dur="500" autoRev="1" fill="hold"/>
                                        <p:tgtEl>
                                          <p:spTgt spid="1423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3" dur="1000" tmFilter="0, 0; .2, .5; .8, .5; 1, 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4" dur="500" autoRev="1" fill="hold"/>
                                        <p:tgtEl>
                                          <p:spTgt spid="1423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6" dur="1000" tmFilter="0, 0; .2, .5; .8, .5; 1, 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7" dur="500" autoRev="1" fill="hold"/>
                                        <p:tgtEl>
                                          <p:spTgt spid="1423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9" dur="1000" tmFilter="0, 0; .2, .5; .8, .5; 1, 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0" dur="500" autoRev="1" fill="hold"/>
                                        <p:tgtEl>
                                          <p:spTgt spid="1423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2" dur="1000" tmFilter="0, 0; .2, .5; .8, .5; 1, 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3" dur="500" autoRev="1" fill="hold"/>
                                        <p:tgtEl>
                                          <p:spTgt spid="1423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5" dur="1000" tmFilter="0, 0; .2, .5; .8, .5; 1, 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6" dur="500" autoRev="1" fill="hold"/>
                                        <p:tgtEl>
                                          <p:spTgt spid="1423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8" dur="1000" tmFilter="0, 0; .2, .5; .8, .5; 1, 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9" dur="500" autoRev="1" fill="hold"/>
                                        <p:tgtEl>
                                          <p:spTgt spid="1423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1" dur="1000" tmFilter="0, 0; .2, .5; .8, .5; 1, 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2" dur="500" autoRev="1" fill="hold"/>
                                        <p:tgtEl>
                                          <p:spTgt spid="1423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4" dur="1000" tmFilter="0, 0; .2, .5; .8, .5; 1, 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5" dur="500" autoRev="1" fill="hold"/>
                                        <p:tgtEl>
                                          <p:spTgt spid="1423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7" dur="1000" tmFilter="0, 0; .2, .5; .8, .5; 1, 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8" dur="500" autoRev="1" fill="hold"/>
                                        <p:tgtEl>
                                          <p:spTgt spid="1423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0" dur="1000" tmFilter="0, 0; .2, .5; .8, .5; 1, 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1" dur="500" autoRev="1" fill="hold"/>
                                        <p:tgtEl>
                                          <p:spTgt spid="1423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3" dur="1000" tmFilter="0, 0; .2, .5; .8, .5; 1, 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4" dur="500" autoRev="1" fill="hold"/>
                                        <p:tgtEl>
                                          <p:spTgt spid="1423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5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6" dur="1000" tmFilter="0, 0; .2, .5; .8, .5; 1, 0"/>
                                        <p:tgtEl>
                                          <p:spTgt spid="1424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7" dur="500" autoRev="1" fill="hold"/>
                                        <p:tgtEl>
                                          <p:spTgt spid="1424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9" dur="1000" tmFilter="0, 0; .2, .5; .8, .5; 1, 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0" dur="500" autoRev="1" fill="hold"/>
                                        <p:tgtEl>
                                          <p:spTgt spid="1423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2" dur="1000" tmFilter="0, 0; .2, .5; .8, .5; 1, 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3" dur="500" autoRev="1" fill="hold"/>
                                        <p:tgtEl>
                                          <p:spTgt spid="1423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5" dur="1000" tmFilter="0, 0; .2, .5; .8, .5; 1, 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6" dur="500" autoRev="1" fill="hold"/>
                                        <p:tgtEl>
                                          <p:spTgt spid="1423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8" dur="1000" tmFilter="0, 0; .2, .5; .8, .5; 1, 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9" dur="500" autoRev="1" fill="hold"/>
                                        <p:tgtEl>
                                          <p:spTgt spid="14236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7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71" dur="1000" tmFilter="0, 0; .2, .5; .8, .5; 1, 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2" dur="500" autoRev="1" fill="hold"/>
                                        <p:tgtEl>
                                          <p:spTgt spid="1423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567"/>
                  </p:tgtEl>
                </p:cond>
              </p:nextCondLst>
            </p:seq>
          </p:childTnLst>
        </p:cTn>
      </p:par>
    </p:tnLst>
    <p:bldLst>
      <p:bldP spid="142424" grpId="0" animBg="1"/>
      <p:bldP spid="142424" grpId="1" animBg="1"/>
      <p:bldP spid="142340" grpId="0" animBg="1"/>
      <p:bldP spid="142340" grpId="1" animBg="1"/>
      <p:bldP spid="142390" grpId="0" animBg="1"/>
      <p:bldP spid="142390" grpId="1" animBg="1"/>
      <p:bldP spid="142391" grpId="0" animBg="1"/>
      <p:bldP spid="142391" grpId="1" animBg="1"/>
      <p:bldP spid="142392" grpId="0" animBg="1"/>
      <p:bldP spid="142392" grpId="1" animBg="1"/>
      <p:bldP spid="142393" grpId="0" animBg="1"/>
      <p:bldP spid="142393" grpId="1" animBg="1"/>
      <p:bldP spid="142395" grpId="0" animBg="1"/>
      <p:bldP spid="142395" grpId="1" animBg="1"/>
      <p:bldP spid="142396" grpId="0" animBg="1"/>
      <p:bldP spid="142396" grpId="1" animBg="1"/>
      <p:bldP spid="142399" grpId="0" animBg="1"/>
      <p:bldP spid="142399" grpId="1" animBg="1"/>
      <p:bldP spid="142400" grpId="0" animBg="1"/>
      <p:bldP spid="142400" grpId="1" animBg="1"/>
      <p:bldP spid="142401" grpId="0" animBg="1"/>
      <p:bldP spid="142401" grpId="1" animBg="1"/>
      <p:bldP spid="142402" grpId="0" animBg="1"/>
      <p:bldP spid="142402" grpId="1" animBg="1"/>
      <p:bldP spid="142403" grpId="0" animBg="1"/>
      <p:bldP spid="142403" grpId="1" animBg="1"/>
      <p:bldP spid="142404" grpId="0" animBg="1"/>
      <p:bldP spid="142404" grpId="1" animBg="1"/>
      <p:bldP spid="142405" grpId="0" animBg="1"/>
      <p:bldP spid="142405" grpId="1" animBg="1"/>
      <p:bldP spid="142406" grpId="0" animBg="1"/>
      <p:bldP spid="142406" grpId="1" animBg="1"/>
      <p:bldP spid="142409" grpId="0" animBg="1"/>
      <p:bldP spid="142409" grpId="1" animBg="1"/>
      <p:bldP spid="142414" grpId="0" animBg="1"/>
      <p:bldP spid="142414" grpId="1" animBg="1"/>
      <p:bldP spid="142417" grpId="0" animBg="1"/>
      <p:bldP spid="142417" grpId="1" animBg="1"/>
      <p:bldP spid="142427" grpId="0" animBg="1"/>
      <p:bldP spid="142427" grpId="1" animBg="1"/>
      <p:bldP spid="142448" grpId="0" animBg="1"/>
      <p:bldP spid="142448" grpId="1" animBg="1"/>
      <p:bldP spid="142451" grpId="0" animBg="1"/>
      <p:bldP spid="142451" grpId="1" animBg="1"/>
      <p:bldP spid="142454" grpId="0" animBg="1"/>
      <p:bldP spid="142454" grpId="1" animBg="1"/>
      <p:bldP spid="142457" grpId="0" animBg="1"/>
      <p:bldP spid="142457" grpId="1" animBg="1"/>
      <p:bldP spid="142460" grpId="0" animBg="1"/>
      <p:bldP spid="142460" grpId="1" animBg="1"/>
      <p:bldP spid="142475" grpId="0" animBg="1"/>
      <p:bldP spid="14247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7C70CB53-9F15-4FD3-B1C8-538B64794D1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2/5   45%   0.54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7A8D39-FFD8-491D-995E-1CBC98DBACA9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иретинде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0550903F-7BAA-47E3-8D49-9F578945EA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8325781"/>
                  </p:ext>
                </p:extLst>
              </p:nvPr>
            </p:nvGraphicFramePr>
            <p:xfrm>
              <a:off x="1615830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0550903F-7BAA-47E3-8D49-9F578945EA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8325781"/>
                  </p:ext>
                </p:extLst>
              </p:nvPr>
            </p:nvGraphicFramePr>
            <p:xfrm>
              <a:off x="1615830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0E5A45ED-D010-4937-A79C-5755D40009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1338306"/>
                  </p:ext>
                </p:extLst>
              </p:nvPr>
            </p:nvGraphicFramePr>
            <p:xfrm>
              <a:off x="3338144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0E5A45ED-D010-4937-A79C-5755D40009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1338306"/>
                  </p:ext>
                </p:extLst>
              </p:nvPr>
            </p:nvGraphicFramePr>
            <p:xfrm>
              <a:off x="3338144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83679FD2-09E0-4624-BF93-CDF95336B3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0404291"/>
                  </p:ext>
                </p:extLst>
              </p:nvPr>
            </p:nvGraphicFramePr>
            <p:xfrm>
              <a:off x="6186852" y="1376627"/>
              <a:ext cx="282526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526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45%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83679FD2-09E0-4624-BF93-CDF95336B3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0404291"/>
                  </p:ext>
                </p:extLst>
              </p:nvPr>
            </p:nvGraphicFramePr>
            <p:xfrm>
              <a:off x="6186852" y="1376627"/>
              <a:ext cx="282526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526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15" t="-220" r="-860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1203E7F-00E2-44C1-99E1-36AF29AFCC6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BFB844-4BB2-487E-B110-960EB338B9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75B564-AC6D-48E9-8408-45303E116E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1841F2E-D06A-4BC3-A522-8B20845049D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C30D46B-8F48-473F-8ABA-7D6480C9059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3/5  11/20  0.45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7569D6-7DF7-483B-AB10-82F30C31BB95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591934-EB38-4E2B-BE81-32C0873F1ADB}"/>
              </a:ext>
            </a:extLst>
          </p:cNvPr>
          <p:cNvSpPr txBox="1"/>
          <p:nvPr/>
        </p:nvSpPr>
        <p:spPr>
          <a:xfrm>
            <a:off x="663851" y="310346"/>
            <a:ext cx="6471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кемүү иретинде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208DFADD-F900-42B8-842C-EA5968410E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0440270"/>
                  </p:ext>
                </p:extLst>
              </p:nvPr>
            </p:nvGraphicFramePr>
            <p:xfrm>
              <a:off x="4271107" y="1367835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208DFADD-F900-42B8-842C-EA5968410E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0440270"/>
                  </p:ext>
                </p:extLst>
              </p:nvPr>
            </p:nvGraphicFramePr>
            <p:xfrm>
              <a:off x="4271107" y="1367835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6" t="-220" r="-1786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1FB9D6A3-8FE8-4B47-BF89-678D0D8C7C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442363"/>
                  </p:ext>
                </p:extLst>
              </p:nvPr>
            </p:nvGraphicFramePr>
            <p:xfrm>
              <a:off x="1491760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1FB9D6A3-8FE8-4B47-BF89-678D0D8C7C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442363"/>
                  </p:ext>
                </p:extLst>
              </p:nvPr>
            </p:nvGraphicFramePr>
            <p:xfrm>
              <a:off x="1491760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36EBBD50-DB51-410F-8653-843A324E55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4744048"/>
                  </p:ext>
                </p:extLst>
              </p:nvPr>
            </p:nvGraphicFramePr>
            <p:xfrm>
              <a:off x="693517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36EBBD50-DB51-410F-8653-843A324E55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4744048"/>
                  </p:ext>
                </p:extLst>
              </p:nvPr>
            </p:nvGraphicFramePr>
            <p:xfrm>
              <a:off x="693517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79D81494-8EFB-456F-A6CD-0EFD2161CB6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D8E6EF-09C1-4EE8-9E2A-B278351437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03DA24-2174-4FDB-B1F4-BF0D0587A0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98055976-2FA8-4173-A5B5-A3331ECF85F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98CFB94-7996-4C04-AE75-0AA45AFAF3AB}"/>
              </a:ext>
            </a:extLst>
          </p:cNvPr>
          <p:cNvSpPr/>
          <p:nvPr/>
        </p:nvSpPr>
        <p:spPr>
          <a:xfrm>
            <a:off x="1594401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3/10  35%  16/40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1D96E6E-E27A-4C02-BB52-B5E497380A26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9C6C68-6748-4B43-8656-8380CE1FE7BD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иретинде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CF2ECB87-E8DE-4171-B5D4-170A95F8CA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6004419"/>
                  </p:ext>
                </p:extLst>
              </p:nvPr>
            </p:nvGraphicFramePr>
            <p:xfrm>
              <a:off x="4385407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CF2ECB87-E8DE-4171-B5D4-170A95F8CA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6004419"/>
                  </p:ext>
                </p:extLst>
              </p:nvPr>
            </p:nvGraphicFramePr>
            <p:xfrm>
              <a:off x="4385407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3860A0EC-0112-49C4-94AF-8026A027B7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2712623"/>
                  </p:ext>
                </p:extLst>
              </p:nvPr>
            </p:nvGraphicFramePr>
            <p:xfrm>
              <a:off x="1491760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35%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3860A0EC-0112-49C4-94AF-8026A027B7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2712623"/>
                  </p:ext>
                </p:extLst>
              </p:nvPr>
            </p:nvGraphicFramePr>
            <p:xfrm>
              <a:off x="1491760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F6ECD703-94F5-44D6-8226-E821A871FD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8954175"/>
                  </p:ext>
                </p:extLst>
              </p:nvPr>
            </p:nvGraphicFramePr>
            <p:xfrm>
              <a:off x="693517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F6ECD703-94F5-44D6-8226-E821A871FD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8954175"/>
                  </p:ext>
                </p:extLst>
              </p:nvPr>
            </p:nvGraphicFramePr>
            <p:xfrm>
              <a:off x="693517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E9C6B8F6-F2F7-46AC-927D-CBDC53C2864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41619B-6971-4C3D-BA58-E3296601B5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91C61B-8EAA-40B8-AD87-50B1C57F86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6A61958E-0A93-4664-BC31-B4814614281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1" name="Rectangle: Diagonal Corners Snipped 10">
            <a:hlinkClick r:id="rId4" action="ppaction://hlinksldjump"/>
            <a:extLst>
              <a:ext uri="{FF2B5EF4-FFF2-40B4-BE49-F238E27FC236}">
                <a16:creationId xmlns:a16="http://schemas.microsoft.com/office/drawing/2014/main" id="{E9242895-73D9-48CE-981D-5DA55F6AA011}"/>
              </a:ext>
            </a:extLst>
          </p:cNvPr>
          <p:cNvSpPr/>
          <p:nvPr/>
        </p:nvSpPr>
        <p:spPr>
          <a:xfrm>
            <a:off x="1604628" y="5621586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8/25  34%  0.4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B98C942-3A10-477B-B097-80D575F985A0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7D1459-20F7-4254-A101-3268255943C6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иретинде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2390B00F-C1AA-407A-90FF-AF4DBBE5D3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1664141"/>
                  </p:ext>
                </p:extLst>
              </p:nvPr>
            </p:nvGraphicFramePr>
            <p:xfrm>
              <a:off x="4242774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2390B00F-C1AA-407A-90FF-AF4DBBE5D3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1664141"/>
                  </p:ext>
                </p:extLst>
              </p:nvPr>
            </p:nvGraphicFramePr>
            <p:xfrm>
              <a:off x="4242774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336E688B-A1C9-4554-B63A-AEC7C1F704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9219968"/>
                  </p:ext>
                </p:extLst>
              </p:nvPr>
            </p:nvGraphicFramePr>
            <p:xfrm>
              <a:off x="1430213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336E688B-A1C9-4554-B63A-AEC7C1F704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9219968"/>
                  </p:ext>
                </p:extLst>
              </p:nvPr>
            </p:nvGraphicFramePr>
            <p:xfrm>
              <a:off x="1430213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6A49F733-07C1-459F-98B3-D413F1C340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9754036"/>
                  </p:ext>
                </p:extLst>
              </p:nvPr>
            </p:nvGraphicFramePr>
            <p:xfrm>
              <a:off x="5975836" y="1376627"/>
              <a:ext cx="282526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526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34%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6A49F733-07C1-459F-98B3-D413F1C340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9754036"/>
                  </p:ext>
                </p:extLst>
              </p:nvPr>
            </p:nvGraphicFramePr>
            <p:xfrm>
              <a:off x="5975836" y="1376627"/>
              <a:ext cx="282526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526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16" t="-220" r="-862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A073239-9CD3-420B-8523-72D3B7FFB77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938DDD-E52B-48EC-8119-4ED5610B5D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EF5917-3516-430B-8918-DE7629AEBE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45E632A5-B5D4-4028-AE75-578CE97F53F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8B5CB35-BCEC-4259-B4F7-D9B481FDB5BA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0.66  13/20  6.5%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CF5F72-C2B0-424A-8B0E-75531EF0B8FE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BC6267-8CE5-45B2-BF2A-459A4809F3D8}"/>
              </a:ext>
            </a:extLst>
          </p:cNvPr>
          <p:cNvSpPr txBox="1"/>
          <p:nvPr/>
        </p:nvSpPr>
        <p:spPr>
          <a:xfrm>
            <a:off x="663851" y="310346"/>
            <a:ext cx="6471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кемүү иретинде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9325E0A4-A27B-49A9-A9BE-C6660AF450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1793606"/>
                  </p:ext>
                </p:extLst>
              </p:nvPr>
            </p:nvGraphicFramePr>
            <p:xfrm>
              <a:off x="7034037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9325E0A4-A27B-49A9-A9BE-C6660AF450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1793606"/>
                  </p:ext>
                </p:extLst>
              </p:nvPr>
            </p:nvGraphicFramePr>
            <p:xfrm>
              <a:off x="7034037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D593F76A-8220-4BC5-926B-F0B1C01CC9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2199379"/>
                  </p:ext>
                </p:extLst>
              </p:nvPr>
            </p:nvGraphicFramePr>
            <p:xfrm>
              <a:off x="1219198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D593F76A-8220-4BC5-926B-F0B1C01CC9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2199379"/>
                  </p:ext>
                </p:extLst>
              </p:nvPr>
            </p:nvGraphicFramePr>
            <p:xfrm>
              <a:off x="1219198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5" t="-220" r="-94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ADB270EA-6A9E-4A6E-8A89-1EAA5F49E9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5159560"/>
                  </p:ext>
                </p:extLst>
              </p:nvPr>
            </p:nvGraphicFramePr>
            <p:xfrm>
              <a:off x="3909644" y="1376627"/>
              <a:ext cx="282526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526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6.5%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ADB270EA-6A9E-4A6E-8A89-1EAA5F49E9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5159560"/>
                  </p:ext>
                </p:extLst>
              </p:nvPr>
            </p:nvGraphicFramePr>
            <p:xfrm>
              <a:off x="3909644" y="1376627"/>
              <a:ext cx="282526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526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16" t="-220" r="-862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9636BBA-EDDD-4FE6-B9BA-084C08ABD8E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775EE6-80EF-4A89-9920-9184E9A614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D74E9A-3F4C-4873-9C34-E28DAD6F0C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5A6FA0C8-92B2-4A81-8BDA-3B2C32E0106C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02456E60-27F5-4A9F-9506-4F13B6173F30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3/5  0.7  3/4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D9D9B68-592F-4EEE-87CB-93D1DC2BDF2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4C9DE6-125C-4232-9D6E-E663AB11B6C1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иретинде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D1A4F1AE-B231-4863-A5A7-49BECA76EF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8179695"/>
                  </p:ext>
                </p:extLst>
              </p:nvPr>
            </p:nvGraphicFramePr>
            <p:xfrm>
              <a:off x="19499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D1A4F1AE-B231-4863-A5A7-49BECA76EF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8179695"/>
                  </p:ext>
                </p:extLst>
              </p:nvPr>
            </p:nvGraphicFramePr>
            <p:xfrm>
              <a:off x="19499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66689073-9A9D-4B53-AE9C-DD96E73381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1951552"/>
                  </p:ext>
                </p:extLst>
              </p:nvPr>
            </p:nvGraphicFramePr>
            <p:xfrm>
              <a:off x="3830515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0.7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66689073-9A9D-4B53-AE9C-DD96E73381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1951552"/>
                  </p:ext>
                </p:extLst>
              </p:nvPr>
            </p:nvGraphicFramePr>
            <p:xfrm>
              <a:off x="3830515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01E83293-AF5F-40C4-9E2B-AEEEB8DDE0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2661949"/>
                  </p:ext>
                </p:extLst>
              </p:nvPr>
            </p:nvGraphicFramePr>
            <p:xfrm>
              <a:off x="693517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01E83293-AF5F-40C4-9E2B-AEEEB8DDE0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2661949"/>
                  </p:ext>
                </p:extLst>
              </p:nvPr>
            </p:nvGraphicFramePr>
            <p:xfrm>
              <a:off x="693517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5C1D30C-6C29-4D1B-BD8B-5455AB773E9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DF23B3-5D1B-44F8-95BE-EE6B758573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5C858A-DF0F-4762-8A94-5CC56F50D9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02F1ED7A-3C48-4AAC-AA0B-4636D679F46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2E779D39-1ACD-46AC-85A8-31D179617016}"/>
              </a:ext>
            </a:extLst>
          </p:cNvPr>
          <p:cNvSpPr/>
          <p:nvPr/>
        </p:nvSpPr>
        <p:spPr>
          <a:xfrm>
            <a:off x="1604628" y="5617946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20.6  13/50  7/20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75F5F16-2994-43B6-B47F-D9F619CC6480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6CAA1B-7306-46AD-81EA-B0E3B1EF34DD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иретинде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613B4463-9951-4D05-828F-237889E0F7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3506100"/>
                  </p:ext>
                </p:extLst>
              </p:nvPr>
            </p:nvGraphicFramePr>
            <p:xfrm>
              <a:off x="1571869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613B4463-9951-4D05-828F-237889E0F7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3506100"/>
                  </p:ext>
                </p:extLst>
              </p:nvPr>
            </p:nvGraphicFramePr>
            <p:xfrm>
              <a:off x="1571869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C5D0AA9B-EB4B-473D-968F-254301340A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2324727"/>
                  </p:ext>
                </p:extLst>
              </p:nvPr>
            </p:nvGraphicFramePr>
            <p:xfrm>
              <a:off x="3455377" y="1376627"/>
              <a:ext cx="332935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2935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20.6%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C5D0AA9B-EB4B-473D-968F-254301340A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2324727"/>
                  </p:ext>
                </p:extLst>
              </p:nvPr>
            </p:nvGraphicFramePr>
            <p:xfrm>
              <a:off x="3455377" y="1376627"/>
              <a:ext cx="332935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2935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83" t="-220" r="-91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7A9027D-47C2-4E03-86F2-A28A901FA1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7861905"/>
                  </p:ext>
                </p:extLst>
              </p:nvPr>
            </p:nvGraphicFramePr>
            <p:xfrm>
              <a:off x="7339623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7A9027D-47C2-4E03-86F2-A28A901FA1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7861905"/>
                  </p:ext>
                </p:extLst>
              </p:nvPr>
            </p:nvGraphicFramePr>
            <p:xfrm>
              <a:off x="7339623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897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2248B478-554E-4919-A5A9-3128FBBB50D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99F4E6-0544-422C-ADA5-3CDE0C1ED3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038C6B-C86F-486E-BECA-AF960E9957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9642495B-AB04-44EB-877A-564DF663040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1" name="Rectangle: Diagonal Corners Snipped 10">
            <a:hlinkClick r:id="rId4" action="ppaction://hlinksldjump"/>
            <a:extLst>
              <a:ext uri="{FF2B5EF4-FFF2-40B4-BE49-F238E27FC236}">
                <a16:creationId xmlns:a16="http://schemas.microsoft.com/office/drawing/2014/main" id="{70D9F1AE-5230-4889-9064-425E508EF1E0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35%  9/25  3/5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CAA1B77-A39F-47ED-840E-AFF2F7217D0C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243F7B-D6CA-4308-AE42-DA559C4E8260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иретинде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2ED2CD36-0A1A-491D-B9FC-09429596A5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1255942"/>
                  </p:ext>
                </p:extLst>
              </p:nvPr>
            </p:nvGraphicFramePr>
            <p:xfrm>
              <a:off x="19499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2ED2CD36-0A1A-491D-B9FC-09429596A5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1255942"/>
                  </p:ext>
                </p:extLst>
              </p:nvPr>
            </p:nvGraphicFramePr>
            <p:xfrm>
              <a:off x="19499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5FBCDAFD-C2A4-46E3-9466-352A78B04A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1866230"/>
                  </p:ext>
                </p:extLst>
              </p:nvPr>
            </p:nvGraphicFramePr>
            <p:xfrm>
              <a:off x="6336323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35%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5FBCDAFD-C2A4-46E3-9466-352A78B04A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1866230"/>
                  </p:ext>
                </p:extLst>
              </p:nvPr>
            </p:nvGraphicFramePr>
            <p:xfrm>
              <a:off x="6336323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678DD1B5-882B-4DBC-A5B0-414744663B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7934521"/>
                  </p:ext>
                </p:extLst>
              </p:nvPr>
            </p:nvGraphicFramePr>
            <p:xfrm>
              <a:off x="4359030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678DD1B5-882B-4DBC-A5B0-414744663B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7934521"/>
                  </p:ext>
                </p:extLst>
              </p:nvPr>
            </p:nvGraphicFramePr>
            <p:xfrm>
              <a:off x="4359030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D17DC73-4BC1-45BE-AF50-AF6EBACF9BE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060B3B-8BE4-4098-A5D9-008D73289F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523B62-71FC-437E-AA97-B08949AE19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3582FC9-401D-46A5-9327-FA029BC8AB5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52112CBB-B9A1-4EBA-970D-9D0915E31AAA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8.1  17/20  82%  4/5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E2BDE99-C6EC-4EE8-913C-ED612D75260C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A603E9-70D4-48A3-B7CD-7C3F90A70F87}"/>
              </a:ext>
            </a:extLst>
          </p:cNvPr>
          <p:cNvSpPr txBox="1"/>
          <p:nvPr/>
        </p:nvSpPr>
        <p:spPr>
          <a:xfrm>
            <a:off x="663851" y="310346"/>
            <a:ext cx="6471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кемүү иретинде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821D2DBE-EBE9-4509-95DB-7DCAEBFCA1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5713989"/>
                  </p:ext>
                </p:extLst>
              </p:nvPr>
            </p:nvGraphicFramePr>
            <p:xfrm>
              <a:off x="9212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821D2DBE-EBE9-4509-95DB-7DCAEBFCA1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5713989"/>
                  </p:ext>
                </p:extLst>
              </p:nvPr>
            </p:nvGraphicFramePr>
            <p:xfrm>
              <a:off x="9212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80E2D3DC-5DC7-4E55-A9A8-6C5CD0C02B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4741472"/>
                  </p:ext>
                </p:extLst>
              </p:nvPr>
            </p:nvGraphicFramePr>
            <p:xfrm>
              <a:off x="4700953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82%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80E2D3DC-5DC7-4E55-A9A8-6C5CD0C02B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4741472"/>
                  </p:ext>
                </p:extLst>
              </p:nvPr>
            </p:nvGraphicFramePr>
            <p:xfrm>
              <a:off x="4700953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3C1AF68-432E-423D-8BA7-0DF078C00B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5327414"/>
                  </p:ext>
                </p:extLst>
              </p:nvPr>
            </p:nvGraphicFramePr>
            <p:xfrm>
              <a:off x="2955190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3C1AF68-432E-423D-8BA7-0DF078C00B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5327414"/>
                  </p:ext>
                </p:extLst>
              </p:nvPr>
            </p:nvGraphicFramePr>
            <p:xfrm>
              <a:off x="2955190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F91AEB7E-CC5B-4655-8B2A-9CE20BB07A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4219563"/>
                  </p:ext>
                </p:extLst>
              </p:nvPr>
            </p:nvGraphicFramePr>
            <p:xfrm>
              <a:off x="7197969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8.1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F91AEB7E-CC5B-4655-8B2A-9CE20BB07A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4219563"/>
                  </p:ext>
                </p:extLst>
              </p:nvPr>
            </p:nvGraphicFramePr>
            <p:xfrm>
              <a:off x="7197969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84F6B5C-44BC-4CCB-B038-7C0FBE6EE0A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6AF87C-C5BF-402E-A52E-F0CF46249B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A6D8FB-4C84-4967-9323-908EA7459B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BC669FAE-B0E5-43E5-8765-BF531BD1352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47FD81AA-2329-458C-85D3-CC65104D7656}"/>
              </a:ext>
            </a:extLst>
          </p:cNvPr>
          <p:cNvSpPr/>
          <p:nvPr/>
        </p:nvSpPr>
        <p:spPr>
          <a:xfrm>
            <a:off x="1623710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28%  28/40  18/25  0.82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ACC9AA-7FCF-4466-B0E2-75B0C2BBAC17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078B92-8627-49B7-9FFD-D0E47766C5E1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иретинде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8E7CB10F-D62A-4E75-A2D6-ADB2354169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2645866"/>
                  </p:ext>
                </p:extLst>
              </p:nvPr>
            </p:nvGraphicFramePr>
            <p:xfrm>
              <a:off x="9212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28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8E7CB10F-D62A-4E75-A2D6-ADB2354169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2645866"/>
                  </p:ext>
                </p:extLst>
              </p:nvPr>
            </p:nvGraphicFramePr>
            <p:xfrm>
              <a:off x="9212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1B68BCC9-C33C-4011-A9F1-493C3061FB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3049542"/>
                  </p:ext>
                </p:extLst>
              </p:nvPr>
            </p:nvGraphicFramePr>
            <p:xfrm>
              <a:off x="2625969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28%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1B68BCC9-C33C-4011-A9F1-493C3061FB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3049542"/>
                  </p:ext>
                </p:extLst>
              </p:nvPr>
            </p:nvGraphicFramePr>
            <p:xfrm>
              <a:off x="2625969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1179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79D5CBB-7293-4899-A6C5-FE4502CAC5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2845797"/>
                  </p:ext>
                </p:extLst>
              </p:nvPr>
            </p:nvGraphicFramePr>
            <p:xfrm>
              <a:off x="5487375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79D5CBB-7293-4899-A6C5-FE4502CAC5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2845797"/>
                  </p:ext>
                </p:extLst>
              </p:nvPr>
            </p:nvGraphicFramePr>
            <p:xfrm>
              <a:off x="5487375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16465CE3-48E6-4B99-82CF-C8A63E2729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9706148"/>
                  </p:ext>
                </p:extLst>
              </p:nvPr>
            </p:nvGraphicFramePr>
            <p:xfrm>
              <a:off x="7030915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0.82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16465CE3-48E6-4B99-82CF-C8A63E2729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9706148"/>
                  </p:ext>
                </p:extLst>
              </p:nvPr>
            </p:nvGraphicFramePr>
            <p:xfrm>
              <a:off x="7030915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E65BA64A-380A-4D97-B346-8A1C37609FD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6782A3-C18B-45EE-AA23-1327BB7DF9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D62832-6F3A-47FA-A6DA-1551B55B07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4F7263E6-F77E-4185-811C-35D8FEAC7F5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E2B7FAE1-17E5-47F1-8DAD-39645CAB7CC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0.08  95/200 3/5  94%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D538B4-4CEF-4512-8B67-CD7566D898BE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D99FD-E880-40E1-92F6-96311D5EDBBC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иретинде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6688328B-88F5-46AF-AE8C-3611105A08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9045697"/>
                  </p:ext>
                </p:extLst>
              </p:nvPr>
            </p:nvGraphicFramePr>
            <p:xfrm>
              <a:off x="3330330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6688328B-88F5-46AF-AE8C-3611105A08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9045697"/>
                  </p:ext>
                </p:extLst>
              </p:nvPr>
            </p:nvGraphicFramePr>
            <p:xfrm>
              <a:off x="3330330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16F20F8A-75C0-4E9F-9071-C0148C4835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6120865"/>
                  </p:ext>
                </p:extLst>
              </p:nvPr>
            </p:nvGraphicFramePr>
            <p:xfrm>
              <a:off x="656492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94%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16F20F8A-75C0-4E9F-9071-C0148C4835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6120865"/>
                  </p:ext>
                </p:extLst>
              </p:nvPr>
            </p:nvGraphicFramePr>
            <p:xfrm>
              <a:off x="656492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76C07834-C48D-4335-97C5-13D07A2B1E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4774208"/>
                  </p:ext>
                </p:extLst>
              </p:nvPr>
            </p:nvGraphicFramePr>
            <p:xfrm>
              <a:off x="4883634" y="1376627"/>
              <a:ext cx="212383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2383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94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76C07834-C48D-4335-97C5-13D07A2B1E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4774208"/>
                  </p:ext>
                </p:extLst>
              </p:nvPr>
            </p:nvGraphicFramePr>
            <p:xfrm>
              <a:off x="4883634" y="1376627"/>
              <a:ext cx="212383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2383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87" t="-220" r="-114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F77D2651-4ABF-4710-9E81-A82FE98A1A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8382131"/>
                  </p:ext>
                </p:extLst>
              </p:nvPr>
            </p:nvGraphicFramePr>
            <p:xfrm>
              <a:off x="7048499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0.08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F77D2651-4ABF-4710-9E81-A82FE98A1A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8382131"/>
                  </p:ext>
                </p:extLst>
              </p:nvPr>
            </p:nvGraphicFramePr>
            <p:xfrm>
              <a:off x="7048499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416DC1E9-2270-41B8-8BFA-696BDF25F2F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DF2F26-10C0-40FA-A687-6B8592D16F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FBDE37-7361-4AC2-963E-4B62EE7C75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A2D3003-586F-49FE-9130-872897C32E9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AC68D212-54BB-4C68-9A30-E40AACCD7DC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7/20  11/25  50.7% 0.53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0FC8D06-09C4-4728-9AC3-18FE2F13710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2FB955-E77A-4E36-8929-AF6E281AD366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иретинде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F489770-17B9-4782-B2A4-438FD9FFD0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8430990"/>
                  </p:ext>
                </p:extLst>
              </p:nvPr>
            </p:nvGraphicFramePr>
            <p:xfrm>
              <a:off x="392820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F489770-17B9-4782-B2A4-438FD9FFD0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8430990"/>
                  </p:ext>
                </p:extLst>
              </p:nvPr>
            </p:nvGraphicFramePr>
            <p:xfrm>
              <a:off x="392820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62D2B91A-E850-43C3-9265-3DDD61814C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6454571"/>
                  </p:ext>
                </p:extLst>
              </p:nvPr>
            </p:nvGraphicFramePr>
            <p:xfrm>
              <a:off x="606670" y="1367834"/>
              <a:ext cx="3033347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33347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50.7%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62D2B91A-E850-43C3-9265-3DDD61814C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6454571"/>
                  </p:ext>
                </p:extLst>
              </p:nvPr>
            </p:nvGraphicFramePr>
            <p:xfrm>
              <a:off x="606670" y="1367834"/>
              <a:ext cx="3033347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33347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00" t="-220" r="-802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5F2160B-9121-41D1-94D8-9B8D4AD788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5909637"/>
                  </p:ext>
                </p:extLst>
              </p:nvPr>
            </p:nvGraphicFramePr>
            <p:xfrm>
              <a:off x="7966807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5F2160B-9121-41D1-94D8-9B8D4AD788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5909637"/>
                  </p:ext>
                </p:extLst>
              </p:nvPr>
            </p:nvGraphicFramePr>
            <p:xfrm>
              <a:off x="7966807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4B5DCE75-C447-4413-8029-04E6162FFE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9993995"/>
                  </p:ext>
                </p:extLst>
              </p:nvPr>
            </p:nvGraphicFramePr>
            <p:xfrm>
              <a:off x="5298831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4B5DCE75-C447-4413-8029-04E6162FFE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9993995"/>
                  </p:ext>
                </p:extLst>
              </p:nvPr>
            </p:nvGraphicFramePr>
            <p:xfrm>
              <a:off x="5298831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4B8FBD4E-FA1D-4563-BFB6-C84469EE904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CFE3E4-04F4-4D5C-89CC-BC0A36DDF1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F8327F-831C-4E94-9E8A-609E320E1E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6FD3A72F-937A-4926-8E99-7605FCCD16A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748045BB-44EE-407B-B936-54AEDEA70ADC}"/>
              </a:ext>
            </a:extLst>
          </p:cNvPr>
          <p:cNvSpPr/>
          <p:nvPr/>
        </p:nvSpPr>
        <p:spPr>
          <a:xfrm>
            <a:off x="1601032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18/15  130%  7/5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2FB3546-0012-40A9-94F3-DDF29F973C73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764152-A0B7-41F6-9203-309B1E557913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иретинде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BC22353D-83AA-42C4-982B-9170A6A4AC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1971279"/>
                  </p:ext>
                </p:extLst>
              </p:nvPr>
            </p:nvGraphicFramePr>
            <p:xfrm>
              <a:off x="1686169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BC22353D-83AA-42C4-982B-9170A6A4AC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1971279"/>
                  </p:ext>
                </p:extLst>
              </p:nvPr>
            </p:nvGraphicFramePr>
            <p:xfrm>
              <a:off x="1686169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FC66455-32B9-4B47-8E49-69FD74D0F36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4383962"/>
                  </p:ext>
                </p:extLst>
              </p:nvPr>
            </p:nvGraphicFramePr>
            <p:xfrm>
              <a:off x="6134100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130%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FC66455-32B9-4B47-8E49-69FD74D0F36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4383962"/>
                  </p:ext>
                </p:extLst>
              </p:nvPr>
            </p:nvGraphicFramePr>
            <p:xfrm>
              <a:off x="6134100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E2C0E80D-0764-47D9-A9EC-E296B97572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5417799"/>
                  </p:ext>
                </p:extLst>
              </p:nvPr>
            </p:nvGraphicFramePr>
            <p:xfrm>
              <a:off x="4095261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E2C0E80D-0764-47D9-A9EC-E296B97572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5417799"/>
                  </p:ext>
                </p:extLst>
              </p:nvPr>
            </p:nvGraphicFramePr>
            <p:xfrm>
              <a:off x="4095261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9D0A3D25-8642-440D-9595-16CD3AE740E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BBB7DF-FF10-4FD3-9597-8CB86DAD56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1BC509-2A53-4A79-B5CA-4DA0573C80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2007CB2-B59B-4A5A-8E35-292349983F9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D0F87A72-3DBD-4209-890F-B4101809D73B}"/>
              </a:ext>
            </a:extLst>
          </p:cNvPr>
          <p:cNvSpPr/>
          <p:nvPr/>
        </p:nvSpPr>
        <p:spPr>
          <a:xfrm>
            <a:off x="1604628" y="5608534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16/25  0.645  13/20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43548E-D199-41E4-963A-D0B33225394A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2589BB-BD7C-401D-B1A0-39C606504506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иретинде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8D5937D-172A-4638-A7DB-13C74A3D2F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9365758"/>
                  </p:ext>
                </p:extLst>
              </p:nvPr>
            </p:nvGraphicFramePr>
            <p:xfrm>
              <a:off x="4385407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8D5937D-172A-4638-A7DB-13C74A3D2F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9365758"/>
                  </p:ext>
                </p:extLst>
              </p:nvPr>
            </p:nvGraphicFramePr>
            <p:xfrm>
              <a:off x="4385407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1B9D4A93-48AD-448D-A55D-CA1A07787A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8630849"/>
                  </p:ext>
                </p:extLst>
              </p:nvPr>
            </p:nvGraphicFramePr>
            <p:xfrm>
              <a:off x="1113690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0.645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1B9D4A93-48AD-448D-A55D-CA1A07787A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8630849"/>
                  </p:ext>
                </p:extLst>
              </p:nvPr>
            </p:nvGraphicFramePr>
            <p:xfrm>
              <a:off x="1113690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4E09A17C-279A-46E1-AD68-0A14935DA1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4253587"/>
                  </p:ext>
                </p:extLst>
              </p:nvPr>
            </p:nvGraphicFramePr>
            <p:xfrm>
              <a:off x="693517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4E09A17C-279A-46E1-AD68-0A14935DA1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4253587"/>
                  </p:ext>
                </p:extLst>
              </p:nvPr>
            </p:nvGraphicFramePr>
            <p:xfrm>
              <a:off x="693517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D85514AE-CCFF-4E45-962A-BBA66C612A5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25601A-F1B1-415A-8EC6-8C015812D8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FB68C3-9788-4B37-811A-4D748DE516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FFA0A529-E688-4134-9A2D-CEDA70E73D6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C71174D5-4034-43F2-9D76-817F821CFC74}"/>
              </a:ext>
            </a:extLst>
          </p:cNvPr>
          <p:cNvSpPr/>
          <p:nvPr/>
        </p:nvSpPr>
        <p:spPr>
          <a:xfrm>
            <a:off x="1594401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9/25  66/150  0.45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48A36A-DE46-4EE8-9CC6-1C2A40335CC0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409EEF-C782-439D-BCC6-0798BDA24654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иретинде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9766AF75-C9E8-4793-A12D-2EF30A95D0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2407164"/>
                  </p:ext>
                </p:extLst>
              </p:nvPr>
            </p:nvGraphicFramePr>
            <p:xfrm>
              <a:off x="1503486" y="1376627"/>
              <a:ext cx="224887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4887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66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9766AF75-C9E8-4793-A12D-2EF30A95D0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2407164"/>
                  </p:ext>
                </p:extLst>
              </p:nvPr>
            </p:nvGraphicFramePr>
            <p:xfrm>
              <a:off x="1503486" y="1376627"/>
              <a:ext cx="224887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4887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70" t="-220" r="-108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6E31DE28-6364-496C-89AA-AE7C9F1A92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3220008"/>
                  </p:ext>
                </p:extLst>
              </p:nvPr>
            </p:nvGraphicFramePr>
            <p:xfrm>
              <a:off x="3830515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6E31DE28-6364-496C-89AA-AE7C9F1A92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3220008"/>
                  </p:ext>
                </p:extLst>
              </p:nvPr>
            </p:nvGraphicFramePr>
            <p:xfrm>
              <a:off x="3830515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460868B-5CC9-451F-9684-231D9DB73E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7612313"/>
                  </p:ext>
                </p:extLst>
              </p:nvPr>
            </p:nvGraphicFramePr>
            <p:xfrm>
              <a:off x="693517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460868B-5CC9-451F-9684-231D9DB73E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7612313"/>
                  </p:ext>
                </p:extLst>
              </p:nvPr>
            </p:nvGraphicFramePr>
            <p:xfrm>
              <a:off x="693517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D4E21D8-3F59-4E58-A022-429E247B052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8012EF-EB3C-4F25-B175-E512D63981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F5975F-5917-42CF-B7A4-F4155DEF20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C583617-EB5F-454F-88AF-54361AFD2CDC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9856A9A-0A7A-4D37-A5CA-A4994B406A7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1/4  22%  0.209  1/5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EB1E75-D39C-428E-9142-C7B356832EB1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19B328-100B-4A5F-BEFE-D36A199C90D5}"/>
              </a:ext>
            </a:extLst>
          </p:cNvPr>
          <p:cNvSpPr txBox="1"/>
          <p:nvPr/>
        </p:nvSpPr>
        <p:spPr>
          <a:xfrm>
            <a:off x="663851" y="310346"/>
            <a:ext cx="6471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кемүү иретинде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0F8DCD1C-85CC-4B6B-AC5A-1CEA8F738F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6104891"/>
                  </p:ext>
                </p:extLst>
              </p:nvPr>
            </p:nvGraphicFramePr>
            <p:xfrm>
              <a:off x="3541345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0F8DCD1C-85CC-4B6B-AC5A-1CEA8F738F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6104891"/>
                  </p:ext>
                </p:extLst>
              </p:nvPr>
            </p:nvGraphicFramePr>
            <p:xfrm>
              <a:off x="3541345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95550463-B277-479D-AE36-B06E57F73A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0073417"/>
                  </p:ext>
                </p:extLst>
              </p:nvPr>
            </p:nvGraphicFramePr>
            <p:xfrm>
              <a:off x="726831" y="1394211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22%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95550463-B277-479D-AE36-B06E57F73A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0073417"/>
                  </p:ext>
                </p:extLst>
              </p:nvPr>
            </p:nvGraphicFramePr>
            <p:xfrm>
              <a:off x="726831" y="1394211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190DD41C-F7A8-482B-AE87-7C80D4719F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2589494"/>
                  </p:ext>
                </p:extLst>
              </p:nvPr>
            </p:nvGraphicFramePr>
            <p:xfrm>
              <a:off x="7492022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190DD41C-F7A8-482B-AE87-7C80D4719F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2589494"/>
                  </p:ext>
                </p:extLst>
              </p:nvPr>
            </p:nvGraphicFramePr>
            <p:xfrm>
              <a:off x="7492022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897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D42EB07E-57F5-4ADF-ACAA-6E84AE1F6B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6479871"/>
                  </p:ext>
                </p:extLst>
              </p:nvPr>
            </p:nvGraphicFramePr>
            <p:xfrm>
              <a:off x="4947138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0.209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D42EB07E-57F5-4ADF-ACAA-6E84AE1F6B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6479871"/>
                  </p:ext>
                </p:extLst>
              </p:nvPr>
            </p:nvGraphicFramePr>
            <p:xfrm>
              <a:off x="4947138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184977C7-8786-48EA-8A3E-DB3EBE920E3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82C0C2-E081-4BC0-990B-D2E7E949BA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8D371B-9A0F-48A9-80B4-EB62DC1B76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24A27C50-944C-442E-A097-20467A6C75D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66A7123B-0C9B-4ECF-AE7B-60A7762B2B86}"/>
              </a:ext>
            </a:extLst>
          </p:cNvPr>
          <p:cNvSpPr/>
          <p:nvPr/>
        </p:nvSpPr>
        <p:spPr>
          <a:xfrm>
            <a:off x="1599222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23%  13/50  24/80  0.32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88E8789-B09D-40E5-A315-3441D8FE877B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7BE2ED-C898-482F-B89D-918A82257BAA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иретинде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E7B57761-8A0F-410B-90B2-E91D6A7737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5432407"/>
                  </p:ext>
                </p:extLst>
              </p:nvPr>
            </p:nvGraphicFramePr>
            <p:xfrm>
              <a:off x="9212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E7B57761-8A0F-410B-90B2-E91D6A7737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5432407"/>
                  </p:ext>
                </p:extLst>
              </p:nvPr>
            </p:nvGraphicFramePr>
            <p:xfrm>
              <a:off x="9212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EB1D28DB-77AF-4662-B362-D2ED905851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6838641"/>
                  </p:ext>
                </p:extLst>
              </p:nvPr>
            </p:nvGraphicFramePr>
            <p:xfrm>
              <a:off x="2678722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23%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EB1D28DB-77AF-4662-B362-D2ED905851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6838641"/>
                  </p:ext>
                </p:extLst>
              </p:nvPr>
            </p:nvGraphicFramePr>
            <p:xfrm>
              <a:off x="2678722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1215506B-D2F0-4974-A87E-46380CC42A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3213990"/>
                  </p:ext>
                </p:extLst>
              </p:nvPr>
            </p:nvGraphicFramePr>
            <p:xfrm>
              <a:off x="5548922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1215506B-D2F0-4974-A87E-46380CC42A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3213990"/>
                  </p:ext>
                </p:extLst>
              </p:nvPr>
            </p:nvGraphicFramePr>
            <p:xfrm>
              <a:off x="5548922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BFB4516A-1498-4626-90A2-B4D367C227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742862"/>
                  </p:ext>
                </p:extLst>
              </p:nvPr>
            </p:nvGraphicFramePr>
            <p:xfrm>
              <a:off x="7022123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BFB4516A-1498-4626-90A2-B4D367C227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742862"/>
                  </p:ext>
                </p:extLst>
              </p:nvPr>
            </p:nvGraphicFramePr>
            <p:xfrm>
              <a:off x="7022123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r="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9778EA7-3803-44F6-BA6B-BBF03574E9A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8BB9F0-EC12-4385-87BA-6773197E5F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A1BFA5-1CF6-40A2-B92E-201E4B90D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A8CCE6CA-7C4C-4402-B86F-10EFAF411DB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F74A28A-4A80-43C8-9B4B-204F8D23CB76}"/>
              </a:ext>
            </a:extLst>
          </p:cNvPr>
          <p:cNvSpPr/>
          <p:nvPr/>
        </p:nvSpPr>
        <p:spPr>
          <a:xfrm>
            <a:off x="1604628" y="5611426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4/25  21%  1.2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D789077-FA17-4493-ABF4-2FACCF1BC24A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CD09F1-D8A9-4D51-B9D7-C9773BB7B115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иретинде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D868D3C-9080-4F13-B6E3-42C7467976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1397182"/>
                  </p:ext>
                </p:extLst>
              </p:nvPr>
            </p:nvGraphicFramePr>
            <p:xfrm>
              <a:off x="2090615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D868D3C-9080-4F13-B6E3-42C7467976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1397182"/>
                  </p:ext>
                </p:extLst>
              </p:nvPr>
            </p:nvGraphicFramePr>
            <p:xfrm>
              <a:off x="2090615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70D35B42-6CFF-4B33-B8AF-29BB478BCB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447305"/>
                  </p:ext>
                </p:extLst>
              </p:nvPr>
            </p:nvGraphicFramePr>
            <p:xfrm>
              <a:off x="3549160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70D35B42-6CFF-4B33-B8AF-29BB478BCB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447305"/>
                  </p:ext>
                </p:extLst>
              </p:nvPr>
            </p:nvGraphicFramePr>
            <p:xfrm>
              <a:off x="3549160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52B52B-0473-4F5B-B841-4C02E6E95B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3246225"/>
                  </p:ext>
                </p:extLst>
              </p:nvPr>
            </p:nvGraphicFramePr>
            <p:xfrm>
              <a:off x="6186852" y="1376627"/>
              <a:ext cx="282526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526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21%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52B52B-0473-4F5B-B841-4C02E6E95B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3246225"/>
                  </p:ext>
                </p:extLst>
              </p:nvPr>
            </p:nvGraphicFramePr>
            <p:xfrm>
              <a:off x="6186852" y="1376627"/>
              <a:ext cx="282526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526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15" t="-220" r="-860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202D56E6-DC96-4EB6-A45B-842488CDA43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180660-E1D7-4F84-99CA-32C00A44A9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6D05B8-FBF4-42D4-ABBD-0BE0C5048C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7FA6F82C-3C51-45DC-9D85-75D2FD442EE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2E4B53D0-DA60-48E8-B47B-4DB63FA3BF3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182/200  27/30  9.4%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253B0AA-1ED8-47A4-9C21-95A9813B8C8A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12E1B2-9243-4A23-A3FA-BF5370D2E694}"/>
              </a:ext>
            </a:extLst>
          </p:cNvPr>
          <p:cNvSpPr txBox="1"/>
          <p:nvPr/>
        </p:nvSpPr>
        <p:spPr>
          <a:xfrm>
            <a:off x="663851" y="310346"/>
            <a:ext cx="6471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кемүү иретинде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CEF1D4F-B2C1-49A2-A2E4-DFFFB100C9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9459393"/>
                  </p:ext>
                </p:extLst>
              </p:nvPr>
            </p:nvGraphicFramePr>
            <p:xfrm>
              <a:off x="1765299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27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CEF1D4F-B2C1-49A2-A2E4-DFFFB100C9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9459393"/>
                  </p:ext>
                </p:extLst>
              </p:nvPr>
            </p:nvGraphicFramePr>
            <p:xfrm>
              <a:off x="1765299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3FAE236-BCBC-4350-9219-C2CCFE4F59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8535414"/>
                  </p:ext>
                </p:extLst>
              </p:nvPr>
            </p:nvGraphicFramePr>
            <p:xfrm>
              <a:off x="3830515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9.4%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3FAE236-BCBC-4350-9219-C2CCFE4F59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8535414"/>
                  </p:ext>
                </p:extLst>
              </p:nvPr>
            </p:nvGraphicFramePr>
            <p:xfrm>
              <a:off x="3830515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FE697726-DAF6-485D-A88B-556FD54B9E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1005261"/>
                  </p:ext>
                </p:extLst>
              </p:nvPr>
            </p:nvGraphicFramePr>
            <p:xfrm>
              <a:off x="6943968" y="1376627"/>
              <a:ext cx="186592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6592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182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FE697726-DAF6-485D-A88B-556FD54B9E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1005261"/>
                  </p:ext>
                </p:extLst>
              </p:nvPr>
            </p:nvGraphicFramePr>
            <p:xfrm>
              <a:off x="6943968" y="1376627"/>
              <a:ext cx="186592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6592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26" t="-220" r="-130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CA8D8D02-C734-4F0B-A02E-0184277B7B4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D54AEC-8973-4EF9-B8BB-BBD2533B76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C607BC-56B3-46E2-AB33-1EA3819856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7AEB9A77-959E-48FA-8837-241E72E32EA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D74293E5-8406-46CA-B7E7-3E02BCE29E8B}"/>
              </a:ext>
            </a:extLst>
          </p:cNvPr>
          <p:cNvSpPr/>
          <p:nvPr/>
        </p:nvSpPr>
        <p:spPr>
          <a:xfrm>
            <a:off x="1604628" y="5597626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23/20  1.2  21/15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00C7107-FD32-41AB-8353-C743557D225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4A64D4-CEEC-49C2-B5A5-FD99C5F2CF17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иретинде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46E1EDC-B0D8-44E0-8246-113B9CB5F5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3551317"/>
                  </p:ext>
                </p:extLst>
              </p:nvPr>
            </p:nvGraphicFramePr>
            <p:xfrm>
              <a:off x="19499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46E1EDC-B0D8-44E0-8246-113B9CB5F5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3551317"/>
                  </p:ext>
                </p:extLst>
              </p:nvPr>
            </p:nvGraphicFramePr>
            <p:xfrm>
              <a:off x="19499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B652E7B-74E3-4395-8432-6D903D8C65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1516427"/>
                  </p:ext>
                </p:extLst>
              </p:nvPr>
            </p:nvGraphicFramePr>
            <p:xfrm>
              <a:off x="3830515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B652E7B-74E3-4395-8432-6D903D8C65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1516427"/>
                  </p:ext>
                </p:extLst>
              </p:nvPr>
            </p:nvGraphicFramePr>
            <p:xfrm>
              <a:off x="3830515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AB1DCB35-EC1F-4264-B998-ED24B0787D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8010200"/>
                  </p:ext>
                </p:extLst>
              </p:nvPr>
            </p:nvGraphicFramePr>
            <p:xfrm>
              <a:off x="693517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AB1DCB35-EC1F-4264-B998-ED24B0787D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8010200"/>
                  </p:ext>
                </p:extLst>
              </p:nvPr>
            </p:nvGraphicFramePr>
            <p:xfrm>
              <a:off x="693517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AFDBD72A-E6AF-458A-9CEA-ACBB340BA8F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B68CA4-191A-48B5-A195-830CDB7587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E2A2F6-A9CE-4215-AC43-D4A0E4FD5A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C67829DC-49B9-4478-9753-2A4D5132EA8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5235C12-D9BA-42BD-B8E9-847479CE95A3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0.57  74%  9/12  19/25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76C29B-9EBF-4CC9-B544-35F8B33261EF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6A953F-A3E4-413D-90A1-B575C6D60A88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иретинде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27A9FB3F-897C-47D9-8D5D-BA8E4336AD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0757497"/>
                  </p:ext>
                </p:extLst>
              </p:nvPr>
            </p:nvGraphicFramePr>
            <p:xfrm>
              <a:off x="3360615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27A9FB3F-897C-47D9-8D5D-BA8E4336AD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0757497"/>
                  </p:ext>
                </p:extLst>
              </p:nvPr>
            </p:nvGraphicFramePr>
            <p:xfrm>
              <a:off x="3360615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8FF385B5-4393-457A-B669-FE97B45F1E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6514423"/>
                  </p:ext>
                </p:extLst>
              </p:nvPr>
            </p:nvGraphicFramePr>
            <p:xfrm>
              <a:off x="550984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74%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8FF385B5-4393-457A-B669-FE97B45F1E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6514423"/>
                  </p:ext>
                </p:extLst>
              </p:nvPr>
            </p:nvGraphicFramePr>
            <p:xfrm>
              <a:off x="550984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660A4D6-16AB-4609-AB81-227C388462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2899563"/>
                  </p:ext>
                </p:extLst>
              </p:nvPr>
            </p:nvGraphicFramePr>
            <p:xfrm>
              <a:off x="7738207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19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660A4D6-16AB-4609-AB81-227C388462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2899563"/>
                  </p:ext>
                </p:extLst>
              </p:nvPr>
            </p:nvGraphicFramePr>
            <p:xfrm>
              <a:off x="7738207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E9234108-9BA9-49BB-9E86-BC62093F6E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2345447"/>
                  </p:ext>
                </p:extLst>
              </p:nvPr>
            </p:nvGraphicFramePr>
            <p:xfrm>
              <a:off x="4947138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0.57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E9234108-9BA9-49BB-9E86-BC62093F6E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2345447"/>
                  </p:ext>
                </p:extLst>
              </p:nvPr>
            </p:nvGraphicFramePr>
            <p:xfrm>
              <a:off x="4947138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531B9045-2084-4E95-9358-D683938ED31D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9DB99E-5EC9-4FC9-B094-A3E51E102E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8623D6-82D2-4CCC-8531-6D93C3FBCB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15FC85FF-6393-4C54-963B-99EBB6141F0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2817D02-5A2D-4216-9230-BEED84F93C3B}"/>
              </a:ext>
            </a:extLst>
          </p:cNvPr>
          <p:cNvSpPr/>
          <p:nvPr/>
        </p:nvSpPr>
        <p:spPr>
          <a:xfrm>
            <a:off x="1604628" y="5614635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40%  21/60  1/4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1D8286C-ACCB-4CC0-9F63-34362003BFF1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8A9981-E87C-4A53-ABBB-E86B67D968AD}"/>
              </a:ext>
            </a:extLst>
          </p:cNvPr>
          <p:cNvSpPr txBox="1"/>
          <p:nvPr/>
        </p:nvSpPr>
        <p:spPr>
          <a:xfrm>
            <a:off x="663851" y="310346"/>
            <a:ext cx="6471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кемүү иретинде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B9AF4675-A67D-4AEB-AB54-EB7517A868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2566416"/>
                  </p:ext>
                </p:extLst>
              </p:nvPr>
            </p:nvGraphicFramePr>
            <p:xfrm>
              <a:off x="19499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B9AF4675-A67D-4AEB-AB54-EB7517A868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2566416"/>
                  </p:ext>
                </p:extLst>
              </p:nvPr>
            </p:nvGraphicFramePr>
            <p:xfrm>
              <a:off x="19499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CC0A227F-BE39-4D96-9CCF-BEBC47B080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8761173"/>
                  </p:ext>
                </p:extLst>
              </p:nvPr>
            </p:nvGraphicFramePr>
            <p:xfrm>
              <a:off x="3830515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40%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CC0A227F-BE39-4D96-9CCF-BEBC47B080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8761173"/>
                  </p:ext>
                </p:extLst>
              </p:nvPr>
            </p:nvGraphicFramePr>
            <p:xfrm>
              <a:off x="3830515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19484B4-6247-4A3F-AC88-4DE76CA973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4784631"/>
                  </p:ext>
                </p:extLst>
              </p:nvPr>
            </p:nvGraphicFramePr>
            <p:xfrm>
              <a:off x="693517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19484B4-6247-4A3F-AC88-4DE76CA973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4784631"/>
                  </p:ext>
                </p:extLst>
              </p:nvPr>
            </p:nvGraphicFramePr>
            <p:xfrm>
              <a:off x="693517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33308DB-DC20-446B-BB59-76D7FEE79C3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2749B2-997B-4668-9C06-B00175A8D8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AF6141-541F-4558-A5C4-62F78775AE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8B3620FE-640A-4863-A859-39417F318B5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64FA502-8391-4048-9A0E-8E408A69118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0.1  10.1%  21/200  7/50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2EC66C6-36C1-4819-AD0E-88B84B918495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DA3A09-11B1-4BAC-8189-3D120E824192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иретинде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D28D5FE-3E51-48BE-A135-9FB248CEA7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5816013"/>
                  </p:ext>
                </p:extLst>
              </p:nvPr>
            </p:nvGraphicFramePr>
            <p:xfrm>
              <a:off x="806937" y="1376627"/>
              <a:ext cx="193626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3626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D28D5FE-3E51-48BE-A135-9FB248CEA7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5816013"/>
                  </p:ext>
                </p:extLst>
              </p:nvPr>
            </p:nvGraphicFramePr>
            <p:xfrm>
              <a:off x="806937" y="1376627"/>
              <a:ext cx="193626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3626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13" t="-220" r="-125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C2548C07-40A3-46CC-83AD-4003179A17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0906733"/>
                  </p:ext>
                </p:extLst>
              </p:nvPr>
            </p:nvGraphicFramePr>
            <p:xfrm>
              <a:off x="2836009" y="1376627"/>
              <a:ext cx="321407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1407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10.1%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C2548C07-40A3-46CC-83AD-4003179A17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0906733"/>
                  </p:ext>
                </p:extLst>
              </p:nvPr>
            </p:nvGraphicFramePr>
            <p:xfrm>
              <a:off x="2836009" y="1376627"/>
              <a:ext cx="321407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1407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89" t="-220" r="-758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CB1A19F-BBE5-427C-B981-1C042C0133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0816654"/>
                  </p:ext>
                </p:extLst>
              </p:nvPr>
            </p:nvGraphicFramePr>
            <p:xfrm>
              <a:off x="6155591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CB1A19F-BBE5-427C-B981-1C042C0133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0816654"/>
                  </p:ext>
                </p:extLst>
              </p:nvPr>
            </p:nvGraphicFramePr>
            <p:xfrm>
              <a:off x="6155591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583B5407-A6EB-4365-8776-81BAAB08B6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8021151"/>
                  </p:ext>
                </p:extLst>
              </p:nvPr>
            </p:nvGraphicFramePr>
            <p:xfrm>
              <a:off x="7338646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583B5407-A6EB-4365-8776-81BAAB08B6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8021151"/>
                  </p:ext>
                </p:extLst>
              </p:nvPr>
            </p:nvGraphicFramePr>
            <p:xfrm>
              <a:off x="7338646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3A58975-4BF2-4860-84C4-C491D34E39A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6BCF28-1418-4608-AF76-CDD146EF3D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3FFE89-9032-4654-A48C-9BF411B13C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183B74EA-43DB-4789-B840-930A38129CB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641DB3E-867C-448A-B407-A33DA14AA1FE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82%  0.8  3/5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58CA010-F25B-48ED-AD70-B2F443F65AF2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5B36EC-47EA-4273-938E-9D818E58A4A9}"/>
              </a:ext>
            </a:extLst>
          </p:cNvPr>
          <p:cNvSpPr txBox="1"/>
          <p:nvPr/>
        </p:nvSpPr>
        <p:spPr>
          <a:xfrm>
            <a:off x="663851" y="310346"/>
            <a:ext cx="6471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кемүү иретинде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763CCB9-F48C-4866-81E6-C5D78FE164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8585807"/>
                  </p:ext>
                </p:extLst>
              </p:nvPr>
            </p:nvGraphicFramePr>
            <p:xfrm>
              <a:off x="2090615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763CCB9-F48C-4866-81E6-C5D78FE164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8585807"/>
                  </p:ext>
                </p:extLst>
              </p:nvPr>
            </p:nvGraphicFramePr>
            <p:xfrm>
              <a:off x="2090615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99C327EC-D365-4561-9918-123550DF2A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221935"/>
                  </p:ext>
                </p:extLst>
              </p:nvPr>
            </p:nvGraphicFramePr>
            <p:xfrm>
              <a:off x="3549160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99C327EC-D365-4561-9918-123550DF2A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221935"/>
                  </p:ext>
                </p:extLst>
              </p:nvPr>
            </p:nvGraphicFramePr>
            <p:xfrm>
              <a:off x="3549160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5B9493EB-FD2D-4F53-9858-A70F22329B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0961072"/>
                  </p:ext>
                </p:extLst>
              </p:nvPr>
            </p:nvGraphicFramePr>
            <p:xfrm>
              <a:off x="6186852" y="1376627"/>
              <a:ext cx="282526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526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82%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5B9493EB-FD2D-4F53-9858-A70F22329B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0961072"/>
                  </p:ext>
                </p:extLst>
              </p:nvPr>
            </p:nvGraphicFramePr>
            <p:xfrm>
              <a:off x="6186852" y="1376627"/>
              <a:ext cx="282526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526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15" t="-220" r="-860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D430EE4B-7A27-4745-9692-9E7F51A1D42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BE9E64-C941-407C-815F-25575C42F1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141103-1C42-4F47-86F7-9B838CF2BA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806DA0A9-0753-4B1A-A43A-24BB8D653FA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B7799C2-279D-41AF-A6B1-CF4ED2CE58D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5.0%  0.5  3/5  6/8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5C07984-7578-46CC-9A85-B5266471149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167D7D-E703-4051-B9DF-8E3B2396E2C4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иретинде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5E7164F-9533-4C0A-89C3-96167463CD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0969189"/>
                  </p:ext>
                </p:extLst>
              </p:nvPr>
            </p:nvGraphicFramePr>
            <p:xfrm>
              <a:off x="9212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5E7164F-9533-4C0A-89C3-96167463CD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0969189"/>
                  </p:ext>
                </p:extLst>
              </p:nvPr>
            </p:nvGraphicFramePr>
            <p:xfrm>
              <a:off x="9212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67A2FE95-1D18-4297-A715-9F83C935CC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1549612"/>
                  </p:ext>
                </p:extLst>
              </p:nvPr>
            </p:nvGraphicFramePr>
            <p:xfrm>
              <a:off x="2687514" y="1403004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5.0%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67A2FE95-1D18-4297-A715-9F83C935CC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1549612"/>
                  </p:ext>
                </p:extLst>
              </p:nvPr>
            </p:nvGraphicFramePr>
            <p:xfrm>
              <a:off x="2687514" y="1403004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1179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F4CB97AD-C0CD-443A-9663-D7E0C52108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1852286"/>
                  </p:ext>
                </p:extLst>
              </p:nvPr>
            </p:nvGraphicFramePr>
            <p:xfrm>
              <a:off x="5487375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F4CB97AD-C0CD-443A-9663-D7E0C52108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1852286"/>
                  </p:ext>
                </p:extLst>
              </p:nvPr>
            </p:nvGraphicFramePr>
            <p:xfrm>
              <a:off x="5487375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6B588A76-5212-4D0A-8556-C8AE90FF83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648378"/>
                  </p:ext>
                </p:extLst>
              </p:nvPr>
            </p:nvGraphicFramePr>
            <p:xfrm>
              <a:off x="6828692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6B588A76-5212-4D0A-8556-C8AE90FF83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648378"/>
                  </p:ext>
                </p:extLst>
              </p:nvPr>
            </p:nvGraphicFramePr>
            <p:xfrm>
              <a:off x="6828692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154520"/>
            <a:ext cx="924088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446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10429</TotalTime>
  <Words>689</Words>
  <Application>Microsoft Office PowerPoint</Application>
  <PresentationFormat>A4 Paper (210x297 mm)</PresentationFormat>
  <Paragraphs>249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Calibri Light</vt:lpstr>
      <vt:lpstr>Cambria Math</vt:lpstr>
      <vt:lpstr>Sylfaen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482</cp:revision>
  <cp:lastPrinted>2019-01-23T09:39:04Z</cp:lastPrinted>
  <dcterms:created xsi:type="dcterms:W3CDTF">2017-01-17T16:57:04Z</dcterms:created>
  <dcterms:modified xsi:type="dcterms:W3CDTF">2024-09-03T16:45:21Z</dcterms:modified>
</cp:coreProperties>
</file>