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2"/>
  </p:notesMasterIdLst>
  <p:sldIdLst>
    <p:sldId id="257" r:id="rId3"/>
    <p:sldId id="970" r:id="rId4"/>
    <p:sldId id="971" r:id="rId5"/>
    <p:sldId id="969" r:id="rId6"/>
    <p:sldId id="967" r:id="rId7"/>
    <p:sldId id="968" r:id="rId8"/>
    <p:sldId id="972" r:id="rId9"/>
    <p:sldId id="973" r:id="rId10"/>
    <p:sldId id="274" r:id="rId11"/>
  </p:sldIdLst>
  <p:sldSz cx="9906000" cy="6858000" type="A4"/>
  <p:notesSz cx="7104063" cy="10234613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Gill Sans Ultra Bold" panose="020B0A02020104020203" pitchFamily="3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7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051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789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5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7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0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0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58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94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77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7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758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Кошуу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1C974-3AB6-46AB-0900-00F5CEFA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12" y="307050"/>
            <a:ext cx="6242728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6024" y="-55409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261598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360370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60376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4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67980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0.25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8809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34" name="Rectangle 533">
            <a:extLst>
              <a:ext uri="{FF2B5EF4-FFF2-40B4-BE49-F238E27FC236}">
                <a16:creationId xmlns:a16="http://schemas.microsoft.com/office/drawing/2014/main" id="{3163FADC-0B17-25BD-6359-7B779BC8A2F3}"/>
              </a:ext>
            </a:extLst>
          </p:cNvPr>
          <p:cNvSpPr/>
          <p:nvPr/>
        </p:nvSpPr>
        <p:spPr>
          <a:xfrm>
            <a:off x="905730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5D689F8-547E-602C-6671-87816984AE44}"/>
              </a:ext>
            </a:extLst>
          </p:cNvPr>
          <p:cNvSpPr/>
          <p:nvPr/>
        </p:nvSpPr>
        <p:spPr>
          <a:xfrm>
            <a:off x="912902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B19D4EA4-67D5-0978-4516-6791B4C52B59}"/>
              </a:ext>
            </a:extLst>
          </p:cNvPr>
          <p:cNvSpPr/>
          <p:nvPr/>
        </p:nvSpPr>
        <p:spPr>
          <a:xfrm>
            <a:off x="9200736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0.18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0.41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11" name="Rectangle 610">
            <a:extLst>
              <a:ext uri="{FF2B5EF4-FFF2-40B4-BE49-F238E27FC236}">
                <a16:creationId xmlns:a16="http://schemas.microsoft.com/office/drawing/2014/main" id="{86DB94D8-C8F4-CCFC-BCDB-0B707F1CE466}"/>
              </a:ext>
            </a:extLst>
          </p:cNvPr>
          <p:cNvSpPr/>
          <p:nvPr/>
        </p:nvSpPr>
        <p:spPr>
          <a:xfrm>
            <a:off x="9344169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92A0C2A9-99EE-1A72-2EED-A68D55178302}"/>
              </a:ext>
            </a:extLst>
          </p:cNvPr>
          <p:cNvSpPr/>
          <p:nvPr/>
        </p:nvSpPr>
        <p:spPr>
          <a:xfrm>
            <a:off x="905730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12902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C2015A97-FC62-7031-C162-07A633301D43}"/>
              </a:ext>
            </a:extLst>
          </p:cNvPr>
          <p:cNvSpPr/>
          <p:nvPr/>
        </p:nvSpPr>
        <p:spPr>
          <a:xfrm>
            <a:off x="9200736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DE8D1DCF-C9F1-6CAA-B74E-88EE7638890A}"/>
              </a:ext>
            </a:extLst>
          </p:cNvPr>
          <p:cNvSpPr/>
          <p:nvPr/>
        </p:nvSpPr>
        <p:spPr>
          <a:xfrm>
            <a:off x="92724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0.46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0.39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0.85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13" name="Rectangle 712">
            <a:extLst>
              <a:ext uri="{FF2B5EF4-FFF2-40B4-BE49-F238E27FC236}">
                <a16:creationId xmlns:a16="http://schemas.microsoft.com/office/drawing/2014/main" id="{4407B3A8-AAF6-8E43-997D-D709007E65D1}"/>
              </a:ext>
            </a:extLst>
          </p:cNvPr>
          <p:cNvSpPr/>
          <p:nvPr/>
        </p:nvSpPr>
        <p:spPr>
          <a:xfrm>
            <a:off x="9631036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7A20E375-905D-7C2B-6E9C-5A2015E6681C}"/>
              </a:ext>
            </a:extLst>
          </p:cNvPr>
          <p:cNvSpPr/>
          <p:nvPr/>
        </p:nvSpPr>
        <p:spPr>
          <a:xfrm>
            <a:off x="9631036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862DADF-C409-753A-5C32-2A181605F266}"/>
              </a:ext>
            </a:extLst>
          </p:cNvPr>
          <p:cNvSpPr/>
          <p:nvPr/>
        </p:nvSpPr>
        <p:spPr>
          <a:xfrm>
            <a:off x="9631036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F926A16E-CB9B-F418-93CF-7E8B8E1979E8}"/>
              </a:ext>
            </a:extLst>
          </p:cNvPr>
          <p:cNvSpPr/>
          <p:nvPr/>
        </p:nvSpPr>
        <p:spPr>
          <a:xfrm>
            <a:off x="9631036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9CFFFD6C-8DEB-D37D-2733-B99D639AECA1}"/>
              </a:ext>
            </a:extLst>
          </p:cNvPr>
          <p:cNvSpPr/>
          <p:nvPr/>
        </p:nvSpPr>
        <p:spPr>
          <a:xfrm>
            <a:off x="9631036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F5D6A1E-3C94-110D-870A-32EC2742A68D}"/>
              </a:ext>
            </a:extLst>
          </p:cNvPr>
          <p:cNvSpPr/>
          <p:nvPr/>
        </p:nvSpPr>
        <p:spPr>
          <a:xfrm>
            <a:off x="90573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787CDD07-A6F9-8DD4-469D-9A4A37B62133}"/>
              </a:ext>
            </a:extLst>
          </p:cNvPr>
          <p:cNvSpPr/>
          <p:nvPr/>
        </p:nvSpPr>
        <p:spPr>
          <a:xfrm>
            <a:off x="912902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2007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2724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1CF3FDEA-3521-0EBF-07FF-70D4DC1D89CD}"/>
              </a:ext>
            </a:extLst>
          </p:cNvPr>
          <p:cNvSpPr/>
          <p:nvPr/>
        </p:nvSpPr>
        <p:spPr>
          <a:xfrm>
            <a:off x="934417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80046E24-4070-1756-BFA4-2685E5FD8565}"/>
              </a:ext>
            </a:extLst>
          </p:cNvPr>
          <p:cNvSpPr/>
          <p:nvPr/>
        </p:nvSpPr>
        <p:spPr>
          <a:xfrm>
            <a:off x="941588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261E67D-8CAA-05DE-19A4-E4F2DA9E7632}"/>
              </a:ext>
            </a:extLst>
          </p:cNvPr>
          <p:cNvSpPr/>
          <p:nvPr/>
        </p:nvSpPr>
        <p:spPr>
          <a:xfrm>
            <a:off x="94876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4" name="TextBox 853">
            <a:extLst>
              <a:ext uri="{FF2B5EF4-FFF2-40B4-BE49-F238E27FC236}">
                <a16:creationId xmlns:a16="http://schemas.microsoft.com/office/drawing/2014/main" id="{E134BD37-06D0-A7D3-AE70-EB2BFA94DB40}"/>
              </a:ext>
            </a:extLst>
          </p:cNvPr>
          <p:cNvSpPr txBox="1"/>
          <p:nvPr/>
        </p:nvSpPr>
        <p:spPr>
          <a:xfrm>
            <a:off x="567980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0.67</a:t>
            </a:r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A23B0C17-0B46-CA74-A81A-9F0A29F7061F}"/>
              </a:ext>
            </a:extLst>
          </p:cNvPr>
          <p:cNvSpPr txBox="1"/>
          <p:nvPr/>
        </p:nvSpPr>
        <p:spPr>
          <a:xfrm>
            <a:off x="725396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0.58</a:t>
            </a:r>
          </a:p>
        </p:txBody>
      </p: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7B2C5A05-0823-017F-9284-8472E3A62FDD}"/>
              </a:ext>
            </a:extLst>
          </p:cNvPr>
          <p:cNvSpPr txBox="1"/>
          <p:nvPr/>
        </p:nvSpPr>
        <p:spPr>
          <a:xfrm>
            <a:off x="881035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1.25</a:t>
            </a: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06" name="Rectangle 805">
            <a:extLst>
              <a:ext uri="{FF2B5EF4-FFF2-40B4-BE49-F238E27FC236}">
                <a16:creationId xmlns:a16="http://schemas.microsoft.com/office/drawing/2014/main" id="{27CB8B72-8843-A340-8829-C44B5C21FB5D}"/>
              </a:ext>
            </a:extLst>
          </p:cNvPr>
          <p:cNvSpPr/>
          <p:nvPr/>
        </p:nvSpPr>
        <p:spPr>
          <a:xfrm>
            <a:off x="9200736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DE5D392A-B02D-F14D-2B16-E099A2C5CAF3}"/>
              </a:ext>
            </a:extLst>
          </p:cNvPr>
          <p:cNvSpPr/>
          <p:nvPr/>
        </p:nvSpPr>
        <p:spPr>
          <a:xfrm>
            <a:off x="920073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23148D1-D170-6D5C-95E2-5B9D1F539C29}"/>
              </a:ext>
            </a:extLst>
          </p:cNvPr>
          <p:cNvSpPr/>
          <p:nvPr/>
        </p:nvSpPr>
        <p:spPr>
          <a:xfrm>
            <a:off x="920073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F9767CC-9892-33EE-371F-1168EBFCCF9F}"/>
              </a:ext>
            </a:extLst>
          </p:cNvPr>
          <p:cNvSpPr/>
          <p:nvPr/>
        </p:nvSpPr>
        <p:spPr>
          <a:xfrm>
            <a:off x="920073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5BE69BC-0D49-B547-BAFB-576D0422704E}"/>
              </a:ext>
            </a:extLst>
          </p:cNvPr>
          <p:cNvSpPr/>
          <p:nvPr/>
        </p:nvSpPr>
        <p:spPr>
          <a:xfrm>
            <a:off x="920073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DF2F7DA3-75DD-F8F1-08E1-435F584DEF71}"/>
              </a:ext>
            </a:extLst>
          </p:cNvPr>
          <p:cNvSpPr/>
          <p:nvPr/>
        </p:nvSpPr>
        <p:spPr>
          <a:xfrm>
            <a:off x="90573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240F449-C860-282A-0012-1079EBAE63C2}"/>
              </a:ext>
            </a:extLst>
          </p:cNvPr>
          <p:cNvSpPr/>
          <p:nvPr/>
        </p:nvSpPr>
        <p:spPr>
          <a:xfrm>
            <a:off x="91290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BE988062-21E2-301A-F4A2-63848386AD53}"/>
              </a:ext>
            </a:extLst>
          </p:cNvPr>
          <p:cNvSpPr txBox="1"/>
          <p:nvPr/>
        </p:nvSpPr>
        <p:spPr>
          <a:xfrm>
            <a:off x="567980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0.07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5234AD3F-38D8-CD1D-D195-8F18144BDEB0}"/>
              </a:ext>
            </a:extLst>
          </p:cNvPr>
          <p:cNvSpPr txBox="1"/>
          <p:nvPr/>
        </p:nvSpPr>
        <p:spPr>
          <a:xfrm>
            <a:off x="7253964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0.04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E847CDC5-FD36-9A69-2D67-9799EF12F8F3}"/>
              </a:ext>
            </a:extLst>
          </p:cNvPr>
          <p:cNvSpPr txBox="1"/>
          <p:nvPr/>
        </p:nvSpPr>
        <p:spPr>
          <a:xfrm>
            <a:off x="881035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0.11</a:t>
            </a: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893" name="Rectangle 892">
            <a:extLst>
              <a:ext uri="{FF2B5EF4-FFF2-40B4-BE49-F238E27FC236}">
                <a16:creationId xmlns:a16="http://schemas.microsoft.com/office/drawing/2014/main" id="{85F9A8D1-6AF6-FC5D-CC6A-B840D3623397}"/>
              </a:ext>
            </a:extLst>
          </p:cNvPr>
          <p:cNvSpPr/>
          <p:nvPr/>
        </p:nvSpPr>
        <p:spPr>
          <a:xfrm>
            <a:off x="9126081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385DE886-CBAE-016B-DD04-F1102DDC6921}"/>
              </a:ext>
            </a:extLst>
          </p:cNvPr>
          <p:cNvSpPr/>
          <p:nvPr/>
        </p:nvSpPr>
        <p:spPr>
          <a:xfrm>
            <a:off x="9057303" y="9963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78926B9-34A2-4AF7-1ED7-21AA4423BC2D}"/>
              </a:ext>
            </a:extLst>
          </p:cNvPr>
          <p:cNvSpPr/>
          <p:nvPr/>
        </p:nvSpPr>
        <p:spPr>
          <a:xfrm>
            <a:off x="9559319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E16753E-3BC9-856E-7871-CE8C2576CEBA}"/>
              </a:ext>
            </a:extLst>
          </p:cNvPr>
          <p:cNvSpPr txBox="1"/>
          <p:nvPr/>
        </p:nvSpPr>
        <p:spPr>
          <a:xfrm>
            <a:off x="8639982" y="582394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1939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84629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3BBA5-E962-FB9A-55FE-67BE6250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7728" y="1286131"/>
            <a:ext cx="6592468" cy="4531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AA70AF-43BF-C4CB-3A6A-A37AB7ACD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1263" y="1286131"/>
            <a:ext cx="6592468" cy="453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7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10668</TotalTime>
  <Words>438</Words>
  <Application>Microsoft Office PowerPoint</Application>
  <PresentationFormat>A4 Paper (210x297 mm)</PresentationFormat>
  <Paragraphs>258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Gill Sans Ultra Bold</vt:lpstr>
      <vt:lpstr>Arial</vt:lpstr>
      <vt:lpstr>Calibri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2022-10-11T07:48:02Z</cp:lastPrinted>
  <dcterms:created xsi:type="dcterms:W3CDTF">2017-01-17T16:57:04Z</dcterms:created>
  <dcterms:modified xsi:type="dcterms:W3CDTF">2023-10-17T08:33:29Z</dcterms:modified>
</cp:coreProperties>
</file>