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23FC69DB-E2C3-459F-AF24-54A41796DE8D}">
          <p14:sldIdLst>
            <p14:sldId id="947"/>
          </p14:sldIdLst>
        </p14:section>
        <p14:section name="Титулдук слайд" id="{4526232E-BE25-4629-85A8-49CC3B4A2D28}">
          <p14:sldIdLst>
            <p14:sldId id="948"/>
          </p14:sldIdLst>
        </p14:section>
        <p14:section name="Оюн" id="{197FF5E7-57A8-40D7-8FA0-8A089C366947}">
          <p14:sldIdLst>
            <p14:sldId id="943"/>
          </p14:sldIdLst>
        </p14:section>
        <p14:section name="Жооп баракчасы" id="{411D3605-D9E8-4479-810F-9FCE82E3AFDB}">
          <p14:sldIdLst>
            <p14:sldId id="941"/>
          </p14:sldIdLst>
        </p14:section>
        <p14:section name="Чыгарып таратуу үчүн" id="{627A7875-ACBC-4333-B580-4A1285613FDF}">
          <p14:sldIdLst>
            <p14:sldId id="946"/>
          </p14:sldIdLst>
        </p14:section>
        <p14:section name="Кайтарым байланыш" id="{AB07A4C2-769B-44EC-86CC-DF7BF6CEE6B9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28/08/2024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Ондуктар – бүтүн сандар менен –</a:t>
            </a: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Кошуу жана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Кемитүү</a:t>
            </a:r>
            <a:r>
              <a:rPr lang="en-US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баракчасы жана таратма материалдар камтылган.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 туура жооп бергенине жараша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басыңыз/тийип коюңуз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377664"/>
            <a:ext cx="6751875" cy="4480335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DE2B6BB-3168-A74F-3E7D-F71288AA683F}"/>
              </a:ext>
            </a:extLst>
          </p:cNvPr>
          <p:cNvSpPr txBox="1"/>
          <p:nvPr/>
        </p:nvSpPr>
        <p:spPr>
          <a:xfrm>
            <a:off x="1934698" y="76590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Х жана О 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629053" y="1057850"/>
            <a:ext cx="802976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Ондуктарды бүтүн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сандардан кошуу 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&amp; </a:t>
            </a: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кемитүү</a:t>
            </a: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4325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>
            <a:extLst>
              <a:ext uri="{FF2B5EF4-FFF2-40B4-BE49-F238E27FC236}">
                <a16:creationId xmlns:a16="http://schemas.microsoft.com/office/drawing/2014/main" id="{42E07994-0515-4EB9-B911-2AB895270871}"/>
              </a:ext>
            </a:extLst>
          </p:cNvPr>
          <p:cNvSpPr txBox="1"/>
          <p:nvPr/>
        </p:nvSpPr>
        <p:spPr>
          <a:xfrm>
            <a:off x="797240" y="652674"/>
            <a:ext cx="172034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 + 3.7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D231E44-DB6C-4A39-AA43-85D07E17C35A}"/>
              </a:ext>
            </a:extLst>
          </p:cNvPr>
          <p:cNvSpPr txBox="1"/>
          <p:nvPr/>
        </p:nvSpPr>
        <p:spPr>
          <a:xfrm>
            <a:off x="7387883" y="652674"/>
            <a:ext cx="20056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1.95 + 6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DAD29DF-5D50-45A8-90A0-E227024C0FF4}"/>
              </a:ext>
            </a:extLst>
          </p:cNvPr>
          <p:cNvSpPr txBox="1"/>
          <p:nvPr/>
        </p:nvSpPr>
        <p:spPr>
          <a:xfrm>
            <a:off x="4025846" y="652674"/>
            <a:ext cx="20056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 – 3.24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931B36F-4C92-436E-98EE-FCF8A48AF798}"/>
              </a:ext>
            </a:extLst>
          </p:cNvPr>
          <p:cNvSpPr txBox="1"/>
          <p:nvPr/>
        </p:nvSpPr>
        <p:spPr>
          <a:xfrm>
            <a:off x="654573" y="2943292"/>
            <a:ext cx="20056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 – 4.18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5C63126-2ED2-406A-B060-E4E343DE5D7A}"/>
              </a:ext>
            </a:extLst>
          </p:cNvPr>
          <p:cNvSpPr txBox="1"/>
          <p:nvPr/>
        </p:nvSpPr>
        <p:spPr>
          <a:xfrm>
            <a:off x="7387882" y="2943292"/>
            <a:ext cx="20056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 – 1.64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53A0270-BEE7-4A4A-85A3-A2501DC78CB6}"/>
              </a:ext>
            </a:extLst>
          </p:cNvPr>
          <p:cNvSpPr txBox="1"/>
          <p:nvPr/>
        </p:nvSpPr>
        <p:spPr>
          <a:xfrm>
            <a:off x="3344755" y="2943292"/>
            <a:ext cx="325602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 + 3.82 + 2.3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F3E3524-6B34-46CD-8AE1-38B3A3D32333}"/>
              </a:ext>
            </a:extLst>
          </p:cNvPr>
          <p:cNvSpPr txBox="1"/>
          <p:nvPr/>
        </p:nvSpPr>
        <p:spPr>
          <a:xfrm>
            <a:off x="29403" y="5233911"/>
            <a:ext cx="325602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 + 2.53 + 5.1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252D6B4-2C70-4957-8FE5-12976EF0C385}"/>
              </a:ext>
            </a:extLst>
          </p:cNvPr>
          <p:cNvSpPr txBox="1"/>
          <p:nvPr/>
        </p:nvSpPr>
        <p:spPr>
          <a:xfrm>
            <a:off x="6681431" y="5233911"/>
            <a:ext cx="325602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3.47 + 4 + 2.3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8E642ED-8E08-428E-908C-F16BDF148308}"/>
              </a:ext>
            </a:extLst>
          </p:cNvPr>
          <p:cNvSpPr txBox="1"/>
          <p:nvPr/>
        </p:nvSpPr>
        <p:spPr>
          <a:xfrm>
            <a:off x="3950161" y="5233911"/>
            <a:ext cx="20056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 – 4.57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643" y="-2986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2496" y="-33156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21772" y="-23428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5353" y="-558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70A16D-8DBD-48D5-A45E-9B6EE0563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74" y="11633"/>
            <a:ext cx="9511852" cy="656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35601AF-18FB-455F-8B3F-16123BF90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259"/>
            <a:ext cx="4880782" cy="33245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FF2BADF-E8D4-4360-9A1C-42911D766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286" y="55259"/>
            <a:ext cx="4880782" cy="33245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7BB182-85A5-4E2A-97B1-B7888A869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33451"/>
            <a:ext cx="4880782" cy="33245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4C44E2-7750-4820-BA1F-34FAA2868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286" y="3533451"/>
            <a:ext cx="4880782" cy="332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8381</TotalTime>
  <Words>160</Words>
  <Application>Microsoft Office PowerPoint</Application>
  <PresentationFormat>A4 Paper (210x297 mm)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380</cp:revision>
  <cp:lastPrinted>2017-12-31T22:38:51Z</cp:lastPrinted>
  <dcterms:created xsi:type="dcterms:W3CDTF">2017-01-17T16:57:04Z</dcterms:created>
  <dcterms:modified xsi:type="dcterms:W3CDTF">2024-08-28T04:30:56Z</dcterms:modified>
</cp:coreProperties>
</file>