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Титулдук слайд" id="{0A3A3963-DD06-45C2-8B7F-F345A3B1520E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5:36:32.4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 2339 24575,'0'2'0,"1"0"0,0 0 0,1 0 0,-1 0 0,0 0 0,0 0 0,1-1 0,-1 1 0,1 0 0,-1-1 0,1 1 0,0-1 0,3 3 0,12 12 0,17 40 0,-34-56 0,0 0 0,0 0 0,0 0 0,1 1 0,-1-1 0,0 0 0,0 0 0,0 0 0,0 1 0,0-1 0,1 0 0,-1 0 0,0 0 0,0 0 0,0 0 0,0 1 0,1-1 0,-1 0 0,0 0 0,0 0 0,0 0 0,1 0 0,-1 0 0,0 0 0,0 0 0,1 0 0,-1 0 0,0 0 0,0 0 0,0 0 0,1 0 0,-1 0 0,0 0 0,0 0 0,1 0 0,3-8 0,-2-17 0,-2 23 0,1-38 0,-3 1 0,-8-59 0,-26-78 0,29 137 0,2 0 0,1-1 0,3 1 0,1-1 0,5-43 0,9 4 0,-9 53 0,4-39 0,-7-238 0,-3 155 0,-1 121 0,0 1 0,-7-27 0,-1-11 0,-5-38 0,7 60 0,-3-70 0,8 81 0,-9-50 0,7 49 0,-4-47 0,9-214 0,1 134 0,-1 152 0,2-22 0,-2 28 0,0 1 0,1-1 0,-1 0 0,0 0 0,1 0 0,-1 1 0,1-1 0,-1 0 0,1 1 0,-1-1 0,1 0 0,-1 1 0,1-1 0,0 1 0,-1-1 0,1 0 0,0 1 0,0 0 0,-1-1 0,1 1 0,0-1 0,0 1 0,0 0 0,-1 0 0,1-1 0,0 1 0,0 0 0,0 0 0,0 0 0,1 0 0,4 1 0,1-1 0,0 1 0,-1 1 0,1-1 0,-1 1 0,0 1 0,8 3 0,46 26 0,-28-14 0,-13-8 0,2 1 0,0 0 0,33 26 0,-49-34 0,0 1 0,-1 0 0,0 1 0,1-1 0,-2 1 0,1-1 0,0 1 0,-1 1 0,0-1 0,0 0 0,-1 1 0,1-1 0,-1 1 0,0 0 0,-1 0 0,2 6 0,-2 13-1365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5:37:44.4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175 2829 24575,'0'-53'0,"-3"0"0,-11-67 0,-15-5 0,25 103 0,1 1 0,1-1 0,1-41 0,1 42 0,0 0 0,-1 1 0,-1-1 0,-7-28 0,1 13 0,-6-70 0,2 12 0,3 37 0,-5-28 0,7 48 0,1-1 0,-1-55 0,9-80 0,0 64 0,-2 60 0,-2 1 0,-13-83 0,7 73 0,2-1 0,3 1 0,6-70 0,-1 19 0,-2-260 0,2 335 0,11-62 0,0-9 0,-12 98 0,-1-1 0,1 0 0,0 1 0,1-1 0,0 1 0,0-1 0,1 1 0,-1 0 0,2 0 0,4-9 0,-5 12 0,1 0 0,-1 0 0,1 0 0,-1 1 0,1-1 0,0 1 0,0 0 0,1 0 0,-1 1 0,0-1 0,1 1 0,0 0 0,-1 0 0,1 1 0,0-1 0,9 0 0,7-1 0,1 0 0,1 2 0,-1 1 0,39 4 0,-57-4 0,-1 1 0,1-1 0,0 1 0,-1 0 0,1 1 0,-1-1 0,1 1 0,-1-1 0,1 1 0,-1 0 0,0 0 0,0 0 0,0 1 0,0-1 0,-1 1 0,1-1 0,-1 1 0,1 0 0,-1 0 0,4 7 0,-1 1 0,0 1 0,-1 0 0,0 0 0,3 24 0,-1-6 0,1 7 0,-2 1 0,-2 0 0,-4 76 0,-1-72 0,3-1 0,10 83 0,-7-100 0,38 170 0,-30-152 0,1-1 0,29 62 0,-16-50 0,-2 1 0,26 88 0,10 140 0,-56-251 0,2-1 0,2 0 0,0 0 0,2-1 0,18 38 0,-22-53 0,-2 1 0,0 0 0,0-1 0,-1 1 0,1 31 0,-2-25 0,0 0 0,7 22 0,6 3 0,-10-32 0,0 1 0,-1 0 0,-1 1 0,3 22 0,-3 26 0,-7 95 0,4-156 0,0-1 0,0 0 0,-1 0 0,1 1 0,0-1 0,-1 0 0,1 0 0,-1 0 0,0 0 0,0 0 0,0 0 0,0 0 0,0 0 0,0 0 0,-1 0 0,1 0 0,0-1 0,-1 1 0,0 0 0,1-1 0,-1 0 0,0 1 0,0-1 0,1 0 0,-1 0 0,0 0 0,0 0 0,-1 0 0,1 0 0,0-1 0,0 1 0,0-1 0,0 1 0,-1-1 0,1 0 0,0 0 0,0 0 0,-1 0 0,1 0 0,0 0 0,0-1 0,0 1 0,-1-1 0,1 0 0,0 1 0,0-1 0,0 0 0,-3-3 0,-14-8 0,1-1 0,0-1 0,1-1 0,1-1 0,-24-29 0,14 16 0,6 8 0,1-1 0,-26-41 0,38 51 0,0-1 0,1 1 0,1-1 0,0 0 0,1-1 0,0 1 0,-3-24 0,-17-122 0,8 67 0,-6-175 0,24 205 0,-3-71 0,-5 101 0,6 31 0,0-1 0,-1 1 0,1 0 0,-1-1 0,1 1 0,-1-1 0,1 1 0,-1 0 0,0 0 0,0-1 0,0 1 0,0 0 0,0 0 0,0 0 0,0 0 0,0 0 0,-2-1 0,2 1 0,1 1 0,-1 0 0,1 0 0,-1 0 0,1 0 0,0 0 0,-1 0 0,1 0 0,-1 0 0,1 0 0,-1 0 0,1 1 0,-1-1 0,1 0 0,-1 0 0,1 0 0,0 0 0,-1 1 0,1-1 0,-1 0 0,1 0 0,0 1 0,-1-1 0,1 0 0,0 1 0,-1-1 0,1 0 0,0 1 0,-1-1 0,1 1 0,0-1 0,-1 1 0,-6 16 0,7-17 0,-6 27 0,1 1 0,2 0 0,0 0 0,2 0 0,3 36 0,-2-14 0,0-9 0,4 142 0,-1-149 0,1 1 0,2-1 0,13 41 0,1-15 0,3-1 0,47 85 0,63 133 0,-126-260 0,-1 1 0,0-1 0,-1 1 0,-1 0 0,-1 1 0,0-1 0,-1 0 0,-1 1 0,-1 0 0,-4 25 0,5-43 0,-2 1 0,1-1 0,0 0 0,0 1 0,0-1 0,-1 0 0,1 1 0,0-1 0,-1 0 0,1 0 0,-1 1 0,0-1 0,1 0 0,-1 0 0,0 0 0,0 0 0,0 0 0,1 0 0,-1 0 0,0 0 0,-1 0 0,1 0 0,0-1 0,0 1 0,0 0 0,0-1 0,0 1 0,-1-1 0,1 1 0,0-1 0,-1 0 0,1 1 0,0-1 0,-2 0 0,0 0 0,-1-1 0,1 1 0,0-1 0,1 0 0,-1 0 0,0 0 0,0 0 0,0-1 0,0 1 0,1-1 0,-1 0 0,1 1 0,-1-1 0,-3-4 0,-8-10 0,1 0 0,0-1 0,1 0 0,1-1 0,-18-36 0,15 22 0,1-1 0,-15-62 0,23 62 0,1 0 0,2 0 0,4-66 0,0 37 0,-1-36 0,-18-152 0,-12 60 0,18 94 0,0-9 0,2 41 0,3 0 0,4-80 0,1 127 0,-1-1 0,0 1 0,-2-1 0,0 1 0,0 0 0,-9-20 0,12 34 30,0 2-104,1 0 1,0 0 0,-1 0-1,1 0 1,-1-1-1,1 1 1,-1 0-1,0 0 1,1 0 0,-1 0-1,0 0 1,0 0-1,1 1 1,-1-1 0,0 0-1,0 0 1,0 0-1,-2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9/16/2024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02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Бөлүп төлөө менен сатып алуу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6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2D3BE93-7418-DF90-8E76-3DA3E0AE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943708" y="952502"/>
            <a:ext cx="6840415" cy="495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2EB056-92CA-F2F6-1A51-02294F5C013A}"/>
                  </a:ext>
                </a:extLst>
              </p14:cNvPr>
              <p14:cNvContentPartPr/>
              <p14:nvPr/>
            </p14:nvContentPartPr>
            <p14:xfrm>
              <a:off x="4723680" y="143600"/>
              <a:ext cx="125280" cy="879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2EB056-92CA-F2F6-1A51-02294F5C01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1040" y="80600"/>
                <a:ext cx="250920" cy="10047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DEFA07E-0497-4387-01C6-1B1DFC5B4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16194" y="1084442"/>
            <a:ext cx="6637043" cy="4755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B404E-406C-411D-9DCA-B6A141ED0339}"/>
              </a:ext>
            </a:extLst>
          </p:cNvPr>
          <p:cNvSpPr txBox="1"/>
          <p:nvPr/>
        </p:nvSpPr>
        <p:spPr>
          <a:xfrm>
            <a:off x="3975652" y="75328"/>
            <a:ext cx="25322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продуктту бир төлөм менен </a:t>
            </a:r>
          </a:p>
          <a:p>
            <a:pPr algn="ctr"/>
            <a:r>
              <a:rPr lang="ky-KG" sz="1200" dirty="0"/>
              <a:t>же бөлүп-бөлүп сатып алса болот.</a:t>
            </a:r>
          </a:p>
          <a:p>
            <a:pPr algn="ctr"/>
            <a:endParaRPr lang="ky-KG" sz="1200" dirty="0"/>
          </a:p>
          <a:p>
            <a:pPr algn="ctr"/>
            <a:r>
              <a:rPr lang="ky-KG" sz="1200" dirty="0"/>
              <a:t>Бөлүп төлөө мүмкүнчүлүгү </a:t>
            </a:r>
          </a:p>
          <a:p>
            <a:pPr algn="ctr"/>
            <a:r>
              <a:rPr lang="ky-KG" sz="1200" dirty="0"/>
              <a:t>канчага кымбат?</a:t>
            </a:r>
            <a:endParaRPr lang="en-GB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FE1379B-1767-4EAA-DE70-814E33271E76}"/>
                  </a:ext>
                </a:extLst>
              </p14:cNvPr>
              <p14:cNvContentPartPr/>
              <p14:nvPr/>
            </p14:nvContentPartPr>
            <p14:xfrm>
              <a:off x="9517800" y="180320"/>
              <a:ext cx="298440" cy="1018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FE1379B-1767-4EAA-DE70-814E33271E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54800" y="117680"/>
                <a:ext cx="424080" cy="114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71430F7-5F05-4E39-3044-3C82607AB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84420" y="954125"/>
            <a:ext cx="6835480" cy="4866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D73BFF-57B5-9971-A27E-821CB4E9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4943" y="954127"/>
            <a:ext cx="6835480" cy="486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43A37E-8D4D-9BA2-6FFC-0CB46AD9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" y="264775"/>
            <a:ext cx="8571193" cy="65932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76ACF2-FF50-0A43-D2E9-870CD2C271A2}"/>
              </a:ext>
            </a:extLst>
          </p:cNvPr>
          <p:cNvSpPr/>
          <p:nvPr/>
        </p:nvSpPr>
        <p:spPr>
          <a:xfrm>
            <a:off x="0" y="26477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8406</TotalTime>
  <Words>169</Words>
  <Application>Microsoft Office PowerPoint</Application>
  <PresentationFormat>A4 Paper (210x297 mm)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Verdana</vt:lpstr>
      <vt:lpstr>Arial</vt:lpstr>
      <vt:lpstr>Calibri Light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2024-09-16T15:41:30Z</cp:lastPrinted>
  <dcterms:created xsi:type="dcterms:W3CDTF">2017-01-17T16:57:04Z</dcterms:created>
  <dcterms:modified xsi:type="dcterms:W3CDTF">2024-09-16T15:45:26Z</dcterms:modified>
</cp:coreProperties>
</file>