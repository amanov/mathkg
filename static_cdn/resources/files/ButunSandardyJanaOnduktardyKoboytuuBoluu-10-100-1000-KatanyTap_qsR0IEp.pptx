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3" r:id="rId2"/>
    <p:sldId id="941" r:id="rId3"/>
    <p:sldId id="939" r:id="rId4"/>
    <p:sldId id="833" r:id="rId5"/>
    <p:sldId id="832" r:id="rId6"/>
    <p:sldId id="940" r:id="rId7"/>
    <p:sldId id="942" r:id="rId8"/>
  </p:sldIdLst>
  <p:sldSz cx="9906000" cy="6858000" type="A4"/>
  <p:notesSz cx="6669088" cy="9926638"/>
  <p:embeddedFontLst>
    <p:embeddedFont>
      <p:font typeface="Fira Code" panose="020B0809050000020004" pitchFamily="49" charset="0"/>
      <p:regular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3"/>
          </p14:sldIdLst>
        </p14:section>
        <p14:section name="Титулдук слайд" id="{C2776275-125F-40A2-99AC-54B9C9535547}">
          <p14:sldIdLst>
            <p14:sldId id="941"/>
          </p14:sldIdLst>
        </p14:section>
        <p14:section name="Көрсөтүү үчүн" id="{CA0B4A51-1C5A-4331-831D-7D5748F4CE7C}">
          <p14:sldIdLst>
            <p14:sldId id="939"/>
          </p14:sldIdLst>
        </p14:section>
        <p14:section name="Жооптор" id="{4A1CF18F-CBD8-4CE8-9034-4022B8261C24}">
          <p14:sldIdLst>
            <p14:sldId id="833"/>
          </p14:sldIdLst>
        </p14:section>
        <p14:section name="Иш кагазы" id="{45D3F427-FE2C-4E31-94DD-C39B49B018A8}">
          <p14:sldIdLst>
            <p14:sldId id="832"/>
            <p14:sldId id="940"/>
          </p14:sldIdLst>
        </p14:section>
        <p14:section name="Кайтарым байланыш" id="{1F462C69-5607-48A3-918A-31B1142082DE}">
          <p14:sldIdLst>
            <p14:sldId id="9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87774" autoAdjust="0"/>
  </p:normalViewPr>
  <p:slideViewPr>
    <p:cSldViewPr snapToGrid="0" showGuides="1">
      <p:cViewPr>
        <p:scale>
          <a:sx n="75" d="100"/>
          <a:sy n="75" d="100"/>
        </p:scale>
        <p:origin x="1212" y="5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21/08/2024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Two worksheets 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1035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B89D2DF-F554-4C2A-CE1D-D373E74E5B72}"/>
              </a:ext>
            </a:extLst>
          </p:cNvPr>
          <p:cNvSpPr txBox="1">
            <a:spLocks/>
          </p:cNvSpPr>
          <p:nvPr/>
        </p:nvSpPr>
        <p:spPr>
          <a:xfrm>
            <a:off x="116840" y="1595120"/>
            <a:ext cx="9677400" cy="4510723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бөлүү – Катаны тапкыла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жанындагы суроолорду жана жооптордун каталарын текшериши керек анан окуучулар аларды оңдошу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канча ката табуу керек экенин айтуунун кажети жок.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кандай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өлчөмдө жана форматта.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899BD10-45E1-4B1B-06C3-4D1ECCB52487}"/>
              </a:ext>
            </a:extLst>
          </p:cNvPr>
          <p:cNvSpPr txBox="1">
            <a:spLocks/>
          </p:cNvSpPr>
          <p:nvPr/>
        </p:nvSpPr>
        <p:spPr>
          <a:xfrm>
            <a:off x="0" y="194945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596353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C410AA-59FC-4615-9780-3FC3ECD91E78}"/>
              </a:ext>
            </a:extLst>
          </p:cNvPr>
          <p:cNvGrpSpPr/>
          <p:nvPr/>
        </p:nvGrpSpPr>
        <p:grpSpPr>
          <a:xfrm>
            <a:off x="3461511" y="1302570"/>
            <a:ext cx="6444489" cy="5571586"/>
            <a:chOff x="1420561" y="0"/>
            <a:chExt cx="7091350" cy="61308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161848-2715-40E3-B5AA-94155D127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2836" y="0"/>
              <a:ext cx="5360328" cy="45880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69D55E-8782-4380-A82A-10E94A301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20561" y="4561949"/>
              <a:ext cx="7091350" cy="1568883"/>
            </a:xfrm>
            <a:prstGeom prst="rect">
              <a:avLst/>
            </a:prstGeom>
          </p:spPr>
        </p:pic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439CDF84-16EA-482C-BDCB-DEFCD04B93A3}"/>
              </a:ext>
            </a:extLst>
          </p:cNvPr>
          <p:cNvSpPr/>
          <p:nvPr/>
        </p:nvSpPr>
        <p:spPr>
          <a:xfrm>
            <a:off x="6552318" y="2808059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AD6BA9-22F2-49B3-9FF9-47A39C5DF1F2}"/>
              </a:ext>
            </a:extLst>
          </p:cNvPr>
          <p:cNvSpPr/>
          <p:nvPr/>
        </p:nvSpPr>
        <p:spPr>
          <a:xfrm>
            <a:off x="4139240" y="5569812"/>
            <a:ext cx="1237129" cy="117385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6367DB-C808-9BE8-3A27-5C08EF882810}"/>
              </a:ext>
            </a:extLst>
          </p:cNvPr>
          <p:cNvSpPr txBox="1"/>
          <p:nvPr/>
        </p:nvSpPr>
        <p:spPr>
          <a:xfrm>
            <a:off x="356981" y="114336"/>
            <a:ext cx="8453120" cy="1477328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22225">
                  <a:solidFill>
                    <a:srgbClr val="ED7D31"/>
                  </a:solidFill>
                  <a:prstDash val="solid"/>
                </a:ln>
                <a:solidFill>
                  <a:srgbClr val="ED7D31">
                    <a:lumMod val="40000"/>
                    <a:lumOff val="60000"/>
                  </a:srgbClr>
                </a:solidFill>
                <a:effectLst>
                  <a:glow rad="228600">
                    <a:srgbClr val="70AD47">
                      <a:satMod val="175000"/>
                      <a:alpha val="40000"/>
                    </a:srgbClr>
                  </a:glow>
                  <a:reflection blurRad="6350" stA="55000" endA="50" endPos="85000" dist="29997" dir="5400000" sy="-100000" algn="bl" rotWithShape="0"/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Катаны тап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reflection blurRad="6350" stA="55000" endA="50" endPos="85000" dist="29997" dir="5400000" sy="-100000" algn="bl" rotWithShape="0"/>
              </a:effectLst>
              <a:uLnTx/>
              <a:uFillTx/>
              <a:latin typeface="Fira Code" panose="020F0502020204030204" pitchFamily="49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2652E0-CD09-656D-4C62-8FD8F9C42BD8}"/>
              </a:ext>
            </a:extLst>
          </p:cNvPr>
          <p:cNvSpPr txBox="1"/>
          <p:nvPr/>
        </p:nvSpPr>
        <p:spPr>
          <a:xfrm>
            <a:off x="595140" y="2214673"/>
            <a:ext cx="3881191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Үч бурчтукта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айрым каталар бар!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Сен алардын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баарын таба аласынбы?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003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087A19B-C6A4-494B-A2A3-A4023B5A16B9}"/>
              </a:ext>
            </a:extLst>
          </p:cNvPr>
          <p:cNvGrpSpPr/>
          <p:nvPr/>
        </p:nvGrpSpPr>
        <p:grpSpPr>
          <a:xfrm>
            <a:off x="228600" y="43962"/>
            <a:ext cx="9677400" cy="6814040"/>
            <a:chOff x="2866293" y="2741804"/>
            <a:chExt cx="4709331" cy="3315929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6328903-0A85-44AB-9D85-17474EC715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7319"/>
            <a:stretch/>
          </p:blipFill>
          <p:spPr>
            <a:xfrm>
              <a:off x="4016766" y="2741804"/>
              <a:ext cx="2376414" cy="127957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A49E4F5-038B-4ED4-9F96-C49009AD5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66293" y="4003116"/>
              <a:ext cx="4709331" cy="2054617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727934C-414A-1EDC-F930-5A1DD818BC86}"/>
              </a:ext>
            </a:extLst>
          </p:cNvPr>
          <p:cNvSpPr txBox="1"/>
          <p:nvPr/>
        </p:nvSpPr>
        <p:spPr>
          <a:xfrm>
            <a:off x="0" y="10883"/>
            <a:ext cx="50292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Каталарды издеп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  <a:p>
            <a:r>
              <a:rPr lang="ru-RU" sz="3200" b="1" dirty="0">
                <a:effectLst>
                  <a:outerShdw blurRad="838200" dist="1638300" dir="16440000" sx="53000" sy="53000" algn="ctr" rotWithShape="0">
                    <a:srgbClr val="000000">
                      <a:alpha val="5000"/>
                    </a:srgbClr>
                  </a:outerShdw>
                  <a:reflection blurRad="76200" stA="45000" endPos="0" dist="50800" dir="5400000" sy="-100000" algn="bl" rotWithShape="0"/>
                </a:effectLst>
              </a:rPr>
              <a:t> - тап</a:t>
            </a:r>
            <a:endParaRPr lang="en-US" sz="3200" b="1" dirty="0">
              <a:effectLst>
                <a:outerShdw blurRad="838200" dist="1638300" dir="16440000" sx="53000" sy="53000" algn="ctr" rotWithShape="0">
                  <a:srgbClr val="000000">
                    <a:alpha val="5000"/>
                  </a:srgbClr>
                </a:outerShdw>
                <a:reflection blurRad="76200" stA="45000" endPos="0" dist="50800" dir="5400000" sy="-10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4A99F0-AB53-3144-FB8C-07C326EF1D74}"/>
              </a:ext>
            </a:extLst>
          </p:cNvPr>
          <p:cNvSpPr txBox="1"/>
          <p:nvPr/>
        </p:nvSpPr>
        <p:spPr>
          <a:xfrm>
            <a:off x="0" y="1358690"/>
            <a:ext cx="2857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/>
              <a:t>Каталарды таба аласызбы?</a:t>
            </a:r>
          </a:p>
          <a:p>
            <a:pPr algn="ctr"/>
            <a:endParaRPr lang="ru-RU" sz="1800" dirty="0"/>
          </a:p>
          <a:p>
            <a:pPr algn="ctr"/>
            <a:r>
              <a:rPr lang="ru-RU" sz="1800" dirty="0"/>
              <a:t>Аларды оңдоңуз!</a:t>
            </a:r>
            <a:endParaRPr lang="en-GB" sz="1800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3446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22859F8-59BF-4DBA-AEF5-C77CFD64638E}"/>
              </a:ext>
            </a:extLst>
          </p:cNvPr>
          <p:cNvGrpSpPr/>
          <p:nvPr/>
        </p:nvGrpSpPr>
        <p:grpSpPr>
          <a:xfrm>
            <a:off x="228600" y="43962"/>
            <a:ext cx="9677400" cy="6814040"/>
            <a:chOff x="2866293" y="2741804"/>
            <a:chExt cx="4709331" cy="331592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AD6E06C-1FB1-4DCC-A80A-4C4FF7A787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7319"/>
            <a:stretch/>
          </p:blipFill>
          <p:spPr>
            <a:xfrm>
              <a:off x="4016766" y="2741804"/>
              <a:ext cx="2376414" cy="1279577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9549A10-2353-4F3B-8CB9-40E4FE41F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66293" y="4003116"/>
              <a:ext cx="4709331" cy="2054617"/>
            </a:xfrm>
            <a:prstGeom prst="rect">
              <a:avLst/>
            </a:prstGeom>
          </p:spPr>
        </p:pic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2E34BBF-68C4-4436-A15E-D87B9552907B}"/>
              </a:ext>
            </a:extLst>
          </p:cNvPr>
          <p:cNvSpPr/>
          <p:nvPr/>
        </p:nvSpPr>
        <p:spPr>
          <a:xfrm>
            <a:off x="3917616" y="959329"/>
            <a:ext cx="1256771" cy="119248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5ACF5A-B1A3-4FF9-A1F8-DB12563C71A0}"/>
              </a:ext>
            </a:extLst>
          </p:cNvPr>
          <p:cNvSpPr/>
          <p:nvPr/>
        </p:nvSpPr>
        <p:spPr>
          <a:xfrm>
            <a:off x="2019385" y="4068131"/>
            <a:ext cx="1256771" cy="119248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988437-4BEF-4084-9929-FEBD9048A65E}"/>
              </a:ext>
            </a:extLst>
          </p:cNvPr>
          <p:cNvSpPr/>
          <p:nvPr/>
        </p:nvSpPr>
        <p:spPr>
          <a:xfrm>
            <a:off x="2538712" y="5113947"/>
            <a:ext cx="1256771" cy="119248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1D511E-674E-4A09-B927-7E3A703256CE}"/>
              </a:ext>
            </a:extLst>
          </p:cNvPr>
          <p:cNvSpPr/>
          <p:nvPr/>
        </p:nvSpPr>
        <p:spPr>
          <a:xfrm>
            <a:off x="7334431" y="5106784"/>
            <a:ext cx="1256771" cy="119248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DF16A6-6C8D-4F4F-B21A-848E00AD5F4D}"/>
              </a:ext>
            </a:extLst>
          </p:cNvPr>
          <p:cNvSpPr/>
          <p:nvPr/>
        </p:nvSpPr>
        <p:spPr>
          <a:xfrm>
            <a:off x="6295777" y="3154829"/>
            <a:ext cx="1256771" cy="1192489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61EDAF2-AFFA-47C2-AD59-96C13A4F9831}"/>
              </a:ext>
            </a:extLst>
          </p:cNvPr>
          <p:cNvSpPr/>
          <p:nvPr/>
        </p:nvSpPr>
        <p:spPr>
          <a:xfrm rot="18336802">
            <a:off x="3516479" y="3021657"/>
            <a:ext cx="1633196" cy="119249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0D0A67-B67E-7F73-5437-846913475A02}"/>
              </a:ext>
            </a:extLst>
          </p:cNvPr>
          <p:cNvSpPr txBox="1"/>
          <p:nvPr/>
        </p:nvSpPr>
        <p:spPr>
          <a:xfrm>
            <a:off x="112483" y="104126"/>
            <a:ext cx="3683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6600" b="1" spc="600" dirty="0">
                <a:ln w="0">
                  <a:solidFill>
                    <a:schemeClr val="bg2">
                      <a:lumMod val="10000"/>
                    </a:schemeClr>
                  </a:solidFill>
                </a:ln>
                <a:solidFill>
                  <a:srgbClr val="92D05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53000" endA="300" endPos="35500" dir="5400000" sy="-90000" algn="bl" rotWithShape="0"/>
                </a:effectLst>
              </a:rPr>
              <a:t>ЖООБУ</a:t>
            </a:r>
            <a:endParaRPr lang="en-US" sz="1600" b="1" spc="600" dirty="0">
              <a:ln w="0">
                <a:solidFill>
                  <a:schemeClr val="bg2">
                    <a:lumMod val="10000"/>
                  </a:schemeClr>
                </a:solidFill>
              </a:ln>
              <a:solidFill>
                <a:srgbClr val="92D05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8598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EDA1D8-5127-93B9-81F7-3B8E0035A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768540" y="1189780"/>
            <a:ext cx="6507445" cy="44784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4F1D35-63F2-9090-DA6B-71EFCDD54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4288369" y="1189779"/>
            <a:ext cx="6507445" cy="447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587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D7B8D6-2E98-888D-A7FA-F4909046C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3" y="0"/>
            <a:ext cx="4824047" cy="3319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D02920-6489-5997-0BB8-1A3C6D9D1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54" y="0"/>
            <a:ext cx="4824047" cy="3319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A19CC7-DE40-5DD6-B34D-DFC8B1FAD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3" y="3538080"/>
            <a:ext cx="4824047" cy="3319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91FB8B-7B84-D4F7-448A-15A298274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54" y="3538080"/>
            <a:ext cx="4824047" cy="331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530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15744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8328</TotalTime>
  <Words>126</Words>
  <Application>Microsoft Office PowerPoint</Application>
  <PresentationFormat>A4 Paper (210x297 mm)</PresentationFormat>
  <Paragraphs>36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Calibri Light</vt:lpstr>
      <vt:lpstr>Arial</vt:lpstr>
      <vt:lpstr>Fira Code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363</cp:revision>
  <cp:lastPrinted>2024-08-21T04:15:01Z</cp:lastPrinted>
  <dcterms:created xsi:type="dcterms:W3CDTF">2017-01-17T16:57:04Z</dcterms:created>
  <dcterms:modified xsi:type="dcterms:W3CDTF">2024-08-21T04:15:07Z</dcterms:modified>
</cp:coreProperties>
</file>