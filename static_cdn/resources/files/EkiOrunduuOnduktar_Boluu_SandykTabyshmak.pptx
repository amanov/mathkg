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1"/>
  </p:notesMasterIdLst>
  <p:sldIdLst>
    <p:sldId id="267" r:id="rId3"/>
    <p:sldId id="950" r:id="rId4"/>
    <p:sldId id="951" r:id="rId5"/>
    <p:sldId id="952" r:id="rId6"/>
    <p:sldId id="953" r:id="rId7"/>
    <p:sldId id="942" r:id="rId8"/>
    <p:sldId id="943" r:id="rId9"/>
    <p:sldId id="944" r:id="rId10"/>
    <p:sldId id="945" r:id="rId11"/>
    <p:sldId id="956" r:id="rId12"/>
    <p:sldId id="957" r:id="rId13"/>
    <p:sldId id="958" r:id="rId14"/>
    <p:sldId id="959" r:id="rId15"/>
    <p:sldId id="962" r:id="rId16"/>
    <p:sldId id="963" r:id="rId17"/>
    <p:sldId id="964" r:id="rId18"/>
    <p:sldId id="965" r:id="rId19"/>
    <p:sldId id="266" r:id="rId2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67"/>
          </p14:sldIdLst>
        </p14:section>
        <p14:section name="Көрсөтүү үчүн" id="{059544AC-2C27-45B1-9F95-F87DF8854DD6}">
          <p14:sldIdLst>
            <p14:sldId id="950"/>
            <p14:sldId id="951"/>
            <p14:sldId id="952"/>
            <p14:sldId id="953"/>
          </p14:sldIdLst>
        </p14:section>
        <p14:section name="Кээ бир жооптор" id="{1FEDB314-42DC-4694-9B04-D4A4AAE625F7}">
          <p14:sldIdLst>
            <p14:sldId id="942"/>
            <p14:sldId id="943"/>
            <p14:sldId id="944"/>
            <p14:sldId id="945"/>
          </p14:sldIdLst>
        </p14:section>
        <p14:section name="Принтер үчүн" id="{A78D9305-6AAE-4715-A210-52F6908F30F7}">
          <p14:sldIdLst>
            <p14:sldId id="956"/>
            <p14:sldId id="957"/>
            <p14:sldId id="958"/>
            <p14:sldId id="959"/>
          </p14:sldIdLst>
        </p14:section>
        <p14:section name="Принтерге" id="{4D16D7EE-FBE8-4152-B760-988FB5F05278}">
          <p14:sldIdLst>
            <p14:sldId id="962"/>
            <p14:sldId id="963"/>
            <p14:sldId id="964"/>
            <p14:sldId id="965"/>
          </p14:sldIdLst>
        </p14:section>
        <p14:section name="Кайтарым Байланыш" id="{95311BF2-E2B3-4281-B803-FAC28FC5307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2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6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9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4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1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3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2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1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99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3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3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</a:t>
            </a:r>
            <a:r>
              <a:rPr lang="ky-KG" sz="2000" dirty="0"/>
              <a:t>БӨЛ</a:t>
            </a:r>
            <a:r>
              <a:rPr lang="ru-RU" sz="2000" dirty="0"/>
              <a:t>ҮҮ ---</a:t>
            </a:r>
            <a:r>
              <a:rPr lang="ky-KG" sz="2000" dirty="0"/>
              <a:t>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B6FAB0-242F-35B9-EC8C-FCD55845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0109"/>
            <a:ext cx="9527469" cy="65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429924-7B4B-C6D5-A5CC-AECB4783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5" y="235527"/>
            <a:ext cx="9533629" cy="649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1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0664F8-E5DD-BD8B-0699-74037875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39208" cy="67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7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2513B2-E800-78FA-4682-217E00A2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10835"/>
            <a:ext cx="9655197" cy="65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7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12975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73777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2980368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203950" y="5765742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7" y="237004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÷ 0.2 =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93051F-83D9-0057-5A3C-6B849B9DA648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AB5FAE-17CD-C0C8-B72E-8CC3297AE6F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7E023F6-5760-F1D8-AD8D-CD33FFA420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F3BDFE-BB1A-B1F2-9E20-45440F1FE203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11637" y="3084017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8.1 ÷ 0.3 =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11637" y="94210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1.4 ÷ 0.7 =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11637" y="165607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÷ 0.8 = 12</a:t>
            </a:r>
          </a:p>
        </p:txBody>
      </p:sp>
    </p:spTree>
    <p:extLst>
      <p:ext uri="{BB962C8B-B14F-4D97-AF65-F5344CB8AC3E}">
        <p14:creationId xmlns:p14="http://schemas.microsoft.com/office/powerpoint/2010/main" val="203944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71489" y="29451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6516" y="297890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26147" y="26277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229405" y="5862947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45127" y="96704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3.6 ÷ 0.4 =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45127" y="226145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6.0 ÷ 1.2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45127" y="290865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2.8 ÷ 0.7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45127" y="161424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3.2 ÷ 0.4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54A576-B6A8-2ADB-BF6E-920E7E66B56D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78A6D0-B6BE-AB9C-E5CB-47C8C2B889F5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808DB8-839A-9D6F-EC2A-AB845EABE2CD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2ED0EB-2E38-1F9C-6204-F2852D87ADFD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AB795B-3074-686D-AE11-3D552E608E01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F9F119-4FA1-6C2D-59F3-01963D2944D7}"/>
              </a:ext>
            </a:extLst>
          </p:cNvPr>
          <p:cNvSpPr txBox="1"/>
          <p:nvPr/>
        </p:nvSpPr>
        <p:spPr>
          <a:xfrm>
            <a:off x="6545127" y="420306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1.4 ÷ 0.7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A3C0A-8DA3-FCD3-B9B3-24AB0999C0CC}"/>
              </a:ext>
            </a:extLst>
          </p:cNvPr>
          <p:cNvSpPr txBox="1"/>
          <p:nvPr/>
        </p:nvSpPr>
        <p:spPr>
          <a:xfrm>
            <a:off x="6545127" y="485027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3.0 ÷ 1.5 =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33761-5FAD-78D5-A9A3-CAEC3A082277}"/>
              </a:ext>
            </a:extLst>
          </p:cNvPr>
          <p:cNvSpPr txBox="1"/>
          <p:nvPr/>
        </p:nvSpPr>
        <p:spPr>
          <a:xfrm>
            <a:off x="6545127" y="549747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9.0 ÷ 4.5 =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3436A0-54E7-2712-C646-B4E0997F810E}"/>
              </a:ext>
            </a:extLst>
          </p:cNvPr>
          <p:cNvSpPr txBox="1"/>
          <p:nvPr/>
        </p:nvSpPr>
        <p:spPr>
          <a:xfrm>
            <a:off x="6545127" y="355586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4.8 ÷ 1.6 = 3</a:t>
            </a:r>
          </a:p>
        </p:txBody>
      </p:sp>
    </p:spTree>
    <p:extLst>
      <p:ext uri="{BB962C8B-B14F-4D97-AF65-F5344CB8AC3E}">
        <p14:creationId xmlns:p14="http://schemas.microsoft.com/office/powerpoint/2010/main" val="221524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57183" y="5051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5849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41197" y="260913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92637" y="5844302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53694" y="1706877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2.7 ÷ 0.45 = 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3AFCB6-CA74-3AEE-834A-C9B1565D0764}"/>
              </a:ext>
            </a:extLst>
          </p:cNvPr>
          <p:cNvSpPr txBox="1"/>
          <p:nvPr/>
        </p:nvSpPr>
        <p:spPr>
          <a:xfrm>
            <a:off x="6353694" y="3153292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÷ 0.12 = 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C2096-8DCE-D4E3-CB42-758EA64CB7DE}"/>
              </a:ext>
            </a:extLst>
          </p:cNvPr>
          <p:cNvSpPr txBox="1"/>
          <p:nvPr/>
        </p:nvSpPr>
        <p:spPr>
          <a:xfrm>
            <a:off x="6353694" y="98367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3.8 ÷ 0.95 = 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EE4E5-ED27-E34D-0F12-B1F61735405B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1E0C7B-C883-F795-86A1-F23AA4DD053B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BC7A4E-F6FF-5FC0-A6AB-B3628B947ED2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D9571E-2D19-3E94-D1FB-161F738722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507E1D-4F43-D9C9-07C4-D8F0D3E67EE1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6C381E-75D4-8ECC-D4C1-0D2886675465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0758EE-2469-2718-A47D-A009979E3F1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B9AEFF-0F38-ECAF-A003-2E475E396963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A46D72F-401D-3827-48AB-A174244D2EC9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690E51F-35C2-9C93-C37B-5396FD01901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5EC4D72-2D6F-E217-A4AA-70B557D365B3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B918F5B-F9C0-E41B-F606-45C8A7BC48A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B739599-900A-1DF7-CA84-8ED11091F77A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2BC9-3CF2-B67D-3C50-E321ED8342E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5608A8A-3097-DCD1-941A-863219F8269E}"/>
              </a:ext>
            </a:extLst>
          </p:cNvPr>
          <p:cNvSpPr txBox="1"/>
          <p:nvPr/>
        </p:nvSpPr>
        <p:spPr>
          <a:xfrm>
            <a:off x="6353694" y="2430084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8.6 ÷ 0.20 = 43</a:t>
            </a:r>
          </a:p>
        </p:txBody>
      </p:sp>
    </p:spTree>
    <p:extLst>
      <p:ext uri="{BB962C8B-B14F-4D97-AF65-F5344CB8AC3E}">
        <p14:creationId xmlns:p14="http://schemas.microsoft.com/office/powerpoint/2010/main" val="412078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25727" y="6080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17721" y="5710535"/>
            <a:ext cx="23292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Жооп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6" y="119980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3.6 ÷ 0.15 = 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4E2070-9A99-D809-05F1-3B70E250AB8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18FCD77-2BEB-BEC3-1FFA-26A357B4B170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76FDD6-AF0F-AB6A-4F22-6D2A71B3CC82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2ED0EB-2E38-1F9C-6204-F2852D87ADFD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B795B-3074-686D-AE11-3D552E608E01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5E7B4-049B-0B91-0916-3298173411EA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F3A99-97B3-F08F-E4CB-257E767948C6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1212345-60DE-870A-B51F-974AB641FDC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A1A32-F999-3C3A-D0CB-6FB4526BA07C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F2B5B-B65F-28E3-9036-61D4C86FFB4D}"/>
              </a:ext>
            </a:extLst>
          </p:cNvPr>
          <p:cNvSpPr txBox="1"/>
          <p:nvPr/>
        </p:nvSpPr>
        <p:spPr>
          <a:xfrm>
            <a:off x="759890" y="296298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EA375A5-C496-2669-8E47-60F4372401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A906DE2-3E5E-5715-8643-8088F0A14B2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6918D-9A94-632D-7AE0-3DE984FCD6A5}"/>
              </a:ext>
            </a:extLst>
          </p:cNvPr>
          <p:cNvSpPr txBox="1"/>
          <p:nvPr/>
        </p:nvSpPr>
        <p:spPr>
          <a:xfrm>
            <a:off x="2690362" y="2623503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3390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CA1D764-031F-3149-2DA6-5F8CEC43175E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A893ACE-E3AF-CCF4-926B-60AB57673B2A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C94E6AE-E70E-E8BF-1FB7-B0DED985EB24}"/>
              </a:ext>
            </a:extLst>
          </p:cNvPr>
          <p:cNvSpPr txBox="1"/>
          <p:nvPr/>
        </p:nvSpPr>
        <p:spPr>
          <a:xfrm>
            <a:off x="1312975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6459BAA0-6A0B-10AC-0F96-6A0270DB589E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E1BB55-4B2D-2343-78E4-8E4B4110561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A7D29D-4DBD-E850-7B2D-2A7665D002FF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65A7D60-E790-0337-F181-AC8509EF2AD7}"/>
              </a:ext>
            </a:extLst>
          </p:cNvPr>
          <p:cNvSpPr txBox="1"/>
          <p:nvPr/>
        </p:nvSpPr>
        <p:spPr>
          <a:xfrm>
            <a:off x="773777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F23C3090-4D72-4B95-6C7C-ADDE6E5AF24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9872633E-AEA8-4B5F-7234-973176523F81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58E1AA7-B8BF-AAFC-26B0-F8D65D612405}"/>
              </a:ext>
            </a:extLst>
          </p:cNvPr>
          <p:cNvSpPr txBox="1"/>
          <p:nvPr/>
        </p:nvSpPr>
        <p:spPr>
          <a:xfrm>
            <a:off x="2980368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0D1B19-FC1B-BBCF-EB82-C033B0638C40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796CC13-ACFF-FDB6-53C1-285A435275C5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C75525E-3F98-7F5B-F4CD-6031C01C0D7A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6238E79-46BC-C918-756D-B03C3557F0E8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BEC92D7-AA84-74AF-8490-6328C194E146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BFABA34-B9A3-A746-1CF1-EDD5E2DCAF37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71396E4-1ACC-1124-7B87-747426B45516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7CD80F2-A394-1528-597A-F5F707F84683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B1CC2D6-62FD-1A9B-2DE4-9A58ED3F8803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9860720-74BA-CF71-2333-E8713745598C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7D4A307-DD32-FEA1-ACEE-37BEEB98D855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D901960-9C74-DF57-DBA2-11026CC50C01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9C50E47-7059-B420-80CD-C58B3FC524B9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BB6B6A5-A6D5-811E-E17D-485A116F6975}"/>
              </a:ext>
            </a:extLst>
          </p:cNvPr>
          <p:cNvSpPr/>
          <p:nvPr/>
        </p:nvSpPr>
        <p:spPr>
          <a:xfrm>
            <a:off x="4980738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53D3C67-BDCE-5F84-CCB5-575F77780C03}"/>
              </a:ext>
            </a:extLst>
          </p:cNvPr>
          <p:cNvSpPr/>
          <p:nvPr/>
        </p:nvSpPr>
        <p:spPr>
          <a:xfrm>
            <a:off x="6848182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86A858-4FB5-D529-26AC-2568FF249958}"/>
              </a:ext>
            </a:extLst>
          </p:cNvPr>
          <p:cNvSpPr txBox="1"/>
          <p:nvPr/>
        </p:nvSpPr>
        <p:spPr>
          <a:xfrm>
            <a:off x="6286093" y="3134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DB7FF84D-BFEE-CB92-6F76-EBB37A40DF6A}"/>
              </a:ext>
            </a:extLst>
          </p:cNvPr>
          <p:cNvSpPr/>
          <p:nvPr/>
        </p:nvSpPr>
        <p:spPr>
          <a:xfrm>
            <a:off x="5451654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B3C1E4-13F4-1316-EFC9-2958D674FE33}"/>
              </a:ext>
            </a:extLst>
          </p:cNvPr>
          <p:cNvSpPr txBox="1"/>
          <p:nvPr/>
        </p:nvSpPr>
        <p:spPr>
          <a:xfrm>
            <a:off x="5787746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E103260-CA4C-66E4-D193-950353339817}"/>
              </a:ext>
            </a:extLst>
          </p:cNvPr>
          <p:cNvSpPr txBox="1"/>
          <p:nvPr/>
        </p:nvSpPr>
        <p:spPr>
          <a:xfrm>
            <a:off x="5984738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2A9427E-4002-55E7-9B4D-108A6E41211E}"/>
              </a:ext>
            </a:extLst>
          </p:cNvPr>
          <p:cNvSpPr txBox="1"/>
          <p:nvPr/>
        </p:nvSpPr>
        <p:spPr>
          <a:xfrm>
            <a:off x="5746895" y="296733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9B7431A3-1DBE-08E7-411B-2CDFE3409EE9}"/>
              </a:ext>
            </a:extLst>
          </p:cNvPr>
          <p:cNvSpPr/>
          <p:nvPr/>
        </p:nvSpPr>
        <p:spPr>
          <a:xfrm>
            <a:off x="5451654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196CAA9E-9EA2-062B-FA96-2EC2F288F6BC}"/>
              </a:ext>
            </a:extLst>
          </p:cNvPr>
          <p:cNvSpPr/>
          <p:nvPr/>
        </p:nvSpPr>
        <p:spPr>
          <a:xfrm>
            <a:off x="5112564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58A271D-E49A-32B1-9976-67D310BA5013}"/>
              </a:ext>
            </a:extLst>
          </p:cNvPr>
          <p:cNvSpPr txBox="1"/>
          <p:nvPr/>
        </p:nvSpPr>
        <p:spPr>
          <a:xfrm>
            <a:off x="7953486" y="2605193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F9CD177-6827-6525-9F83-9AE50FA49181}"/>
              </a:ext>
            </a:extLst>
          </p:cNvPr>
          <p:cNvSpPr txBox="1"/>
          <p:nvPr/>
        </p:nvSpPr>
        <p:spPr>
          <a:xfrm>
            <a:off x="654803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9D460FA-E6AF-C912-76C7-06B24C67B1EF}"/>
              </a:ext>
            </a:extLst>
          </p:cNvPr>
          <p:cNvSpPr txBox="1"/>
          <p:nvPr/>
        </p:nvSpPr>
        <p:spPr>
          <a:xfrm>
            <a:off x="80443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4BE7224-FD14-6509-96D0-B5C68A531968}"/>
              </a:ext>
            </a:extLst>
          </p:cNvPr>
          <p:cNvGrpSpPr/>
          <p:nvPr/>
        </p:nvGrpSpPr>
        <p:grpSpPr>
          <a:xfrm>
            <a:off x="8477037" y="1298860"/>
            <a:ext cx="832583" cy="553914"/>
            <a:chOff x="3503919" y="1298860"/>
            <a:chExt cx="832583" cy="553914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E7E3409-B5AA-32BD-1754-9F8B3FC202BA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D6E4C80-43C9-E37A-4E59-8933939E0203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3951982-4E1C-79D9-17DD-8EAC7B3327F5}"/>
              </a:ext>
            </a:extLst>
          </p:cNvPr>
          <p:cNvGrpSpPr/>
          <p:nvPr/>
        </p:nvGrpSpPr>
        <p:grpSpPr>
          <a:xfrm>
            <a:off x="5529745" y="1298860"/>
            <a:ext cx="949821" cy="553914"/>
            <a:chOff x="556627" y="1298860"/>
            <a:chExt cx="949821" cy="553914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935599E-2636-AF19-3015-2F2A633EE836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9A582B73-2675-8B7D-B748-A69C47E9E6F7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972A06F-758D-6E7E-A676-46333B941021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502F7-EB90-2B3C-235E-20CD3E891F91}"/>
              </a:ext>
            </a:extLst>
          </p:cNvPr>
          <p:cNvGrpSpPr/>
          <p:nvPr/>
        </p:nvGrpSpPr>
        <p:grpSpPr>
          <a:xfrm>
            <a:off x="6937847" y="1169320"/>
            <a:ext cx="995182" cy="769441"/>
            <a:chOff x="2035266" y="1169320"/>
            <a:chExt cx="995182" cy="76944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5292D94-01D3-1375-39DE-CDD9FD05D744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EB6DBD5-0FE9-A577-1658-53DF78F255D5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7EA2904-14E6-3B7D-A765-E9374A2D9928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19A28BFC-DE11-CB64-BAEB-DF81F9727BF8}"/>
              </a:ext>
            </a:extLst>
          </p:cNvPr>
          <p:cNvSpPr/>
          <p:nvPr/>
        </p:nvSpPr>
        <p:spPr>
          <a:xfrm>
            <a:off x="10602" y="352337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12B01CD-5E2B-4360-EC8D-E6646D1378D8}"/>
              </a:ext>
            </a:extLst>
          </p:cNvPr>
          <p:cNvSpPr/>
          <p:nvPr/>
        </p:nvSpPr>
        <p:spPr>
          <a:xfrm>
            <a:off x="1878046" y="345149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5CD6522-26BB-619F-465D-02B292433818}"/>
              </a:ext>
            </a:extLst>
          </p:cNvPr>
          <p:cNvSpPr txBox="1"/>
          <p:nvPr/>
        </p:nvSpPr>
        <p:spPr>
          <a:xfrm>
            <a:off x="1315957" y="342772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FE6F1D92-E219-7CC1-F08C-4D6F6B6E60A8}"/>
              </a:ext>
            </a:extLst>
          </p:cNvPr>
          <p:cNvSpPr/>
          <p:nvPr/>
        </p:nvSpPr>
        <p:spPr>
          <a:xfrm>
            <a:off x="481518" y="604555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CCBD36F-7A03-3723-FE3B-85925B5068EB}"/>
              </a:ext>
            </a:extLst>
          </p:cNvPr>
          <p:cNvSpPr txBox="1"/>
          <p:nvPr/>
        </p:nvSpPr>
        <p:spPr>
          <a:xfrm>
            <a:off x="817610" y="604773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FF5258E-FC69-2EB1-1754-20C34B952ABC}"/>
              </a:ext>
            </a:extLst>
          </p:cNvPr>
          <p:cNvSpPr txBox="1"/>
          <p:nvPr/>
        </p:nvSpPr>
        <p:spPr>
          <a:xfrm>
            <a:off x="1014602" y="373927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BC830A4-FE54-5639-53FA-EEBCAD023021}"/>
              </a:ext>
            </a:extLst>
          </p:cNvPr>
          <p:cNvSpPr txBox="1"/>
          <p:nvPr/>
        </p:nvSpPr>
        <p:spPr>
          <a:xfrm>
            <a:off x="776759" y="636370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D28488C6-53A2-4DBD-C43D-1E16DFCE5D7C}"/>
              </a:ext>
            </a:extLst>
          </p:cNvPr>
          <p:cNvSpPr/>
          <p:nvPr/>
        </p:nvSpPr>
        <p:spPr>
          <a:xfrm>
            <a:off x="481518" y="63892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EA25CB19-17ED-B97C-9BD9-942942283FD5}"/>
              </a:ext>
            </a:extLst>
          </p:cNvPr>
          <p:cNvSpPr/>
          <p:nvPr/>
        </p:nvSpPr>
        <p:spPr>
          <a:xfrm>
            <a:off x="142428" y="63892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58760C0-7546-FEE2-B803-F248E782604C}"/>
              </a:ext>
            </a:extLst>
          </p:cNvPr>
          <p:cNvSpPr txBox="1"/>
          <p:nvPr/>
        </p:nvSpPr>
        <p:spPr>
          <a:xfrm>
            <a:off x="2983350" y="600156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70D5142-6669-B551-2A1A-A1372A659591}"/>
              </a:ext>
            </a:extLst>
          </p:cNvPr>
          <p:cNvSpPr txBox="1"/>
          <p:nvPr/>
        </p:nvSpPr>
        <p:spPr>
          <a:xfrm>
            <a:off x="1577901" y="469646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C4C0BB3-5D34-CDDB-C29D-1EC870DFF63F}"/>
              </a:ext>
            </a:extLst>
          </p:cNvPr>
          <p:cNvSpPr txBox="1"/>
          <p:nvPr/>
        </p:nvSpPr>
        <p:spPr>
          <a:xfrm>
            <a:off x="3074227" y="469646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51CB1FF-B816-1914-0D70-450C57D67082}"/>
              </a:ext>
            </a:extLst>
          </p:cNvPr>
          <p:cNvGrpSpPr/>
          <p:nvPr/>
        </p:nvGrpSpPr>
        <p:grpSpPr>
          <a:xfrm>
            <a:off x="3506901" y="4695233"/>
            <a:ext cx="832583" cy="553914"/>
            <a:chOff x="3503919" y="1298860"/>
            <a:chExt cx="832583" cy="553914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AC39C08-C74D-A432-B761-E60D7B2686AA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6913DB6-CC05-0042-B951-854B32FFF3C1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6A10F60-E1AD-41BF-81E9-71105448A9C0}"/>
              </a:ext>
            </a:extLst>
          </p:cNvPr>
          <p:cNvGrpSpPr/>
          <p:nvPr/>
        </p:nvGrpSpPr>
        <p:grpSpPr>
          <a:xfrm>
            <a:off x="559609" y="4695233"/>
            <a:ext cx="949821" cy="553914"/>
            <a:chOff x="556627" y="1298860"/>
            <a:chExt cx="949821" cy="55391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D537021-0F0C-F8E6-65B8-CAA055D44ED1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763D834-AFDC-1B79-4EE7-1A4BEFAA24EB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4B8BE2B-2089-429C-4606-9FC3AEE43971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FC676B7-8F24-0279-4F41-6F266873D925}"/>
              </a:ext>
            </a:extLst>
          </p:cNvPr>
          <p:cNvGrpSpPr/>
          <p:nvPr/>
        </p:nvGrpSpPr>
        <p:grpSpPr>
          <a:xfrm>
            <a:off x="1967711" y="4565693"/>
            <a:ext cx="995182" cy="769441"/>
            <a:chOff x="2035266" y="1169320"/>
            <a:chExt cx="995182" cy="769441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669DE47-04C1-7D39-94EF-CB7E8E7B9FF9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660E99C-9F6E-4ACF-01A2-B7C962753EE6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675BD1D-6D88-9939-BD87-7AC994A4F63E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506ADE60-44B8-13B0-09FA-94124DA17A18}"/>
              </a:ext>
            </a:extLst>
          </p:cNvPr>
          <p:cNvSpPr/>
          <p:nvPr/>
        </p:nvSpPr>
        <p:spPr>
          <a:xfrm>
            <a:off x="4980738" y="352078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4284E0C-27BC-7F68-6317-F0A1BFBE3BE9}"/>
              </a:ext>
            </a:extLst>
          </p:cNvPr>
          <p:cNvSpPr/>
          <p:nvPr/>
        </p:nvSpPr>
        <p:spPr>
          <a:xfrm>
            <a:off x="6848182" y="344890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DAF8DBE-5A48-6D3F-B640-1A020BBEDEDB}"/>
              </a:ext>
            </a:extLst>
          </p:cNvPr>
          <p:cNvSpPr txBox="1"/>
          <p:nvPr/>
        </p:nvSpPr>
        <p:spPr>
          <a:xfrm>
            <a:off x="6286093" y="342513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8335F11B-7932-4D9F-0553-7929B9F7083D}"/>
              </a:ext>
            </a:extLst>
          </p:cNvPr>
          <p:cNvSpPr/>
          <p:nvPr/>
        </p:nvSpPr>
        <p:spPr>
          <a:xfrm>
            <a:off x="5451654" y="604296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0A16A87-3E20-BBDD-C8E1-AE17A0392965}"/>
              </a:ext>
            </a:extLst>
          </p:cNvPr>
          <p:cNvSpPr txBox="1"/>
          <p:nvPr/>
        </p:nvSpPr>
        <p:spPr>
          <a:xfrm>
            <a:off x="5787746" y="604514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F3A918-9256-0FC8-072F-D2F14E06CCC0}"/>
              </a:ext>
            </a:extLst>
          </p:cNvPr>
          <p:cNvSpPr txBox="1"/>
          <p:nvPr/>
        </p:nvSpPr>
        <p:spPr>
          <a:xfrm>
            <a:off x="5984738" y="373668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C2B14C1-1CAF-3886-6787-8102A56950D6}"/>
              </a:ext>
            </a:extLst>
          </p:cNvPr>
          <p:cNvSpPr txBox="1"/>
          <p:nvPr/>
        </p:nvSpPr>
        <p:spPr>
          <a:xfrm>
            <a:off x="5746895" y="636111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159489F0-C5EA-4478-61A3-204DD1B56D5F}"/>
              </a:ext>
            </a:extLst>
          </p:cNvPr>
          <p:cNvSpPr/>
          <p:nvPr/>
        </p:nvSpPr>
        <p:spPr>
          <a:xfrm>
            <a:off x="5451654" y="63866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CDE0B691-C006-21F2-4605-498D7441559C}"/>
              </a:ext>
            </a:extLst>
          </p:cNvPr>
          <p:cNvSpPr/>
          <p:nvPr/>
        </p:nvSpPr>
        <p:spPr>
          <a:xfrm>
            <a:off x="5112564" y="63866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C084643-D148-9421-FB28-C658B2B55C93}"/>
              </a:ext>
            </a:extLst>
          </p:cNvPr>
          <p:cNvSpPr txBox="1"/>
          <p:nvPr/>
        </p:nvSpPr>
        <p:spPr>
          <a:xfrm>
            <a:off x="7953486" y="599897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2FF56FB-136E-2C7E-BBB9-67493D3FBE94}"/>
              </a:ext>
            </a:extLst>
          </p:cNvPr>
          <p:cNvSpPr txBox="1"/>
          <p:nvPr/>
        </p:nvSpPr>
        <p:spPr>
          <a:xfrm>
            <a:off x="6548037" y="46938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890AE71-97E3-DD14-9CDA-B8CA83CB978C}"/>
              </a:ext>
            </a:extLst>
          </p:cNvPr>
          <p:cNvSpPr txBox="1"/>
          <p:nvPr/>
        </p:nvSpPr>
        <p:spPr>
          <a:xfrm>
            <a:off x="8044363" y="46938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F134AB7-8982-ECE9-B656-89E973E4AE0E}"/>
              </a:ext>
            </a:extLst>
          </p:cNvPr>
          <p:cNvGrpSpPr/>
          <p:nvPr/>
        </p:nvGrpSpPr>
        <p:grpSpPr>
          <a:xfrm>
            <a:off x="8477037" y="4692643"/>
            <a:ext cx="832583" cy="553914"/>
            <a:chOff x="3503919" y="1298860"/>
            <a:chExt cx="832583" cy="553914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FA8D920-E8D4-4F80-6C76-4DF0DBCF4B9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FF7E9A9F-AA74-62F9-DA27-89AEBE14A8BC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3FF1147-8CC7-B040-54A6-CB98BD719CE8}"/>
              </a:ext>
            </a:extLst>
          </p:cNvPr>
          <p:cNvGrpSpPr/>
          <p:nvPr/>
        </p:nvGrpSpPr>
        <p:grpSpPr>
          <a:xfrm>
            <a:off x="5529745" y="4692643"/>
            <a:ext cx="949821" cy="553914"/>
            <a:chOff x="556627" y="1298860"/>
            <a:chExt cx="949821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C7A89096-1E9E-563A-8CA3-24D606D46B7D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A2761EB6-2941-54AB-0D5D-1974806428D9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4C05FA3-9D80-901F-BBA0-DA021278ACBC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DBFE2A3-8A22-D37B-A747-C2F06858695D}"/>
              </a:ext>
            </a:extLst>
          </p:cNvPr>
          <p:cNvGrpSpPr/>
          <p:nvPr/>
        </p:nvGrpSpPr>
        <p:grpSpPr>
          <a:xfrm>
            <a:off x="6937847" y="4563103"/>
            <a:ext cx="995182" cy="769441"/>
            <a:chOff x="2035266" y="1169320"/>
            <a:chExt cx="995182" cy="769441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090CAF3-FB1E-6A9D-8F59-6CB748F062E3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2EDE62E-7DDA-C473-DBB9-DBA14786147F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C09CFA5-19D2-7478-21F5-8D9F8CBE2841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01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33B9695-606C-ABD8-16F6-430663E1BC31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D83727-87EA-7C36-344B-E20BBBBABEDC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01E1B5-5F26-8280-DF47-7137375A9B2A}"/>
              </a:ext>
            </a:extLst>
          </p:cNvPr>
          <p:cNvSpPr txBox="1"/>
          <p:nvPr/>
        </p:nvSpPr>
        <p:spPr>
          <a:xfrm>
            <a:off x="1371489" y="29451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F710BD80-3167-8E20-CF4C-B8C5ADB98B0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16771C-7D45-1629-7A31-67CA5772195F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76D8DE-4997-ADA7-1532-8576AD0D9F92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1DAF33E-455C-CBF7-0E8F-F108FF9256BB}"/>
              </a:ext>
            </a:extLst>
          </p:cNvPr>
          <p:cNvSpPr txBox="1"/>
          <p:nvPr/>
        </p:nvSpPr>
        <p:spPr>
          <a:xfrm>
            <a:off x="796516" y="297890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EEED3B23-CF19-1DA9-6982-CEC9EA90F85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9492FCD5-875A-6D1A-43EC-A40D86851255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79B88AA-D107-8008-5E2F-EA14A878366E}"/>
              </a:ext>
            </a:extLst>
          </p:cNvPr>
          <p:cNvSpPr txBox="1"/>
          <p:nvPr/>
        </p:nvSpPr>
        <p:spPr>
          <a:xfrm>
            <a:off x="3126147" y="26277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9F487E-7DC0-11D9-4E38-DEAB099890A6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D06957-D1C3-410E-5C68-6FF3F147947E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DAFA0B0-00BB-1B2A-C180-8DDEF3DF7172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099DB93-FDBF-36A1-B959-9C013EBF60DC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B8334F7-3B81-B5A0-9302-8391917FE091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D1767C4-70C5-C445-BDDE-A032EE34FC99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6A5D77D-345B-367F-5661-03FB9D86CD9C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C2CE86C-95ED-8C5B-F195-EC0D173BA0FD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6360417-670C-2484-6565-36427233DAE9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B314C21-5D82-684A-9579-CB02C1B51D17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405634A-D487-4451-1921-3C8F455C6C4E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51BA99B2-974F-E036-AD3E-1DFB2B5116A0}"/>
              </a:ext>
            </a:extLst>
          </p:cNvPr>
          <p:cNvSpPr/>
          <p:nvPr/>
        </p:nvSpPr>
        <p:spPr>
          <a:xfrm>
            <a:off x="4965319" y="10148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4A842B7-0A66-6197-F440-58CD35149AAE}"/>
              </a:ext>
            </a:extLst>
          </p:cNvPr>
          <p:cNvSpPr/>
          <p:nvPr/>
        </p:nvSpPr>
        <p:spPr>
          <a:xfrm>
            <a:off x="6832763" y="29607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3903736-DA62-9D24-5C0A-FCC7EF63F79B}"/>
              </a:ext>
            </a:extLst>
          </p:cNvPr>
          <p:cNvSpPr txBox="1"/>
          <p:nvPr/>
        </p:nvSpPr>
        <p:spPr>
          <a:xfrm>
            <a:off x="6329188" y="393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EBF6C6DB-7B89-955C-A84E-70C7B638252B}"/>
              </a:ext>
            </a:extLst>
          </p:cNvPr>
          <p:cNvSpPr/>
          <p:nvPr/>
        </p:nvSpPr>
        <p:spPr>
          <a:xfrm>
            <a:off x="5436235" y="262366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D1F8E34-179F-28A0-70A0-5D4BDD39A550}"/>
              </a:ext>
            </a:extLst>
          </p:cNvPr>
          <p:cNvSpPr txBox="1"/>
          <p:nvPr/>
        </p:nvSpPr>
        <p:spPr>
          <a:xfrm>
            <a:off x="5772327" y="262584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6B1390-8822-B15A-ECAD-CAAA3738AE28}"/>
              </a:ext>
            </a:extLst>
          </p:cNvPr>
          <p:cNvSpPr txBox="1"/>
          <p:nvPr/>
        </p:nvSpPr>
        <p:spPr>
          <a:xfrm>
            <a:off x="5969319" y="31738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467F284-5C88-E4FF-E847-38F0AC1C9C62}"/>
              </a:ext>
            </a:extLst>
          </p:cNvPr>
          <p:cNvSpPr txBox="1"/>
          <p:nvPr/>
        </p:nvSpPr>
        <p:spPr>
          <a:xfrm>
            <a:off x="5754215" y="295339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8458E81B-4830-C1BF-F0F0-F12399B9FFC5}"/>
              </a:ext>
            </a:extLst>
          </p:cNvPr>
          <p:cNvSpPr/>
          <p:nvPr/>
        </p:nvSpPr>
        <p:spPr>
          <a:xfrm>
            <a:off x="5436235" y="29673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5D133492-B364-EEB1-BEA4-71ABE1036CB7}"/>
              </a:ext>
            </a:extLst>
          </p:cNvPr>
          <p:cNvSpPr/>
          <p:nvPr/>
        </p:nvSpPr>
        <p:spPr>
          <a:xfrm>
            <a:off x="5097145" y="29673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5A62D8A-5B2F-7E81-CCCC-FD5B1225F645}"/>
              </a:ext>
            </a:extLst>
          </p:cNvPr>
          <p:cNvSpPr txBox="1"/>
          <p:nvPr/>
        </p:nvSpPr>
        <p:spPr>
          <a:xfrm>
            <a:off x="8083846" y="260226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A1C5E0F-C92A-9896-1697-81F035784378}"/>
              </a:ext>
            </a:extLst>
          </p:cNvPr>
          <p:cNvSpPr txBox="1"/>
          <p:nvPr/>
        </p:nvSpPr>
        <p:spPr>
          <a:xfrm>
            <a:off x="6776499" y="12745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19ED4AA-4BAC-181B-DEB3-162600DFAC23}"/>
              </a:ext>
            </a:extLst>
          </p:cNvPr>
          <p:cNvSpPr txBox="1"/>
          <p:nvPr/>
        </p:nvSpPr>
        <p:spPr>
          <a:xfrm>
            <a:off x="8250144" y="12745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8BEA05A-C404-A882-850E-4D7B68276433}"/>
              </a:ext>
            </a:extLst>
          </p:cNvPr>
          <p:cNvSpPr/>
          <p:nvPr/>
        </p:nvSpPr>
        <p:spPr>
          <a:xfrm>
            <a:off x="8694159" y="127334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842C95E-4A35-29E1-402F-32DB53835F8A}"/>
              </a:ext>
            </a:extLst>
          </p:cNvPr>
          <p:cNvGrpSpPr/>
          <p:nvPr/>
        </p:nvGrpSpPr>
        <p:grpSpPr>
          <a:xfrm>
            <a:off x="5746867" y="1273346"/>
            <a:ext cx="949821" cy="553914"/>
            <a:chOff x="789168" y="1298860"/>
            <a:chExt cx="949821" cy="55391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D5C90FD-F136-2E03-EB16-A25AAAF8EAB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DB5D167B-CED4-CF86-6AFD-6FE624393AF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2A4166E-C4CE-7A6B-5AF6-B6E5377BB988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DFF0943-8FD7-CCAE-6890-C299C7660368}"/>
              </a:ext>
            </a:extLst>
          </p:cNvPr>
          <p:cNvGrpSpPr/>
          <p:nvPr/>
        </p:nvGrpSpPr>
        <p:grpSpPr>
          <a:xfrm>
            <a:off x="7220512" y="1273346"/>
            <a:ext cx="949821" cy="553914"/>
            <a:chOff x="2318710" y="1298860"/>
            <a:chExt cx="949821" cy="55391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934C272-DB5A-9AD7-21B1-14FD0F6A2C5F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4EDBF44-D97D-BDCD-9ED0-8D8816D08EA6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8239EFD-BC96-1464-0C89-8C1137CC6EE6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F62008D-ABF9-FE3E-7621-5A4F442ECE15}"/>
              </a:ext>
            </a:extLst>
          </p:cNvPr>
          <p:cNvSpPr/>
          <p:nvPr/>
        </p:nvSpPr>
        <p:spPr>
          <a:xfrm>
            <a:off x="28720" y="35624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C93099C-0B46-1BCF-94E4-E76F5706BE3D}"/>
              </a:ext>
            </a:extLst>
          </p:cNvPr>
          <p:cNvSpPr/>
          <p:nvPr/>
        </p:nvSpPr>
        <p:spPr>
          <a:xfrm>
            <a:off x="1896164" y="349054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29C3514-B2DF-823A-DF9F-D4E6139E8045}"/>
              </a:ext>
            </a:extLst>
          </p:cNvPr>
          <p:cNvSpPr txBox="1"/>
          <p:nvPr/>
        </p:nvSpPr>
        <p:spPr>
          <a:xfrm>
            <a:off x="1392589" y="3464876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1D3B3768-DBEF-55B5-5FDE-13984F705A32}"/>
              </a:ext>
            </a:extLst>
          </p:cNvPr>
          <p:cNvSpPr/>
          <p:nvPr/>
        </p:nvSpPr>
        <p:spPr>
          <a:xfrm>
            <a:off x="499636" y="608460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C361A27-03B1-33D3-D39F-DDFD716EFABF}"/>
              </a:ext>
            </a:extLst>
          </p:cNvPr>
          <p:cNvSpPr txBox="1"/>
          <p:nvPr/>
        </p:nvSpPr>
        <p:spPr>
          <a:xfrm>
            <a:off x="835728" y="608678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56F465-81AB-3D22-080D-2A940F15DAE4}"/>
              </a:ext>
            </a:extLst>
          </p:cNvPr>
          <p:cNvSpPr txBox="1"/>
          <p:nvPr/>
        </p:nvSpPr>
        <p:spPr>
          <a:xfrm>
            <a:off x="1032720" y="377832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495D73E-7ED3-3CBF-6E45-5B4B7EBCEEC1}"/>
              </a:ext>
            </a:extLst>
          </p:cNvPr>
          <p:cNvSpPr txBox="1"/>
          <p:nvPr/>
        </p:nvSpPr>
        <p:spPr>
          <a:xfrm>
            <a:off x="817616" y="641433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0BA158E8-9C5D-F629-8F6E-8A02E5443F31}"/>
              </a:ext>
            </a:extLst>
          </p:cNvPr>
          <p:cNvSpPr/>
          <p:nvPr/>
        </p:nvSpPr>
        <p:spPr>
          <a:xfrm>
            <a:off x="499636" y="642826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DBF1B992-BE3F-1CAB-5631-CB2332FFB89E}"/>
              </a:ext>
            </a:extLst>
          </p:cNvPr>
          <p:cNvSpPr/>
          <p:nvPr/>
        </p:nvSpPr>
        <p:spPr>
          <a:xfrm>
            <a:off x="160546" y="642826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ECB394B-E3BB-D200-3584-278459A26BCC}"/>
              </a:ext>
            </a:extLst>
          </p:cNvPr>
          <p:cNvSpPr txBox="1"/>
          <p:nvPr/>
        </p:nvSpPr>
        <p:spPr>
          <a:xfrm>
            <a:off x="3147247" y="606320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A08D53F-76FF-8C31-EBBC-9C3537A79689}"/>
              </a:ext>
            </a:extLst>
          </p:cNvPr>
          <p:cNvSpPr txBox="1"/>
          <p:nvPr/>
        </p:nvSpPr>
        <p:spPr>
          <a:xfrm>
            <a:off x="1839900" y="473551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1AC6F55-6B20-06DA-538C-D1974C004211}"/>
              </a:ext>
            </a:extLst>
          </p:cNvPr>
          <p:cNvSpPr txBox="1"/>
          <p:nvPr/>
        </p:nvSpPr>
        <p:spPr>
          <a:xfrm>
            <a:off x="3313545" y="473551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46F4D5E-D895-4552-03B8-DC38DFE01D52}"/>
              </a:ext>
            </a:extLst>
          </p:cNvPr>
          <p:cNvSpPr/>
          <p:nvPr/>
        </p:nvSpPr>
        <p:spPr>
          <a:xfrm>
            <a:off x="3757560" y="473428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C1299FD-4698-00A6-DD18-E4108C45E210}"/>
              </a:ext>
            </a:extLst>
          </p:cNvPr>
          <p:cNvGrpSpPr/>
          <p:nvPr/>
        </p:nvGrpSpPr>
        <p:grpSpPr>
          <a:xfrm>
            <a:off x="810268" y="4734285"/>
            <a:ext cx="949821" cy="553914"/>
            <a:chOff x="789168" y="1298860"/>
            <a:chExt cx="949821" cy="553914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23F43F3-C2C0-C2CC-D1B4-D5951069E7C8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E840A46-617A-221C-93A0-F16728040E9E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E865D83-5EEE-72DD-BB07-157E60DFA013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8683791-AC19-782D-FE45-DB3753A85A94}"/>
              </a:ext>
            </a:extLst>
          </p:cNvPr>
          <p:cNvGrpSpPr/>
          <p:nvPr/>
        </p:nvGrpSpPr>
        <p:grpSpPr>
          <a:xfrm>
            <a:off x="2283913" y="4734285"/>
            <a:ext cx="949821" cy="553914"/>
            <a:chOff x="2318710" y="1298860"/>
            <a:chExt cx="949821" cy="553914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EFC63D0-2396-49AA-1AC4-97EC5068A1DB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99FA259-9473-9B57-5DDE-AA2263677C77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9F5A32C-0DDB-E78D-B2D5-728769E5CE88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10730F6-106D-B1CB-EC80-DD8DC63746AF}"/>
              </a:ext>
            </a:extLst>
          </p:cNvPr>
          <p:cNvSpPr/>
          <p:nvPr/>
        </p:nvSpPr>
        <p:spPr>
          <a:xfrm>
            <a:off x="4979748" y="356332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89EED1D-1582-5EF4-4AB3-04FB9CE049BC}"/>
              </a:ext>
            </a:extLst>
          </p:cNvPr>
          <p:cNvSpPr/>
          <p:nvPr/>
        </p:nvSpPr>
        <p:spPr>
          <a:xfrm>
            <a:off x="6847192" y="349144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C7DC022-0126-88A1-5C3C-1F7375364115}"/>
              </a:ext>
            </a:extLst>
          </p:cNvPr>
          <p:cNvSpPr txBox="1"/>
          <p:nvPr/>
        </p:nvSpPr>
        <p:spPr>
          <a:xfrm>
            <a:off x="6343617" y="3465774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60D4A0F-A0E8-11BB-A017-5EA855F3C156}"/>
              </a:ext>
            </a:extLst>
          </p:cNvPr>
          <p:cNvSpPr/>
          <p:nvPr/>
        </p:nvSpPr>
        <p:spPr>
          <a:xfrm>
            <a:off x="5450664" y="608550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2C19B79-0A1F-BAD4-6756-68C6B7C5D478}"/>
              </a:ext>
            </a:extLst>
          </p:cNvPr>
          <p:cNvSpPr txBox="1"/>
          <p:nvPr/>
        </p:nvSpPr>
        <p:spPr>
          <a:xfrm>
            <a:off x="5786756" y="608768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299CB7C-DBB5-446E-EB00-AD9EAFA17092}"/>
              </a:ext>
            </a:extLst>
          </p:cNvPr>
          <p:cNvSpPr txBox="1"/>
          <p:nvPr/>
        </p:nvSpPr>
        <p:spPr>
          <a:xfrm>
            <a:off x="5983748" y="377922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D0094BF-89A4-1D4B-551E-EF8871802918}"/>
              </a:ext>
            </a:extLst>
          </p:cNvPr>
          <p:cNvSpPr txBox="1"/>
          <p:nvPr/>
        </p:nvSpPr>
        <p:spPr>
          <a:xfrm>
            <a:off x="5768644" y="641523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E9373A5B-26C9-9700-ECDF-4173242F09B4}"/>
              </a:ext>
            </a:extLst>
          </p:cNvPr>
          <p:cNvSpPr/>
          <p:nvPr/>
        </p:nvSpPr>
        <p:spPr>
          <a:xfrm>
            <a:off x="5450664" y="642915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E157B7F9-76E4-4E39-1552-F47B7EEDFDDB}"/>
              </a:ext>
            </a:extLst>
          </p:cNvPr>
          <p:cNvSpPr/>
          <p:nvPr/>
        </p:nvSpPr>
        <p:spPr>
          <a:xfrm>
            <a:off x="5111574" y="642915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E9EAAF5-F49A-E239-B0EA-DAEEE1954CF1}"/>
              </a:ext>
            </a:extLst>
          </p:cNvPr>
          <p:cNvSpPr txBox="1"/>
          <p:nvPr/>
        </p:nvSpPr>
        <p:spPr>
          <a:xfrm>
            <a:off x="8098275" y="6064103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FF70D76-E725-584C-CB21-44258FA973B2}"/>
              </a:ext>
            </a:extLst>
          </p:cNvPr>
          <p:cNvSpPr txBox="1"/>
          <p:nvPr/>
        </p:nvSpPr>
        <p:spPr>
          <a:xfrm>
            <a:off x="6790928" y="473641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5518EF-C279-0D51-FBD1-8BC653E8CBBE}"/>
              </a:ext>
            </a:extLst>
          </p:cNvPr>
          <p:cNvSpPr txBox="1"/>
          <p:nvPr/>
        </p:nvSpPr>
        <p:spPr>
          <a:xfrm>
            <a:off x="8264573" y="473641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8E1293F-2BDE-ECA3-33A5-117309C186C2}"/>
              </a:ext>
            </a:extLst>
          </p:cNvPr>
          <p:cNvSpPr/>
          <p:nvPr/>
        </p:nvSpPr>
        <p:spPr>
          <a:xfrm>
            <a:off x="8708588" y="473518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6A06D71-1AC9-1B7D-79FC-DB194D24FE6A}"/>
              </a:ext>
            </a:extLst>
          </p:cNvPr>
          <p:cNvGrpSpPr/>
          <p:nvPr/>
        </p:nvGrpSpPr>
        <p:grpSpPr>
          <a:xfrm>
            <a:off x="5761296" y="4735183"/>
            <a:ext cx="949821" cy="553914"/>
            <a:chOff x="789168" y="1298860"/>
            <a:chExt cx="949821" cy="55391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8707D1C-4A04-460E-C677-7BF9EDAF748D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3E956410-E3A7-4B84-503B-54AB24002B99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23807C9-1812-9A0F-0A2B-E631B605EB98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526630D-BC0A-8EB0-5F2F-C04EEEC98A47}"/>
              </a:ext>
            </a:extLst>
          </p:cNvPr>
          <p:cNvGrpSpPr/>
          <p:nvPr/>
        </p:nvGrpSpPr>
        <p:grpSpPr>
          <a:xfrm>
            <a:off x="7234941" y="4735183"/>
            <a:ext cx="949821" cy="553914"/>
            <a:chOff x="2318710" y="1298860"/>
            <a:chExt cx="949821" cy="553914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6513BE2-99BA-BF2E-6287-E868BA89E6F9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789ED195-64DA-AF6C-E6B7-C1FF1747B890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682E7CA-EF19-3778-11E0-F4D8E3D78C1A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9714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A59AFA8-5808-BD18-36A8-4C392D3877F6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62F1359-264E-DAAD-91FA-4A2CA06AD136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ED231BB-401A-9B83-1C7D-2C4DF3E4273B}"/>
              </a:ext>
            </a:extLst>
          </p:cNvPr>
          <p:cNvSpPr txBox="1"/>
          <p:nvPr/>
        </p:nvSpPr>
        <p:spPr>
          <a:xfrm>
            <a:off x="1357183" y="5051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8261966F-2C01-79CD-0289-8148E6FC1D2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AD02A3-1CDA-740C-B67B-5F2ECC1E4D5A}"/>
              </a:ext>
            </a:extLst>
          </p:cNvPr>
          <p:cNvSpPr txBox="1"/>
          <p:nvPr/>
        </p:nvSpPr>
        <p:spPr>
          <a:xfrm>
            <a:off x="814628" y="2651360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834873-34AC-DBD3-A599-358F6CDF4A64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794427C-E93B-C325-3416-3E63C6A88397}"/>
              </a:ext>
            </a:extLst>
          </p:cNvPr>
          <p:cNvSpPr txBox="1"/>
          <p:nvPr/>
        </p:nvSpPr>
        <p:spPr>
          <a:xfrm>
            <a:off x="814628" y="2958498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22971EEC-23A4-98EF-BCF5-48E0C322440D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797D6C15-7701-1842-E362-7283FFA2870A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B6447E1-E9D9-4272-727E-72CC485C41FC}"/>
              </a:ext>
            </a:extLst>
          </p:cNvPr>
          <p:cNvSpPr txBox="1"/>
          <p:nvPr/>
        </p:nvSpPr>
        <p:spPr>
          <a:xfrm>
            <a:off x="3141197" y="2609135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4FD82A-B4CC-19BE-B8B7-E1AE35A158C0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2AEE18-DCDA-F99C-E045-5594B4C12C6C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80B11D0-DE94-D5DB-29F3-56EE06781755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550F488-B2B8-498C-329B-0AC9F0F477E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7F96E11-DFB1-3475-901D-77501854761F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B21B4AB-9DD1-BB36-192F-8C81004330BF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CFCC3D4-1ACF-D2D4-0204-8425A3C476EB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C9D1A09A-4E3B-298B-545A-40BCDBD03CB0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1A1190E-8CC2-CCB9-4642-67F204A284AD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D15C730-E690-E49F-A366-33F908040B6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4004D7B-FB8E-B61C-B5F7-4B3715E6600F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836A6C9-DA27-48D0-B0DE-B9ED06A061F5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4A1C7AA-D566-2F24-D981-78CA0E2CF2A6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CA68891-1912-8F12-4F9E-BFA807B79FE3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67B3233-D8C5-EBAF-F7F9-A1932F213F28}"/>
              </a:ext>
            </a:extLst>
          </p:cNvPr>
          <p:cNvSpPr/>
          <p:nvPr/>
        </p:nvSpPr>
        <p:spPr>
          <a:xfrm>
            <a:off x="4983091" y="12844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15DF5F2-8A2D-5400-8A8D-C6461844FEE3}"/>
              </a:ext>
            </a:extLst>
          </p:cNvPr>
          <p:cNvSpPr/>
          <p:nvPr/>
        </p:nvSpPr>
        <p:spPr>
          <a:xfrm>
            <a:off x="6850535" y="5656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E0FCA9-3596-8EF9-5CB8-965737291E61}"/>
              </a:ext>
            </a:extLst>
          </p:cNvPr>
          <p:cNvSpPr txBox="1"/>
          <p:nvPr/>
        </p:nvSpPr>
        <p:spPr>
          <a:xfrm>
            <a:off x="6332654" y="51955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A02166C2-556C-446A-F087-6149E7A6DE85}"/>
              </a:ext>
            </a:extLst>
          </p:cNvPr>
          <p:cNvSpPr/>
          <p:nvPr/>
        </p:nvSpPr>
        <p:spPr>
          <a:xfrm>
            <a:off x="5454007" y="265062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D197720-0AD2-736E-F1ED-1F628092B712}"/>
              </a:ext>
            </a:extLst>
          </p:cNvPr>
          <p:cNvSpPr txBox="1"/>
          <p:nvPr/>
        </p:nvSpPr>
        <p:spPr>
          <a:xfrm>
            <a:off x="5790099" y="2652803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8ADBCB9-A8CB-AAF2-5000-A33A1B085155}"/>
              </a:ext>
            </a:extLst>
          </p:cNvPr>
          <p:cNvSpPr txBox="1"/>
          <p:nvPr/>
        </p:nvSpPr>
        <p:spPr>
          <a:xfrm>
            <a:off x="5987091" y="34434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EAAEF3F-F757-3905-3308-ACA2C08D7DC3}"/>
              </a:ext>
            </a:extLst>
          </p:cNvPr>
          <p:cNvSpPr txBox="1"/>
          <p:nvPr/>
        </p:nvSpPr>
        <p:spPr>
          <a:xfrm>
            <a:off x="5790099" y="2959941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AB6E7D6C-85D5-4484-13CF-A7F1405456B4}"/>
              </a:ext>
            </a:extLst>
          </p:cNvPr>
          <p:cNvSpPr/>
          <p:nvPr/>
        </p:nvSpPr>
        <p:spPr>
          <a:xfrm>
            <a:off x="5454007" y="299427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20189DA8-836E-1C9E-E8CC-D3BC9FFE88CA}"/>
              </a:ext>
            </a:extLst>
          </p:cNvPr>
          <p:cNvSpPr/>
          <p:nvPr/>
        </p:nvSpPr>
        <p:spPr>
          <a:xfrm>
            <a:off x="5114917" y="299427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2FE6CE8-37B3-FC69-6CEF-6FC54DDA1E8A}"/>
              </a:ext>
            </a:extLst>
          </p:cNvPr>
          <p:cNvSpPr txBox="1"/>
          <p:nvPr/>
        </p:nvSpPr>
        <p:spPr>
          <a:xfrm>
            <a:off x="8116668" y="2610578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571BD1E-10A5-123B-2AEA-8FB337658F7B}"/>
              </a:ext>
            </a:extLst>
          </p:cNvPr>
          <p:cNvSpPr txBox="1"/>
          <p:nvPr/>
        </p:nvSpPr>
        <p:spPr>
          <a:xfrm>
            <a:off x="6369187" y="13015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4AA2492-DF02-F233-BDA6-173A254E97FA}"/>
              </a:ext>
            </a:extLst>
          </p:cNvPr>
          <p:cNvSpPr txBox="1"/>
          <p:nvPr/>
        </p:nvSpPr>
        <p:spPr>
          <a:xfrm>
            <a:off x="8307234" y="13015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BECA214-E241-F665-62CD-26867D00E4BC}"/>
              </a:ext>
            </a:extLst>
          </p:cNvPr>
          <p:cNvGrpSpPr/>
          <p:nvPr/>
        </p:nvGrpSpPr>
        <p:grpSpPr>
          <a:xfrm>
            <a:off x="8733273" y="1300303"/>
            <a:ext cx="832583" cy="553914"/>
            <a:chOff x="3757802" y="1298860"/>
            <a:chExt cx="832583" cy="55391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B36CABC-3928-3B93-F00E-40C4C7D2BA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AA171BFE-9E8A-6028-234A-E82B779963E6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116946E-4CFA-3540-9720-8CF365EFA424}"/>
              </a:ext>
            </a:extLst>
          </p:cNvPr>
          <p:cNvGrpSpPr/>
          <p:nvPr/>
        </p:nvGrpSpPr>
        <p:grpSpPr>
          <a:xfrm>
            <a:off x="5357530" y="1300303"/>
            <a:ext cx="949821" cy="553914"/>
            <a:chOff x="382059" y="1298860"/>
            <a:chExt cx="949821" cy="55391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4BD9B2F-D726-685E-3DFB-19F855B8B535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2559AC-B867-592F-4A04-974AF1B44ABB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443D733-AC4A-8971-FB4D-A476BDE99C7B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254000C-18F5-7DFB-A574-513DE5AD0687}"/>
              </a:ext>
            </a:extLst>
          </p:cNvPr>
          <p:cNvGrpSpPr/>
          <p:nvPr/>
        </p:nvGrpSpPr>
        <p:grpSpPr>
          <a:xfrm>
            <a:off x="6795225" y="1179076"/>
            <a:ext cx="1450173" cy="769441"/>
            <a:chOff x="1868798" y="1177633"/>
            <a:chExt cx="1450173" cy="769441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9695173-AD27-2493-18DA-841308E745CE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E04F9BC-826B-A5B7-0A7A-0B74DAEDDC3C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6BA951D-F0AB-0777-B2BB-0C5657EB44E3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2F77134-BA69-3196-CBDA-1BBFAC5561BA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D06C76B-7657-9FE9-AA03-3FBEDAEF4CAA}"/>
              </a:ext>
            </a:extLst>
          </p:cNvPr>
          <p:cNvSpPr/>
          <p:nvPr/>
        </p:nvSpPr>
        <p:spPr>
          <a:xfrm>
            <a:off x="76435" y="3549945"/>
            <a:ext cx="4820737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E0D8A94-8825-6BF4-44AC-9CA847943038}"/>
              </a:ext>
            </a:extLst>
          </p:cNvPr>
          <p:cNvSpPr/>
          <p:nvPr/>
        </p:nvSpPr>
        <p:spPr>
          <a:xfrm>
            <a:off x="1943879" y="347806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8AAC7C7-ADC8-0FA8-364A-A2465DE3500F}"/>
              </a:ext>
            </a:extLst>
          </p:cNvPr>
          <p:cNvSpPr txBox="1"/>
          <p:nvPr/>
        </p:nvSpPr>
        <p:spPr>
          <a:xfrm>
            <a:off x="1425998" y="347345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F99CD8CA-83FF-A4CD-9E00-CEEFD43EE354}"/>
              </a:ext>
            </a:extLst>
          </p:cNvPr>
          <p:cNvSpPr/>
          <p:nvPr/>
        </p:nvSpPr>
        <p:spPr>
          <a:xfrm>
            <a:off x="547351" y="60721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7ABEC99-8309-3F89-B8C1-13B3A54C9BCD}"/>
              </a:ext>
            </a:extLst>
          </p:cNvPr>
          <p:cNvSpPr txBox="1"/>
          <p:nvPr/>
        </p:nvSpPr>
        <p:spPr>
          <a:xfrm>
            <a:off x="883443" y="6074305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FE3D463-FE7D-59EF-13AC-E3420DF60063}"/>
              </a:ext>
            </a:extLst>
          </p:cNvPr>
          <p:cNvSpPr txBox="1"/>
          <p:nvPr/>
        </p:nvSpPr>
        <p:spPr>
          <a:xfrm>
            <a:off x="1080435" y="376584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7355DF8-AAD2-6BCE-D20A-B441915FCEDB}"/>
              </a:ext>
            </a:extLst>
          </p:cNvPr>
          <p:cNvSpPr txBox="1"/>
          <p:nvPr/>
        </p:nvSpPr>
        <p:spPr>
          <a:xfrm>
            <a:off x="883443" y="638144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F6123121-B30A-1E9C-BA88-93A29AEE5DDB}"/>
              </a:ext>
            </a:extLst>
          </p:cNvPr>
          <p:cNvSpPr/>
          <p:nvPr/>
        </p:nvSpPr>
        <p:spPr>
          <a:xfrm>
            <a:off x="54735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9CE38577-3525-006A-2FBD-D711422BF269}"/>
              </a:ext>
            </a:extLst>
          </p:cNvPr>
          <p:cNvSpPr/>
          <p:nvPr/>
        </p:nvSpPr>
        <p:spPr>
          <a:xfrm>
            <a:off x="20826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7F36A25-9C62-E086-2A99-8C4975F6E8BA}"/>
              </a:ext>
            </a:extLst>
          </p:cNvPr>
          <p:cNvSpPr txBox="1"/>
          <p:nvPr/>
        </p:nvSpPr>
        <p:spPr>
          <a:xfrm>
            <a:off x="3210012" y="6032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7712536-BB9F-0542-FB3F-3DA7DC1C4843}"/>
              </a:ext>
            </a:extLst>
          </p:cNvPr>
          <p:cNvSpPr txBox="1"/>
          <p:nvPr/>
        </p:nvSpPr>
        <p:spPr>
          <a:xfrm>
            <a:off x="1462531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7819BDE-DBD0-AAAA-587B-76AA5BA2F79C}"/>
              </a:ext>
            </a:extLst>
          </p:cNvPr>
          <p:cNvSpPr txBox="1"/>
          <p:nvPr/>
        </p:nvSpPr>
        <p:spPr>
          <a:xfrm>
            <a:off x="3400578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8339E46-D4EF-7B6F-A8D8-A67E41EC5359}"/>
              </a:ext>
            </a:extLst>
          </p:cNvPr>
          <p:cNvGrpSpPr/>
          <p:nvPr/>
        </p:nvGrpSpPr>
        <p:grpSpPr>
          <a:xfrm>
            <a:off x="3826617" y="4721805"/>
            <a:ext cx="832583" cy="553914"/>
            <a:chOff x="3757802" y="1298860"/>
            <a:chExt cx="832583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20AC93C-A82D-2277-2C91-7FBCA724729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B6F20A5-FB5F-D7A2-C4BB-2563A0F56903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B849D5D-560A-FC60-0B6B-B911CC176414}"/>
              </a:ext>
            </a:extLst>
          </p:cNvPr>
          <p:cNvGrpSpPr/>
          <p:nvPr/>
        </p:nvGrpSpPr>
        <p:grpSpPr>
          <a:xfrm>
            <a:off x="450874" y="4721805"/>
            <a:ext cx="949821" cy="553914"/>
            <a:chOff x="382059" y="1298860"/>
            <a:chExt cx="949821" cy="553914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6921967-DFC8-AEEE-E62E-C2DC90C32F1B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DD9196E-C759-6751-94CD-4FEB953D7C9D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043D4D3-2203-A648-040F-976ADA657285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14B7159-0589-59C2-0633-5AE36CBBB573}"/>
              </a:ext>
            </a:extLst>
          </p:cNvPr>
          <p:cNvGrpSpPr/>
          <p:nvPr/>
        </p:nvGrpSpPr>
        <p:grpSpPr>
          <a:xfrm>
            <a:off x="1888569" y="4600578"/>
            <a:ext cx="1450173" cy="769441"/>
            <a:chOff x="1868798" y="1177633"/>
            <a:chExt cx="1450173" cy="769441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BD8168D-2657-0FC8-F127-5473D1D7F965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44C02D6-FB1D-7499-3545-F7E0F915A335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2DCFE05-4AB8-76E3-D9AD-6ED1A81323C7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D80A879-9568-16A5-C039-58C3EACDCD66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26B636D-7C06-81EF-2D86-2C977D686673}"/>
              </a:ext>
            </a:extLst>
          </p:cNvPr>
          <p:cNvSpPr/>
          <p:nvPr/>
        </p:nvSpPr>
        <p:spPr>
          <a:xfrm>
            <a:off x="4994755" y="354994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B9E1658-E43F-4124-1293-BB465FEBB28E}"/>
              </a:ext>
            </a:extLst>
          </p:cNvPr>
          <p:cNvSpPr/>
          <p:nvPr/>
        </p:nvSpPr>
        <p:spPr>
          <a:xfrm>
            <a:off x="6862199" y="347806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41A63F5-96EF-EEDC-D007-7B879307AA7A}"/>
              </a:ext>
            </a:extLst>
          </p:cNvPr>
          <p:cNvSpPr txBox="1"/>
          <p:nvPr/>
        </p:nvSpPr>
        <p:spPr>
          <a:xfrm>
            <a:off x="6344318" y="3473457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2707E6AF-F03A-2C16-2EC1-3035DC2403D7}"/>
              </a:ext>
            </a:extLst>
          </p:cNvPr>
          <p:cNvSpPr/>
          <p:nvPr/>
        </p:nvSpPr>
        <p:spPr>
          <a:xfrm>
            <a:off x="5465671" y="60721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5A5761A-0C15-F6C5-3450-AE790B8EF551}"/>
              </a:ext>
            </a:extLst>
          </p:cNvPr>
          <p:cNvSpPr txBox="1"/>
          <p:nvPr/>
        </p:nvSpPr>
        <p:spPr>
          <a:xfrm>
            <a:off x="5801763" y="6074305"/>
            <a:ext cx="225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Use any </a:t>
            </a:r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3C02576-451F-483D-6EC7-B3CA0C313F59}"/>
              </a:ext>
            </a:extLst>
          </p:cNvPr>
          <p:cNvSpPr txBox="1"/>
          <p:nvPr/>
        </p:nvSpPr>
        <p:spPr>
          <a:xfrm>
            <a:off x="5998755" y="3765845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8BB6708-9A04-E900-DE5D-CFC12DE24381}"/>
              </a:ext>
            </a:extLst>
          </p:cNvPr>
          <p:cNvSpPr txBox="1"/>
          <p:nvPr/>
        </p:nvSpPr>
        <p:spPr>
          <a:xfrm>
            <a:off x="5801763" y="638144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08EC5301-FC98-C825-CD05-63EA5B5864E1}"/>
              </a:ext>
            </a:extLst>
          </p:cNvPr>
          <p:cNvSpPr/>
          <p:nvPr/>
        </p:nvSpPr>
        <p:spPr>
          <a:xfrm>
            <a:off x="546567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AAB00D15-0666-7388-9458-AC2ABF50C53A}"/>
              </a:ext>
            </a:extLst>
          </p:cNvPr>
          <p:cNvSpPr/>
          <p:nvPr/>
        </p:nvSpPr>
        <p:spPr>
          <a:xfrm>
            <a:off x="5126581" y="641578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E8E17C-C94E-60B5-66D5-9601C4E65480}"/>
              </a:ext>
            </a:extLst>
          </p:cNvPr>
          <p:cNvSpPr txBox="1"/>
          <p:nvPr/>
        </p:nvSpPr>
        <p:spPr>
          <a:xfrm>
            <a:off x="8128332" y="6032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FE1601B-E811-CFEF-05A8-ECD04BDE7F47}"/>
              </a:ext>
            </a:extLst>
          </p:cNvPr>
          <p:cNvSpPr txBox="1"/>
          <p:nvPr/>
        </p:nvSpPr>
        <p:spPr>
          <a:xfrm>
            <a:off x="6380851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3C195FA-0B7B-B780-F2D3-7F3D368804B0}"/>
              </a:ext>
            </a:extLst>
          </p:cNvPr>
          <p:cNvSpPr txBox="1"/>
          <p:nvPr/>
        </p:nvSpPr>
        <p:spPr>
          <a:xfrm>
            <a:off x="8318898" y="47230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09BACF6-3342-0C2C-DCA8-5A3F005F054C}"/>
              </a:ext>
            </a:extLst>
          </p:cNvPr>
          <p:cNvGrpSpPr/>
          <p:nvPr/>
        </p:nvGrpSpPr>
        <p:grpSpPr>
          <a:xfrm>
            <a:off x="8744937" y="4721805"/>
            <a:ext cx="832583" cy="553914"/>
            <a:chOff x="3757802" y="1298860"/>
            <a:chExt cx="832583" cy="553914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40975D-5FC5-F3E4-C81D-BE1EFB0BC56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D2F54A9-0041-A991-B890-F5360A53D54F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0FDD80C-21F0-A077-E709-F16347364BE9}"/>
              </a:ext>
            </a:extLst>
          </p:cNvPr>
          <p:cNvGrpSpPr/>
          <p:nvPr/>
        </p:nvGrpSpPr>
        <p:grpSpPr>
          <a:xfrm>
            <a:off x="5369194" y="4721805"/>
            <a:ext cx="949821" cy="553914"/>
            <a:chOff x="382059" y="1298860"/>
            <a:chExt cx="949821" cy="553914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23F6AFF-BDF3-E7A3-CDF8-4A5C1DA3709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FD86E7A-A16B-0EC8-309E-4523B16A4BB5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BF6E042-8ED7-6176-D601-3E437A2EEE66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F6A62E3-709D-4456-19C6-5835C98B788F}"/>
              </a:ext>
            </a:extLst>
          </p:cNvPr>
          <p:cNvGrpSpPr/>
          <p:nvPr/>
        </p:nvGrpSpPr>
        <p:grpSpPr>
          <a:xfrm>
            <a:off x="6806889" y="4600578"/>
            <a:ext cx="1450173" cy="769441"/>
            <a:chOff x="1868798" y="1177633"/>
            <a:chExt cx="1450173" cy="769441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E46513F-BD39-7B24-F3F8-88237FC26B8F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FC5B84D-C66A-2C62-94FD-E2E63011AAED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3220470-5843-FA95-272B-BB1DBC6CFB3E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6CFBBB7B-D302-DB1A-3A92-D579441D952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73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5C60079-BE74-26E2-0B3C-E58313F03722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1DEEA31-123C-6FD2-95E9-46953A6445FC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DEAA1E-D90E-19C2-28B5-A599D74793F8}"/>
              </a:ext>
            </a:extLst>
          </p:cNvPr>
          <p:cNvSpPr txBox="1"/>
          <p:nvPr/>
        </p:nvSpPr>
        <p:spPr>
          <a:xfrm>
            <a:off x="1425727" y="60802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5A3378-02EE-D0AD-AFA4-F31C894C1E69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57E459-21AD-8680-20AA-5A19D588083C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F2A092-954F-4EFE-560B-2748DD11FB65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8414698-1DFF-714A-000F-B2B8C2C0723A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63EF79-A025-CEDE-DFF5-FBA5C472A393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A4AE8F7-766F-D5C1-39ED-59A8B945460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20A5DA8-E061-8768-0D1F-DC591893740C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668D5F7-CA2D-7BF0-8171-5F11F99BD917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D6F1DF6-DF25-E99C-0EEE-7C275D6105AE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9C83B05-8E42-8247-CCAE-A12ED4955AE9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B00D1EF-224C-89B2-33A1-477A364D27D4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62E3CFA-A53C-6668-CC34-C8ACC0C68A22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0483F252-DD26-CBB7-8804-7E2FA7302EB5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B1CCA6-37FE-2833-0DBB-9B61A3EDB9D3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23DEFB-9EB4-1246-9A79-CE2418D0B52D}"/>
              </a:ext>
            </a:extLst>
          </p:cNvPr>
          <p:cNvSpPr txBox="1"/>
          <p:nvPr/>
        </p:nvSpPr>
        <p:spPr>
          <a:xfrm>
            <a:off x="759890" y="2962980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3770CBC6-0D5E-8D83-EEB5-E6273414E3AD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B3F287E8-5195-9107-7601-28C75C0878DF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DDEA38-B6FB-6BA6-7996-3B284F85A8AE}"/>
              </a:ext>
            </a:extLst>
          </p:cNvPr>
          <p:cNvSpPr txBox="1"/>
          <p:nvPr/>
        </p:nvSpPr>
        <p:spPr>
          <a:xfrm>
            <a:off x="2690362" y="2623503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40654D8-5D6A-B2F3-01CC-DD381F252B4C}"/>
              </a:ext>
            </a:extLst>
          </p:cNvPr>
          <p:cNvSpPr/>
          <p:nvPr/>
        </p:nvSpPr>
        <p:spPr>
          <a:xfrm>
            <a:off x="4983091" y="11647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3AB8DC-07F4-42AC-1E6D-AF69DC71D69A}"/>
              </a:ext>
            </a:extLst>
          </p:cNvPr>
          <p:cNvSpPr/>
          <p:nvPr/>
        </p:nvSpPr>
        <p:spPr>
          <a:xfrm>
            <a:off x="6850535" y="44598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281ED62-E110-BE0E-8F80-954A7D2DA33F}"/>
              </a:ext>
            </a:extLst>
          </p:cNvPr>
          <p:cNvSpPr txBox="1"/>
          <p:nvPr/>
        </p:nvSpPr>
        <p:spPr>
          <a:xfrm>
            <a:off x="6401198" y="50279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4BD529-CDD5-9659-234F-DFA581E579DB}"/>
              </a:ext>
            </a:extLst>
          </p:cNvPr>
          <p:cNvSpPr txBox="1"/>
          <p:nvPr/>
        </p:nvSpPr>
        <p:spPr>
          <a:xfrm>
            <a:off x="5987092" y="332377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9D3D75-43D9-6F58-8C4C-A4E787545F4B}"/>
              </a:ext>
            </a:extLst>
          </p:cNvPr>
          <p:cNvSpPr txBox="1"/>
          <p:nvPr/>
        </p:nvSpPr>
        <p:spPr>
          <a:xfrm>
            <a:off x="6415110" y="13560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92561A3-027F-37A1-7F93-F8F961AF39F0}"/>
              </a:ext>
            </a:extLst>
          </p:cNvPr>
          <p:cNvSpPr txBox="1"/>
          <p:nvPr/>
        </p:nvSpPr>
        <p:spPr>
          <a:xfrm>
            <a:off x="8360928" y="13560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1C05B13-7633-D717-683A-A4E080E5E720}"/>
              </a:ext>
            </a:extLst>
          </p:cNvPr>
          <p:cNvSpPr/>
          <p:nvPr/>
        </p:nvSpPr>
        <p:spPr>
          <a:xfrm>
            <a:off x="8733273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02F8CC3-95EB-72E5-3644-681070C59620}"/>
              </a:ext>
            </a:extLst>
          </p:cNvPr>
          <p:cNvSpPr/>
          <p:nvPr/>
        </p:nvSpPr>
        <p:spPr>
          <a:xfrm>
            <a:off x="9198356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F27E9D3-AC6E-8FDA-544A-888E41B79A2A}"/>
              </a:ext>
            </a:extLst>
          </p:cNvPr>
          <p:cNvSpPr/>
          <p:nvPr/>
        </p:nvSpPr>
        <p:spPr>
          <a:xfrm>
            <a:off x="5939851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A0F54F9-1267-9260-F689-CFDE85D0E551}"/>
              </a:ext>
            </a:extLst>
          </p:cNvPr>
          <p:cNvSpPr/>
          <p:nvPr/>
        </p:nvSpPr>
        <p:spPr>
          <a:xfrm>
            <a:off x="5781049" y="1580404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F35F782-9013-6E71-BD4E-0A9137B6B9D7}"/>
              </a:ext>
            </a:extLst>
          </p:cNvPr>
          <p:cNvSpPr/>
          <p:nvPr/>
        </p:nvSpPr>
        <p:spPr>
          <a:xfrm>
            <a:off x="5357530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E6CC884-8597-C084-C892-4B4CE0808858}"/>
              </a:ext>
            </a:extLst>
          </p:cNvPr>
          <p:cNvSpPr/>
          <p:nvPr/>
        </p:nvSpPr>
        <p:spPr>
          <a:xfrm>
            <a:off x="7310591" y="1580404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96397DB-18D1-80FF-ECBE-DE3977269E12}"/>
              </a:ext>
            </a:extLst>
          </p:cNvPr>
          <p:cNvSpPr/>
          <p:nvPr/>
        </p:nvSpPr>
        <p:spPr>
          <a:xfrm>
            <a:off x="6887072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BF5503-C41F-A155-D970-BE0BFE97B714}"/>
              </a:ext>
            </a:extLst>
          </p:cNvPr>
          <p:cNvSpPr/>
          <p:nvPr/>
        </p:nvSpPr>
        <p:spPr>
          <a:xfrm>
            <a:off x="7461859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36BBFB5-CDFA-EFFD-B654-A1898FB6C94B}"/>
              </a:ext>
            </a:extLst>
          </p:cNvPr>
          <p:cNvSpPr/>
          <p:nvPr/>
        </p:nvSpPr>
        <p:spPr>
          <a:xfrm>
            <a:off x="7926942" y="135483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0B4C90E6-9D4C-0F80-4327-542FED31AA36}"/>
              </a:ext>
            </a:extLst>
          </p:cNvPr>
          <p:cNvSpPr/>
          <p:nvPr/>
        </p:nvSpPr>
        <p:spPr>
          <a:xfrm>
            <a:off x="5454007" y="263865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473C56E-6261-8DD9-2C6F-C8629DE62F46}"/>
              </a:ext>
            </a:extLst>
          </p:cNvPr>
          <p:cNvSpPr txBox="1"/>
          <p:nvPr/>
        </p:nvSpPr>
        <p:spPr>
          <a:xfrm>
            <a:off x="5790099" y="2640837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15804F9-C9F7-3E21-7C22-05D2973921A1}"/>
              </a:ext>
            </a:extLst>
          </p:cNvPr>
          <p:cNvSpPr txBox="1"/>
          <p:nvPr/>
        </p:nvSpPr>
        <p:spPr>
          <a:xfrm>
            <a:off x="5735361" y="2952457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18ECFAA1-D1F2-5676-F20A-DB8DB0967381}"/>
              </a:ext>
            </a:extLst>
          </p:cNvPr>
          <p:cNvSpPr/>
          <p:nvPr/>
        </p:nvSpPr>
        <p:spPr>
          <a:xfrm>
            <a:off x="5454007" y="298231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5B3CDFFC-EF3D-3430-4EFC-92A697936DB7}"/>
              </a:ext>
            </a:extLst>
          </p:cNvPr>
          <p:cNvSpPr/>
          <p:nvPr/>
        </p:nvSpPr>
        <p:spPr>
          <a:xfrm>
            <a:off x="5114917" y="298231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4FCD9DD-897E-94F0-1BE6-317487CF8638}"/>
              </a:ext>
            </a:extLst>
          </p:cNvPr>
          <p:cNvSpPr txBox="1"/>
          <p:nvPr/>
        </p:nvSpPr>
        <p:spPr>
          <a:xfrm>
            <a:off x="7665833" y="2612980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7E7EC43-868E-0494-F42E-4C68F0B189EA}"/>
              </a:ext>
            </a:extLst>
          </p:cNvPr>
          <p:cNvSpPr/>
          <p:nvPr/>
        </p:nvSpPr>
        <p:spPr>
          <a:xfrm>
            <a:off x="47444" y="3583354"/>
            <a:ext cx="4811500" cy="321384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6A32866-7B05-398B-3701-F26F64496CA0}"/>
              </a:ext>
            </a:extLst>
          </p:cNvPr>
          <p:cNvSpPr/>
          <p:nvPr/>
        </p:nvSpPr>
        <p:spPr>
          <a:xfrm>
            <a:off x="1914888" y="3484865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A6C0D9D-A9ED-DD8E-0929-4A5BB9A2EA10}"/>
              </a:ext>
            </a:extLst>
          </p:cNvPr>
          <p:cNvSpPr txBox="1"/>
          <p:nvPr/>
        </p:nvSpPr>
        <p:spPr>
          <a:xfrm>
            <a:off x="1465551" y="3490546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C5D71A4-94B1-75DC-DDEF-D457D4D35E2D}"/>
              </a:ext>
            </a:extLst>
          </p:cNvPr>
          <p:cNvSpPr txBox="1"/>
          <p:nvPr/>
        </p:nvSpPr>
        <p:spPr>
          <a:xfrm>
            <a:off x="1051445" y="377264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89B1628-4911-2258-B044-3836BC5B2473}"/>
              </a:ext>
            </a:extLst>
          </p:cNvPr>
          <p:cNvSpPr txBox="1"/>
          <p:nvPr/>
        </p:nvSpPr>
        <p:spPr>
          <a:xfrm>
            <a:off x="1479463" y="47963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FD9B51C-9E87-FEB8-1291-A236CDA0F1C7}"/>
              </a:ext>
            </a:extLst>
          </p:cNvPr>
          <p:cNvSpPr txBox="1"/>
          <p:nvPr/>
        </p:nvSpPr>
        <p:spPr>
          <a:xfrm>
            <a:off x="3425281" y="479633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D2C479E-0185-A6AE-5920-A2F76DDAD7F2}"/>
              </a:ext>
            </a:extLst>
          </p:cNvPr>
          <p:cNvSpPr/>
          <p:nvPr/>
        </p:nvSpPr>
        <p:spPr>
          <a:xfrm>
            <a:off x="3797626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5E6ED6-5A21-92F3-4C8A-F7546FAFCDF5}"/>
              </a:ext>
            </a:extLst>
          </p:cNvPr>
          <p:cNvSpPr/>
          <p:nvPr/>
        </p:nvSpPr>
        <p:spPr>
          <a:xfrm>
            <a:off x="4262709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E144CFE-94D4-66FF-70C3-A369D4898633}"/>
              </a:ext>
            </a:extLst>
          </p:cNvPr>
          <p:cNvSpPr/>
          <p:nvPr/>
        </p:nvSpPr>
        <p:spPr>
          <a:xfrm>
            <a:off x="1004204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BC68797A-534F-6B81-2758-70ED97B5A9E2}"/>
              </a:ext>
            </a:extLst>
          </p:cNvPr>
          <p:cNvSpPr/>
          <p:nvPr/>
        </p:nvSpPr>
        <p:spPr>
          <a:xfrm>
            <a:off x="845402" y="502067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37E0229-8AA9-E1E9-7AC2-AB5D8501B669}"/>
              </a:ext>
            </a:extLst>
          </p:cNvPr>
          <p:cNvSpPr/>
          <p:nvPr/>
        </p:nvSpPr>
        <p:spPr>
          <a:xfrm>
            <a:off x="421883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1CC23E7-FCE8-5AE0-1808-1C75C10FC7E7}"/>
              </a:ext>
            </a:extLst>
          </p:cNvPr>
          <p:cNvSpPr/>
          <p:nvPr/>
        </p:nvSpPr>
        <p:spPr>
          <a:xfrm>
            <a:off x="2374944" y="502067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CFB1A1E-1B1C-EB60-10FC-22C6FBA7FB9F}"/>
              </a:ext>
            </a:extLst>
          </p:cNvPr>
          <p:cNvSpPr/>
          <p:nvPr/>
        </p:nvSpPr>
        <p:spPr>
          <a:xfrm>
            <a:off x="1951425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61ECB74-7FE9-E92F-0BBD-5D26377C563F}"/>
              </a:ext>
            </a:extLst>
          </p:cNvPr>
          <p:cNvSpPr/>
          <p:nvPr/>
        </p:nvSpPr>
        <p:spPr>
          <a:xfrm>
            <a:off x="2526212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61F0454-8E87-E7A9-43B8-C34C012539AB}"/>
              </a:ext>
            </a:extLst>
          </p:cNvPr>
          <p:cNvSpPr/>
          <p:nvPr/>
        </p:nvSpPr>
        <p:spPr>
          <a:xfrm>
            <a:off x="2991295" y="479510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8180CA04-3B0E-DB6C-ED73-98A39788858A}"/>
              </a:ext>
            </a:extLst>
          </p:cNvPr>
          <p:cNvSpPr/>
          <p:nvPr/>
        </p:nvSpPr>
        <p:spPr>
          <a:xfrm>
            <a:off x="518360" y="607892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A0495EA-89D1-4249-E205-D7DF41E8BFFE}"/>
              </a:ext>
            </a:extLst>
          </p:cNvPr>
          <p:cNvSpPr txBox="1"/>
          <p:nvPr/>
        </p:nvSpPr>
        <p:spPr>
          <a:xfrm>
            <a:off x="854452" y="608110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46A378F-A423-151E-E7AE-56F2B7375A16}"/>
              </a:ext>
            </a:extLst>
          </p:cNvPr>
          <p:cNvSpPr txBox="1"/>
          <p:nvPr/>
        </p:nvSpPr>
        <p:spPr>
          <a:xfrm>
            <a:off x="799714" y="639272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9004D719-D902-6E8D-5943-52845753754B}"/>
              </a:ext>
            </a:extLst>
          </p:cNvPr>
          <p:cNvSpPr/>
          <p:nvPr/>
        </p:nvSpPr>
        <p:spPr>
          <a:xfrm>
            <a:off x="518360" y="642257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BF20B0E8-8905-E666-F4A2-AFBB152C1DDB}"/>
              </a:ext>
            </a:extLst>
          </p:cNvPr>
          <p:cNvSpPr/>
          <p:nvPr/>
        </p:nvSpPr>
        <p:spPr>
          <a:xfrm>
            <a:off x="179270" y="642257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2BFC288-3866-0E23-3C87-1931CE7E2BC4}"/>
              </a:ext>
            </a:extLst>
          </p:cNvPr>
          <p:cNvSpPr txBox="1"/>
          <p:nvPr/>
        </p:nvSpPr>
        <p:spPr>
          <a:xfrm>
            <a:off x="2730186" y="6053247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EEC481F4-5420-BB81-C0C6-EA0C49E2E881}"/>
              </a:ext>
            </a:extLst>
          </p:cNvPr>
          <p:cNvSpPr/>
          <p:nvPr/>
        </p:nvSpPr>
        <p:spPr>
          <a:xfrm>
            <a:off x="4992343" y="356348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152DA56-BC7C-6555-49F9-837157BE0B5D}"/>
              </a:ext>
            </a:extLst>
          </p:cNvPr>
          <p:cNvSpPr/>
          <p:nvPr/>
        </p:nvSpPr>
        <p:spPr>
          <a:xfrm>
            <a:off x="6859787" y="3491604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338235-D2C3-F321-4BD9-93E17A1D2663}"/>
              </a:ext>
            </a:extLst>
          </p:cNvPr>
          <p:cNvSpPr txBox="1"/>
          <p:nvPr/>
        </p:nvSpPr>
        <p:spPr>
          <a:xfrm>
            <a:off x="6410450" y="3497285"/>
            <a:ext cx="2338782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  <a:p>
            <a:pPr algn="ctr"/>
            <a:endParaRPr lang="en-GB" sz="1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576B3CA-8160-FE42-073E-638252B0036A}"/>
              </a:ext>
            </a:extLst>
          </p:cNvPr>
          <p:cNvSpPr txBox="1"/>
          <p:nvPr/>
        </p:nvSpPr>
        <p:spPr>
          <a:xfrm>
            <a:off x="5996344" y="3779383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FA43362-1276-3C1E-5A78-8049DB5557D5}"/>
              </a:ext>
            </a:extLst>
          </p:cNvPr>
          <p:cNvSpPr txBox="1"/>
          <p:nvPr/>
        </p:nvSpPr>
        <p:spPr>
          <a:xfrm>
            <a:off x="6424362" y="48030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AF32596-07C0-95C2-3D88-C0ECF0760247}"/>
              </a:ext>
            </a:extLst>
          </p:cNvPr>
          <p:cNvSpPr txBox="1"/>
          <p:nvPr/>
        </p:nvSpPr>
        <p:spPr>
          <a:xfrm>
            <a:off x="8370180" y="48030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0E00505-8B0B-087A-E144-3A14580F4988}"/>
              </a:ext>
            </a:extLst>
          </p:cNvPr>
          <p:cNvSpPr/>
          <p:nvPr/>
        </p:nvSpPr>
        <p:spPr>
          <a:xfrm>
            <a:off x="8742525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41B05D9-FBD3-FFEB-7B18-02FA71189F10}"/>
              </a:ext>
            </a:extLst>
          </p:cNvPr>
          <p:cNvSpPr/>
          <p:nvPr/>
        </p:nvSpPr>
        <p:spPr>
          <a:xfrm>
            <a:off x="9207608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7354ABD-66B4-BAED-C90A-5EF7E3D8ADAE}"/>
              </a:ext>
            </a:extLst>
          </p:cNvPr>
          <p:cNvSpPr/>
          <p:nvPr/>
        </p:nvSpPr>
        <p:spPr>
          <a:xfrm>
            <a:off x="5949103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0DE613BB-C4AF-08A3-5543-1AE6738BE98E}"/>
              </a:ext>
            </a:extLst>
          </p:cNvPr>
          <p:cNvSpPr/>
          <p:nvPr/>
        </p:nvSpPr>
        <p:spPr>
          <a:xfrm>
            <a:off x="5790301" y="5027410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F12EF03-D9F4-1682-F028-DA1A08A256D2}"/>
              </a:ext>
            </a:extLst>
          </p:cNvPr>
          <p:cNvSpPr/>
          <p:nvPr/>
        </p:nvSpPr>
        <p:spPr>
          <a:xfrm>
            <a:off x="5366782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3CC3062-57F3-8EF2-268B-82CD7D98321C}"/>
              </a:ext>
            </a:extLst>
          </p:cNvPr>
          <p:cNvSpPr/>
          <p:nvPr/>
        </p:nvSpPr>
        <p:spPr>
          <a:xfrm>
            <a:off x="7319843" y="5027410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F77404F-2095-1419-18AB-06FB1723C989}"/>
              </a:ext>
            </a:extLst>
          </p:cNvPr>
          <p:cNvSpPr/>
          <p:nvPr/>
        </p:nvSpPr>
        <p:spPr>
          <a:xfrm>
            <a:off x="6896324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0989549-82CC-01A6-24EB-D1D6CE6478BD}"/>
              </a:ext>
            </a:extLst>
          </p:cNvPr>
          <p:cNvSpPr/>
          <p:nvPr/>
        </p:nvSpPr>
        <p:spPr>
          <a:xfrm>
            <a:off x="7471111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B23E5FC-FE6D-E437-A6C8-261FE44D6133}"/>
              </a:ext>
            </a:extLst>
          </p:cNvPr>
          <p:cNvSpPr/>
          <p:nvPr/>
        </p:nvSpPr>
        <p:spPr>
          <a:xfrm>
            <a:off x="7936194" y="480184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D75A03B5-29B2-9CAA-968B-842E587DF000}"/>
              </a:ext>
            </a:extLst>
          </p:cNvPr>
          <p:cNvSpPr/>
          <p:nvPr/>
        </p:nvSpPr>
        <p:spPr>
          <a:xfrm>
            <a:off x="5463259" y="608566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9A01F12-3BF3-E6B4-8B41-99DA7E25A48B}"/>
              </a:ext>
            </a:extLst>
          </p:cNvPr>
          <p:cNvSpPr txBox="1"/>
          <p:nvPr/>
        </p:nvSpPr>
        <p:spPr>
          <a:xfrm>
            <a:off x="5799351" y="608784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E38D70B-07ED-96ED-FF78-53518CEF6784}"/>
              </a:ext>
            </a:extLst>
          </p:cNvPr>
          <p:cNvSpPr txBox="1"/>
          <p:nvPr/>
        </p:nvSpPr>
        <p:spPr>
          <a:xfrm>
            <a:off x="5744613" y="639946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9C8406F0-30B9-E7B9-33FD-1C17FCE0F5AC}"/>
              </a:ext>
            </a:extLst>
          </p:cNvPr>
          <p:cNvSpPr/>
          <p:nvPr/>
        </p:nvSpPr>
        <p:spPr>
          <a:xfrm>
            <a:off x="5463259" y="64293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2613879B-D141-DBA9-E04C-0D8C17695A63}"/>
              </a:ext>
            </a:extLst>
          </p:cNvPr>
          <p:cNvSpPr/>
          <p:nvPr/>
        </p:nvSpPr>
        <p:spPr>
          <a:xfrm>
            <a:off x="5124169" y="64293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86A7554-8053-1578-A1C1-70C63EE8E762}"/>
              </a:ext>
            </a:extLst>
          </p:cNvPr>
          <p:cNvSpPr txBox="1"/>
          <p:nvPr/>
        </p:nvSpPr>
        <p:spPr>
          <a:xfrm>
            <a:off x="7675085" y="6059986"/>
            <a:ext cx="20617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 </a:t>
            </a:r>
          </a:p>
          <a:p>
            <a:r>
              <a:rPr lang="ru-RU" sz="1400" dirty="0"/>
              <a:t>натыйжалар эсептей </a:t>
            </a:r>
            <a:endParaRPr lang="en-US" sz="1400" dirty="0"/>
          </a:p>
          <a:p>
            <a:r>
              <a:rPr lang="ru-RU" sz="1400" dirty="0"/>
              <a:t>алдыңбы?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8164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4B829-B1C0-55EB-918A-50472CC1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2525" y="1019272"/>
            <a:ext cx="6771215" cy="4849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5D95F5-9F8F-BA19-A524-6FD3CB6C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1938" y="1047848"/>
            <a:ext cx="6771215" cy="484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2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5E020-41F4-A9FE-66CD-6947C1BC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6770" y="1112979"/>
            <a:ext cx="6739420" cy="4690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392A4F-A07D-D679-4AC3-2D0ACC69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8606" y="1083684"/>
            <a:ext cx="6739420" cy="46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16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FD1B3-5AE7-9D86-184B-138E71DB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118" y="992762"/>
            <a:ext cx="6743810" cy="49244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9726AE-EEBC-2D68-637D-779A71B7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1882" y="992761"/>
            <a:ext cx="6743810" cy="492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6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2C633-2087-DCBA-73DE-91A3E7476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8902" y="1077547"/>
            <a:ext cx="6825525" cy="4697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D43D3-9E7E-9FA3-7A64-89589EB9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378" y="1096598"/>
            <a:ext cx="6825525" cy="469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5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10500</TotalTime>
  <Words>793</Words>
  <Application>Microsoft Office PowerPoint</Application>
  <PresentationFormat>A4 Paper (210x297 mm)</PresentationFormat>
  <Paragraphs>253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509</cp:revision>
  <cp:lastPrinted>2022-10-25T10:58:44Z</cp:lastPrinted>
  <dcterms:created xsi:type="dcterms:W3CDTF">2017-01-17T16:57:04Z</dcterms:created>
  <dcterms:modified xsi:type="dcterms:W3CDTF">2024-05-28T11:08:28Z</dcterms:modified>
</cp:coreProperties>
</file>