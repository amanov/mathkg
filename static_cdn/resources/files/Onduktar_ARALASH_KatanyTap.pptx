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704" r:id="rId1"/>
  </p:sldMasterIdLst>
  <p:notesMasterIdLst>
    <p:notesMasterId r:id="rId8"/>
  </p:notesMasterIdLst>
  <p:sldIdLst>
    <p:sldId id="940" r:id="rId2"/>
    <p:sldId id="831" r:id="rId3"/>
    <p:sldId id="939" r:id="rId4"/>
    <p:sldId id="832" r:id="rId5"/>
    <p:sldId id="833" r:id="rId6"/>
    <p:sldId id="944" r:id="rId7"/>
  </p:sldIdLst>
  <p:sldSz cx="9906000" cy="6858000" type="A4"/>
  <p:notesSz cx="6889750" cy="10021888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12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3300"/>
    <a:srgbClr val="FF0066"/>
    <a:srgbClr val="00FF00"/>
    <a:srgbClr val="4472C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1691" autoAdjust="0"/>
    <p:restoredTop sz="87774" autoAdjust="0"/>
  </p:normalViewPr>
  <p:slideViewPr>
    <p:cSldViewPr snapToGrid="0" showGuides="1">
      <p:cViewPr varScale="1">
        <p:scale>
          <a:sx n="69" d="100"/>
          <a:sy n="69" d="100"/>
        </p:scale>
        <p:origin x="1410" y="66"/>
      </p:cViewPr>
      <p:guideLst>
        <p:guide orient="horz" pos="2160"/>
        <p:guide pos="312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25" d="100"/>
        <a:sy n="25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1"/>
            <a:ext cx="2985558" cy="502835"/>
          </a:xfrm>
          <a:prstGeom prst="rect">
            <a:avLst/>
          </a:prstGeom>
        </p:spPr>
        <p:txBody>
          <a:bodyPr vert="horz" lIns="92298" tIns="46149" rIns="92298" bIns="46149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02598" y="1"/>
            <a:ext cx="2985558" cy="502835"/>
          </a:xfrm>
          <a:prstGeom prst="rect">
            <a:avLst/>
          </a:prstGeom>
        </p:spPr>
        <p:txBody>
          <a:bodyPr vert="horz" lIns="92298" tIns="46149" rIns="92298" bIns="46149" rtlCol="0"/>
          <a:lstStyle>
            <a:lvl1pPr algn="r">
              <a:defRPr sz="1200"/>
            </a:lvl1pPr>
          </a:lstStyle>
          <a:p>
            <a:fld id="{9C6A85EB-AF26-437E-8488-94E19A13AA79}" type="datetimeFigureOut">
              <a:rPr lang="en-GB" smtClean="0"/>
              <a:t>13/05/2024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003300" y="1254125"/>
            <a:ext cx="4883150" cy="33813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2298" tIns="46149" rIns="92298" bIns="46149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8975" y="4823035"/>
            <a:ext cx="5511800" cy="3946118"/>
          </a:xfrm>
          <a:prstGeom prst="rect">
            <a:avLst/>
          </a:prstGeom>
        </p:spPr>
        <p:txBody>
          <a:bodyPr vert="horz" lIns="92298" tIns="46149" rIns="92298" bIns="46149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1" y="9519058"/>
            <a:ext cx="2985558" cy="502834"/>
          </a:xfrm>
          <a:prstGeom prst="rect">
            <a:avLst/>
          </a:prstGeom>
        </p:spPr>
        <p:txBody>
          <a:bodyPr vert="horz" lIns="92298" tIns="46149" rIns="92298" bIns="46149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02598" y="9519058"/>
            <a:ext cx="2985558" cy="502834"/>
          </a:xfrm>
          <a:prstGeom prst="rect">
            <a:avLst/>
          </a:prstGeom>
        </p:spPr>
        <p:txBody>
          <a:bodyPr vert="horz" lIns="92298" tIns="46149" rIns="92298" bIns="46149" rtlCol="0" anchor="b"/>
          <a:lstStyle>
            <a:lvl1pPr algn="r">
              <a:defRPr sz="1200"/>
            </a:lvl1pPr>
          </a:lstStyle>
          <a:p>
            <a:fld id="{DD4EDCD2-601A-461C-9AB5-639C33E3F98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94927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Two worksheets to print.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D4EDCD2-601A-461C-9AB5-639C33E3F986}" type="slidenum">
              <a:rPr lang="en-GB" smtClean="0"/>
              <a:t>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3103570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950" y="1122363"/>
            <a:ext cx="84201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5/13/2024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491471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5/13/2024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729953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5879" y="1709740"/>
            <a:ext cx="8543925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879" y="4589465"/>
            <a:ext cx="8543925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5/13/2024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748310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1038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14913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5/13/2024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898940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365127"/>
            <a:ext cx="8543925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2329" y="1681163"/>
            <a:ext cx="419070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2329" y="2505075"/>
            <a:ext cx="4190702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340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5/13/2024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510504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5/13/2024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067655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5/13/2024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067749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11340" y="987427"/>
            <a:ext cx="5014913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5/13/2024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356809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11340" y="987427"/>
            <a:ext cx="5014913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5/13/2024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862159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5/13/2024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180174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88982" y="365125"/>
            <a:ext cx="2135981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1038" y="365125"/>
            <a:ext cx="6284119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5/13/2024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3514273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739882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1038" y="365127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smtClean="0"/>
              <a:t>5/13/2024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00797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5" r:id="rId1"/>
    <p:sldLayoutId id="2147483706" r:id="rId2"/>
    <p:sldLayoutId id="2147483707" r:id="rId3"/>
    <p:sldLayoutId id="2147483708" r:id="rId4"/>
    <p:sldLayoutId id="2147483709" r:id="rId5"/>
    <p:sldLayoutId id="2147483710" r:id="rId6"/>
    <p:sldLayoutId id="2147483711" r:id="rId7"/>
    <p:sldLayoutId id="2147483712" r:id="rId8"/>
    <p:sldLayoutId id="2147483713" r:id="rId9"/>
    <p:sldLayoutId id="2147483714" r:id="rId10"/>
    <p:sldLayoutId id="2147483715" r:id="rId11"/>
    <p:sldLayoutId id="2147483716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4">
            <a:extLst>
              <a:ext uri="{FF2B5EF4-FFF2-40B4-BE49-F238E27FC236}">
                <a16:creationId xmlns:a16="http://schemas.microsoft.com/office/drawing/2014/main" id="{6B89D2DF-F554-4C2A-CE1D-D373E74E5B72}"/>
              </a:ext>
            </a:extLst>
          </p:cNvPr>
          <p:cNvSpPr txBox="1">
            <a:spLocks/>
          </p:cNvSpPr>
          <p:nvPr/>
        </p:nvSpPr>
        <p:spPr>
          <a:xfrm>
            <a:off x="116840" y="1754505"/>
            <a:ext cx="10490200" cy="4351338"/>
          </a:xfrm>
          <a:prstGeom prst="rect">
            <a:avLst/>
          </a:prstGeom>
        </p:spPr>
        <p:txBody>
          <a:bodyPr>
            <a:normAutofit fontScale="92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Бир орундуу ондуктар - аралаш - катаны табыңыз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ru-RU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Окуучулар жанындагы суроолорду жана жооптордун каталарын текшериши керек анан окуучулар аларды оңдошу керек.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ru-RU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Окуучуларга канча ката табуу керек экенин айтуунун кажети жок.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ru-RU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Иш барагы </a:t>
            </a:r>
            <a:r>
              <a:rPr kumimoji="0" lang="ky-KG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ар кандай</a:t>
            </a: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өлчөмдө жана форматта.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ru-RU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Анимацияларды текшерип, </a:t>
            </a:r>
            <a:r>
              <a:rPr kumimoji="0" lang="ky-KG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сабагы</a:t>
            </a: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ң</a:t>
            </a:r>
            <a:r>
              <a:rPr kumimoji="0" lang="ky-KG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ызга </a:t>
            </a:r>
            <a:r>
              <a:rPr kumimoji="0" lang="ru-RU" sz="2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КЕРЕГИ ЖОК </a:t>
            </a: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слайддарды </a:t>
            </a:r>
            <a:r>
              <a:rPr kumimoji="0" lang="ru-RU" sz="32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ӨЧҮРҮ</a:t>
            </a:r>
            <a:r>
              <a:rPr kumimoji="0" lang="ky-KG" sz="32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П САЛЫ</a:t>
            </a:r>
            <a:r>
              <a:rPr kumimoji="0" lang="ru-RU" sz="32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ҢЫЗ.</a:t>
            </a:r>
            <a:endParaRPr kumimoji="0" lang="en-US" sz="28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itle 3">
            <a:extLst>
              <a:ext uri="{FF2B5EF4-FFF2-40B4-BE49-F238E27FC236}">
                <a16:creationId xmlns:a16="http://schemas.microsoft.com/office/drawing/2014/main" id="{0899BD10-45E1-4B1B-06C3-4D1ECCB52487}"/>
              </a:ext>
            </a:extLst>
          </p:cNvPr>
          <p:cNvSpPr txBox="1">
            <a:spLocks/>
          </p:cNvSpPr>
          <p:nvPr/>
        </p:nvSpPr>
        <p:spPr>
          <a:xfrm>
            <a:off x="0" y="452438"/>
            <a:ext cx="9404350" cy="14001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600" b="0" i="0" u="none" strike="noStrike" kern="1200" cap="none" spc="0" normalizeH="0" baseline="0" noProof="0" dirty="0" err="1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MathKGZ</a:t>
            </a:r>
            <a:r>
              <a:rPr kumimoji="0" lang="en-US" sz="5200" b="0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  -- </a:t>
            </a:r>
          </a:p>
        </p:txBody>
      </p:sp>
    </p:spTree>
    <p:extLst>
      <p:ext uri="{BB962C8B-B14F-4D97-AF65-F5344CB8AC3E}">
        <p14:creationId xmlns:p14="http://schemas.microsoft.com/office/powerpoint/2010/main" val="259635348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2FC410AA-59FC-4615-9780-3FC3ECD91E78}"/>
              </a:ext>
            </a:extLst>
          </p:cNvPr>
          <p:cNvGrpSpPr/>
          <p:nvPr/>
        </p:nvGrpSpPr>
        <p:grpSpPr>
          <a:xfrm>
            <a:off x="3461511" y="1302570"/>
            <a:ext cx="6444489" cy="5571586"/>
            <a:chOff x="1420561" y="0"/>
            <a:chExt cx="7091350" cy="6130832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73161848-2715-40E3-B5AA-94155D127F7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272836" y="0"/>
              <a:ext cx="5360328" cy="4588077"/>
            </a:xfrm>
            <a:prstGeom prst="rect">
              <a:avLst/>
            </a:prstGeom>
          </p:spPr>
        </p:pic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9169D55E-8782-4380-A82A-10E94A3015C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420561" y="4561949"/>
              <a:ext cx="7091350" cy="1568883"/>
            </a:xfrm>
            <a:prstGeom prst="rect">
              <a:avLst/>
            </a:prstGeom>
          </p:spPr>
        </p:pic>
      </p:grpSp>
      <p:sp>
        <p:nvSpPr>
          <p:cNvPr id="2" name="Rectangle 1">
            <a:extLst>
              <a:ext uri="{FF2B5EF4-FFF2-40B4-BE49-F238E27FC236}">
                <a16:creationId xmlns:a16="http://schemas.microsoft.com/office/drawing/2014/main" id="{B17EB607-9032-4763-85E1-7ABD2537FDF1}"/>
              </a:ext>
            </a:extLst>
          </p:cNvPr>
          <p:cNvSpPr/>
          <p:nvPr/>
        </p:nvSpPr>
        <p:spPr>
          <a:xfrm>
            <a:off x="97423" y="158821"/>
            <a:ext cx="5775940" cy="156966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9600" b="1" i="0" u="none" strike="noStrike" kern="1200" cap="none" spc="0" normalizeH="0" baseline="0" noProof="0" dirty="0">
                <a:ln w="22225">
                  <a:solidFill>
                    <a:srgbClr val="ED7D31"/>
                  </a:solidFill>
                  <a:prstDash val="solid"/>
                </a:ln>
                <a:solidFill>
                  <a:srgbClr val="ED7D31">
                    <a:lumMod val="40000"/>
                    <a:lumOff val="60000"/>
                  </a:srgbClr>
                </a:solidFill>
                <a:effectLst>
                  <a:glow rad="228600">
                    <a:srgbClr val="70AD47">
                      <a:satMod val="175000"/>
                      <a:alpha val="40000"/>
                    </a:srgbClr>
                  </a:glow>
                  <a:reflection blurRad="6350" stA="55000" endA="50" endPos="85000" dist="29997" dir="5400000" sy="-100000" algn="bl" rotWithShape="0"/>
                </a:effectLst>
                <a:uLnTx/>
                <a:uFillTx/>
                <a:latin typeface="Calibri Light" panose="020F0302020204030204"/>
                <a:ea typeface="+mn-ea"/>
                <a:cs typeface="+mn-cs"/>
              </a:rPr>
              <a:t>Катаны тап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439CDF84-16EA-482C-BDCB-DEFCD04B93A3}"/>
              </a:ext>
            </a:extLst>
          </p:cNvPr>
          <p:cNvSpPr/>
          <p:nvPr/>
        </p:nvSpPr>
        <p:spPr>
          <a:xfrm>
            <a:off x="6411641" y="5472129"/>
            <a:ext cx="1237129" cy="1173852"/>
          </a:xfrm>
          <a:prstGeom prst="ellipse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BCAD6BA9-22F2-49B3-9FF9-47A39C5DF1F2}"/>
              </a:ext>
            </a:extLst>
          </p:cNvPr>
          <p:cNvSpPr/>
          <p:nvPr/>
        </p:nvSpPr>
        <p:spPr>
          <a:xfrm>
            <a:off x="6047171" y="2061681"/>
            <a:ext cx="1237129" cy="1173852"/>
          </a:xfrm>
          <a:prstGeom prst="ellipse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F37526F-D929-B583-9776-C6570049D6BD}"/>
              </a:ext>
            </a:extLst>
          </p:cNvPr>
          <p:cNvSpPr txBox="1"/>
          <p:nvPr/>
        </p:nvSpPr>
        <p:spPr>
          <a:xfrm>
            <a:off x="222931" y="2334865"/>
            <a:ext cx="3887604" cy="35394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Үч бурчтукта 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айрым каталар бар!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Сен алардын 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баарын таба аласы</a:t>
            </a:r>
            <a:r>
              <a:rPr kumimoji="0" lang="ky-KG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ң</a:t>
            </a: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бы?</a:t>
            </a:r>
            <a:endParaRPr kumimoji="0" lang="en-GB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7719870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ED6F21C1-34E9-4685-B532-15A60AE3DE99}"/>
              </a:ext>
            </a:extLst>
          </p:cNvPr>
          <p:cNvSpPr txBox="1"/>
          <p:nvPr/>
        </p:nvSpPr>
        <p:spPr>
          <a:xfrm>
            <a:off x="731835" y="1950289"/>
            <a:ext cx="2857642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Каталарды таба аласызбы?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Аларды оңдоңуз!</a:t>
            </a:r>
            <a:endParaRPr kumimoji="0" lang="en-GB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algn="ctr"/>
            <a:endParaRPr lang="en-GB" dirty="0"/>
          </a:p>
          <a:p>
            <a:pPr algn="ctr"/>
            <a:endParaRPr lang="en-GB" dirty="0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CD090E1E-E00D-47A7-ACD6-3EA5FDE60ACC}"/>
              </a:ext>
            </a:extLst>
          </p:cNvPr>
          <p:cNvGrpSpPr/>
          <p:nvPr/>
        </p:nvGrpSpPr>
        <p:grpSpPr>
          <a:xfrm>
            <a:off x="1960880" y="18205"/>
            <a:ext cx="7939024" cy="6839796"/>
            <a:chOff x="1922780" y="2058616"/>
            <a:chExt cx="4220308" cy="3635969"/>
          </a:xfrm>
        </p:grpSpPr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BD92EB95-7769-4ABE-B7BF-CA668C08796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924909" y="2058616"/>
              <a:ext cx="2172872" cy="1827649"/>
            </a:xfrm>
            <a:prstGeom prst="rect">
              <a:avLst/>
            </a:prstGeom>
          </p:spPr>
        </p:pic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36E139D4-0FBD-4DDB-B242-FA6C3E3D74D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922780" y="3871026"/>
              <a:ext cx="4220308" cy="1823559"/>
            </a:xfrm>
            <a:prstGeom prst="rect">
              <a:avLst/>
            </a:prstGeom>
          </p:spPr>
        </p:pic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7C6970D4-4D23-B68F-4EC0-6FF34BC36444}"/>
              </a:ext>
            </a:extLst>
          </p:cNvPr>
          <p:cNvSpPr txBox="1"/>
          <p:nvPr/>
        </p:nvSpPr>
        <p:spPr>
          <a:xfrm>
            <a:off x="135082" y="196482"/>
            <a:ext cx="4953000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4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>
                  <a:outerShdw blurRad="838200" dist="1638300" dir="16440000" sx="53000" sy="53000" algn="ctr" rotWithShape="0">
                    <a:srgbClr val="000000">
                      <a:alpha val="5000"/>
                    </a:srgbClr>
                  </a:outerShdw>
                  <a:reflection blurRad="76200" stA="45000" endPos="0" dist="50800" dir="5400000" sy="-100000" algn="bl" rotWithShape="0"/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Каталарды издеп – </a:t>
            </a:r>
            <a:endParaRPr kumimoji="0" lang="en-US" sz="4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>
                <a:outerShdw blurRad="838200" dist="1638300" dir="16440000" sx="53000" sy="53000" algn="ctr" rotWithShape="0">
                  <a:srgbClr val="000000">
                    <a:alpha val="5000"/>
                  </a:srgbClr>
                </a:outerShdw>
                <a:reflection blurRad="76200" stA="45000" endPos="0" dist="50800" dir="5400000" sy="-100000" algn="bl" rotWithShape="0"/>
              </a:effectLst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4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>
                  <a:outerShdw blurRad="838200" dist="1638300" dir="16440000" sx="53000" sy="53000" algn="ctr" rotWithShape="0">
                    <a:srgbClr val="000000">
                      <a:alpha val="5000"/>
                    </a:srgbClr>
                  </a:outerShdw>
                  <a:reflection blurRad="76200" stA="45000" endPos="0" dist="50800" dir="5400000" sy="-100000" algn="bl" rotWithShape="0"/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тап</a:t>
            </a:r>
            <a:endParaRPr kumimoji="0" lang="en-US" sz="4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>
                <a:outerShdw blurRad="838200" dist="1638300" dir="16440000" sx="53000" sy="53000" algn="ctr" rotWithShape="0">
                  <a:srgbClr val="000000">
                    <a:alpha val="5000"/>
                  </a:srgbClr>
                </a:outerShdw>
                <a:reflection blurRad="76200" stA="45000" endPos="0" dist="50800" dir="5400000" sy="-100000" algn="bl" rotWithShape="0"/>
              </a:effectLst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0344616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93726C2-24F0-1B92-A642-57F3CBB2325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6200000">
            <a:off x="-1030894" y="1030896"/>
            <a:ext cx="6758088" cy="4696299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336D25C4-C11E-399E-3F87-BEEFF294861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6200000">
            <a:off x="4081434" y="1030895"/>
            <a:ext cx="6758088" cy="46962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758789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BB5FD481-2697-433F-8BB9-447CE10A454E}"/>
              </a:ext>
            </a:extLst>
          </p:cNvPr>
          <p:cNvGrpSpPr/>
          <p:nvPr/>
        </p:nvGrpSpPr>
        <p:grpSpPr>
          <a:xfrm>
            <a:off x="1960880" y="18205"/>
            <a:ext cx="7939024" cy="6839796"/>
            <a:chOff x="1922780" y="2058616"/>
            <a:chExt cx="4220308" cy="3635969"/>
          </a:xfrm>
        </p:grpSpPr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6C06E497-5DF6-4AC0-8DAD-393C8E827D9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924909" y="2058616"/>
              <a:ext cx="2172872" cy="1827649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0F0E47D5-1B1C-4A20-86D8-340A49B6774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922780" y="3871026"/>
              <a:ext cx="4220308" cy="1823559"/>
            </a:xfrm>
            <a:prstGeom prst="rect">
              <a:avLst/>
            </a:prstGeom>
          </p:spPr>
        </p:pic>
      </p:grpSp>
      <p:sp>
        <p:nvSpPr>
          <p:cNvPr id="16" name="Oval 15">
            <a:extLst>
              <a:ext uri="{FF2B5EF4-FFF2-40B4-BE49-F238E27FC236}">
                <a16:creationId xmlns:a16="http://schemas.microsoft.com/office/drawing/2014/main" id="{B3955A4D-0509-4550-BC6B-C46A16E1AF2E}"/>
              </a:ext>
            </a:extLst>
          </p:cNvPr>
          <p:cNvSpPr/>
          <p:nvPr/>
        </p:nvSpPr>
        <p:spPr>
          <a:xfrm>
            <a:off x="5773362" y="3735472"/>
            <a:ext cx="1237129" cy="1173852"/>
          </a:xfrm>
          <a:prstGeom prst="ellipse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87B72457-24FB-4CA8-A750-8B2CECF51C53}"/>
              </a:ext>
            </a:extLst>
          </p:cNvPr>
          <p:cNvSpPr/>
          <p:nvPr/>
        </p:nvSpPr>
        <p:spPr>
          <a:xfrm>
            <a:off x="3786228" y="3625595"/>
            <a:ext cx="1237129" cy="1173852"/>
          </a:xfrm>
          <a:prstGeom prst="ellipse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02E34BBF-68C4-4436-A15E-D87B9552907B}"/>
              </a:ext>
            </a:extLst>
          </p:cNvPr>
          <p:cNvSpPr/>
          <p:nvPr/>
        </p:nvSpPr>
        <p:spPr>
          <a:xfrm>
            <a:off x="4831279" y="1936402"/>
            <a:ext cx="1237129" cy="1173852"/>
          </a:xfrm>
          <a:prstGeom prst="ellipse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746B0C1C-CE7D-4B26-8C7B-77AE7F5253E4}"/>
              </a:ext>
            </a:extLst>
          </p:cNvPr>
          <p:cNvSpPr/>
          <p:nvPr/>
        </p:nvSpPr>
        <p:spPr>
          <a:xfrm>
            <a:off x="6253273" y="2864042"/>
            <a:ext cx="1237129" cy="1173852"/>
          </a:xfrm>
          <a:prstGeom prst="ellipse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6BDB949F-0C8B-4297-9C59-C77EC35AFE58}"/>
              </a:ext>
            </a:extLst>
          </p:cNvPr>
          <p:cNvSpPr/>
          <p:nvPr/>
        </p:nvSpPr>
        <p:spPr>
          <a:xfrm>
            <a:off x="145630" y="366742"/>
            <a:ext cx="4570225" cy="156966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ky-KG" sz="9600" b="1" spc="600" dirty="0">
                <a:ln w="0">
                  <a:solidFill>
                    <a:schemeClr val="bg2">
                      <a:lumMod val="10000"/>
                    </a:schemeClr>
                  </a:solidFill>
                </a:ln>
                <a:solidFill>
                  <a:srgbClr val="92D050"/>
                </a:soli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  <a:reflection blurRad="6350" stA="53000" endA="300" endPos="35500" dir="5400000" sy="-90000" algn="bl" rotWithShape="0"/>
                </a:effectLst>
              </a:rPr>
              <a:t>ЖООБУ</a:t>
            </a:r>
            <a:endParaRPr lang="en-US" sz="2800" b="1" spc="600" dirty="0">
              <a:ln w="0">
                <a:solidFill>
                  <a:schemeClr val="bg2">
                    <a:lumMod val="10000"/>
                  </a:schemeClr>
                </a:solidFill>
              </a:ln>
              <a:solidFill>
                <a:srgbClr val="92D050"/>
              </a:solidFill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  <a:reflection blurRad="6350" stA="53000" endA="300" endPos="35500" dir="5400000" sy="-90000" algn="bl" rotWithShape="0"/>
              </a:effectLst>
            </a:endParaRPr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B2C5FBDA-1083-4457-A84E-0383319636D9}"/>
              </a:ext>
            </a:extLst>
          </p:cNvPr>
          <p:cNvSpPr/>
          <p:nvPr/>
        </p:nvSpPr>
        <p:spPr>
          <a:xfrm>
            <a:off x="4739210" y="5383659"/>
            <a:ext cx="1237129" cy="1173852"/>
          </a:xfrm>
          <a:prstGeom prst="ellipse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</p:spTree>
    <p:extLst>
      <p:ext uri="{BB962C8B-B14F-4D97-AF65-F5344CB8AC3E}">
        <p14:creationId xmlns:p14="http://schemas.microsoft.com/office/powerpoint/2010/main" val="88598404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49DD828-9816-48D5-8793-DAFED5357886}"/>
              </a:ext>
            </a:extLst>
          </p:cNvPr>
          <p:cNvSpPr/>
          <p:nvPr/>
        </p:nvSpPr>
        <p:spPr>
          <a:xfrm>
            <a:off x="403678" y="674400"/>
            <a:ext cx="9240883" cy="55092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Суроолор барбы?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Комментарийлер?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Сунуштар?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…же ката таптыңызбы!?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Турдуу пикирлер учун ыраазычылык билдиребиз.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Сураныч, электрондук кат жөнөтүңүз: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mathematicskgz@gmail.com</a:t>
            </a:r>
          </a:p>
        </p:txBody>
      </p:sp>
    </p:spTree>
    <p:extLst>
      <p:ext uri="{BB962C8B-B14F-4D97-AF65-F5344CB8AC3E}">
        <p14:creationId xmlns:p14="http://schemas.microsoft.com/office/powerpoint/2010/main" val="375758780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 w="28575">
          <a:solidFill>
            <a:schemeClr val="tx1"/>
          </a:solidFill>
        </a:ln>
      </a:spPr>
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sz="195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TM04033937[[fn=Vapor Trail]]</Template>
  <TotalTime>8333</TotalTime>
  <Words>119</Words>
  <Application>Microsoft Office PowerPoint</Application>
  <PresentationFormat>A4 Paper (210x297 mm)</PresentationFormat>
  <Paragraphs>36</Paragraphs>
  <Slides>6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Calibri</vt:lpstr>
      <vt:lpstr>Arial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Kite</dc:creator>
  <cp:lastModifiedBy>Isa Amanov</cp:lastModifiedBy>
  <cp:revision>358</cp:revision>
  <cp:lastPrinted>2024-05-13T09:37:54Z</cp:lastPrinted>
  <dcterms:created xsi:type="dcterms:W3CDTF">2017-01-17T16:57:04Z</dcterms:created>
  <dcterms:modified xsi:type="dcterms:W3CDTF">2024-05-13T09:39:12Z</dcterms:modified>
</cp:coreProperties>
</file>