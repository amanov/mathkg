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1"/>
  </p:notesMasterIdLst>
  <p:handoutMasterIdLst>
    <p:handoutMasterId r:id="rId32"/>
  </p:handoutMasterIdLst>
  <p:sldIdLst>
    <p:sldId id="257" r:id="rId3"/>
    <p:sldId id="1055" r:id="rId4"/>
    <p:sldId id="1057" r:id="rId5"/>
    <p:sldId id="1056" r:id="rId6"/>
    <p:sldId id="1058" r:id="rId7"/>
    <p:sldId id="1059" r:id="rId8"/>
    <p:sldId id="1050" r:id="rId9"/>
    <p:sldId id="1051" r:id="rId10"/>
    <p:sldId id="1026" r:id="rId11"/>
    <p:sldId id="1061" r:id="rId12"/>
    <p:sldId id="1062" r:id="rId13"/>
    <p:sldId id="1063" r:id="rId14"/>
    <p:sldId id="1064" r:id="rId15"/>
    <p:sldId id="1066" r:id="rId16"/>
    <p:sldId id="1065" r:id="rId17"/>
    <p:sldId id="1067" r:id="rId18"/>
    <p:sldId id="1070" r:id="rId19"/>
    <p:sldId id="1068" r:id="rId20"/>
    <p:sldId id="1069" r:id="rId21"/>
    <p:sldId id="1071" r:id="rId22"/>
    <p:sldId id="1072" r:id="rId23"/>
    <p:sldId id="1073" r:id="rId24"/>
    <p:sldId id="1074" r:id="rId25"/>
    <p:sldId id="1075" r:id="rId26"/>
    <p:sldId id="1076" r:id="rId27"/>
    <p:sldId id="1048" r:id="rId28"/>
    <p:sldId id="1060" r:id="rId29"/>
    <p:sldId id="274" r:id="rId30"/>
  </p:sldIdLst>
  <p:sldSz cx="9906000" cy="6858000" type="A4"/>
  <p:notesSz cx="7104063" cy="10234613"/>
  <p:embeddedFontLst>
    <p:embeddedFont>
      <p:font typeface="Arial Black" panose="020B0A04020102020204" pitchFamily="34" charset="0"/>
      <p:bold r:id="rId33"/>
    </p:embeddedFont>
    <p:embeddedFont>
      <p:font typeface="Bodoni MT Black" panose="02070A03080606020203" pitchFamily="18" charset="0"/>
      <p:bold r:id="rId34"/>
      <p:boldItalic r:id="rId35"/>
    </p:embeddedFont>
    <p:embeddedFont>
      <p:font typeface="Stencil" panose="040409050D0802020404" pitchFamily="82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27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16/05/2024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084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948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5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2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4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8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43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2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65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02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4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876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52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Кемитүү 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0.1 − 0.01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0429" y="237176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0.09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9BFCA73-7DAF-1F86-B173-E72784514E88}"/>
              </a:ext>
            </a:extLst>
          </p:cNvPr>
          <p:cNvSpPr/>
          <p:nvPr/>
        </p:nvSpPr>
        <p:spPr>
          <a:xfrm>
            <a:off x="725638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741D149-3E82-4D2D-9387-84926B0A72EF}"/>
              </a:ext>
            </a:extLst>
          </p:cNvPr>
          <p:cNvSpPr/>
          <p:nvPr/>
        </p:nvSpPr>
        <p:spPr>
          <a:xfrm>
            <a:off x="725638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996B0C78-1018-C0BB-767C-F701BB3B0D30}"/>
              </a:ext>
            </a:extLst>
          </p:cNvPr>
          <p:cNvSpPr/>
          <p:nvPr/>
        </p:nvSpPr>
        <p:spPr>
          <a:xfrm>
            <a:off x="725638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15CEDDF-B20A-7125-3764-90BE2FD297B8}"/>
              </a:ext>
            </a:extLst>
          </p:cNvPr>
          <p:cNvSpPr/>
          <p:nvPr/>
        </p:nvSpPr>
        <p:spPr>
          <a:xfrm>
            <a:off x="725638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5D004E4A-20BE-2902-0BCB-EE32C18953AF}"/>
              </a:ext>
            </a:extLst>
          </p:cNvPr>
          <p:cNvSpPr/>
          <p:nvPr/>
        </p:nvSpPr>
        <p:spPr>
          <a:xfrm>
            <a:off x="725638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7F95168-16D0-00DE-1842-4B7CC5B7F958}"/>
              </a:ext>
            </a:extLst>
          </p:cNvPr>
          <p:cNvSpPr/>
          <p:nvPr/>
        </p:nvSpPr>
        <p:spPr>
          <a:xfrm>
            <a:off x="7256381" y="32033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293281-C6D2-A803-A7A0-E447F01BF856}"/>
              </a:ext>
            </a:extLst>
          </p:cNvPr>
          <p:cNvSpPr/>
          <p:nvPr/>
        </p:nvSpPr>
        <p:spPr>
          <a:xfrm>
            <a:off x="7256381" y="297150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F2FA1E-F297-A0A9-ED41-6B7A5187582C}"/>
              </a:ext>
            </a:extLst>
          </p:cNvPr>
          <p:cNvSpPr/>
          <p:nvPr/>
        </p:nvSpPr>
        <p:spPr>
          <a:xfrm>
            <a:off x="7256381" y="273963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0EFCD7A-D958-E566-0F08-04D3DC97B1FB}"/>
              </a:ext>
            </a:extLst>
          </p:cNvPr>
          <p:cNvSpPr/>
          <p:nvPr/>
        </p:nvSpPr>
        <p:spPr>
          <a:xfrm>
            <a:off x="7256381" y="25077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0.24 − 0.11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406667" y="288685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0.13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671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0.3 − 0.16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9562" y="340535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0.14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Cube 176">
            <a:extLst>
              <a:ext uri="{FF2B5EF4-FFF2-40B4-BE49-F238E27FC236}">
                <a16:creationId xmlns:a16="http://schemas.microsoft.com/office/drawing/2014/main" id="{197E2834-86C5-F19F-F4E5-E32AE45EBB24}"/>
              </a:ext>
            </a:extLst>
          </p:cNvPr>
          <p:cNvSpPr/>
          <p:nvPr/>
        </p:nvSpPr>
        <p:spPr>
          <a:xfrm>
            <a:off x="75421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242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  <p:bldP spid="1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0.33 − 0.08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38093" y="237796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3135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3135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3135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3135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3135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3135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3135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3135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73135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73135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67801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67801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67801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67801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67801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67801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67801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67801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67801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67801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47F8CC21-8168-5B7C-CE52-084152AF922E}"/>
              </a:ext>
            </a:extLst>
          </p:cNvPr>
          <p:cNvSpPr/>
          <p:nvPr/>
        </p:nvSpPr>
        <p:spPr>
          <a:xfrm>
            <a:off x="78850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89487E52-2599-5211-4C1D-DB2E845F535F}"/>
              </a:ext>
            </a:extLst>
          </p:cNvPr>
          <p:cNvSpPr/>
          <p:nvPr/>
        </p:nvSpPr>
        <p:spPr>
          <a:xfrm>
            <a:off x="78850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EBB94589-C06D-62F0-2F6E-0236112EB69C}"/>
              </a:ext>
            </a:extLst>
          </p:cNvPr>
          <p:cNvSpPr/>
          <p:nvPr/>
        </p:nvSpPr>
        <p:spPr>
          <a:xfrm>
            <a:off x="78850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F9B04FFC-B627-09E9-1A07-5C409CA63E0A}"/>
              </a:ext>
            </a:extLst>
          </p:cNvPr>
          <p:cNvSpPr/>
          <p:nvPr/>
        </p:nvSpPr>
        <p:spPr>
          <a:xfrm>
            <a:off x="78850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7D82E06-F95E-F882-204E-C8AC16A88563}"/>
              </a:ext>
            </a:extLst>
          </p:cNvPr>
          <p:cNvSpPr/>
          <p:nvPr/>
        </p:nvSpPr>
        <p:spPr>
          <a:xfrm>
            <a:off x="788503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67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0.45 − 0.27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76564" y="261316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0.18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56118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56118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56118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56118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56118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561181" y="3191726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561181" y="295985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561181" y="272798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70277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70277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70277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70277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70277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70277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70277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70277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70277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70277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5614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3151699" y="208859"/>
            <a:ext cx="3619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</a:t>
            </a:r>
            <a:r>
              <a:rPr lang="ru-RU" sz="2000" b="1" dirty="0"/>
              <a:t>айырма</a:t>
            </a:r>
            <a:r>
              <a:rPr lang="ru-RU" sz="2000" dirty="0"/>
              <a:t> бар?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51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0.51</a:t>
            </a:r>
            <a:r>
              <a:rPr lang="ru-RU" sz="2400" dirty="0"/>
              <a:t> </a:t>
            </a:r>
            <a:r>
              <a:rPr lang="ru-RU" sz="2400" u="sng" dirty="0"/>
              <a:t>с</a:t>
            </a:r>
            <a:endParaRPr lang="en-GB" sz="2400" u="sng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23192" y="3257552"/>
            <a:ext cx="3476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</a:t>
            </a:r>
            <a:r>
              <a:rPr lang="ru-RU" sz="2000" b="1" dirty="0"/>
              <a:t>айырмаланат</a:t>
            </a:r>
            <a:r>
              <a:rPr lang="ru-RU" sz="2000" dirty="0"/>
              <a:t>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B7682EF-5466-46EE-63C2-9F41156B2A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5684199" y="933450"/>
            <a:ext cx="764149" cy="5846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5B93E80-9A46-6E36-A952-12D9A42B10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3264772" y="794927"/>
            <a:ext cx="1126254" cy="8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4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72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0.72</a:t>
            </a:r>
            <a:r>
              <a:rPr lang="ru-RU" sz="2400" dirty="0"/>
              <a:t> </a:t>
            </a:r>
            <a:r>
              <a:rPr lang="ru-RU" sz="2400" u="sng" dirty="0"/>
              <a:t>с</a:t>
            </a:r>
            <a:endParaRPr lang="en-GB" sz="2400" u="sng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0.44</a:t>
            </a:r>
            <a:r>
              <a:rPr lang="ru-RU" sz="2400" dirty="0"/>
              <a:t> </a:t>
            </a:r>
            <a:r>
              <a:rPr lang="ru-RU" sz="2400" u="sng" dirty="0"/>
              <a:t>с</a:t>
            </a:r>
            <a:endParaRPr lang="en-GB" sz="2400" u="sng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23191" y="3257552"/>
            <a:ext cx="3476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</a:t>
            </a:r>
            <a:r>
              <a:rPr lang="ru-RU" sz="2000" b="1" dirty="0"/>
              <a:t>айырмаланат</a:t>
            </a:r>
            <a:r>
              <a:rPr lang="ru-RU" sz="2000" dirty="0"/>
              <a:t>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925E4-2EC6-F1D6-F4A2-2FFF43DD6570}"/>
              </a:ext>
            </a:extLst>
          </p:cNvPr>
          <p:cNvSpPr txBox="1"/>
          <p:nvPr/>
        </p:nvSpPr>
        <p:spPr>
          <a:xfrm>
            <a:off x="3151699" y="208859"/>
            <a:ext cx="3619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</a:t>
            </a:r>
            <a:r>
              <a:rPr lang="ru-RU" sz="2000" b="1" dirty="0"/>
              <a:t>айырма</a:t>
            </a:r>
            <a:r>
              <a:rPr lang="ru-RU" sz="2000" dirty="0"/>
              <a:t> бар?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F767D7-2E08-89A6-6D0F-5A1F6280FF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865" y="773089"/>
            <a:ext cx="764149" cy="764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F1454A-ED46-9B76-9657-787D1F1015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504" y="777530"/>
            <a:ext cx="764149" cy="76414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5555C-EA2C-4E41-EBFF-416068D39EDE}"/>
              </a:ext>
            </a:extLst>
          </p:cNvPr>
          <p:cNvCxnSpPr>
            <a:cxnSpLocks/>
          </p:cNvCxnSpPr>
          <p:nvPr/>
        </p:nvCxnSpPr>
        <p:spPr>
          <a:xfrm flipH="1">
            <a:off x="22828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21F903-59B4-8CEE-C5DF-7841D2275966}"/>
              </a:ext>
            </a:extLst>
          </p:cNvPr>
          <p:cNvSpPr txBox="1"/>
          <p:nvPr/>
        </p:nvSpPr>
        <p:spPr>
          <a:xfrm>
            <a:off x="74535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78BF83-F26C-23AB-DA8F-D21CE889C78C}"/>
              </a:ext>
            </a:extLst>
          </p:cNvPr>
          <p:cNvCxnSpPr>
            <a:cxnSpLocks/>
          </p:cNvCxnSpPr>
          <p:nvPr/>
        </p:nvCxnSpPr>
        <p:spPr>
          <a:xfrm flipH="1">
            <a:off x="74644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BCD166-2C8A-356A-1905-803ABF76EA98}"/>
              </a:ext>
            </a:extLst>
          </p:cNvPr>
          <p:cNvSpPr txBox="1"/>
          <p:nvPr/>
        </p:nvSpPr>
        <p:spPr>
          <a:xfrm>
            <a:off x="26212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0E84A-179E-D9BE-BD37-8E043E556713}"/>
              </a:ext>
            </a:extLst>
          </p:cNvPr>
          <p:cNvSpPr txBox="1"/>
          <p:nvPr/>
        </p:nvSpPr>
        <p:spPr>
          <a:xfrm>
            <a:off x="78028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89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3" grpId="0"/>
      <p:bldP spid="22" grpId="0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  −  0.3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14915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2142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  −  0.7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4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81377" y="2777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  −  0.9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−  0.17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0.54  −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0.73  −  0.27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37147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1.27  −  0.4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1538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4.55  −  2.19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1.43  −  0.55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2.21  −  0.68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43486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787934" y="2777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3.53  −  0.94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67066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4.24  −  1.56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117188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3.31  −  2.83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11985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2.84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41170" y="1538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0.26  −  0.12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0.52  −  0.3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0.32  −  0.18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1.54  −  0.26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5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3.5  −  1.02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614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5  −  3.57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3.42  −  2.59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1.55 $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1.68 $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1.63 $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2.27 $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567277" y="149283"/>
            <a:ext cx="47714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ким өзүнүн түшкү тамагын сатып алат.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Алардын ар биринде канча акча калат?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3.87</a:t>
            </a:r>
            <a:r>
              <a:rPr lang="ru-RU" sz="2400" dirty="0"/>
              <a:t> </a:t>
            </a:r>
            <a:r>
              <a:rPr lang="en-US" sz="2400" dirty="0"/>
              <a:t>$</a:t>
            </a:r>
            <a:endParaRPr lang="en-GB" sz="2400" u="sng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3.85 $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5.06</a:t>
            </a:r>
            <a:r>
              <a:rPr lang="ky-KG" sz="2400" dirty="0"/>
              <a:t> </a:t>
            </a:r>
            <a:r>
              <a:rPr lang="en-US" sz="2400" dirty="0"/>
              <a:t>$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3.48 $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882668" y="3116199"/>
            <a:ext cx="2143237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2.32 $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2173057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2.17  $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£2.79 </a:t>
            </a:r>
            <a:r>
              <a:rPr lang="ky-KG" sz="2400" dirty="0"/>
              <a:t>калды</a:t>
            </a:r>
            <a:endParaRPr lang="en-GB" sz="2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1.85  $ </a:t>
            </a:r>
            <a:r>
              <a:rPr lang="ky-KG" sz="2400" dirty="0"/>
              <a:t>калды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7142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10725</TotalTime>
  <Words>992</Words>
  <Application>Microsoft Office PowerPoint</Application>
  <PresentationFormat>A4 Paper (210x297 mm)</PresentationFormat>
  <Paragraphs>597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Bodoni MT Black</vt:lpstr>
      <vt:lpstr>Calibri</vt:lpstr>
      <vt:lpstr>Arial Black</vt:lpstr>
      <vt:lpstr>Arial</vt:lpstr>
      <vt:lpstr>Calibri Light</vt:lpstr>
      <vt:lpstr>Stencil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2017-12-31T22:38:51Z</cp:lastPrinted>
  <dcterms:created xsi:type="dcterms:W3CDTF">2017-01-17T16:57:04Z</dcterms:created>
  <dcterms:modified xsi:type="dcterms:W3CDTF">2024-05-16T09:21:58Z</dcterms:modified>
</cp:coreProperties>
</file>