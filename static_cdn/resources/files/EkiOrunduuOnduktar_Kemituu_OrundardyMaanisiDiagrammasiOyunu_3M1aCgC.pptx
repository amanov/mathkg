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7"/>
  </p:notesMasterIdLst>
  <p:sldIdLst>
    <p:sldId id="1015" r:id="rId3"/>
    <p:sldId id="944" r:id="rId4"/>
    <p:sldId id="945" r:id="rId5"/>
    <p:sldId id="946" r:id="rId6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8"/>
    </p:embeddedFont>
    <p:embeddedFont>
      <p:font typeface="Constantia" panose="02030602050306030303" pitchFamily="18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7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74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5789-A92C-E16C-E548-D04799F55D79}"/>
              </a:ext>
            </a:extLst>
          </p:cNvPr>
          <p:cNvSpPr txBox="1"/>
          <p:nvPr/>
        </p:nvSpPr>
        <p:spPr>
          <a:xfrm>
            <a:off x="406400" y="1351280"/>
            <a:ext cx="90627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lang="ky-KG" sz="2400" dirty="0">
                <a:solidFill>
                  <a:prstClr val="black"/>
                </a:solidFill>
                <a:latin typeface="Calibri" panose="020F0502020204030204"/>
              </a:rPr>
              <a:t>Орундуу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- К</a:t>
            </a:r>
            <a:r>
              <a:rPr lang="ru-RU" sz="2400" dirty="0">
                <a:solidFill>
                  <a:prstClr val="black"/>
                </a:solidFill>
                <a:latin typeface="Calibri" panose="020F0502020204030204"/>
              </a:rPr>
              <a:t>емитүү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Класстык иш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2+ окуучулардан турган топтор туш келди тандалган цифралык карталарды колдонуп, эң чоң санды чыгаруу үчүн ат салышат.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Жеңүүчү ондук сандардын ортосундагы маанинин айырмасын упай алат.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565D6-DA7F-39FF-47B5-EB94DC0C6326}"/>
              </a:ext>
            </a:extLst>
          </p:cNvPr>
          <p:cNvSpPr txBox="1">
            <a:spLocks/>
          </p:cNvSpPr>
          <p:nvPr/>
        </p:nvSpPr>
        <p:spPr>
          <a:xfrm>
            <a:off x="501650" y="1476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6273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376535" y="-27550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A578D3B-EC1A-4D74-9841-B65D2C391A84}"/>
              </a:ext>
            </a:extLst>
          </p:cNvPr>
          <p:cNvSpPr txBox="1"/>
          <p:nvPr/>
        </p:nvSpPr>
        <p:spPr>
          <a:xfrm>
            <a:off x="19684" y="2824225"/>
            <a:ext cx="124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A5B26F-E291-4506-8D53-D873152D62F9}"/>
              </a:ext>
            </a:extLst>
          </p:cNvPr>
          <p:cNvSpPr txBox="1"/>
          <p:nvPr/>
        </p:nvSpPr>
        <p:spPr>
          <a:xfrm>
            <a:off x="19684" y="211016"/>
            <a:ext cx="4853829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оюнчу </a:t>
            </a:r>
            <a:r>
              <a:rPr lang="ru-RU" sz="1200" b="1" dirty="0"/>
              <a:t>өзүнүн сандык карталарын </a:t>
            </a:r>
            <a:r>
              <a:rPr lang="ru-RU" sz="1200" dirty="0"/>
              <a:t>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жаап </a:t>
            </a:r>
            <a:endParaRPr lang="th-TH" sz="1200" dirty="0"/>
          </a:p>
          <a:p>
            <a:pPr algn="ctr"/>
            <a:r>
              <a:rPr lang="ru-RU" sz="1200" dirty="0"/>
              <a:t>коюңуз.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 доскасынын </a:t>
            </a:r>
            <a:r>
              <a:rPr lang="ru-RU" sz="1200" dirty="0"/>
              <a:t>каалаган</a:t>
            </a:r>
          </a:p>
          <a:p>
            <a:pPr algn="ctr"/>
            <a:r>
              <a:rPr lang="ru-RU" sz="1200" dirty="0"/>
              <a:t> жерине коюңуз. Ар бириңизде толук </a:t>
            </a:r>
          </a:p>
          <a:p>
            <a:pPr algn="ctr"/>
            <a:r>
              <a:rPr lang="ru-RU" sz="1200" dirty="0"/>
              <a:t>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маанисинин айырмасындай упай алат!</a:t>
            </a:r>
            <a:endParaRPr lang="en-GB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B4DBF-8596-4808-AF0B-CA30B7934E1B}"/>
              </a:ext>
            </a:extLst>
          </p:cNvPr>
          <p:cNvSpPr txBox="1"/>
          <p:nvPr/>
        </p:nvSpPr>
        <p:spPr>
          <a:xfrm>
            <a:off x="195285" y="2092905"/>
            <a:ext cx="992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  <a:p>
            <a:pPr algn="ctr"/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0334D7-30F4-4085-A150-B81EB68515A0}"/>
              </a:ext>
            </a:extLst>
          </p:cNvPr>
          <p:cNvSpPr/>
          <p:nvPr/>
        </p:nvSpPr>
        <p:spPr>
          <a:xfrm>
            <a:off x="690405" y="237393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DC6CFFAA-9632-4717-BFB5-7A564BF89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646517"/>
              </p:ext>
            </p:extLst>
          </p:nvPr>
        </p:nvGraphicFramePr>
        <p:xfrm>
          <a:off x="1230228" y="1884218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04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289EA3-07FB-464B-8BFF-67FB359C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407675"/>
              </p:ext>
            </p:extLst>
          </p:nvPr>
        </p:nvGraphicFramePr>
        <p:xfrm>
          <a:off x="1230228" y="2699247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463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8861E08-F7FC-48F5-96F3-FA74C2D2BE5B}"/>
              </a:ext>
            </a:extLst>
          </p:cNvPr>
          <p:cNvSpPr/>
          <p:nvPr/>
        </p:nvSpPr>
        <p:spPr>
          <a:xfrm>
            <a:off x="213808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35D5497-07CD-4215-94FD-7B4B6A908CDD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3421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BA8C49-E1B3-5DDA-0A08-6B29750289A5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3F086-AB21-07EC-E49A-3EB1B610240A}"/>
              </a:ext>
            </a:extLst>
          </p:cNvPr>
          <p:cNvSpPr txBox="1"/>
          <p:nvPr/>
        </p:nvSpPr>
        <p:spPr>
          <a:xfrm>
            <a:off x="376535" y="-27550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D7AE34C5-FE54-EBB4-0603-C9077E723EDF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395E168-FEFD-1959-509A-24462C74FCB6}"/>
              </a:ext>
            </a:extLst>
          </p:cNvPr>
          <p:cNvSpPr txBox="1"/>
          <p:nvPr/>
        </p:nvSpPr>
        <p:spPr>
          <a:xfrm>
            <a:off x="19684" y="2824225"/>
            <a:ext cx="124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FBED0-77E8-4BEE-0326-F356B0C81402}"/>
              </a:ext>
            </a:extLst>
          </p:cNvPr>
          <p:cNvSpPr txBox="1"/>
          <p:nvPr/>
        </p:nvSpPr>
        <p:spPr>
          <a:xfrm>
            <a:off x="19684" y="211016"/>
            <a:ext cx="4853829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оюнчу </a:t>
            </a:r>
            <a:r>
              <a:rPr lang="ru-RU" sz="1200" b="1" dirty="0"/>
              <a:t>өзүнүн сандык карталарын </a:t>
            </a:r>
            <a:r>
              <a:rPr lang="ru-RU" sz="1200" dirty="0"/>
              <a:t>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жаап </a:t>
            </a:r>
            <a:endParaRPr lang="th-TH" sz="1200" dirty="0"/>
          </a:p>
          <a:p>
            <a:pPr algn="ctr"/>
            <a:r>
              <a:rPr lang="ru-RU" sz="1200" dirty="0"/>
              <a:t>коюңуз.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 доскасынын </a:t>
            </a:r>
            <a:r>
              <a:rPr lang="ru-RU" sz="1200" dirty="0"/>
              <a:t>каалаган</a:t>
            </a:r>
          </a:p>
          <a:p>
            <a:pPr algn="ctr"/>
            <a:r>
              <a:rPr lang="ru-RU" sz="1200" dirty="0"/>
              <a:t> жерине коюңуз. Ар бириңизде толук </a:t>
            </a:r>
          </a:p>
          <a:p>
            <a:pPr algn="ctr"/>
            <a:r>
              <a:rPr lang="ru-RU" sz="1200" dirty="0"/>
              <a:t>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маанисинин айырмасындай упай алат!</a:t>
            </a:r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60F6E-06E9-41AB-CF30-419139CAD4BD}"/>
              </a:ext>
            </a:extLst>
          </p:cNvPr>
          <p:cNvSpPr txBox="1"/>
          <p:nvPr/>
        </p:nvSpPr>
        <p:spPr>
          <a:xfrm>
            <a:off x="195285" y="2092905"/>
            <a:ext cx="992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  <a:p>
            <a:pPr algn="ctr"/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0E2477-DE06-4162-7ED3-77EEAF3B5BFF}"/>
              </a:ext>
            </a:extLst>
          </p:cNvPr>
          <p:cNvSpPr/>
          <p:nvPr/>
        </p:nvSpPr>
        <p:spPr>
          <a:xfrm>
            <a:off x="690405" y="237393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BA19F05B-2830-11B9-6D7D-490EB51DE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684430"/>
              </p:ext>
            </p:extLst>
          </p:nvPr>
        </p:nvGraphicFramePr>
        <p:xfrm>
          <a:off x="1230228" y="1884218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04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8D3E465-628E-F218-3A6F-22F7FD1FF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25016"/>
              </p:ext>
            </p:extLst>
          </p:nvPr>
        </p:nvGraphicFramePr>
        <p:xfrm>
          <a:off x="1230228" y="2699247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463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33" name="Oval 32">
            <a:extLst>
              <a:ext uri="{FF2B5EF4-FFF2-40B4-BE49-F238E27FC236}">
                <a16:creationId xmlns:a16="http://schemas.microsoft.com/office/drawing/2014/main" id="{0A0DE4CD-2494-17AB-6FB3-978B33A67A46}"/>
              </a:ext>
            </a:extLst>
          </p:cNvPr>
          <p:cNvSpPr/>
          <p:nvPr/>
        </p:nvSpPr>
        <p:spPr>
          <a:xfrm>
            <a:off x="213808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9E3E7FD-56F3-770D-D5A4-827D24B4B5E7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CAF3FDD-D7A3-325C-DB21-7C3DF9057248}"/>
              </a:ext>
            </a:extLst>
          </p:cNvPr>
          <p:cNvSpPr/>
          <p:nvPr/>
        </p:nvSpPr>
        <p:spPr>
          <a:xfrm>
            <a:off x="4995298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799FF0-88C4-7266-CB64-EC9FF3F8DBAF}"/>
              </a:ext>
            </a:extLst>
          </p:cNvPr>
          <p:cNvSpPr txBox="1"/>
          <p:nvPr/>
        </p:nvSpPr>
        <p:spPr>
          <a:xfrm>
            <a:off x="5364213" y="-27550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37" name="Table 11">
            <a:extLst>
              <a:ext uri="{FF2B5EF4-FFF2-40B4-BE49-F238E27FC236}">
                <a16:creationId xmlns:a16="http://schemas.microsoft.com/office/drawing/2014/main" id="{027A3623-9C6B-7FAE-E034-8B0DA42B8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842999"/>
              </p:ext>
            </p:extLst>
          </p:nvPr>
        </p:nvGraphicFramePr>
        <p:xfrm>
          <a:off x="5020892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46947A04-50CF-C5E9-ADD1-060BC09064FD}"/>
              </a:ext>
            </a:extLst>
          </p:cNvPr>
          <p:cNvSpPr txBox="1"/>
          <p:nvPr/>
        </p:nvSpPr>
        <p:spPr>
          <a:xfrm>
            <a:off x="5007362" y="2824225"/>
            <a:ext cx="124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80227E-FDEC-65F1-D7E3-3545252633D1}"/>
              </a:ext>
            </a:extLst>
          </p:cNvPr>
          <p:cNvSpPr txBox="1"/>
          <p:nvPr/>
        </p:nvSpPr>
        <p:spPr>
          <a:xfrm>
            <a:off x="5007362" y="211016"/>
            <a:ext cx="4853829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оюнчу </a:t>
            </a:r>
            <a:r>
              <a:rPr lang="ru-RU" sz="1200" b="1" dirty="0"/>
              <a:t>өзүнүн сандык карталарын </a:t>
            </a:r>
            <a:r>
              <a:rPr lang="ru-RU" sz="1200" dirty="0"/>
              <a:t>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жаап </a:t>
            </a:r>
            <a:endParaRPr lang="th-TH" sz="1200" dirty="0"/>
          </a:p>
          <a:p>
            <a:pPr algn="ctr"/>
            <a:r>
              <a:rPr lang="ru-RU" sz="1200" dirty="0"/>
              <a:t>коюңуз.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 доскасынын </a:t>
            </a:r>
            <a:r>
              <a:rPr lang="ru-RU" sz="1200" dirty="0"/>
              <a:t>каалаган</a:t>
            </a:r>
          </a:p>
          <a:p>
            <a:pPr algn="ctr"/>
            <a:r>
              <a:rPr lang="ru-RU" sz="1200" dirty="0"/>
              <a:t> жерине коюңуз. Ар бириңизде толук </a:t>
            </a:r>
          </a:p>
          <a:p>
            <a:pPr algn="ctr"/>
            <a:r>
              <a:rPr lang="ru-RU" sz="1200" dirty="0"/>
              <a:t>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маанисинин айырмасындай упай алат!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A4180A-B099-340B-848F-2D54CDA3962B}"/>
              </a:ext>
            </a:extLst>
          </p:cNvPr>
          <p:cNvSpPr txBox="1"/>
          <p:nvPr/>
        </p:nvSpPr>
        <p:spPr>
          <a:xfrm>
            <a:off x="5182963" y="2092905"/>
            <a:ext cx="992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  <a:p>
            <a:pPr algn="ctr"/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926F2B0-26BB-D4AB-8D31-B9E274C59BE2}"/>
              </a:ext>
            </a:extLst>
          </p:cNvPr>
          <p:cNvSpPr/>
          <p:nvPr/>
        </p:nvSpPr>
        <p:spPr>
          <a:xfrm>
            <a:off x="5678083" y="237393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42" name="Table 11">
            <a:extLst>
              <a:ext uri="{FF2B5EF4-FFF2-40B4-BE49-F238E27FC236}">
                <a16:creationId xmlns:a16="http://schemas.microsoft.com/office/drawing/2014/main" id="{4250DB91-B2DF-4F05-6DE4-E9CF78F4A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17676"/>
              </p:ext>
            </p:extLst>
          </p:nvPr>
        </p:nvGraphicFramePr>
        <p:xfrm>
          <a:off x="6217906" y="1884218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04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078A1598-9FC0-FC5C-4F99-4C00CBA4B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365527"/>
              </p:ext>
            </p:extLst>
          </p:nvPr>
        </p:nvGraphicFramePr>
        <p:xfrm>
          <a:off x="6217906" y="2699247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463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44" name="Oval 43">
            <a:extLst>
              <a:ext uri="{FF2B5EF4-FFF2-40B4-BE49-F238E27FC236}">
                <a16:creationId xmlns:a16="http://schemas.microsoft.com/office/drawing/2014/main" id="{C6148B88-3836-1274-A5F1-44B97910E056}"/>
              </a:ext>
            </a:extLst>
          </p:cNvPr>
          <p:cNvSpPr/>
          <p:nvPr/>
        </p:nvSpPr>
        <p:spPr>
          <a:xfrm>
            <a:off x="7125759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D0AB93B-1AA4-38E9-58F6-35FFBB06A4BB}"/>
              </a:ext>
            </a:extLst>
          </p:cNvPr>
          <p:cNvSpPr/>
          <p:nvPr/>
        </p:nvSpPr>
        <p:spPr>
          <a:xfrm>
            <a:off x="7123854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889988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10386</TotalTime>
  <Words>388</Words>
  <Application>Microsoft Office PowerPoint</Application>
  <PresentationFormat>A4 Paper (210x297 mm)</PresentationFormat>
  <Paragraphs>137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Constantia</vt:lpstr>
      <vt:lpstr>Calibri</vt:lpstr>
      <vt:lpstr>Berlin Sans FB Demi</vt:lpstr>
      <vt:lpstr>Arial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491</cp:revision>
  <cp:lastPrinted>2020-04-27T05:53:20Z</cp:lastPrinted>
  <dcterms:created xsi:type="dcterms:W3CDTF">2017-01-17T16:57:04Z</dcterms:created>
  <dcterms:modified xsi:type="dcterms:W3CDTF">2024-05-18T08:11:47Z</dcterms:modified>
</cp:coreProperties>
</file>