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65" r:id="rId4"/>
    <p:sldId id="952" r:id="rId5"/>
    <p:sldId id="954" r:id="rId6"/>
    <p:sldId id="953" r:id="rId7"/>
    <p:sldId id="961" r:id="rId8"/>
    <p:sldId id="963" r:id="rId9"/>
    <p:sldId id="955" r:id="rId10"/>
    <p:sldId id="958" r:id="rId11"/>
    <p:sldId id="951" r:id="rId12"/>
    <p:sldId id="959" r:id="rId13"/>
    <p:sldId id="957" r:id="rId14"/>
    <p:sldId id="960" r:id="rId15"/>
    <p:sldId id="956" r:id="rId16"/>
    <p:sldId id="964" r:id="rId17"/>
    <p:sldId id="962" r:id="rId18"/>
    <p:sldId id="950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7104063" cy="10234613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65"/>
            <p14:sldId id="952"/>
            <p14:sldId id="954"/>
            <p14:sldId id="953"/>
            <p14:sldId id="961"/>
            <p14:sldId id="963"/>
            <p14:sldId id="955"/>
            <p14:sldId id="958"/>
            <p14:sldId id="951"/>
            <p14:sldId id="959"/>
            <p14:sldId id="957"/>
            <p14:sldId id="960"/>
            <p14:sldId id="956"/>
            <p14:sldId id="964"/>
            <p14:sldId id="962"/>
            <p14:sldId id="950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Бөлчөктөрдү, ондуктарды жана пайыздарды иреттөө </a:t>
            </a:r>
            <a:r>
              <a:rPr lang="en-US" sz="2400" dirty="0"/>
              <a:t>– </a:t>
            </a:r>
            <a:r>
              <a:rPr lang="ky-KG" sz="2400" b="1" dirty="0"/>
              <a:t>Казына 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Бөлчөктөрдү,Ондуктар-ды &amp;Пайыздарды ИРЭЭТТӨӨ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2C0CDD-DC47-4FD7-97A7-6D66E9F45C84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E82774-57C5-4AA0-B097-D19E5F2A6E63}"/>
              </a:ext>
            </a:extLst>
          </p:cNvPr>
          <p:cNvSpPr txBox="1"/>
          <p:nvPr/>
        </p:nvSpPr>
        <p:spPr>
          <a:xfrm>
            <a:off x="3400427" y="5930700"/>
            <a:ext cx="2578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Үчүнчү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FBC8947-369F-493E-8F2E-C633C43AC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603455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FBC8947-369F-493E-8F2E-C633C43AC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3603455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4018DD5-079E-460A-812A-6D46B13429F5}"/>
                  </a:ext>
                </a:extLst>
              </p:cNvPr>
              <p:cNvSpPr/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59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4018DD5-079E-460A-812A-6D46B1342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15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C44498-6F3B-4D1E-938B-FB95CC08B94C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51058B-D23A-4A97-8204-99CA29BC295B}"/>
              </a:ext>
            </a:extLst>
          </p:cNvPr>
          <p:cNvSpPr txBox="1"/>
          <p:nvPr/>
        </p:nvSpPr>
        <p:spPr>
          <a:xfrm>
            <a:off x="3293955" y="5930700"/>
            <a:ext cx="2791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Ортоңку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5D75379-0B3B-407A-AE64-9E766BA367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153464"/>
                  </p:ext>
                </p:extLst>
              </p:nvPr>
            </p:nvGraphicFramePr>
            <p:xfrm>
              <a:off x="1809561" y="3218201"/>
              <a:ext cx="5760000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00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0.84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15D75379-0B3B-407A-AE64-9E766BA367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4153464"/>
                  </p:ext>
                </p:extLst>
              </p:nvPr>
            </p:nvGraphicFramePr>
            <p:xfrm>
              <a:off x="1809561" y="3218201"/>
              <a:ext cx="5760000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20000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920000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003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9684" r="-99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3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BA00F4-90EE-44E2-9029-BB892B2DAABA}"/>
                  </a:ext>
                </a:extLst>
              </p:cNvPr>
              <p:cNvSpPr/>
              <p:nvPr/>
            </p:nvSpPr>
            <p:spPr>
              <a:xfrm>
                <a:off x="4296665" y="5572"/>
                <a:ext cx="785792" cy="18209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BA00F4-90EE-44E2-9029-BB892B2DAA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665" y="5572"/>
                <a:ext cx="785792" cy="1820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18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1B27B6-B7F7-42E6-9F11-3CCB0DE1C916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2C5ED4-32A5-40E9-AA24-DE8166BDE79A}"/>
              </a:ext>
            </a:extLst>
          </p:cNvPr>
          <p:cNvSpPr txBox="1"/>
          <p:nvPr/>
        </p:nvSpPr>
        <p:spPr>
          <a:xfrm>
            <a:off x="3365165" y="5930700"/>
            <a:ext cx="2648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Экинчи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E49EF7A-0AC9-4265-A624-F32C0FFC60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851243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3E49EF7A-0AC9-4265-A624-F32C0FFC60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851243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50" t="-235" r="-400000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702" t="-235" r="-301404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235" r="-200350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1053" t="-235" r="-10105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650" t="-235" r="-699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E3421F-0498-42E8-B3B7-0A8802C4F9B9}"/>
                  </a:ext>
                </a:extLst>
              </p:cNvPr>
              <p:cNvSpPr/>
              <p:nvPr/>
            </p:nvSpPr>
            <p:spPr>
              <a:xfrm>
                <a:off x="3870267" y="5572"/>
                <a:ext cx="1638590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67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E3421F-0498-42E8-B3B7-0A8802C4F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267" y="5572"/>
                <a:ext cx="1638590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96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5E398C-B2AE-4D94-8E08-F96CFA84E8C4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AF30BC-128D-42EF-AD1C-1D7787F76040}"/>
              </a:ext>
            </a:extLst>
          </p:cNvPr>
          <p:cNvSpPr txBox="1"/>
          <p:nvPr/>
        </p:nvSpPr>
        <p:spPr>
          <a:xfrm>
            <a:off x="3365162" y="5930700"/>
            <a:ext cx="2648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Экинчи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1CF497A-20F3-4243-AC5D-191CB586D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30337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76%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1CF497A-20F3-4243-AC5D-191CB586D8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30337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A384FE3-86EA-4C1C-934F-A0F6A164D833}"/>
                  </a:ext>
                </a:extLst>
              </p:cNvPr>
              <p:cNvSpPr/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75%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A384FE3-86EA-4C1C-934F-A0F6A164D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186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6A0B82-A2C0-4464-BDAC-903CF2829CB8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9A7E20-4E29-4DB6-AADB-22D5772333A3}"/>
              </a:ext>
            </a:extLst>
          </p:cNvPr>
          <p:cNvSpPr txBox="1"/>
          <p:nvPr/>
        </p:nvSpPr>
        <p:spPr>
          <a:xfrm>
            <a:off x="3400427" y="5930700"/>
            <a:ext cx="2578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Үчүнчү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DA57C2-7166-4D98-9552-DD147E1E5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18504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0.68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A6DA57C2-7166-4D98-9552-DD147E1E5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18504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8611BA-14A3-42E1-B9C8-93CF396702E3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8611BA-14A3-42E1-B9C8-93CF39670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359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690F1E-C49E-42D4-9265-9AE545827686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B027B3-0159-46D3-BCB8-CF8C320DD673}"/>
              </a:ext>
            </a:extLst>
          </p:cNvPr>
          <p:cNvSpPr txBox="1"/>
          <p:nvPr/>
        </p:nvSpPr>
        <p:spPr>
          <a:xfrm>
            <a:off x="3167993" y="5930700"/>
            <a:ext cx="304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кичине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AF4C7A1-9388-46E9-905E-52B567085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5037236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74%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6AF4C7A1-9388-46E9-905E-52B5670850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5037236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3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300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7778E72-DF8A-4222-89A6-E305E377CD0E}"/>
                  </a:ext>
                </a:extLst>
              </p:cNvPr>
              <p:cNvSpPr/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67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7778E72-DF8A-4222-89A6-E305E377C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31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6689FE-8333-45EF-88CB-F5D9C2B32598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018E28-BF4D-43D7-860C-6BE7F38EEC7F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535E5F9A-2E7D-4D0D-B23B-12534F684A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950584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535E5F9A-2E7D-4D0D-B23B-12534F684A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94950584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1F07D74-7425-47D8-860E-BE4B66BF5D9D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1F07D74-7425-47D8-860E-BE4B66BF5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09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9EF24E-4015-466C-A055-0E2AD21E4497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A7F425-4819-43B6-9BF7-F956247AFBA1}"/>
              </a:ext>
            </a:extLst>
          </p:cNvPr>
          <p:cNvSpPr txBox="1"/>
          <p:nvPr/>
        </p:nvSpPr>
        <p:spPr>
          <a:xfrm>
            <a:off x="3365165" y="5930700"/>
            <a:ext cx="2648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Экинчи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B6448260-58B6-4D96-B763-ACA0B4454E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23008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B6448260-58B6-4D96-B763-ACA0B4454E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23008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3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300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887945-C780-43A9-9CD4-8A51F9B730EA}"/>
                  </a:ext>
                </a:extLst>
              </p:cNvPr>
              <p:cNvSpPr/>
              <p:nvPr/>
            </p:nvSpPr>
            <p:spPr>
              <a:xfrm>
                <a:off x="3729201" y="245502"/>
                <a:ext cx="1920719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1.1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887945-C780-43A9-9CD4-8A51F9B730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201" y="245502"/>
                <a:ext cx="1920719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70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062242-579C-4BB9-AFB1-C3E69C9F47D8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B01013-070F-4C5D-B2B1-DD81A892D12A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44E1789-884C-4F47-BD26-F0A9A10C1F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70974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A44E1789-884C-4F47-BD26-F0A9A10C1F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170974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08BFFD-B2E0-471F-BE42-FE655429229E}"/>
                  </a:ext>
                </a:extLst>
              </p:cNvPr>
              <p:cNvSpPr/>
              <p:nvPr/>
            </p:nvSpPr>
            <p:spPr>
              <a:xfrm>
                <a:off x="3729202" y="245502"/>
                <a:ext cx="1920718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08BFFD-B2E0-471F-BE42-FE65542922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202" y="245502"/>
                <a:ext cx="1920718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888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CBE588-B0B7-4DDE-A662-3F4303B3724F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7499C9-C84F-4175-B166-90F2D28D16B3}"/>
              </a:ext>
            </a:extLst>
          </p:cNvPr>
          <p:cNvSpPr txBox="1"/>
          <p:nvPr/>
        </p:nvSpPr>
        <p:spPr>
          <a:xfrm>
            <a:off x="3400427" y="5930700"/>
            <a:ext cx="2578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Үчүнчү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F93450A-8823-4213-A0E3-EA6725D738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49413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7F93450A-8823-4213-A0E3-EA6725D738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494130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FDE1C0B-C1C7-450F-B253-5B7237E174C8}"/>
                  </a:ext>
                </a:extLst>
              </p:cNvPr>
              <p:cNvSpPr/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FDE1C0B-C1C7-450F-B253-5B7237E17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878" y="231645"/>
                <a:ext cx="2693366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088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F7462-F97C-42A4-A687-9E3135C9D394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77960-0329-4CD3-AA89-D6A038192806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5CC43EF-FA5F-496E-954A-04C4CED12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273933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605731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874215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11%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F5CC43EF-FA5F-496E-954A-04C4CED12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3273933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605731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874215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17490" r="-1171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711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323A06-9120-4C79-8DF3-8217DC31B852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323A06-9120-4C79-8DF3-8217DC31B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1492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C3A1B8-D3FE-49F1-AA0C-43EAEA9F67E2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DDF427-E2B8-4541-B4C7-88E3C68F1121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4DED0B48-14E1-41D8-8C9A-F3A3F6E12F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039379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0.65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4DED0B48-14E1-41D8-8C9A-F3A3F6E12F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5039379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5EE5320-C4D7-4AC3-9A57-E0E776FB5B52}"/>
                  </a:ext>
                </a:extLst>
              </p:cNvPr>
              <p:cNvSpPr/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5EE5320-C4D7-4AC3-9A57-E0E776FB5B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31645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5126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34F1A-563D-4FAF-A4DF-BDE32172E6FA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942739-08EF-4BB1-AFE8-B3A431374BF4}"/>
              </a:ext>
            </a:extLst>
          </p:cNvPr>
          <p:cNvSpPr txBox="1"/>
          <p:nvPr/>
        </p:nvSpPr>
        <p:spPr>
          <a:xfrm>
            <a:off x="3167990" y="5930700"/>
            <a:ext cx="304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кичине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0E2829D6-1573-4F00-933C-257AB22229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79688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0.56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66%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0E2829D6-1573-4F00-933C-257AB22229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796888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AC92793-300C-42D3-BD0D-459B82B05C18}"/>
                  </a:ext>
                </a:extLst>
              </p:cNvPr>
              <p:cNvSpPr/>
              <p:nvPr/>
            </p:nvSpPr>
            <p:spPr>
              <a:xfrm>
                <a:off x="3416616" y="245502"/>
                <a:ext cx="2545890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AC92793-300C-42D3-BD0D-459B82B05C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616" y="245502"/>
                <a:ext cx="2545890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650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40B27B-8E29-4F47-B99C-C3163156EEC2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D2B8B6-8956-445F-BC2B-535577EBD388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8DE6B7DD-65E1-4D2A-9EA1-E8E891047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0634280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0.59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e 24">
                <a:extLst>
                  <a:ext uri="{FF2B5EF4-FFF2-40B4-BE49-F238E27FC236}">
                    <a16:creationId xmlns:a16="http://schemas.microsoft.com/office/drawing/2014/main" id="{8DE6B7DD-65E1-4D2A-9EA1-E8E8910477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0634280"/>
                  </p:ext>
                </p:extLst>
              </p:nvPr>
            </p:nvGraphicFramePr>
            <p:xfrm>
              <a:off x="2079602" y="3218201"/>
              <a:ext cx="5219919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6E234A-7F52-44A4-A37E-29A4D001B11B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09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6E234A-7F52-44A4-A37E-29A4D001B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0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24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z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DB6BA8-34B8-4F84-B45E-7BD61B1111D6}"/>
              </a:ext>
            </a:extLst>
          </p:cNvPr>
          <p:cNvSpPr txBox="1"/>
          <p:nvPr/>
        </p:nvSpPr>
        <p:spPr>
          <a:xfrm>
            <a:off x="80543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B7D6AB-4781-468E-B00A-C3F8619A1961}"/>
              </a:ext>
            </a:extLst>
          </p:cNvPr>
          <p:cNvSpPr txBox="1"/>
          <p:nvPr/>
        </p:nvSpPr>
        <p:spPr>
          <a:xfrm>
            <a:off x="3398825" y="5930700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чоң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5A76310-689D-48DF-9B83-224ED0E41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549952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0.67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6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55%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le 21">
                <a:extLst>
                  <a:ext uri="{FF2B5EF4-FFF2-40B4-BE49-F238E27FC236}">
                    <a16:creationId xmlns:a16="http://schemas.microsoft.com/office/drawing/2014/main" id="{E5A76310-689D-48DF-9B83-224ED0E4160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549952"/>
                  </p:ext>
                </p:extLst>
              </p:nvPr>
            </p:nvGraphicFramePr>
            <p:xfrm>
              <a:off x="1209615" y="3218201"/>
              <a:ext cx="6959892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2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00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96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FF5387B-955B-4DEB-B5B0-29C56295670C}"/>
                  </a:ext>
                </a:extLst>
              </p:cNvPr>
              <p:cNvSpPr/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6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60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FF5387B-955B-4DEB-B5B0-29C5629567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466" y="5572"/>
                <a:ext cx="1212191" cy="18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4458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u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6709A-DBBB-4074-9747-EAA23A41DB6C}"/>
              </a:ext>
            </a:extLst>
          </p:cNvPr>
          <p:cNvSpPr txBox="1"/>
          <p:nvPr/>
        </p:nvSpPr>
        <p:spPr>
          <a:xfrm>
            <a:off x="80546" y="2634506"/>
            <a:ext cx="9218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Берилген сандарды эң кичинесинен баштап өлчөмү боюнча ирээтте.</a:t>
            </a:r>
            <a:endParaRPr lang="en-GB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C0AFCC-4D75-46E4-920B-466705045A5A}"/>
              </a:ext>
            </a:extLst>
          </p:cNvPr>
          <p:cNvSpPr txBox="1"/>
          <p:nvPr/>
        </p:nvSpPr>
        <p:spPr>
          <a:xfrm>
            <a:off x="3167993" y="5930700"/>
            <a:ext cx="3043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Эң кичине сан кайсы?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90DCA89-2A2D-4E7D-970C-74DF03E3C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42696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6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6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20%</m:t>
                                </m:r>
                              </m:oMath>
                            </m:oMathPara>
                          </a14:m>
                          <a:endParaRPr lang="en-GB" sz="6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90DCA89-2A2D-4E7D-970C-74DF03E3CE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426960"/>
                  </p:ext>
                </p:extLst>
              </p:nvPr>
            </p:nvGraphicFramePr>
            <p:xfrm>
              <a:off x="339632" y="3218201"/>
              <a:ext cx="8699865" cy="25904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9973">
                      <a:extLst>
                        <a:ext uri="{9D8B030D-6E8A-4147-A177-3AD203B41FA5}">
                          <a16:colId xmlns:a16="http://schemas.microsoft.com/office/drawing/2014/main" val="869668692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562209180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943222745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3183889369"/>
                        </a:ext>
                      </a:extLst>
                    </a:gridCol>
                    <a:gridCol w="1739973">
                      <a:extLst>
                        <a:ext uri="{9D8B030D-6E8A-4147-A177-3AD203B41FA5}">
                          <a16:colId xmlns:a16="http://schemas.microsoft.com/office/drawing/2014/main" val="275050382"/>
                        </a:ext>
                      </a:extLst>
                    </a:gridCol>
                  </a:tblGrid>
                  <a:tr h="25904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r="-3993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351" r="-300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650" r="-1996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702" r="-100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993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18893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790A5B-D270-4EF7-A13C-8C3ABC91A71E}"/>
                  </a:ext>
                </a:extLst>
              </p:cNvPr>
              <p:cNvSpPr/>
              <p:nvPr/>
            </p:nvSpPr>
            <p:spPr>
              <a:xfrm>
                <a:off x="3655463" y="231645"/>
                <a:ext cx="2068195" cy="144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800" b="0" i="1" smtClean="0">
                          <a:latin typeface="Cambria Math" panose="02040503050406030204" pitchFamily="18" charset="0"/>
                        </a:rPr>
                        <m:t>9%</m:t>
                      </m:r>
                    </m:oMath>
                  </m:oMathPara>
                </a14:m>
                <a:endParaRPr lang="en-GB" sz="8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4790A5B-D270-4EF7-A13C-8C3ABC91A7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463" y="231645"/>
                <a:ext cx="2068195" cy="1446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2860351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0.67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0.59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40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4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2860351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Z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0.67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600" b="1" dirty="0"/>
                            <a:t>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75%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0.59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1.1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4000" b="0" dirty="0">
                              <a:solidFill>
                                <a:sysClr val="windowText" lastClr="000000"/>
                              </a:solidFill>
                            </a:rPr>
                            <a:t>9%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032545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u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Y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z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2878169" y="54354"/>
            <a:ext cx="414966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8380</TotalTime>
  <Words>532</Words>
  <Application>Microsoft Office PowerPoint</Application>
  <PresentationFormat>A4 Paper (210x297 mm)</PresentationFormat>
  <Paragraphs>219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Cambria Math</vt:lpstr>
      <vt:lpstr>Calibri Light</vt:lpstr>
      <vt:lpstr>Arial</vt:lpstr>
      <vt:lpstr>Algerian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365</cp:revision>
  <cp:lastPrinted>2024-09-03T15:56:55Z</cp:lastPrinted>
  <dcterms:created xsi:type="dcterms:W3CDTF">2017-01-17T16:57:04Z</dcterms:created>
  <dcterms:modified xsi:type="dcterms:W3CDTF">2024-09-03T15:58:28Z</dcterms:modified>
</cp:coreProperties>
</file>