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945" r:id="rId3"/>
    <p:sldId id="939" r:id="rId4"/>
    <p:sldId id="940" r:id="rId5"/>
    <p:sldId id="941" r:id="rId6"/>
    <p:sldId id="942" r:id="rId7"/>
    <p:sldId id="943" r:id="rId8"/>
    <p:sldId id="946" r:id="rId9"/>
  </p:sldIdLst>
  <p:sldSz cx="9906000" cy="6858000" type="A4"/>
  <p:notesSz cx="6669088" cy="9926638"/>
  <p:embeddedFontLst>
    <p:embeddedFont>
      <p:font typeface="Fira Code" panose="020B0809050000020004" pitchFamily="49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16B72AFD-0AC4-4238-9F19-A4B326E8C446}">
          <p14:sldIdLst>
            <p14:sldId id="945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1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бүтүн сандар менен – Аралаш а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малдар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066F7-102E-A5D7-9E26-BD40B5FD0555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AB0B2-3D43-D9D3-4C0F-CFEC85F7CE7B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53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8635" y="54166"/>
            <a:ext cx="9548729" cy="6779355"/>
            <a:chOff x="32151" y="-119498"/>
            <a:chExt cx="9793335" cy="695301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6130" y="-119498"/>
              <a:ext cx="4980670" cy="270857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51" y="2553780"/>
              <a:ext cx="9793335" cy="427974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5841B7D-A377-EEB8-B400-CC9F63287CA1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65C48-8005-21C9-6620-CBB61A994E63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8635" y="54166"/>
            <a:ext cx="9548729" cy="6779355"/>
            <a:chOff x="32151" y="-119498"/>
            <a:chExt cx="9793335" cy="695301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6130" y="-119498"/>
              <a:ext cx="4980670" cy="2708576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51" y="2553780"/>
              <a:ext cx="9793335" cy="4279741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883118" y="1081990"/>
            <a:ext cx="1132890" cy="11328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643598" y="3093670"/>
            <a:ext cx="1132890" cy="11328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475198" y="5156150"/>
            <a:ext cx="1132890" cy="11328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7286718" y="5166310"/>
            <a:ext cx="1132890" cy="11328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041358" y="1092150"/>
            <a:ext cx="1285290" cy="12852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401278" y="4119830"/>
            <a:ext cx="1132890" cy="11328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758398" y="4211270"/>
            <a:ext cx="1132890" cy="11328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BE0ED-D82B-E5F9-9298-7B4F21CF37D3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8635" y="54166"/>
            <a:ext cx="9548729" cy="6779355"/>
            <a:chOff x="32151" y="-119498"/>
            <a:chExt cx="9793335" cy="695301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6130" y="-119498"/>
              <a:ext cx="4980670" cy="270857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51" y="2553780"/>
              <a:ext cx="9793335" cy="427974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DA237DF-FA86-E259-1C48-95B58F73050C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F8B6A-05F9-1618-1F32-22CC17F26913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64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2315F0-AEA2-87E8-0A00-5A19E4ED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11470" y="1272376"/>
            <a:ext cx="6603998" cy="4567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07F795-6358-6E02-CDDC-6DC8E1A36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13475" y="1272376"/>
            <a:ext cx="6603998" cy="456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4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711A1-D42D-3477-6D1A-EFC981134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5" y="0"/>
            <a:ext cx="4770654" cy="3299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4B673C-8164-E831-DF29-F5FB84ACE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1"/>
            <a:ext cx="4770654" cy="3299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E63E5B-1C3E-EA1F-1CAD-8E213B67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5" y="3429001"/>
            <a:ext cx="4770654" cy="32993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5B66EE-DD67-DA65-FCE6-0F5B76AAA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29000"/>
            <a:ext cx="4770654" cy="329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6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рдүү сунуштар үчүн ар дайым даярбыз.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8335</TotalTime>
  <Words>131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Fira Code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2024-08-28T11:06:13Z</cp:lastPrinted>
  <dcterms:created xsi:type="dcterms:W3CDTF">2017-01-17T16:57:04Z</dcterms:created>
  <dcterms:modified xsi:type="dcterms:W3CDTF">2024-08-28T11:06:53Z</dcterms:modified>
</cp:coreProperties>
</file>