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8"/>
  </p:notesMasterIdLst>
  <p:sldIdLst>
    <p:sldId id="848" r:id="rId2"/>
    <p:sldId id="956" r:id="rId3"/>
    <p:sldId id="943" r:id="rId4"/>
    <p:sldId id="944" r:id="rId5"/>
    <p:sldId id="945" r:id="rId6"/>
    <p:sldId id="946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38" r:id="rId17"/>
  </p:sldIdLst>
  <p:sldSz cx="9906000" cy="6858000" type="A4"/>
  <p:notesSz cx="6669088" cy="9926638"/>
  <p:embeddedFontLst>
    <p:embeddedFont>
      <p:font typeface="Bahnschrift SemiBold" panose="020B0502040204020203" pitchFamily="34" charset="0"/>
      <p:bold r:id="rId19"/>
    </p:embeddedFont>
    <p:embeddedFont>
      <p:font typeface="Bauhaus 93" panose="04030905020B02020C02" pitchFamily="82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D"/>
    <a:srgbClr val="00FF27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0064"/>
            <a:ext cx="990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Айып сокку</a:t>
            </a:r>
            <a:r>
              <a:rPr lang="en-US" sz="4800" b="1" dirty="0"/>
              <a:t> </a:t>
            </a:r>
            <a:endParaRPr lang="en-GB" sz="3200" u="sng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студенттерди тестирлөө үчүн тез </a:t>
            </a:r>
            <a:r>
              <a:rPr lang="en-GB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оюну.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 берген жоопту басыңыз.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Кийинки суроону берүү үчүн "Кийинки Оюнчу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чыкылдатыңыз.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50" y="5589045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презентациянын үнү бар!</a:t>
            </a:r>
            <a:endParaRPr lang="en-GB" sz="24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B48C2A1-A5A2-A840-6FA5-345D63A42822}"/>
              </a:ext>
            </a:extLst>
          </p:cNvPr>
          <p:cNvSpPr txBox="1">
            <a:spLocks/>
          </p:cNvSpPr>
          <p:nvPr/>
        </p:nvSpPr>
        <p:spPr>
          <a:xfrm>
            <a:off x="101600" y="49988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ED92AA1-C1C6-ABEF-4D24-877BC212713B}"/>
              </a:ext>
            </a:extLst>
          </p:cNvPr>
          <p:cNvSpPr txBox="1">
            <a:spLocks/>
          </p:cNvSpPr>
          <p:nvPr/>
        </p:nvSpPr>
        <p:spPr>
          <a:xfrm>
            <a:off x="330200" y="2103119"/>
            <a:ext cx="9230360" cy="41008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sz="4000" b="1" dirty="0"/>
              <a:t>Айып сокку</a:t>
            </a:r>
            <a:endParaRPr lang="en-GB" b="1" dirty="0"/>
          </a:p>
          <a:p>
            <a:endParaRPr lang="en-GB" b="1" dirty="0">
              <a:latin typeface="Bauhaus 93" panose="04030905020B02020C02" pitchFamily="82" charset="0"/>
            </a:endParaRPr>
          </a:p>
          <a:p>
            <a:endParaRPr lang="en-GB" b="1" dirty="0">
              <a:latin typeface="Bauhaus 93" panose="04030905020B02020C02" pitchFamily="82" charset="0"/>
            </a:endParaRPr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4400" b="1" dirty="0">
                <a:solidFill>
                  <a:srgbClr val="FF0000"/>
                </a:solidFill>
              </a:rPr>
              <a:t>ӨЧҮРҮ</a:t>
            </a:r>
            <a:r>
              <a:rPr lang="ky-KG" sz="4400" b="1" dirty="0">
                <a:solidFill>
                  <a:srgbClr val="FF0000"/>
                </a:solidFill>
              </a:rPr>
              <a:t>П САЛЫ</a:t>
            </a:r>
            <a:r>
              <a:rPr lang="ru-RU" sz="4400" b="1" dirty="0">
                <a:solidFill>
                  <a:srgbClr val="FF0000"/>
                </a:solidFill>
              </a:rPr>
              <a:t>ҢЫЗ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13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18" y="868979"/>
            <a:ext cx="6908482" cy="325418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 rot="695544">
            <a:off x="4646713" y="4000478"/>
            <a:ext cx="30312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 rot="19943327">
            <a:off x="-427964" y="2806612"/>
            <a:ext cx="40675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" y="4285225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18219-1E75-46CA-A806-26BC673D6CA2}"/>
              </a:ext>
            </a:extLst>
          </p:cNvPr>
          <p:cNvSpPr txBox="1"/>
          <p:nvPr/>
        </p:nvSpPr>
        <p:spPr>
          <a:xfrm>
            <a:off x="214077" y="0"/>
            <a:ext cx="4852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/>
              <a:t>Айып сокку</a:t>
            </a:r>
            <a:endParaRPr lang="en-GB" sz="72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311FEF-2A7E-4266-BA8B-69CBE9EBE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4477" y="1879400"/>
            <a:ext cx="1109933" cy="21824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806DFE1-5828-4856-9580-D1D3E3676F53}"/>
              </a:ext>
            </a:extLst>
          </p:cNvPr>
          <p:cNvSpPr txBox="1"/>
          <p:nvPr/>
        </p:nvSpPr>
        <p:spPr>
          <a:xfrm>
            <a:off x="4544657" y="5180985"/>
            <a:ext cx="5033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бөлүү көбөйтүү </a:t>
            </a:r>
            <a:endParaRPr lang="en-US" sz="5400" b="1" dirty="0">
              <a:latin typeface="Bahaus 93"/>
              <a:ea typeface="BatangChe" panose="020B0503020000020004" pitchFamily="49" charset="-127"/>
            </a:endParaRPr>
          </a:p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кошуу кемитүү</a:t>
            </a:r>
            <a:endParaRPr lang="en-GB" sz="5400" b="1" dirty="0">
              <a:latin typeface="Bauhaus 93" panose="04030905020B02020C02" pitchFamily="82" charset="0"/>
              <a:ea typeface="BatangChe" panose="020B05030200000200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03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55" y="-9462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A1814-DDCE-4BD9-B1FE-801D7D9242BF}"/>
              </a:ext>
            </a:extLst>
          </p:cNvPr>
          <p:cNvSpPr txBox="1"/>
          <p:nvPr/>
        </p:nvSpPr>
        <p:spPr>
          <a:xfrm>
            <a:off x="1088643" y="1445032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+ 6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221014" y="279806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cap="none" spc="0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Arrow: Striped Right 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A33492-CA21-4DD4-B35F-E6B9725A713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FE24-3BFE-4B9F-B4B9-E0024704B48D}"/>
              </a:ext>
            </a:extLst>
          </p:cNvPr>
          <p:cNvSpPr txBox="1"/>
          <p:nvPr/>
        </p:nvSpPr>
        <p:spPr>
          <a:xfrm>
            <a:off x="1160771" y="7659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b="1" spc="3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59382-02A1-41FE-B328-B205B40CD26A}"/>
              </a:ext>
            </a:extLst>
          </p:cNvPr>
          <p:cNvSpPr txBox="1"/>
          <p:nvPr/>
        </p:nvSpPr>
        <p:spPr>
          <a:xfrm>
            <a:off x="884767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 + 10 ÷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3442E-A130-42EC-8C4A-09CFAD9BE8D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45BFAB-F188-C557-EC10-258C8E0187BE}"/>
              </a:ext>
            </a:extLst>
          </p:cNvPr>
          <p:cNvSpPr/>
          <p:nvPr/>
        </p:nvSpPr>
        <p:spPr>
          <a:xfrm>
            <a:off x="1975932" y="5633422"/>
            <a:ext cx="2295414" cy="1130354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6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6981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10E64-1223-4472-9E62-1796C346E3EE}"/>
              </a:ext>
            </a:extLst>
          </p:cNvPr>
          <p:cNvSpPr txBox="1"/>
          <p:nvPr/>
        </p:nvSpPr>
        <p:spPr>
          <a:xfrm>
            <a:off x="1088643" y="1445032"/>
            <a:ext cx="2377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 x 2 - 6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2B583-516D-401F-B4CC-9A4D0A2C86C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9831AA5-1044-E7FB-5B45-E09D458C752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91620" y="2670930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FF3324-FF2A-44E8-A35F-6ADB4B368372}"/>
              </a:ext>
            </a:extLst>
          </p:cNvPr>
          <p:cNvSpPr txBox="1"/>
          <p:nvPr/>
        </p:nvSpPr>
        <p:spPr>
          <a:xfrm>
            <a:off x="890672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12 ÷ 4 + 9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B481A-766D-4EA4-883F-8C703AE115F0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43420E-1087-A87C-766F-13A2F3E5A1F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1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3937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7EBD9-26F9-4A2E-A49E-DC1D71D49846}"/>
              </a:ext>
            </a:extLst>
          </p:cNvPr>
          <p:cNvSpPr txBox="1"/>
          <p:nvPr/>
        </p:nvSpPr>
        <p:spPr>
          <a:xfrm>
            <a:off x="650222" y="1417438"/>
            <a:ext cx="3387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 x 4 + 4 - 4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7047A-D425-4DD0-A396-6880864F89FD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54B0307-E53C-DF34-0D18-00E9F0148F9C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5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8188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8F1F8-8E3E-4078-988C-985962195515}"/>
              </a:ext>
            </a:extLst>
          </p:cNvPr>
          <p:cNvSpPr txBox="1"/>
          <p:nvPr/>
        </p:nvSpPr>
        <p:spPr>
          <a:xfrm>
            <a:off x="650222" y="1417438"/>
            <a:ext cx="3342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4 - 2 x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4DC8C-2403-420F-A96C-D917AE13F343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5DC819-2D2C-19E3-7B67-750BE2274997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270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06944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9936F-8E24-43A4-A271-1FBDE07E5A19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÷ 6 + 3 x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71520-9680-45D6-B9DC-1F4E59C5E29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900714-03B1-6C13-1134-F717077B64B3}"/>
              </a:ext>
            </a:extLst>
          </p:cNvPr>
          <p:cNvSpPr/>
          <p:nvPr/>
        </p:nvSpPr>
        <p:spPr>
          <a:xfrm>
            <a:off x="1961532" y="5334000"/>
            <a:ext cx="2423810" cy="1428403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1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876016" y="271878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F9404-9775-4C75-AAF9-1BC46EB187AE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+ 6 ÷ 3 x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F7925-C3AD-4C76-B37F-4B03AF76694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01D0CA-5522-D38F-9663-A6210ECE25E1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5A00B79-34E2-4AE8-A6F8-17B0E68F1035}"/>
              </a:ext>
            </a:extLst>
          </p:cNvPr>
          <p:cNvSpPr txBox="1"/>
          <p:nvPr/>
        </p:nvSpPr>
        <p:spPr>
          <a:xfrm>
            <a:off x="183219" y="1417438"/>
            <a:ext cx="4267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18 ÷ 6 + 10 ÷ 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2489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55FEE-9771-4DAB-AD00-C3B8DF8BFF7F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27E920-5B5A-E833-FF63-6DC155645EBF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5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89554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EC8C8-8933-47B3-8FE7-3C2A90E3039D}"/>
              </a:ext>
            </a:extLst>
          </p:cNvPr>
          <p:cNvSpPr txBox="1"/>
          <p:nvPr/>
        </p:nvSpPr>
        <p:spPr>
          <a:xfrm>
            <a:off x="364422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24 ÷ 6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E3B49-43EA-4C4F-92A0-F12F95E23DB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4" name="Arrow: Striped Right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9F066CF-C372-4C7F-B448-4119AE4FADD6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9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93688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AF4C4-4053-4875-8F2E-8FE76FB365CD}"/>
              </a:ext>
            </a:extLst>
          </p:cNvPr>
          <p:cNvSpPr txBox="1"/>
          <p:nvPr/>
        </p:nvSpPr>
        <p:spPr>
          <a:xfrm>
            <a:off x="364422" y="1417438"/>
            <a:ext cx="3783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36 ÷ 2 + 3 - 2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D4A51-4D3C-43C4-9F96-7150874D4472}"/>
              </a:ext>
            </a:extLst>
          </p:cNvPr>
          <p:cNvSpPr txBox="1"/>
          <p:nvPr/>
        </p:nvSpPr>
        <p:spPr>
          <a:xfrm>
            <a:off x="1033984" y="-120081"/>
            <a:ext cx="245291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Bauhaus 93" panose="04030905020B02020C02" pitchFamily="82" charset="0"/>
              </a:rPr>
              <a:t>QUESTION</a:t>
            </a: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63EAA5-97A3-0C37-223D-9B66926B06A8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5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00170" y="258867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41657-FCD4-4CAF-917E-BC1789D90CEF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12 - 3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3AA0E-4C12-463C-BDC8-F45262C1B09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A6B175-EDC9-F8B1-1A2B-075EBF979C1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8624</TotalTime>
  <Words>273</Words>
  <Application>Microsoft Office PowerPoint</Application>
  <PresentationFormat>A4 Paper (210x297 mm)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Bahnschrift SemiBold</vt:lpstr>
      <vt:lpstr>Bahaus 93</vt:lpstr>
      <vt:lpstr>Arial</vt:lpstr>
      <vt:lpstr>Calibri Light</vt:lpstr>
      <vt:lpstr>Bauhaus 93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2023-09-27T09:20:59Z</dcterms:modified>
</cp:coreProperties>
</file>