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2"/>
  </p:notesMasterIdLst>
  <p:sldIdLst>
    <p:sldId id="257" r:id="rId3"/>
    <p:sldId id="954" r:id="rId4"/>
    <p:sldId id="955" r:id="rId5"/>
    <p:sldId id="949" r:id="rId6"/>
    <p:sldId id="950" r:id="rId7"/>
    <p:sldId id="951" r:id="rId8"/>
    <p:sldId id="952" r:id="rId9"/>
    <p:sldId id="953" r:id="rId10"/>
    <p:sldId id="938" r:id="rId11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30/04/2024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47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05961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41714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204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4/30/2024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00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4/30/2024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32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4/30/2024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214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473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03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78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065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831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8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9615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96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20.png"/><Relationship Id="rId5" Type="http://schemas.openxmlformats.org/officeDocument/2006/relationships/image" Target="../media/image18.png"/><Relationship Id="rId10" Type="http://schemas.openxmlformats.org/officeDocument/2006/relationships/image" Target="../media/image19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21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18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2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Амалдарды аткаруу тартиби</a:t>
            </a:r>
            <a:r>
              <a:rPr lang="en-US" dirty="0"/>
              <a:t>  –</a:t>
            </a:r>
            <a:r>
              <a:rPr lang="ky-KG" dirty="0"/>
              <a:t> Чечим чыгаруу -  Туура же Ката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  <a:p>
            <a:r>
              <a:rPr lang="ky-KG" sz="2400" dirty="0"/>
              <a:t>Көнүгүүлөр топтомун текшерип, аларды </a:t>
            </a:r>
            <a:r>
              <a:rPr lang="ky-KG" sz="2400" dirty="0">
                <a:solidFill>
                  <a:srgbClr val="00B050"/>
                </a:solidFill>
              </a:rPr>
              <a:t>Туура</a:t>
            </a:r>
            <a:r>
              <a:rPr lang="ky-KG" sz="2400" dirty="0"/>
              <a:t> же </a:t>
            </a:r>
            <a:r>
              <a:rPr lang="ky-KG" sz="2400" dirty="0">
                <a:solidFill>
                  <a:srgbClr val="FF0000"/>
                </a:solidFill>
              </a:rPr>
              <a:t>Ката</a:t>
            </a:r>
            <a:r>
              <a:rPr lang="ky-KG" sz="2400" dirty="0"/>
              <a:t> деп эки топко бөлүңүз</a:t>
            </a:r>
            <a:endParaRPr lang="en-US" sz="2400" dirty="0"/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010544"/>
            <a:ext cx="7641034" cy="1137642"/>
          </a:xfrm>
        </p:spPr>
        <p:txBody>
          <a:bodyPr>
            <a:normAutofit/>
          </a:bodyPr>
          <a:lstStyle/>
          <a:p>
            <a:pPr algn="r"/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2584F6-06E6-D26B-5837-6FED25601F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73" r="636" b="-1"/>
          <a:stretch/>
        </p:blipFill>
        <p:spPr>
          <a:xfrm>
            <a:off x="20" y="1282"/>
            <a:ext cx="9905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913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57AC62-C24E-4EE5-A173-B9874EAC87B1}"/>
                  </a:ext>
                </a:extLst>
              </p:cNvPr>
              <p:cNvSpPr txBox="1"/>
              <p:nvPr/>
            </p:nvSpPr>
            <p:spPr>
              <a:xfrm>
                <a:off x="1101503" y="529353"/>
                <a:ext cx="27618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1+2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4=44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57AC62-C24E-4EE5-A173-B9874EAC8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503" y="529353"/>
                <a:ext cx="276184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317189-56EF-46B5-AA61-3C512DA03A6A}"/>
                  </a:ext>
                </a:extLst>
              </p:cNvPr>
              <p:cNvSpPr txBox="1"/>
              <p:nvPr/>
            </p:nvSpPr>
            <p:spPr>
              <a:xfrm>
                <a:off x="5881202" y="529353"/>
                <a:ext cx="30087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(6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−2)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5=80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317189-56EF-46B5-AA61-3C512DA03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202" y="529353"/>
                <a:ext cx="3008708" cy="461665"/>
              </a:xfrm>
              <a:prstGeom prst="rect">
                <a:avLst/>
              </a:prstGeom>
              <a:blipFill>
                <a:blip r:embed="rId3"/>
                <a:stretch>
                  <a:fillRect l="-203"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368776B-704C-4DB7-BBB7-288D8584F6AA}"/>
              </a:ext>
            </a:extLst>
          </p:cNvPr>
          <p:cNvSpPr txBox="1"/>
          <p:nvPr/>
        </p:nvSpPr>
        <p:spPr>
          <a:xfrm>
            <a:off x="2235556" y="-81724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C0A6CA7-C9F9-4234-B6B2-AC93B75EFFA7}"/>
                  </a:ext>
                </a:extLst>
              </p:cNvPr>
              <p:cNvSpPr txBox="1"/>
              <p:nvPr/>
            </p:nvSpPr>
            <p:spPr>
              <a:xfrm>
                <a:off x="1265010" y="1610811"/>
                <a:ext cx="24348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6−2</m:t>
                          </m:r>
                        </m:e>
                      </m:d>
                      <m:r>
                        <a:rPr lang="en-GB" sz="24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C0A6CA7-C9F9-4234-B6B2-AC93B75EF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010" y="1610811"/>
                <a:ext cx="243483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F8DCDA-9AB9-409D-9DEB-1C286D578DF1}"/>
                  </a:ext>
                </a:extLst>
              </p:cNvPr>
              <p:cNvSpPr txBox="1"/>
              <p:nvPr/>
            </p:nvSpPr>
            <p:spPr>
              <a:xfrm>
                <a:off x="6026274" y="1610811"/>
                <a:ext cx="27185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5=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GB" sz="24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F8DCDA-9AB9-409D-9DEB-1C286D578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274" y="1610811"/>
                <a:ext cx="271856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C98988-D233-4FB9-9EB4-22836A5360D5}"/>
                  </a:ext>
                </a:extLst>
              </p:cNvPr>
              <p:cNvSpPr txBox="1"/>
              <p:nvPr/>
            </p:nvSpPr>
            <p:spPr>
              <a:xfrm>
                <a:off x="833513" y="2731829"/>
                <a:ext cx="32978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+3−3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C98988-D233-4FB9-9EB4-22836A536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13" y="2731829"/>
                <a:ext cx="329782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614DC29-BC0A-4A93-9DB3-C7DDFD0D7AB6}"/>
                  </a:ext>
                </a:extLst>
              </p:cNvPr>
              <p:cNvSpPr txBox="1"/>
              <p:nvPr/>
            </p:nvSpPr>
            <p:spPr>
              <a:xfrm>
                <a:off x="5848372" y="2731829"/>
                <a:ext cx="30743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=50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614DC29-BC0A-4A93-9DB3-C7DDFD0D7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372" y="2731829"/>
                <a:ext cx="307436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E5B622A-3EE2-45A7-BAFF-1ABABAA6B471}"/>
                  </a:ext>
                </a:extLst>
              </p:cNvPr>
              <p:cNvSpPr txBox="1"/>
              <p:nvPr/>
            </p:nvSpPr>
            <p:spPr>
              <a:xfrm>
                <a:off x="519774" y="3800093"/>
                <a:ext cx="3925305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7+18</m:t>
                          </m:r>
                        </m:e>
                      </m:rad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5−3</m:t>
                          </m:r>
                        </m:e>
                      </m:d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+4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E5B622A-3EE2-45A7-BAFF-1ABABAA6B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74" y="3800093"/>
                <a:ext cx="3925305" cy="50520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639D866-432A-4B97-9211-FA08F04C5425}"/>
                  </a:ext>
                </a:extLst>
              </p:cNvPr>
              <p:cNvSpPr txBox="1"/>
              <p:nvPr/>
            </p:nvSpPr>
            <p:spPr>
              <a:xfrm>
                <a:off x="5818621" y="3796342"/>
                <a:ext cx="3133871" cy="5127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12−</m:t>
                      </m:r>
                      <m:rad>
                        <m:radPr>
                          <m:degHide m:val="on"/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6+5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e>
                      </m:rad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639D866-432A-4B97-9211-FA08F04C5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621" y="3796342"/>
                <a:ext cx="3133871" cy="5127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EF4E780-0C39-4B6D-ACB3-7F733FF1396E}"/>
                  </a:ext>
                </a:extLst>
              </p:cNvPr>
              <p:cNvSpPr txBox="1"/>
              <p:nvPr/>
            </p:nvSpPr>
            <p:spPr>
              <a:xfrm>
                <a:off x="5290431" y="4941835"/>
                <a:ext cx="41902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8−3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=7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EF4E780-0C39-4B6D-ACB3-7F733FF13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431" y="4941835"/>
                <a:ext cx="4190250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57C65B6-CF7A-434F-BC83-B6B80000E993}"/>
                  </a:ext>
                </a:extLst>
              </p:cNvPr>
              <p:cNvSpPr txBox="1"/>
              <p:nvPr/>
            </p:nvSpPr>
            <p:spPr>
              <a:xfrm>
                <a:off x="564465" y="4863961"/>
                <a:ext cx="3835922" cy="6174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68=</m:t>
                      </m:r>
                      <m:sSup>
                        <m:sSup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18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57C65B6-CF7A-434F-BC83-B6B80000E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65" y="4863961"/>
                <a:ext cx="3835922" cy="61741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E5FC4A7-D913-4040-A38B-51E63530186B}"/>
                  </a:ext>
                </a:extLst>
              </p:cNvPr>
              <p:cNvSpPr txBox="1"/>
              <p:nvPr/>
            </p:nvSpPr>
            <p:spPr>
              <a:xfrm>
                <a:off x="5662360" y="6020150"/>
                <a:ext cx="3446393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146=18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E5FC4A7-D913-4040-A38B-51E635301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360" y="6020150"/>
                <a:ext cx="3446393" cy="50520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11C1CCB-3D79-4C25-BEE2-0E24818FF7A1}"/>
                  </a:ext>
                </a:extLst>
              </p:cNvPr>
              <p:cNvSpPr txBox="1"/>
              <p:nvPr/>
            </p:nvSpPr>
            <p:spPr>
              <a:xfrm>
                <a:off x="199686" y="6020150"/>
                <a:ext cx="4565481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4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e>
                      </m:rad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400" b="0" i="1" baseline="3000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2=4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11C1CCB-3D79-4C25-BEE2-0E24818FF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86" y="6020150"/>
                <a:ext cx="4565481" cy="50520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4236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750223"/>
              </p:ext>
            </p:extLst>
          </p:nvPr>
        </p:nvGraphicFramePr>
        <p:xfrm>
          <a:off x="35168" y="198120"/>
          <a:ext cx="9803424" cy="3307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57AC62-C24E-4EE5-A173-B9874EAC87B1}"/>
                  </a:ext>
                </a:extLst>
              </p:cNvPr>
              <p:cNvSpPr txBox="1"/>
              <p:nvPr/>
            </p:nvSpPr>
            <p:spPr>
              <a:xfrm>
                <a:off x="1101503" y="529353"/>
                <a:ext cx="27618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1+2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4=44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57AC62-C24E-4EE5-A173-B9874EAC8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503" y="529353"/>
                <a:ext cx="276184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" name="Picture 39">
            <a:extLst>
              <a:ext uri="{FF2B5EF4-FFF2-40B4-BE49-F238E27FC236}">
                <a16:creationId xmlns:a16="http://schemas.microsoft.com/office/drawing/2014/main" id="{4E1397BE-C597-4889-934B-AF5FD302EB5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8942" y="871128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317189-56EF-46B5-AA61-3C512DA03A6A}"/>
                  </a:ext>
                </a:extLst>
              </p:cNvPr>
              <p:cNvSpPr txBox="1"/>
              <p:nvPr/>
            </p:nvSpPr>
            <p:spPr>
              <a:xfrm>
                <a:off x="5881202" y="529353"/>
                <a:ext cx="30087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(6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−2)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5=80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317189-56EF-46B5-AA61-3C512DA03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202" y="529353"/>
                <a:ext cx="3008708" cy="461665"/>
              </a:xfrm>
              <a:prstGeom prst="rect">
                <a:avLst/>
              </a:prstGeom>
              <a:blipFill>
                <a:blip r:embed="rId4"/>
                <a:stretch>
                  <a:fillRect l="-203"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81023C5-231F-49FA-9F27-54227F1C9616}"/>
                  </a:ext>
                </a:extLst>
              </p:cNvPr>
              <p:cNvSpPr txBox="1"/>
              <p:nvPr/>
            </p:nvSpPr>
            <p:spPr>
              <a:xfrm>
                <a:off x="4299438" y="323839"/>
                <a:ext cx="555260" cy="4616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17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81023C5-231F-49FA-9F27-54227F1C9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438" y="323839"/>
                <a:ext cx="55526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368776B-704C-4DB7-BBB7-288D8584F6AA}"/>
              </a:ext>
            </a:extLst>
          </p:cNvPr>
          <p:cNvSpPr txBox="1"/>
          <p:nvPr/>
        </p:nvSpPr>
        <p:spPr>
          <a:xfrm>
            <a:off x="2354495" y="-58668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D9D61C2A-67B4-4B09-BD71-52F7D510977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74313" y="1932883"/>
            <a:ext cx="408033" cy="408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912FB8-38A1-4311-AB72-0C3151865CA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3192" y="1954622"/>
            <a:ext cx="408033" cy="408033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4DDAB523-2A68-4E2A-A90A-F36F0536B44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38873" y="3040714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C0A6CA7-C9F9-4234-B6B2-AC93B75EFFA7}"/>
                  </a:ext>
                </a:extLst>
              </p:cNvPr>
              <p:cNvSpPr txBox="1"/>
              <p:nvPr/>
            </p:nvSpPr>
            <p:spPr>
              <a:xfrm>
                <a:off x="1265010" y="1610811"/>
                <a:ext cx="24348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6−2</m:t>
                          </m:r>
                        </m:e>
                      </m:d>
                      <m:r>
                        <a:rPr lang="en-GB" sz="24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C0A6CA7-C9F9-4234-B6B2-AC93B75EF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010" y="1610811"/>
                <a:ext cx="243483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F8DCDA-9AB9-409D-9DEB-1C286D578DF1}"/>
                  </a:ext>
                </a:extLst>
              </p:cNvPr>
              <p:cNvSpPr txBox="1"/>
              <p:nvPr/>
            </p:nvSpPr>
            <p:spPr>
              <a:xfrm>
                <a:off x="6026274" y="1610811"/>
                <a:ext cx="27185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5=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GB" sz="24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F8DCDA-9AB9-409D-9DEB-1C286D578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274" y="1610811"/>
                <a:ext cx="271856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C98988-D233-4FB9-9EB4-22836A5360D5}"/>
                  </a:ext>
                </a:extLst>
              </p:cNvPr>
              <p:cNvSpPr txBox="1"/>
              <p:nvPr/>
            </p:nvSpPr>
            <p:spPr>
              <a:xfrm>
                <a:off x="833513" y="2731829"/>
                <a:ext cx="32978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+3−3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C98988-D233-4FB9-9EB4-22836A536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13" y="2731829"/>
                <a:ext cx="3297826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614DC29-BC0A-4A93-9DB3-C7DDFD0D7AB6}"/>
                  </a:ext>
                </a:extLst>
              </p:cNvPr>
              <p:cNvSpPr txBox="1"/>
              <p:nvPr/>
            </p:nvSpPr>
            <p:spPr>
              <a:xfrm>
                <a:off x="5848372" y="2731829"/>
                <a:ext cx="30743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=50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614DC29-BC0A-4A93-9DB3-C7DDFD0D7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372" y="2731829"/>
                <a:ext cx="3074368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9" name="Picture 88">
            <a:extLst>
              <a:ext uri="{FF2B5EF4-FFF2-40B4-BE49-F238E27FC236}">
                <a16:creationId xmlns:a16="http://schemas.microsoft.com/office/drawing/2014/main" id="{CC25B227-7924-495E-9051-933E17A0808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52722" y="868012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499D4B0-64ED-4FA3-83A1-3CD2C7A85F11}"/>
                  </a:ext>
                </a:extLst>
              </p:cNvPr>
              <p:cNvSpPr txBox="1"/>
              <p:nvPr/>
            </p:nvSpPr>
            <p:spPr>
              <a:xfrm>
                <a:off x="4299438" y="1387709"/>
                <a:ext cx="555260" cy="4616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19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499D4B0-64ED-4FA3-83A1-3CD2C7A85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438" y="1387709"/>
                <a:ext cx="555260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1" name="Picture 90">
            <a:extLst>
              <a:ext uri="{FF2B5EF4-FFF2-40B4-BE49-F238E27FC236}">
                <a16:creationId xmlns:a16="http://schemas.microsoft.com/office/drawing/2014/main" id="{FFF2B254-5C30-4CBF-942C-D614946519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0404" y="3021015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CD8D90-0552-44BC-A0E2-5631EEC4939E}"/>
                  </a:ext>
                </a:extLst>
              </p:cNvPr>
              <p:cNvSpPr txBox="1"/>
              <p:nvPr/>
            </p:nvSpPr>
            <p:spPr>
              <a:xfrm>
                <a:off x="9243645" y="2463302"/>
                <a:ext cx="555260" cy="4616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CD8D90-0552-44BC-A0E2-5631EEC49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645" y="2463302"/>
                <a:ext cx="555260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B5AAEA1F-2C9D-4069-BA3B-C3E1BF4B819E}"/>
              </a:ext>
            </a:extLst>
          </p:cNvPr>
          <p:cNvSpPr/>
          <p:nvPr/>
        </p:nvSpPr>
        <p:spPr>
          <a:xfrm>
            <a:off x="4474313" y="5866982"/>
            <a:ext cx="50679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Жарым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89002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57AC62-C24E-4EE5-A173-B9874EAC87B1}"/>
                  </a:ext>
                </a:extLst>
              </p:cNvPr>
              <p:cNvSpPr txBox="1"/>
              <p:nvPr/>
            </p:nvSpPr>
            <p:spPr>
              <a:xfrm>
                <a:off x="1101503" y="529353"/>
                <a:ext cx="27618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1+2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4=44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57AC62-C24E-4EE5-A173-B9874EAC8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503" y="529353"/>
                <a:ext cx="276184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" name="Picture 39">
            <a:extLst>
              <a:ext uri="{FF2B5EF4-FFF2-40B4-BE49-F238E27FC236}">
                <a16:creationId xmlns:a16="http://schemas.microsoft.com/office/drawing/2014/main" id="{4E1397BE-C597-4889-934B-AF5FD302EB5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8942" y="871128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317189-56EF-46B5-AA61-3C512DA03A6A}"/>
                  </a:ext>
                </a:extLst>
              </p:cNvPr>
              <p:cNvSpPr txBox="1"/>
              <p:nvPr/>
            </p:nvSpPr>
            <p:spPr>
              <a:xfrm>
                <a:off x="5881202" y="529353"/>
                <a:ext cx="30087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(6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−2)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5=80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317189-56EF-46B5-AA61-3C512DA03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202" y="529353"/>
                <a:ext cx="3008708" cy="461665"/>
              </a:xfrm>
              <a:prstGeom prst="rect">
                <a:avLst/>
              </a:prstGeom>
              <a:blipFill>
                <a:blip r:embed="rId4"/>
                <a:stretch>
                  <a:fillRect l="-203"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81023C5-231F-49FA-9F27-54227F1C9616}"/>
                  </a:ext>
                </a:extLst>
              </p:cNvPr>
              <p:cNvSpPr txBox="1"/>
              <p:nvPr/>
            </p:nvSpPr>
            <p:spPr>
              <a:xfrm>
                <a:off x="4299438" y="323839"/>
                <a:ext cx="555260" cy="4616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17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81023C5-231F-49FA-9F27-54227F1C9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438" y="323839"/>
                <a:ext cx="55526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368776B-704C-4DB7-BBB7-288D8584F6AA}"/>
              </a:ext>
            </a:extLst>
          </p:cNvPr>
          <p:cNvSpPr txBox="1"/>
          <p:nvPr/>
        </p:nvSpPr>
        <p:spPr>
          <a:xfrm>
            <a:off x="2235556" y="-42613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D9D61C2A-67B4-4B09-BD71-52F7D510977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74313" y="1932883"/>
            <a:ext cx="408033" cy="408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912FB8-38A1-4311-AB72-0C3151865CA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83192" y="1954622"/>
            <a:ext cx="408033" cy="408033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4DDAB523-2A68-4E2A-A90A-F36F0536B44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38873" y="3040714"/>
            <a:ext cx="408033" cy="408033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EAC7313A-BFA4-4E65-840A-2C779E2F04C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74313" y="4155222"/>
            <a:ext cx="408033" cy="408033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EAB0EA85-8184-4D5A-B4E8-15195933A28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0404" y="4155222"/>
            <a:ext cx="408033" cy="408033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B9EA3D8A-4D0B-4305-B83C-F45C66ED5F9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74313" y="5220093"/>
            <a:ext cx="408033" cy="40803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756E7A26-4FFD-45DB-9541-E68BE3F5CD5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58114" y="5263053"/>
            <a:ext cx="408033" cy="408033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ADCBBA97-53AA-4CF1-B3B5-6C5184578E6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58114" y="6327924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C0A6CA7-C9F9-4234-B6B2-AC93B75EFFA7}"/>
                  </a:ext>
                </a:extLst>
              </p:cNvPr>
              <p:cNvSpPr txBox="1"/>
              <p:nvPr/>
            </p:nvSpPr>
            <p:spPr>
              <a:xfrm>
                <a:off x="1265010" y="1610811"/>
                <a:ext cx="24348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6−2</m:t>
                          </m:r>
                        </m:e>
                      </m:d>
                      <m:r>
                        <a:rPr lang="en-GB" sz="24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C0A6CA7-C9F9-4234-B6B2-AC93B75EF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010" y="1610811"/>
                <a:ext cx="243483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F8DCDA-9AB9-409D-9DEB-1C286D578DF1}"/>
                  </a:ext>
                </a:extLst>
              </p:cNvPr>
              <p:cNvSpPr txBox="1"/>
              <p:nvPr/>
            </p:nvSpPr>
            <p:spPr>
              <a:xfrm>
                <a:off x="6026274" y="1610811"/>
                <a:ext cx="27185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5=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GB" sz="24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F8DCDA-9AB9-409D-9DEB-1C286D578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274" y="1610811"/>
                <a:ext cx="271856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C98988-D233-4FB9-9EB4-22836A5360D5}"/>
                  </a:ext>
                </a:extLst>
              </p:cNvPr>
              <p:cNvSpPr txBox="1"/>
              <p:nvPr/>
            </p:nvSpPr>
            <p:spPr>
              <a:xfrm>
                <a:off x="833513" y="2731829"/>
                <a:ext cx="32978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+3−3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C98988-D233-4FB9-9EB4-22836A536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13" y="2731829"/>
                <a:ext cx="3297826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614DC29-BC0A-4A93-9DB3-C7DDFD0D7AB6}"/>
                  </a:ext>
                </a:extLst>
              </p:cNvPr>
              <p:cNvSpPr txBox="1"/>
              <p:nvPr/>
            </p:nvSpPr>
            <p:spPr>
              <a:xfrm>
                <a:off x="5848372" y="2731829"/>
                <a:ext cx="30743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=50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614DC29-BC0A-4A93-9DB3-C7DDFD0D7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372" y="2731829"/>
                <a:ext cx="3074368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E5B622A-3EE2-45A7-BAFF-1ABABAA6B471}"/>
                  </a:ext>
                </a:extLst>
              </p:cNvPr>
              <p:cNvSpPr txBox="1"/>
              <p:nvPr/>
            </p:nvSpPr>
            <p:spPr>
              <a:xfrm>
                <a:off x="519774" y="3800093"/>
                <a:ext cx="3925305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7+18</m:t>
                          </m:r>
                        </m:e>
                      </m:rad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5−3</m:t>
                          </m:r>
                        </m:e>
                      </m:d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+4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E5B622A-3EE2-45A7-BAFF-1ABABAA6B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74" y="3800093"/>
                <a:ext cx="3925305" cy="50520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639D866-432A-4B97-9211-FA08F04C5425}"/>
                  </a:ext>
                </a:extLst>
              </p:cNvPr>
              <p:cNvSpPr txBox="1"/>
              <p:nvPr/>
            </p:nvSpPr>
            <p:spPr>
              <a:xfrm>
                <a:off x="5818621" y="3796342"/>
                <a:ext cx="3133871" cy="5127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12−</m:t>
                      </m:r>
                      <m:rad>
                        <m:radPr>
                          <m:degHide m:val="on"/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6+5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e>
                      </m:rad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639D866-432A-4B97-9211-FA08F04C5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621" y="3796342"/>
                <a:ext cx="3133871" cy="51270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EF4E780-0C39-4B6D-ACB3-7F733FF1396E}"/>
                  </a:ext>
                </a:extLst>
              </p:cNvPr>
              <p:cNvSpPr txBox="1"/>
              <p:nvPr/>
            </p:nvSpPr>
            <p:spPr>
              <a:xfrm>
                <a:off x="5290431" y="4941835"/>
                <a:ext cx="41902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8−3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=7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EF4E780-0C39-4B6D-ACB3-7F733FF13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431" y="4941835"/>
                <a:ext cx="4190250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57C65B6-CF7A-434F-BC83-B6B80000E993}"/>
                  </a:ext>
                </a:extLst>
              </p:cNvPr>
              <p:cNvSpPr txBox="1"/>
              <p:nvPr/>
            </p:nvSpPr>
            <p:spPr>
              <a:xfrm>
                <a:off x="564465" y="4863961"/>
                <a:ext cx="3835922" cy="6174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68=</m:t>
                      </m:r>
                      <m:sSup>
                        <m:sSup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18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57C65B6-CF7A-434F-BC83-B6B80000E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65" y="4863961"/>
                <a:ext cx="3835922" cy="61741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E5FC4A7-D913-4040-A38B-51E63530186B}"/>
                  </a:ext>
                </a:extLst>
              </p:cNvPr>
              <p:cNvSpPr txBox="1"/>
              <p:nvPr/>
            </p:nvSpPr>
            <p:spPr>
              <a:xfrm>
                <a:off x="5662360" y="6020150"/>
                <a:ext cx="3446393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146=18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E5FC4A7-D913-4040-A38B-51E635301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360" y="6020150"/>
                <a:ext cx="3446393" cy="50520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11C1CCB-3D79-4C25-BEE2-0E24818FF7A1}"/>
                  </a:ext>
                </a:extLst>
              </p:cNvPr>
              <p:cNvSpPr txBox="1"/>
              <p:nvPr/>
            </p:nvSpPr>
            <p:spPr>
              <a:xfrm>
                <a:off x="199686" y="6020150"/>
                <a:ext cx="4565481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4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e>
                      </m:rad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400" b="0" i="1" baseline="3000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2=4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11C1CCB-3D79-4C25-BEE2-0E24818FF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86" y="6020150"/>
                <a:ext cx="4565481" cy="50520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9" name="Picture 88">
            <a:extLst>
              <a:ext uri="{FF2B5EF4-FFF2-40B4-BE49-F238E27FC236}">
                <a16:creationId xmlns:a16="http://schemas.microsoft.com/office/drawing/2014/main" id="{CC25B227-7924-495E-9051-933E17A0808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52722" y="868012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499D4B0-64ED-4FA3-83A1-3CD2C7A85F11}"/>
                  </a:ext>
                </a:extLst>
              </p:cNvPr>
              <p:cNvSpPr txBox="1"/>
              <p:nvPr/>
            </p:nvSpPr>
            <p:spPr>
              <a:xfrm>
                <a:off x="4299438" y="1387709"/>
                <a:ext cx="555260" cy="4616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19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499D4B0-64ED-4FA3-83A1-3CD2C7A85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438" y="1387709"/>
                <a:ext cx="555260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1" name="Picture 90">
            <a:extLst>
              <a:ext uri="{FF2B5EF4-FFF2-40B4-BE49-F238E27FC236}">
                <a16:creationId xmlns:a16="http://schemas.microsoft.com/office/drawing/2014/main" id="{FFF2B254-5C30-4CBF-942C-D614946519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0404" y="3021015"/>
            <a:ext cx="408033" cy="408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A56F00A-C080-4EB1-975A-68ED1A562F80}"/>
                  </a:ext>
                </a:extLst>
              </p:cNvPr>
              <p:cNvSpPr txBox="1"/>
              <p:nvPr/>
            </p:nvSpPr>
            <p:spPr>
              <a:xfrm>
                <a:off x="4317023" y="3550617"/>
                <a:ext cx="555260" cy="4616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A56F00A-C080-4EB1-975A-68ED1A562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7023" y="3550617"/>
                <a:ext cx="555260" cy="4616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CD8D90-0552-44BC-A0E2-5631EEC4939E}"/>
                  </a:ext>
                </a:extLst>
              </p:cNvPr>
              <p:cNvSpPr txBox="1"/>
              <p:nvPr/>
            </p:nvSpPr>
            <p:spPr>
              <a:xfrm>
                <a:off x="9243645" y="2463302"/>
                <a:ext cx="555260" cy="4616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CD8D90-0552-44BC-A0E2-5631EEC49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645" y="2463302"/>
                <a:ext cx="555260" cy="46166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BCCCBCD-0B15-4686-91CE-885AE47D2DCF}"/>
                  </a:ext>
                </a:extLst>
              </p:cNvPr>
              <p:cNvSpPr txBox="1"/>
              <p:nvPr/>
            </p:nvSpPr>
            <p:spPr>
              <a:xfrm>
                <a:off x="9261230" y="3571133"/>
                <a:ext cx="555260" cy="4616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BCCCBCD-0B15-4686-91CE-885AE47D2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1230" y="3571133"/>
                <a:ext cx="555260" cy="46166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14BFB14-B526-4CC8-9BE8-2DF5513FD758}"/>
                  </a:ext>
                </a:extLst>
              </p:cNvPr>
              <p:cNvSpPr txBox="1"/>
              <p:nvPr/>
            </p:nvSpPr>
            <p:spPr>
              <a:xfrm>
                <a:off x="4264269" y="4649656"/>
                <a:ext cx="710868" cy="4616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14BFB14-B526-4CC8-9BE8-2DF5513FD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4269" y="4649656"/>
                <a:ext cx="710868" cy="46166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7" name="Picture 96">
            <a:extLst>
              <a:ext uri="{FF2B5EF4-FFF2-40B4-BE49-F238E27FC236}">
                <a16:creationId xmlns:a16="http://schemas.microsoft.com/office/drawing/2014/main" id="{E184AE78-24F0-4A6F-BC8C-5DC3707828C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38873" y="6364206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47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57AC62-C24E-4EE5-A173-B9874EAC87B1}"/>
                  </a:ext>
                </a:extLst>
              </p:cNvPr>
              <p:cNvSpPr txBox="1"/>
              <p:nvPr/>
            </p:nvSpPr>
            <p:spPr>
              <a:xfrm>
                <a:off x="1101503" y="529353"/>
                <a:ext cx="27618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1+2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4=44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57AC62-C24E-4EE5-A173-B9874EAC8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503" y="529353"/>
                <a:ext cx="276184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317189-56EF-46B5-AA61-3C512DA03A6A}"/>
                  </a:ext>
                </a:extLst>
              </p:cNvPr>
              <p:cNvSpPr txBox="1"/>
              <p:nvPr/>
            </p:nvSpPr>
            <p:spPr>
              <a:xfrm>
                <a:off x="5881202" y="529353"/>
                <a:ext cx="30087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(6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−2)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5=80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317189-56EF-46B5-AA61-3C512DA03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202" y="529353"/>
                <a:ext cx="3008708" cy="461665"/>
              </a:xfrm>
              <a:prstGeom prst="rect">
                <a:avLst/>
              </a:prstGeom>
              <a:blipFill>
                <a:blip r:embed="rId3"/>
                <a:stretch>
                  <a:fillRect l="-203"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368776B-704C-4DB7-BBB7-288D8584F6AA}"/>
              </a:ext>
            </a:extLst>
          </p:cNvPr>
          <p:cNvSpPr txBox="1"/>
          <p:nvPr/>
        </p:nvSpPr>
        <p:spPr>
          <a:xfrm>
            <a:off x="2235556" y="-69040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C0A6CA7-C9F9-4234-B6B2-AC93B75EFFA7}"/>
                  </a:ext>
                </a:extLst>
              </p:cNvPr>
              <p:cNvSpPr txBox="1"/>
              <p:nvPr/>
            </p:nvSpPr>
            <p:spPr>
              <a:xfrm>
                <a:off x="1265010" y="1610811"/>
                <a:ext cx="24348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6−2</m:t>
                          </m:r>
                        </m:e>
                      </m:d>
                      <m:r>
                        <a:rPr lang="en-GB" sz="24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C0A6CA7-C9F9-4234-B6B2-AC93B75EF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010" y="1610811"/>
                <a:ext cx="243483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F8DCDA-9AB9-409D-9DEB-1C286D578DF1}"/>
                  </a:ext>
                </a:extLst>
              </p:cNvPr>
              <p:cNvSpPr txBox="1"/>
              <p:nvPr/>
            </p:nvSpPr>
            <p:spPr>
              <a:xfrm>
                <a:off x="6026274" y="1610811"/>
                <a:ext cx="27185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5=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GB" sz="2400" b="0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AF8DCDA-9AB9-409D-9DEB-1C286D578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274" y="1610811"/>
                <a:ext cx="271856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C98988-D233-4FB9-9EB4-22836A5360D5}"/>
                  </a:ext>
                </a:extLst>
              </p:cNvPr>
              <p:cNvSpPr txBox="1"/>
              <p:nvPr/>
            </p:nvSpPr>
            <p:spPr>
              <a:xfrm>
                <a:off x="833513" y="2731829"/>
                <a:ext cx="32978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+3−3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2C98988-D233-4FB9-9EB4-22836A536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13" y="2731829"/>
                <a:ext cx="329782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614DC29-BC0A-4A93-9DB3-C7DDFD0D7AB6}"/>
                  </a:ext>
                </a:extLst>
              </p:cNvPr>
              <p:cNvSpPr txBox="1"/>
              <p:nvPr/>
            </p:nvSpPr>
            <p:spPr>
              <a:xfrm>
                <a:off x="5848372" y="2731829"/>
                <a:ext cx="30743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=50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614DC29-BC0A-4A93-9DB3-C7DDFD0D7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372" y="2731829"/>
                <a:ext cx="307436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E5B622A-3EE2-45A7-BAFF-1ABABAA6B471}"/>
                  </a:ext>
                </a:extLst>
              </p:cNvPr>
              <p:cNvSpPr txBox="1"/>
              <p:nvPr/>
            </p:nvSpPr>
            <p:spPr>
              <a:xfrm>
                <a:off x="519774" y="3800093"/>
                <a:ext cx="3925305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7+18</m:t>
                          </m:r>
                        </m:e>
                      </m:rad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5−3</m:t>
                          </m:r>
                        </m:e>
                      </m:d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+4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E5B622A-3EE2-45A7-BAFF-1ABABAA6B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74" y="3800093"/>
                <a:ext cx="3925305" cy="50520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639D866-432A-4B97-9211-FA08F04C5425}"/>
                  </a:ext>
                </a:extLst>
              </p:cNvPr>
              <p:cNvSpPr txBox="1"/>
              <p:nvPr/>
            </p:nvSpPr>
            <p:spPr>
              <a:xfrm>
                <a:off x="5818621" y="3796342"/>
                <a:ext cx="3133871" cy="5127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12−</m:t>
                      </m:r>
                      <m:rad>
                        <m:radPr>
                          <m:degHide m:val="on"/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6+5</m:t>
                          </m:r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e>
                      </m:rad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639D866-432A-4B97-9211-FA08F04C5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621" y="3796342"/>
                <a:ext cx="3133871" cy="5127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EF4E780-0C39-4B6D-ACB3-7F733FF1396E}"/>
                  </a:ext>
                </a:extLst>
              </p:cNvPr>
              <p:cNvSpPr txBox="1"/>
              <p:nvPr/>
            </p:nvSpPr>
            <p:spPr>
              <a:xfrm>
                <a:off x="5290431" y="4941835"/>
                <a:ext cx="41902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8−3</m:t>
                      </m: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=7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EF4E780-0C39-4B6D-ACB3-7F733FF13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431" y="4941835"/>
                <a:ext cx="4190250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57C65B6-CF7A-434F-BC83-B6B80000E993}"/>
                  </a:ext>
                </a:extLst>
              </p:cNvPr>
              <p:cNvSpPr txBox="1"/>
              <p:nvPr/>
            </p:nvSpPr>
            <p:spPr>
              <a:xfrm>
                <a:off x="564465" y="4863961"/>
                <a:ext cx="3835922" cy="6174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68=</m:t>
                      </m:r>
                      <m:sSup>
                        <m:sSup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18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GB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GB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57C65B6-CF7A-434F-BC83-B6B80000E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65" y="4863961"/>
                <a:ext cx="3835922" cy="61741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E5FC4A7-D913-4040-A38B-51E63530186B}"/>
                  </a:ext>
                </a:extLst>
              </p:cNvPr>
              <p:cNvSpPr txBox="1"/>
              <p:nvPr/>
            </p:nvSpPr>
            <p:spPr>
              <a:xfrm>
                <a:off x="5662360" y="6020150"/>
                <a:ext cx="3446393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146=18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E5FC4A7-D913-4040-A38B-51E635301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360" y="6020150"/>
                <a:ext cx="3446393" cy="50520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11C1CCB-3D79-4C25-BEE2-0E24818FF7A1}"/>
                  </a:ext>
                </a:extLst>
              </p:cNvPr>
              <p:cNvSpPr txBox="1"/>
              <p:nvPr/>
            </p:nvSpPr>
            <p:spPr>
              <a:xfrm>
                <a:off x="199686" y="6020150"/>
                <a:ext cx="4565481" cy="505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4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e>
                      </m:rad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d>
                        <m:dPr>
                          <m:ctrlP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400" b="0" i="1" baseline="3000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5×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2=4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11C1CCB-3D79-4C25-BEE2-0E24818FF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86" y="6020150"/>
                <a:ext cx="4565481" cy="50520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0278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8C589C-F097-323A-D59A-8A7A0F791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38130" y="1038132"/>
            <a:ext cx="6823000" cy="47467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DB1C15-A3A6-603A-9DAA-8D106D108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32013" y="1063009"/>
            <a:ext cx="6751481" cy="469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527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C433CD0-B5AB-75F9-F5AA-1E0577FD3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928872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825F2-302C-6ECC-E27D-6D97DD185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129" y="0"/>
            <a:ext cx="4928871" cy="3429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68A68A-25B1-19DA-2087-3495755D7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928872" cy="3429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4849FC-F52F-0451-A189-634EE36F7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128" y="3429000"/>
            <a:ext cx="4928871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253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5855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10452</TotalTime>
  <Words>356</Words>
  <Application>Microsoft Office PowerPoint</Application>
  <PresentationFormat>A4 Paper (210x297 mm)</PresentationFormat>
  <Paragraphs>116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Cambria Math</vt:lpstr>
      <vt:lpstr>Calibri Light</vt:lpstr>
      <vt:lpstr>Arial</vt:lpstr>
      <vt:lpstr>Calibri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504</cp:revision>
  <cp:lastPrinted>2020-08-24T01:43:11Z</cp:lastPrinted>
  <dcterms:created xsi:type="dcterms:W3CDTF">2017-01-17T16:57:04Z</dcterms:created>
  <dcterms:modified xsi:type="dcterms:W3CDTF">2024-04-30T05:31:45Z</dcterms:modified>
</cp:coreProperties>
</file>