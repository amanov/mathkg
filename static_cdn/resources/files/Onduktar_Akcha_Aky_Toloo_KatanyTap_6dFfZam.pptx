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5" r:id="rId2"/>
    <p:sldId id="946" r:id="rId3"/>
    <p:sldId id="939" r:id="rId4"/>
    <p:sldId id="944" r:id="rId5"/>
    <p:sldId id="941" r:id="rId6"/>
    <p:sldId id="942" r:id="rId7"/>
    <p:sldId id="947" r:id="rId8"/>
  </p:sldIdLst>
  <p:sldSz cx="9906000" cy="6858000" type="A4"/>
  <p:notesSz cx="6669088" cy="9926638"/>
  <p:embeddedFontLst>
    <p:embeddedFont>
      <p:font typeface="Fira Code" panose="020B0809050000020004" pitchFamily="49" charset="0"/>
      <p:regular r:id="rId10"/>
      <p:bold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80F509A8-CD09-409C-8655-4E5DE70D3878}">
          <p14:sldIdLst>
            <p14:sldId id="945"/>
          </p14:sldIdLst>
        </p14:section>
        <p14:section name="Титулдук слайд" id="{7E06DDD7-51C2-49EA-A45F-8866ADF4CC17}">
          <p14:sldIdLst>
            <p14:sldId id="946"/>
          </p14:sldIdLst>
        </p14:section>
        <p14:section name="Көрсөтүү үчүн" id="{CA0B4A51-1C5A-4331-831D-7D5748F4CE7C}">
          <p14:sldIdLst>
            <p14:sldId id="939"/>
          </p14:sldIdLst>
        </p14:section>
        <p14:section name="Жооптор" id="{4A1CF18F-CBD8-4CE8-9034-4022B8261C24}">
          <p14:sldIdLst>
            <p14:sldId id="944"/>
          </p14:sldIdLst>
        </p14:section>
        <p14:section name="Иш кагазы" id="{45D3F427-FE2C-4E31-94DD-C39B49B018A8}">
          <p14:sldIdLst>
            <p14:sldId id="941"/>
            <p14:sldId id="942"/>
          </p14:sldIdLst>
        </p14:section>
        <p14:section name="Кайтарым байланыш" id="{1F462C69-5607-48A3-918A-31B1142082DE}">
          <p14:sldIdLst>
            <p14:sldId id="94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19/09/2024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B89D2DF-F554-4C2A-CE1D-D373E74E5B72}"/>
              </a:ext>
            </a:extLst>
          </p:cNvPr>
          <p:cNvSpPr txBox="1">
            <a:spLocks/>
          </p:cNvSpPr>
          <p:nvPr/>
        </p:nvSpPr>
        <p:spPr>
          <a:xfrm>
            <a:off x="116840" y="1595120"/>
            <a:ext cx="9677400" cy="451072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ky-KG" dirty="0">
                <a:solidFill>
                  <a:prstClr val="black"/>
                </a:solidFill>
                <a:latin typeface="Calibri" panose="020F0502020204030204"/>
              </a:rPr>
              <a:t>Эмгек акы төлөмдөрү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катаны тап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канча ката табуу керек экенин айтуунун кажети жок.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кандай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өлчөмдө жана форматта.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899BD10-45E1-4B1B-06C3-4D1ECCB52487}"/>
              </a:ext>
            </a:extLst>
          </p:cNvPr>
          <p:cNvSpPr txBox="1">
            <a:spLocks/>
          </p:cNvSpPr>
          <p:nvPr/>
        </p:nvSpPr>
        <p:spPr>
          <a:xfrm>
            <a:off x="0" y="194945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596353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552318" y="28080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139240" y="556981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4FBAD0-0104-98F5-D536-7E03CC2DAF54}"/>
              </a:ext>
            </a:extLst>
          </p:cNvPr>
          <p:cNvSpPr txBox="1"/>
          <p:nvPr/>
        </p:nvSpPr>
        <p:spPr>
          <a:xfrm>
            <a:off x="356981" y="114336"/>
            <a:ext cx="8453120" cy="160043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0" b="1" i="0" u="none" strike="noStrike" kern="120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FF0000"/>
                </a:solidFill>
                <a:effectLst>
                  <a:glow rad="228600">
                    <a:srgbClr val="70AD47">
                      <a:satMod val="175000"/>
                      <a:alpha val="40000"/>
                    </a:srgbClr>
                  </a:glow>
                  <a:reflection blurRad="6350" stA="55000" endA="50" endPos="85000" dist="29997" dir="5400000" sy="-100000" algn="bl" rotWithShape="0"/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Катаны тап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uLnTx/>
              <a:uFillTx/>
              <a:latin typeface="Fira Code" panose="020F0502020204030204" pitchFamily="49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F9F8F9-3020-B12E-A973-3609AA986074}"/>
              </a:ext>
            </a:extLst>
          </p:cNvPr>
          <p:cNvSpPr txBox="1"/>
          <p:nvPr/>
        </p:nvSpPr>
        <p:spPr>
          <a:xfrm>
            <a:off x="595140" y="2214673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Үч бурчтукта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айрым каталар бар!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Сен алардын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баарын таба аласынбы?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2006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57A329B-B6D0-6F4F-7870-A946395CE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43" y="375920"/>
            <a:ext cx="9601969" cy="64922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F71AC56-D400-FC3E-CA48-5D5D143A3768}"/>
              </a:ext>
            </a:extLst>
          </p:cNvPr>
          <p:cNvSpPr txBox="1"/>
          <p:nvPr/>
        </p:nvSpPr>
        <p:spPr>
          <a:xfrm>
            <a:off x="223520" y="114313"/>
            <a:ext cx="502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4675E1-FD6A-6632-7363-FA3F4AE613FC}"/>
              </a:ext>
            </a:extLst>
          </p:cNvPr>
          <p:cNvSpPr txBox="1"/>
          <p:nvPr/>
        </p:nvSpPr>
        <p:spPr>
          <a:xfrm>
            <a:off x="94067" y="1454219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3C8231C-A4D8-6D7A-0D4C-55F2F3703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41" y="274320"/>
            <a:ext cx="9408160" cy="6583680"/>
          </a:xfrm>
          <a:prstGeom prst="rect">
            <a:avLst/>
          </a:pr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3933442" y="928398"/>
            <a:ext cx="1295450" cy="129545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7E77C95-E86B-48DB-A1DB-B2F15632FC52}"/>
              </a:ext>
            </a:extLst>
          </p:cNvPr>
          <p:cNvSpPr/>
          <p:nvPr/>
        </p:nvSpPr>
        <p:spPr>
          <a:xfrm>
            <a:off x="4656790" y="4201110"/>
            <a:ext cx="1122730" cy="112273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5352B20-162A-4D78-84A2-7155E22E0FEA}"/>
              </a:ext>
            </a:extLst>
          </p:cNvPr>
          <p:cNvSpPr/>
          <p:nvPr/>
        </p:nvSpPr>
        <p:spPr>
          <a:xfrm rot="3545754">
            <a:off x="1488132" y="5186297"/>
            <a:ext cx="1582962" cy="112273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4AA7BE8-0D39-4048-9D03-1F90460A21AD}"/>
              </a:ext>
            </a:extLst>
          </p:cNvPr>
          <p:cNvSpPr/>
          <p:nvPr/>
        </p:nvSpPr>
        <p:spPr>
          <a:xfrm rot="3154518">
            <a:off x="6130142" y="5173620"/>
            <a:ext cx="1582962" cy="1108449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1F47FCF-CA31-41A1-A7FF-CE5ED0A155D4}"/>
              </a:ext>
            </a:extLst>
          </p:cNvPr>
          <p:cNvSpPr/>
          <p:nvPr/>
        </p:nvSpPr>
        <p:spPr>
          <a:xfrm rot="1108618">
            <a:off x="7533541" y="4983347"/>
            <a:ext cx="1134123" cy="1488995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7E9C98D-D88F-4A86-B819-3DEB0AF8E783}"/>
              </a:ext>
            </a:extLst>
          </p:cNvPr>
          <p:cNvSpPr/>
          <p:nvPr/>
        </p:nvSpPr>
        <p:spPr>
          <a:xfrm>
            <a:off x="5615268" y="2118310"/>
            <a:ext cx="1643922" cy="108209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F0A51DB-1085-4374-866B-1946B369741C}"/>
              </a:ext>
            </a:extLst>
          </p:cNvPr>
          <p:cNvSpPr/>
          <p:nvPr/>
        </p:nvSpPr>
        <p:spPr>
          <a:xfrm>
            <a:off x="2279613" y="4045032"/>
            <a:ext cx="1295450" cy="129545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C020A2-3B64-ED94-C0E4-1CACD8FFA010}"/>
              </a:ext>
            </a:extLst>
          </p:cNvPr>
          <p:cNvSpPr txBox="1"/>
          <p:nvPr/>
        </p:nvSpPr>
        <p:spPr>
          <a:xfrm>
            <a:off x="112483" y="104126"/>
            <a:ext cx="3683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66887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91ABFD-A431-2BCD-A4EB-ACEFB1B9A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34250" y="989915"/>
            <a:ext cx="6691284" cy="47340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CB1B69F-EDDA-2F15-B5CA-3C12149A0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93333" y="978617"/>
            <a:ext cx="6691284" cy="473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308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3CF24FF-194F-12AB-7F7C-6AB46D2CE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4930815" cy="338052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033E39E-9509-A78C-635E-50E8DEE7C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0815" y="-1"/>
            <a:ext cx="4930815" cy="33805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2B4176-4FDB-45F7-648E-98BAAE3ED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77474"/>
            <a:ext cx="4930815" cy="33805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18216C-3888-0F51-4A9E-0442CCC4E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0815" y="3477474"/>
            <a:ext cx="4930815" cy="338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038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</a:t>
            </a:r>
            <a:r>
              <a:rPr kumimoji="0" lang="ky-KG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</a:t>
            </a: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рд</a:t>
            </a:r>
            <a:r>
              <a:rPr lang="ky-KG" sz="3200" dirty="0">
                <a:solidFill>
                  <a:prstClr val="black"/>
                </a:solidFill>
                <a:latin typeface="Calibri" panose="020F0502020204030204"/>
              </a:rPr>
              <a:t>ү</a:t>
            </a:r>
            <a:r>
              <a:rPr kumimoji="0" lang="ky-KG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</a:t>
            </a: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157448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8346</TotalTime>
  <Words>113</Words>
  <Application>Microsoft Office PowerPoint</Application>
  <PresentationFormat>A4 Paper (210x297 mm)</PresentationFormat>
  <Paragraphs>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</vt:lpstr>
      <vt:lpstr>Calibri Light</vt:lpstr>
      <vt:lpstr>Arial</vt:lpstr>
      <vt:lpstr>Fira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370</cp:revision>
  <cp:lastPrinted>2024-09-18T17:44:29Z</cp:lastPrinted>
  <dcterms:created xsi:type="dcterms:W3CDTF">2017-01-17T16:57:04Z</dcterms:created>
  <dcterms:modified xsi:type="dcterms:W3CDTF">2024-09-18T17:45:20Z</dcterms:modified>
</cp:coreProperties>
</file>