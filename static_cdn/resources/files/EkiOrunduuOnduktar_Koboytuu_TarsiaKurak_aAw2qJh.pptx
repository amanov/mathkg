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835" r:id="rId4"/>
    <p:sldId id="939" r:id="rId5"/>
    <p:sldId id="834" r:id="rId6"/>
    <p:sldId id="833" r:id="rId7"/>
    <p:sldId id="942" r:id="rId8"/>
  </p:sldIdLst>
  <p:sldSz cx="9906000" cy="6858000" type="A4"/>
  <p:notesSz cx="7104063" cy="10234613"/>
  <p:embeddedFontLst>
    <p:embeddedFont>
      <p:font typeface="Verdana" panose="020B060403050404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5/24/2024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2932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 Көбөйтүү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459D4FD-5636-5FC5-4A67-199E51BA8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D556D-E971-0216-A444-C472A29CB3C7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FCFDE23-976E-4B4C-BCE8-B90299680F7D}"/>
              </a:ext>
            </a:extLst>
          </p:cNvPr>
          <p:cNvGrpSpPr/>
          <p:nvPr/>
        </p:nvGrpSpPr>
        <p:grpSpPr>
          <a:xfrm>
            <a:off x="0" y="0"/>
            <a:ext cx="9906000" cy="6858000"/>
            <a:chOff x="0" y="0"/>
            <a:chExt cx="9906000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ACC93D3-0200-4E6C-9278-27F29F270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4961779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E66B310-5AFF-4020-B663-3EDA67621F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5715" y="0"/>
              <a:ext cx="4940285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091F6B-162F-4A38-9B0B-463AC1A84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675" y="0"/>
            <a:ext cx="7934325" cy="68199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486193C-B9F4-E609-5F40-012BD5A582FB}"/>
              </a:ext>
            </a:extLst>
          </p:cNvPr>
          <p:cNvSpPr/>
          <p:nvPr/>
        </p:nvSpPr>
        <p:spPr>
          <a:xfrm>
            <a:off x="403327" y="255539"/>
            <a:ext cx="351007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2268F0C4-4EF1-4E41-B71B-51554E042C1B}"/>
              </a:ext>
            </a:extLst>
          </p:cNvPr>
          <p:cNvGrpSpPr/>
          <p:nvPr/>
        </p:nvGrpSpPr>
        <p:grpSpPr>
          <a:xfrm rot="16200000">
            <a:off x="-1055077" y="1055076"/>
            <a:ext cx="6857999" cy="4747846"/>
            <a:chOff x="0" y="0"/>
            <a:chExt cx="9906000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32D50DD-066E-451D-9BC2-67B467EA8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1779" cy="68580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3D5497F-C2B5-4D22-A086-725AE738B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5715" y="0"/>
              <a:ext cx="4940285" cy="68580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E22F2DA-B990-4569-AE6D-ECB2A67C1AA4}"/>
              </a:ext>
            </a:extLst>
          </p:cNvPr>
          <p:cNvGrpSpPr/>
          <p:nvPr/>
        </p:nvGrpSpPr>
        <p:grpSpPr>
          <a:xfrm rot="16200000">
            <a:off x="4103080" y="1088638"/>
            <a:ext cx="6857999" cy="4747846"/>
            <a:chOff x="0" y="0"/>
            <a:chExt cx="9906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971E0C6-49BC-4596-9D01-F26371896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961779" cy="6858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4D0785D-93A6-408C-B4FA-DED3A5884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5715" y="0"/>
              <a:ext cx="4940285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8366</TotalTime>
  <Words>150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Verdana</vt:lpstr>
      <vt:lpstr>Calibri</vt:lpstr>
      <vt:lpstr>Arial</vt:lpstr>
      <vt:lpstr>Calibri Light</vt:lpstr>
      <vt:lpstr>Calibri 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2024-05-24T10:39:34Z</cp:lastPrinted>
  <dcterms:created xsi:type="dcterms:W3CDTF">2017-01-17T16:57:04Z</dcterms:created>
  <dcterms:modified xsi:type="dcterms:W3CDTF">2024-05-24T10:40:09Z</dcterms:modified>
</cp:coreProperties>
</file>