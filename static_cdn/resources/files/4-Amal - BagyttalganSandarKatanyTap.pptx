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4" r:id="rId2"/>
    <p:sldId id="831" r:id="rId3"/>
    <p:sldId id="939" r:id="rId4"/>
    <p:sldId id="940" r:id="rId5"/>
    <p:sldId id="942" r:id="rId6"/>
    <p:sldId id="943" r:id="rId7"/>
    <p:sldId id="938" r:id="rId8"/>
  </p:sldIdLst>
  <p:sldSz cx="9906000" cy="6858000" type="A4"/>
  <p:notesSz cx="6669088" cy="9926638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Fira Code" panose="020B0809050000020004" pitchFamily="49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Амалдардын тартиби</a:t>
            </a:r>
            <a:r>
              <a:rPr lang="en-US" dirty="0"/>
              <a:t> – </a:t>
            </a:r>
            <a:r>
              <a:rPr lang="ru-RU" dirty="0"/>
              <a:t>Багытталган сандар – Катаны тап</a:t>
            </a:r>
          </a:p>
          <a:p>
            <a:endParaRPr lang="ru-RU" dirty="0"/>
          </a:p>
          <a:p>
            <a:r>
              <a:rPr lang="ru-RU" dirty="0"/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endParaRPr lang="ru-RU" dirty="0"/>
          </a:p>
          <a:p>
            <a:r>
              <a:rPr lang="ru-RU" dirty="0"/>
              <a:t>Окуучуларга канча ката табуу керек экенин айтуунун кажети жок.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3BEA4-A9F4-E639-C0EF-1BA0CE62B53F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7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6023B0-73DA-7199-6885-CAA01430FD58}"/>
              </a:ext>
            </a:extLst>
          </p:cNvPr>
          <p:cNvGrpSpPr/>
          <p:nvPr/>
        </p:nvGrpSpPr>
        <p:grpSpPr>
          <a:xfrm>
            <a:off x="58188" y="10883"/>
            <a:ext cx="9775767" cy="6833292"/>
            <a:chOff x="0" y="1371239"/>
            <a:chExt cx="7734492" cy="54064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E95C822-57EA-7337-6E8D-C5A6BFFBF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628" y="1371239"/>
              <a:ext cx="3924907" cy="205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63DF02-74C1-A4C1-D5CE-4725930FC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07434"/>
              <a:ext cx="7734492" cy="3370239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0" y="127940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7FF25-22A0-FC54-F7D5-F6A41DF1473A}"/>
              </a:ext>
            </a:extLst>
          </p:cNvPr>
          <p:cNvSpPr txBox="1"/>
          <p:nvPr/>
        </p:nvSpPr>
        <p:spPr>
          <a:xfrm>
            <a:off x="0" y="10883"/>
            <a:ext cx="3312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9B4CB6-D297-62FA-F550-F2A1B94EFB14}"/>
              </a:ext>
            </a:extLst>
          </p:cNvPr>
          <p:cNvGrpSpPr/>
          <p:nvPr/>
        </p:nvGrpSpPr>
        <p:grpSpPr>
          <a:xfrm>
            <a:off x="58188" y="10883"/>
            <a:ext cx="9775767" cy="6833292"/>
            <a:chOff x="0" y="1371239"/>
            <a:chExt cx="7734492" cy="54064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3EE040-A8AD-F503-E32A-0E9F03EBF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0628" y="1371239"/>
              <a:ext cx="3924907" cy="205983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4E45DE-5655-735C-DBC7-5C00E0655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07434"/>
              <a:ext cx="7734492" cy="3370239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 rot="19972285">
            <a:off x="3929301" y="765183"/>
            <a:ext cx="933645" cy="14400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2760CF-7842-09A9-2270-B2B87E8530A3}"/>
              </a:ext>
            </a:extLst>
          </p:cNvPr>
          <p:cNvSpPr/>
          <p:nvPr/>
        </p:nvSpPr>
        <p:spPr>
          <a:xfrm rot="19972285">
            <a:off x="1509952" y="4896409"/>
            <a:ext cx="933645" cy="1645093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ED07F9-BFF9-4BB5-F730-1D4ADACE8301}"/>
              </a:ext>
            </a:extLst>
          </p:cNvPr>
          <p:cNvSpPr/>
          <p:nvPr/>
        </p:nvSpPr>
        <p:spPr>
          <a:xfrm rot="1711620">
            <a:off x="2640483" y="4879783"/>
            <a:ext cx="933645" cy="1645093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D3975A-2728-3814-E3E6-5E9E9D7622F6}"/>
              </a:ext>
            </a:extLst>
          </p:cNvPr>
          <p:cNvSpPr/>
          <p:nvPr/>
        </p:nvSpPr>
        <p:spPr>
          <a:xfrm rot="19972285">
            <a:off x="6236151" y="5071000"/>
            <a:ext cx="933645" cy="144274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6AD0A1-D5BA-DEB0-5A77-CF539F3A7B93}"/>
              </a:ext>
            </a:extLst>
          </p:cNvPr>
          <p:cNvSpPr/>
          <p:nvPr/>
        </p:nvSpPr>
        <p:spPr>
          <a:xfrm rot="16200000">
            <a:off x="5699911" y="1953903"/>
            <a:ext cx="933645" cy="144000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DD744A-5A05-9373-D591-733D1F960893}"/>
              </a:ext>
            </a:extLst>
          </p:cNvPr>
          <p:cNvSpPr/>
          <p:nvPr/>
        </p:nvSpPr>
        <p:spPr>
          <a:xfrm rot="16200000">
            <a:off x="4500982" y="3784600"/>
            <a:ext cx="933645" cy="1635711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EAB0C-C390-9033-45E3-D694A73D25FD}"/>
              </a:ext>
            </a:extLst>
          </p:cNvPr>
          <p:cNvSpPr txBox="1"/>
          <p:nvPr/>
        </p:nvSpPr>
        <p:spPr>
          <a:xfrm>
            <a:off x="0" y="377187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6D050-E2F1-9CC3-E32C-2E4A0DF5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01034" y="1203966"/>
            <a:ext cx="6515605" cy="479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AC4927-E04F-C648-5AA0-B3137BEF9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97041" y="1158889"/>
            <a:ext cx="6425454" cy="47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0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82A2F9-D0F7-1850-24B0-698A6F86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41529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9E94F-3E32-C004-20EE-D02D9BBF9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192" y="0"/>
            <a:ext cx="4977808" cy="3525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FABF65-BB6F-3C0B-AD9A-022AFCABF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3" y="3525520"/>
            <a:ext cx="4754867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1A0D85-2B5C-7EE1-2276-7879834E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25519"/>
            <a:ext cx="490338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8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8358</TotalTime>
  <Words>109</Words>
  <Application>Microsoft Office PowerPoint</Application>
  <PresentationFormat>A4 Paper (210x297 mm)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Fira Code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2023-05-11T05:28:36Z</cp:lastPrinted>
  <dcterms:created xsi:type="dcterms:W3CDTF">2017-01-17T16:57:04Z</dcterms:created>
  <dcterms:modified xsi:type="dcterms:W3CDTF">2023-09-29T04:39:07Z</dcterms:modified>
</cp:coreProperties>
</file>