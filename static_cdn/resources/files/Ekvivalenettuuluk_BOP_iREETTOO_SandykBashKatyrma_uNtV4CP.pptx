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66" r:id="rId2"/>
    <p:sldId id="952" r:id="rId3"/>
    <p:sldId id="953" r:id="rId4"/>
    <p:sldId id="946" r:id="rId5"/>
    <p:sldId id="947" r:id="rId6"/>
    <p:sldId id="948" r:id="rId7"/>
    <p:sldId id="949" r:id="rId8"/>
    <p:sldId id="950" r:id="rId9"/>
    <p:sldId id="951" r:id="rId10"/>
    <p:sldId id="967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6"/>
          </p14:sldIdLst>
        </p14:section>
        <p14:section name="Көрсөтүү үчүн" id="{059544AC-2C27-45B1-9F95-F87DF8854DD6}">
          <p14:sldIdLst>
            <p14:sldId id="952"/>
            <p14:sldId id="953"/>
          </p14:sldIdLst>
        </p14:section>
        <p14:section name="Чектелген жооптор" id="{1FEDB314-42DC-4694-9B04-D4A4AAE625F7}">
          <p14:sldIdLst>
            <p14:sldId id="946"/>
            <p14:sldId id="947"/>
          </p14:sldIdLst>
        </p14:section>
        <p14:section name="Таркатма иш кагаздар" id="{A78D9305-6AAE-4715-A210-52F6908F30F7}">
          <p14:sldIdLst>
            <p14:sldId id="948"/>
            <p14:sldId id="949"/>
            <p14:sldId id="950"/>
            <p14:sldId id="951"/>
          </p14:sldIdLst>
        </p14:section>
        <p14:section name="Кайтарым байланыш" id="{F3D720CF-F566-46A6-9361-125255B68FA6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49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8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23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1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7.png"/><Relationship Id="rId21" Type="http://schemas.openxmlformats.org/officeDocument/2006/relationships/image" Target="../media/image6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6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56.png"/><Relationship Id="rId5" Type="http://schemas.openxmlformats.org/officeDocument/2006/relationships/image" Target="../media/image9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8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71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7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69.png"/><Relationship Id="rId5" Type="http://schemas.openxmlformats.org/officeDocument/2006/relationships/image" Target="../media/image29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28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Бөлчөктөрдү, ондуктарды жана пайыздарды иретт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Сандык башкатырма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 иликтөөгө, стратегиялоого жана талкуулоого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мүмкүндүк берүү үчүн иштелип чыккан.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өлчөмдөгү 2 табышмак бар.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Чектелүү жооптор берилет.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B846C0-4037-3134-78AF-D36CFF8C8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12" y="288459"/>
            <a:ext cx="8972976" cy="628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96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562C7-3A2D-1D06-E850-7903A3AC7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23" y="180656"/>
            <a:ext cx="9106594" cy="626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23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67067" y="127000"/>
            <a:ext cx="475305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CDE59-0FB9-472D-A406-FF31CFFEC806}"/>
              </a:ext>
            </a:extLst>
          </p:cNvPr>
          <p:cNvSpPr/>
          <p:nvPr/>
        </p:nvSpPr>
        <p:spPr>
          <a:xfrm>
            <a:off x="301388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DFF03-E5B6-4ED4-BFAF-CF7DDA372F63}"/>
              </a:ext>
            </a:extLst>
          </p:cNvPr>
          <p:cNvSpPr/>
          <p:nvPr/>
        </p:nvSpPr>
        <p:spPr>
          <a:xfrm>
            <a:off x="301388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E349BC-F0E6-472C-9E25-12142F4CB6E7}"/>
              </a:ext>
            </a:extLst>
          </p:cNvPr>
          <p:cNvCxnSpPr>
            <a:cxnSpLocks/>
          </p:cNvCxnSpPr>
          <p:nvPr/>
        </p:nvCxnSpPr>
        <p:spPr>
          <a:xfrm>
            <a:off x="254978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0" y="5856715"/>
            <a:ext cx="49873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A6DD2D-4DF1-419C-B79B-B1A3C09EB360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941D0C3A-A1FA-49D4-B992-22B4B4683D67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Star: 5 Points 33">
              <a:extLst>
                <a:ext uri="{FF2B5EF4-FFF2-40B4-BE49-F238E27FC236}">
                  <a16:creationId xmlns:a16="http://schemas.microsoft.com/office/drawing/2014/main" id="{034204A8-3FE2-41F8-B9D3-CED5A2EAA795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5E7B824-781C-462F-BA90-1961452BD268}"/>
              </a:ext>
            </a:extLst>
          </p:cNvPr>
          <p:cNvSpPr/>
          <p:nvPr/>
        </p:nvSpPr>
        <p:spPr>
          <a:xfrm>
            <a:off x="1437633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FF28F-C1CE-4DD5-902C-AB953FD0976F}"/>
              </a:ext>
            </a:extLst>
          </p:cNvPr>
          <p:cNvSpPr/>
          <p:nvPr/>
        </p:nvSpPr>
        <p:spPr>
          <a:xfrm>
            <a:off x="1903625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5B7B64-310D-4C17-A469-D3FF8378229B}"/>
              </a:ext>
            </a:extLst>
          </p:cNvPr>
          <p:cNvSpPr/>
          <p:nvPr/>
        </p:nvSpPr>
        <p:spPr>
          <a:xfrm>
            <a:off x="2809234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5E9191-9E27-4278-8039-83574077D5EB}"/>
              </a:ext>
            </a:extLst>
          </p:cNvPr>
          <p:cNvSpPr/>
          <p:nvPr/>
        </p:nvSpPr>
        <p:spPr>
          <a:xfrm>
            <a:off x="3275226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/>
              <p:nvPr/>
            </p:nvSpPr>
            <p:spPr>
              <a:xfrm>
                <a:off x="3595017" y="1121958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017" y="1121958"/>
                <a:ext cx="58541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D5CDBF1F-F3DD-4F20-9BF8-252925EF5F48}"/>
              </a:ext>
            </a:extLst>
          </p:cNvPr>
          <p:cNvSpPr/>
          <p:nvPr/>
        </p:nvSpPr>
        <p:spPr>
          <a:xfrm>
            <a:off x="4275511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82DC88-C856-4037-8F1D-20CF0D8F48AD}"/>
              </a:ext>
            </a:extLst>
          </p:cNvPr>
          <p:cNvSpPr/>
          <p:nvPr/>
        </p:nvSpPr>
        <p:spPr>
          <a:xfrm>
            <a:off x="4275511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963D8A3-9D16-401D-9D0D-B5AD6832198C}"/>
              </a:ext>
            </a:extLst>
          </p:cNvPr>
          <p:cNvCxnSpPr>
            <a:cxnSpLocks/>
          </p:cNvCxnSpPr>
          <p:nvPr/>
        </p:nvCxnSpPr>
        <p:spPr>
          <a:xfrm>
            <a:off x="4229101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/>
              <p:nvPr/>
            </p:nvSpPr>
            <p:spPr>
              <a:xfrm>
                <a:off x="1015735" y="1121957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35" y="1121957"/>
                <a:ext cx="5389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BCF744-DE29-491F-B7BE-22C3A88B7AD8}"/>
              </a:ext>
            </a:extLst>
          </p:cNvPr>
          <p:cNvCxnSpPr>
            <a:cxnSpLocks/>
          </p:cNvCxnSpPr>
          <p:nvPr/>
        </p:nvCxnSpPr>
        <p:spPr>
          <a:xfrm>
            <a:off x="16705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/>
              <p:nvPr/>
            </p:nvSpPr>
            <p:spPr>
              <a:xfrm>
                <a:off x="2398801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801" y="1306596"/>
                <a:ext cx="34015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/>
              <p:nvPr/>
            </p:nvSpPr>
            <p:spPr>
              <a:xfrm>
                <a:off x="816186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86" y="1306596"/>
                <a:ext cx="34015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/>
              <p:nvPr/>
            </p:nvSpPr>
            <p:spPr>
              <a:xfrm>
                <a:off x="3955040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040" y="1306596"/>
                <a:ext cx="34015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851073F8-70AA-4D70-8CA4-20DE1B2CC265}"/>
              </a:ext>
            </a:extLst>
          </p:cNvPr>
          <p:cNvSpPr/>
          <p:nvPr/>
        </p:nvSpPr>
        <p:spPr>
          <a:xfrm>
            <a:off x="5313004" y="10186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9E85D5B-8967-45A2-93A5-A9C18A3760B1}"/>
              </a:ext>
            </a:extLst>
          </p:cNvPr>
          <p:cNvSpPr/>
          <p:nvPr/>
        </p:nvSpPr>
        <p:spPr>
          <a:xfrm>
            <a:off x="5313004" y="17572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EA6216F-A133-48FF-9F24-B1E44F0C34B6}"/>
              </a:ext>
            </a:extLst>
          </p:cNvPr>
          <p:cNvCxnSpPr>
            <a:cxnSpLocks/>
          </p:cNvCxnSpPr>
          <p:nvPr/>
        </p:nvCxnSpPr>
        <p:spPr>
          <a:xfrm>
            <a:off x="5266594" y="1658330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620DD80-52E0-4FD8-B5C2-8DFBE376037F}"/>
              </a:ext>
            </a:extLst>
          </p:cNvPr>
          <p:cNvSpPr/>
          <p:nvPr/>
        </p:nvSpPr>
        <p:spPr>
          <a:xfrm>
            <a:off x="6449249" y="137037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BCDB120-B3C1-4724-B5FF-C97C17A1101F}"/>
              </a:ext>
            </a:extLst>
          </p:cNvPr>
          <p:cNvSpPr/>
          <p:nvPr/>
        </p:nvSpPr>
        <p:spPr>
          <a:xfrm>
            <a:off x="6915241" y="137037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553DE54-1EA4-494D-8ECF-4177F0C048D9}"/>
              </a:ext>
            </a:extLst>
          </p:cNvPr>
          <p:cNvSpPr/>
          <p:nvPr/>
        </p:nvSpPr>
        <p:spPr>
          <a:xfrm>
            <a:off x="7820850" y="137037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2424249-9AB8-4ABB-9952-1E8FEE767CF2}"/>
              </a:ext>
            </a:extLst>
          </p:cNvPr>
          <p:cNvSpPr/>
          <p:nvPr/>
        </p:nvSpPr>
        <p:spPr>
          <a:xfrm>
            <a:off x="8286842" y="137037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AC7306C-2DAB-4D2C-BB64-CB6AFE199AF8}"/>
                  </a:ext>
                </a:extLst>
              </p:cNvPr>
              <p:cNvSpPr txBox="1"/>
              <p:nvPr/>
            </p:nvSpPr>
            <p:spPr>
              <a:xfrm>
                <a:off x="8606633" y="1394520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AC7306C-2DAB-4D2C-BB64-CB6AFE199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6633" y="1394520"/>
                <a:ext cx="58541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A94C841E-6F7C-4F0D-BE0E-B6B6940CBC5B}"/>
              </a:ext>
            </a:extLst>
          </p:cNvPr>
          <p:cNvSpPr/>
          <p:nvPr/>
        </p:nvSpPr>
        <p:spPr>
          <a:xfrm>
            <a:off x="9287127" y="10186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0201600-6726-4668-8ABF-269896F8B807}"/>
              </a:ext>
            </a:extLst>
          </p:cNvPr>
          <p:cNvSpPr/>
          <p:nvPr/>
        </p:nvSpPr>
        <p:spPr>
          <a:xfrm>
            <a:off x="9287127" y="17572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D5581AB-AC87-4F07-AB4B-3CE3B2BBD9A3}"/>
              </a:ext>
            </a:extLst>
          </p:cNvPr>
          <p:cNvCxnSpPr>
            <a:cxnSpLocks/>
          </p:cNvCxnSpPr>
          <p:nvPr/>
        </p:nvCxnSpPr>
        <p:spPr>
          <a:xfrm>
            <a:off x="9240717" y="1658330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A0DD05C-B8B3-41DC-9754-CE1A03ABB314}"/>
                  </a:ext>
                </a:extLst>
              </p:cNvPr>
              <p:cNvSpPr txBox="1"/>
              <p:nvPr/>
            </p:nvSpPr>
            <p:spPr>
              <a:xfrm>
                <a:off x="6027351" y="1394519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A0DD05C-B8B3-41DC-9754-CE1A03ABB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351" y="1394519"/>
                <a:ext cx="53893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9BC9C39-78CC-4043-A2D2-3CB248543E50}"/>
              </a:ext>
            </a:extLst>
          </p:cNvPr>
          <p:cNvCxnSpPr>
            <a:cxnSpLocks/>
          </p:cNvCxnSpPr>
          <p:nvPr/>
        </p:nvCxnSpPr>
        <p:spPr>
          <a:xfrm>
            <a:off x="5178670" y="2576149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7275257-B0D5-4864-9601-CA7A42F3FDA2}"/>
              </a:ext>
            </a:extLst>
          </p:cNvPr>
          <p:cNvSpPr txBox="1"/>
          <p:nvPr/>
        </p:nvSpPr>
        <p:spPr>
          <a:xfrm>
            <a:off x="5049374" y="2620110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4823810-A236-4122-B885-205F72ECCC83}"/>
              </a:ext>
            </a:extLst>
          </p:cNvPr>
          <p:cNvSpPr txBox="1"/>
          <p:nvPr/>
        </p:nvSpPr>
        <p:spPr>
          <a:xfrm>
            <a:off x="9094952" y="262011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  <a:p>
            <a:pPr algn="ctr"/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5D413B1-8AC2-49B3-9029-08129C66689D}"/>
                  </a:ext>
                </a:extLst>
              </p:cNvPr>
              <p:cNvSpPr txBox="1"/>
              <p:nvPr/>
            </p:nvSpPr>
            <p:spPr>
              <a:xfrm>
                <a:off x="7410417" y="1579158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5D413B1-8AC2-49B3-9029-08129C666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417" y="1579158"/>
                <a:ext cx="34015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210D480-29E8-4F06-AD7E-490744713D6F}"/>
                  </a:ext>
                </a:extLst>
              </p:cNvPr>
              <p:cNvSpPr txBox="1"/>
              <p:nvPr/>
            </p:nvSpPr>
            <p:spPr>
              <a:xfrm>
                <a:off x="5827802" y="1579158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210D480-29E8-4F06-AD7E-490744713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802" y="1579158"/>
                <a:ext cx="34015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C57492A-8B25-4088-A589-F9A2829ED72B}"/>
                  </a:ext>
                </a:extLst>
              </p:cNvPr>
              <p:cNvSpPr txBox="1"/>
              <p:nvPr/>
            </p:nvSpPr>
            <p:spPr>
              <a:xfrm>
                <a:off x="8966656" y="1579158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C57492A-8B25-4088-A589-F9A2829ED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656" y="1579158"/>
                <a:ext cx="34015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244A5602-05B9-4F3E-94B2-F1A947484E51}"/>
              </a:ext>
            </a:extLst>
          </p:cNvPr>
          <p:cNvSpPr txBox="1"/>
          <p:nvPr/>
        </p:nvSpPr>
        <p:spPr>
          <a:xfrm>
            <a:off x="5288149" y="97594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09A32E-BA5F-446E-B7A8-8F0BAE973A6C}"/>
              </a:ext>
            </a:extLst>
          </p:cNvPr>
          <p:cNvSpPr txBox="1"/>
          <p:nvPr/>
        </p:nvSpPr>
        <p:spPr>
          <a:xfrm>
            <a:off x="5288149" y="171450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8B2E7-CE18-4597-8BF7-C3844A681072}"/>
              </a:ext>
            </a:extLst>
          </p:cNvPr>
          <p:cNvSpPr txBox="1"/>
          <p:nvPr/>
        </p:nvSpPr>
        <p:spPr>
          <a:xfrm>
            <a:off x="6416495" y="131298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18FE418-74D0-4017-A647-2487BA454485}"/>
              </a:ext>
            </a:extLst>
          </p:cNvPr>
          <p:cNvSpPr txBox="1"/>
          <p:nvPr/>
        </p:nvSpPr>
        <p:spPr>
          <a:xfrm>
            <a:off x="6891280" y="131298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A67324C-4ACF-4A69-8F05-C108FAE8F071}"/>
              </a:ext>
            </a:extLst>
          </p:cNvPr>
          <p:cNvSpPr txBox="1"/>
          <p:nvPr/>
        </p:nvSpPr>
        <p:spPr>
          <a:xfrm>
            <a:off x="7796888" y="131298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E17936F-86FB-4D3D-8B55-D0D1A0D40C36}"/>
              </a:ext>
            </a:extLst>
          </p:cNvPr>
          <p:cNvSpPr txBox="1"/>
          <p:nvPr/>
        </p:nvSpPr>
        <p:spPr>
          <a:xfrm>
            <a:off x="8280465" y="131298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ECDD21-597E-4D5E-8DE6-70B3FEBBAB0A}"/>
              </a:ext>
            </a:extLst>
          </p:cNvPr>
          <p:cNvSpPr txBox="1"/>
          <p:nvPr/>
        </p:nvSpPr>
        <p:spPr>
          <a:xfrm>
            <a:off x="9268134" y="97301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C318D9A-F703-40D6-B486-1CFEED491E10}"/>
              </a:ext>
            </a:extLst>
          </p:cNvPr>
          <p:cNvSpPr txBox="1"/>
          <p:nvPr/>
        </p:nvSpPr>
        <p:spPr>
          <a:xfrm>
            <a:off x="9268134" y="1737950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7D30FEB-EEF1-4F2A-A5E4-6A163EDB79E8}"/>
              </a:ext>
            </a:extLst>
          </p:cNvPr>
          <p:cNvSpPr/>
          <p:nvPr/>
        </p:nvSpPr>
        <p:spPr>
          <a:xfrm>
            <a:off x="5313004" y="435096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7CA5646-7914-4017-8012-DA78CC5E0AA2}"/>
              </a:ext>
            </a:extLst>
          </p:cNvPr>
          <p:cNvSpPr/>
          <p:nvPr/>
        </p:nvSpPr>
        <p:spPr>
          <a:xfrm>
            <a:off x="5313004" y="50895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4BCD089-F13A-4B0E-BEFE-228CE0B9D332}"/>
              </a:ext>
            </a:extLst>
          </p:cNvPr>
          <p:cNvCxnSpPr>
            <a:cxnSpLocks/>
          </p:cNvCxnSpPr>
          <p:nvPr/>
        </p:nvCxnSpPr>
        <p:spPr>
          <a:xfrm>
            <a:off x="5266594" y="4990614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97A95497-9286-471C-9740-7AFFA07B4B8F}"/>
              </a:ext>
            </a:extLst>
          </p:cNvPr>
          <p:cNvSpPr/>
          <p:nvPr/>
        </p:nvSpPr>
        <p:spPr>
          <a:xfrm>
            <a:off x="6449249" y="470265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055D7C3-BD33-4FC2-A252-AB81EFCDB40F}"/>
              </a:ext>
            </a:extLst>
          </p:cNvPr>
          <p:cNvSpPr/>
          <p:nvPr/>
        </p:nvSpPr>
        <p:spPr>
          <a:xfrm>
            <a:off x="6915241" y="470265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A18B47D-5836-4853-8079-C1046B904319}"/>
              </a:ext>
            </a:extLst>
          </p:cNvPr>
          <p:cNvSpPr/>
          <p:nvPr/>
        </p:nvSpPr>
        <p:spPr>
          <a:xfrm>
            <a:off x="7820850" y="470265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11A93F4-6804-4DE5-9F93-2D1541470AA0}"/>
              </a:ext>
            </a:extLst>
          </p:cNvPr>
          <p:cNvSpPr/>
          <p:nvPr/>
        </p:nvSpPr>
        <p:spPr>
          <a:xfrm>
            <a:off x="8286842" y="470265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187941B-99A2-4068-8429-74198EED0283}"/>
                  </a:ext>
                </a:extLst>
              </p:cNvPr>
              <p:cNvSpPr txBox="1"/>
              <p:nvPr/>
            </p:nvSpPr>
            <p:spPr>
              <a:xfrm>
                <a:off x="8606633" y="4726804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187941B-99A2-4068-8429-74198EED0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6633" y="4726804"/>
                <a:ext cx="58541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F1A515BF-CA18-45A2-8704-A2F75FC15F6C}"/>
              </a:ext>
            </a:extLst>
          </p:cNvPr>
          <p:cNvSpPr/>
          <p:nvPr/>
        </p:nvSpPr>
        <p:spPr>
          <a:xfrm>
            <a:off x="9287127" y="435096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DBBF015-5D21-49DB-A003-0CC7F7A78812}"/>
              </a:ext>
            </a:extLst>
          </p:cNvPr>
          <p:cNvSpPr/>
          <p:nvPr/>
        </p:nvSpPr>
        <p:spPr>
          <a:xfrm>
            <a:off x="9287127" y="50895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7E06A84-0002-4504-96A6-F2FE471C69EC}"/>
              </a:ext>
            </a:extLst>
          </p:cNvPr>
          <p:cNvCxnSpPr>
            <a:cxnSpLocks/>
          </p:cNvCxnSpPr>
          <p:nvPr/>
        </p:nvCxnSpPr>
        <p:spPr>
          <a:xfrm>
            <a:off x="9240717" y="4990614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BA80CA5-9FB9-498A-A5D7-8A24AA5AA8BE}"/>
                  </a:ext>
                </a:extLst>
              </p:cNvPr>
              <p:cNvSpPr txBox="1"/>
              <p:nvPr/>
            </p:nvSpPr>
            <p:spPr>
              <a:xfrm>
                <a:off x="6027351" y="4726803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BA80CA5-9FB9-498A-A5D7-8A24AA5AA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7351" y="4726803"/>
                <a:ext cx="53893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92F1C1B-1D50-4813-B76E-9BBD0271C927}"/>
              </a:ext>
            </a:extLst>
          </p:cNvPr>
          <p:cNvCxnSpPr>
            <a:cxnSpLocks/>
          </p:cNvCxnSpPr>
          <p:nvPr/>
        </p:nvCxnSpPr>
        <p:spPr>
          <a:xfrm>
            <a:off x="5178670" y="5908433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DFEFBF1-5FE9-4641-9B93-2C106E1D68B7}"/>
              </a:ext>
            </a:extLst>
          </p:cNvPr>
          <p:cNvSpPr txBox="1"/>
          <p:nvPr/>
        </p:nvSpPr>
        <p:spPr>
          <a:xfrm>
            <a:off x="5049374" y="5952394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3DDE64B-004A-48E9-8E5F-855ECAA63555}"/>
              </a:ext>
            </a:extLst>
          </p:cNvPr>
          <p:cNvSpPr txBox="1"/>
          <p:nvPr/>
        </p:nvSpPr>
        <p:spPr>
          <a:xfrm>
            <a:off x="9094952" y="5952394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  <a:p>
            <a:pPr algn="ctr"/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2AAC74E-5784-45A1-BCB2-66F3B280F0A2}"/>
                  </a:ext>
                </a:extLst>
              </p:cNvPr>
              <p:cNvSpPr txBox="1"/>
              <p:nvPr/>
            </p:nvSpPr>
            <p:spPr>
              <a:xfrm>
                <a:off x="7410417" y="4911442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2AAC74E-5784-45A1-BCB2-66F3B280F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417" y="4911442"/>
                <a:ext cx="34015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B3F4EE8-4A59-4CF8-B1F8-25EBA354274D}"/>
                  </a:ext>
                </a:extLst>
              </p:cNvPr>
              <p:cNvSpPr txBox="1"/>
              <p:nvPr/>
            </p:nvSpPr>
            <p:spPr>
              <a:xfrm>
                <a:off x="5827802" y="4911442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B3F4EE8-4A59-4CF8-B1F8-25EBA3542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802" y="4911442"/>
                <a:ext cx="34015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3DE8547-5DF9-45EA-9A28-01376DF361BB}"/>
                  </a:ext>
                </a:extLst>
              </p:cNvPr>
              <p:cNvSpPr txBox="1"/>
              <p:nvPr/>
            </p:nvSpPr>
            <p:spPr>
              <a:xfrm>
                <a:off x="8966656" y="4911442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3DE8547-5DF9-45EA-9A28-01376DF36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656" y="4911442"/>
                <a:ext cx="340157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AC91367C-05BB-4BB8-8FDD-F56F8F189497}"/>
              </a:ext>
            </a:extLst>
          </p:cNvPr>
          <p:cNvSpPr txBox="1"/>
          <p:nvPr/>
        </p:nvSpPr>
        <p:spPr>
          <a:xfrm>
            <a:off x="5288149" y="430823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798D428-4059-49C0-BDAD-C7E8D2B8BEE2}"/>
              </a:ext>
            </a:extLst>
          </p:cNvPr>
          <p:cNvSpPr txBox="1"/>
          <p:nvPr/>
        </p:nvSpPr>
        <p:spPr>
          <a:xfrm>
            <a:off x="5288149" y="5046787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72E9EA9-1F53-4C4C-B976-B5CB29CCF775}"/>
              </a:ext>
            </a:extLst>
          </p:cNvPr>
          <p:cNvSpPr txBox="1"/>
          <p:nvPr/>
        </p:nvSpPr>
        <p:spPr>
          <a:xfrm>
            <a:off x="6416495" y="464527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F145BB4-28B5-4D95-9DF4-84A903DC0A1E}"/>
              </a:ext>
            </a:extLst>
          </p:cNvPr>
          <p:cNvSpPr txBox="1"/>
          <p:nvPr/>
        </p:nvSpPr>
        <p:spPr>
          <a:xfrm>
            <a:off x="6891280" y="464527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1F7F91-7862-4895-9281-F43C1AEFAF1E}"/>
              </a:ext>
            </a:extLst>
          </p:cNvPr>
          <p:cNvSpPr txBox="1"/>
          <p:nvPr/>
        </p:nvSpPr>
        <p:spPr>
          <a:xfrm>
            <a:off x="7796888" y="464527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44330B3-5D36-4C30-8E50-0F38489C3CB3}"/>
              </a:ext>
            </a:extLst>
          </p:cNvPr>
          <p:cNvSpPr txBox="1"/>
          <p:nvPr/>
        </p:nvSpPr>
        <p:spPr>
          <a:xfrm>
            <a:off x="8280465" y="464527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A1C4E93-4409-46DC-9BDC-87129B3EBDCE}"/>
              </a:ext>
            </a:extLst>
          </p:cNvPr>
          <p:cNvSpPr txBox="1"/>
          <p:nvPr/>
        </p:nvSpPr>
        <p:spPr>
          <a:xfrm>
            <a:off x="9268134" y="430530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544B458-90C3-49B3-8F26-697F3A77A3EA}"/>
              </a:ext>
            </a:extLst>
          </p:cNvPr>
          <p:cNvSpPr txBox="1"/>
          <p:nvPr/>
        </p:nvSpPr>
        <p:spPr>
          <a:xfrm>
            <a:off x="9268134" y="507023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3ED2D0C-69A3-4FF2-BCC0-F4688AA5ADEA}"/>
              </a:ext>
            </a:extLst>
          </p:cNvPr>
          <p:cNvSpPr/>
          <p:nvPr/>
        </p:nvSpPr>
        <p:spPr>
          <a:xfrm>
            <a:off x="330697" y="38615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FB6DAD8-C540-46B9-8042-B04FDBC53F96}"/>
              </a:ext>
            </a:extLst>
          </p:cNvPr>
          <p:cNvSpPr/>
          <p:nvPr/>
        </p:nvSpPr>
        <p:spPr>
          <a:xfrm>
            <a:off x="330697" y="46000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85383DA-22F4-437C-B0AC-4DFE0DD48828}"/>
              </a:ext>
            </a:extLst>
          </p:cNvPr>
          <p:cNvCxnSpPr>
            <a:cxnSpLocks/>
          </p:cNvCxnSpPr>
          <p:nvPr/>
        </p:nvCxnSpPr>
        <p:spPr>
          <a:xfrm>
            <a:off x="284287" y="4501176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B2986B7-4A2D-4ED9-8EF2-897C35DDD16F}"/>
              </a:ext>
            </a:extLst>
          </p:cNvPr>
          <p:cNvSpPr/>
          <p:nvPr/>
        </p:nvSpPr>
        <p:spPr>
          <a:xfrm>
            <a:off x="1466942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16BA175-5FBA-4C0E-A676-E849449FCB93}"/>
              </a:ext>
            </a:extLst>
          </p:cNvPr>
          <p:cNvSpPr/>
          <p:nvPr/>
        </p:nvSpPr>
        <p:spPr>
          <a:xfrm>
            <a:off x="1932934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E344049-E2FE-44EE-B874-845846490A7B}"/>
              </a:ext>
            </a:extLst>
          </p:cNvPr>
          <p:cNvSpPr/>
          <p:nvPr/>
        </p:nvSpPr>
        <p:spPr>
          <a:xfrm>
            <a:off x="2838543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3C53FE3-7C6F-4CDF-A94E-BAF634E3581B}"/>
              </a:ext>
            </a:extLst>
          </p:cNvPr>
          <p:cNvSpPr/>
          <p:nvPr/>
        </p:nvSpPr>
        <p:spPr>
          <a:xfrm>
            <a:off x="3304535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381C058-950E-4921-88FC-F85E355F4A5A}"/>
                  </a:ext>
                </a:extLst>
              </p:cNvPr>
              <p:cNvSpPr txBox="1"/>
              <p:nvPr/>
            </p:nvSpPr>
            <p:spPr>
              <a:xfrm>
                <a:off x="3624326" y="4237366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381C058-950E-4921-88FC-F85E355F4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326" y="4237366"/>
                <a:ext cx="58541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Rectangle 116">
            <a:extLst>
              <a:ext uri="{FF2B5EF4-FFF2-40B4-BE49-F238E27FC236}">
                <a16:creationId xmlns:a16="http://schemas.microsoft.com/office/drawing/2014/main" id="{87E67A7A-B825-435D-8FD7-4DA268988B5D}"/>
              </a:ext>
            </a:extLst>
          </p:cNvPr>
          <p:cNvSpPr/>
          <p:nvPr/>
        </p:nvSpPr>
        <p:spPr>
          <a:xfrm>
            <a:off x="4304820" y="38615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A2344C7-3489-4D4F-93C5-30BAB0BFAB0D}"/>
              </a:ext>
            </a:extLst>
          </p:cNvPr>
          <p:cNvSpPr/>
          <p:nvPr/>
        </p:nvSpPr>
        <p:spPr>
          <a:xfrm>
            <a:off x="4304820" y="46000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55F82BB-AF7F-47A1-B602-667FEB5B40AF}"/>
              </a:ext>
            </a:extLst>
          </p:cNvPr>
          <p:cNvCxnSpPr>
            <a:cxnSpLocks/>
          </p:cNvCxnSpPr>
          <p:nvPr/>
        </p:nvCxnSpPr>
        <p:spPr>
          <a:xfrm>
            <a:off x="4258410" y="4501176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CDD6F3A-2999-4A52-A8EE-01B9B934F0D9}"/>
                  </a:ext>
                </a:extLst>
              </p:cNvPr>
              <p:cNvSpPr txBox="1"/>
              <p:nvPr/>
            </p:nvSpPr>
            <p:spPr>
              <a:xfrm>
                <a:off x="1045044" y="4237365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CDD6F3A-2999-4A52-A8EE-01B9B934F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44" y="4237365"/>
                <a:ext cx="538930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51D5B9D-8045-4304-841B-D642474A2A45}"/>
              </a:ext>
            </a:extLst>
          </p:cNvPr>
          <p:cNvCxnSpPr>
            <a:cxnSpLocks/>
          </p:cNvCxnSpPr>
          <p:nvPr/>
        </p:nvCxnSpPr>
        <p:spPr>
          <a:xfrm>
            <a:off x="196363" y="5418995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31BF1CD6-F690-4932-AB22-C25CD726EF9E}"/>
              </a:ext>
            </a:extLst>
          </p:cNvPr>
          <p:cNvSpPr txBox="1"/>
          <p:nvPr/>
        </p:nvSpPr>
        <p:spPr>
          <a:xfrm>
            <a:off x="67067" y="5462956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1901853-153B-47F2-AFF8-8FC509ED71BD}"/>
              </a:ext>
            </a:extLst>
          </p:cNvPr>
          <p:cNvSpPr txBox="1"/>
          <p:nvPr/>
        </p:nvSpPr>
        <p:spPr>
          <a:xfrm>
            <a:off x="4112645" y="5462956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  <a:p>
            <a:pPr algn="ctr"/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6448DD5-129D-43D3-AE72-6A3CE1AB0BC2}"/>
                  </a:ext>
                </a:extLst>
              </p:cNvPr>
              <p:cNvSpPr txBox="1"/>
              <p:nvPr/>
            </p:nvSpPr>
            <p:spPr>
              <a:xfrm>
                <a:off x="2428110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6448DD5-129D-43D3-AE72-6A3CE1AB0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110" y="4422004"/>
                <a:ext cx="340157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1380F257-2F3D-4008-A3A8-6F9527ED7056}"/>
                  </a:ext>
                </a:extLst>
              </p:cNvPr>
              <p:cNvSpPr txBox="1"/>
              <p:nvPr/>
            </p:nvSpPr>
            <p:spPr>
              <a:xfrm>
                <a:off x="845495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1380F257-2F3D-4008-A3A8-6F9527ED7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5" y="4422004"/>
                <a:ext cx="340157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BEB97A9F-572F-435E-9CC7-37E63880E79D}"/>
                  </a:ext>
                </a:extLst>
              </p:cNvPr>
              <p:cNvSpPr txBox="1"/>
              <p:nvPr/>
            </p:nvSpPr>
            <p:spPr>
              <a:xfrm>
                <a:off x="3984349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BEB97A9F-572F-435E-9CC7-37E63880E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349" y="4422004"/>
                <a:ext cx="340157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TextBox 126">
            <a:extLst>
              <a:ext uri="{FF2B5EF4-FFF2-40B4-BE49-F238E27FC236}">
                <a16:creationId xmlns:a16="http://schemas.microsoft.com/office/drawing/2014/main" id="{D2B70273-214A-4041-9E25-C6768BBCA27E}"/>
              </a:ext>
            </a:extLst>
          </p:cNvPr>
          <p:cNvSpPr txBox="1"/>
          <p:nvPr/>
        </p:nvSpPr>
        <p:spPr>
          <a:xfrm>
            <a:off x="305842" y="3818795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8447F41-E692-4CA7-94FA-91A4EB36D872}"/>
              </a:ext>
            </a:extLst>
          </p:cNvPr>
          <p:cNvSpPr txBox="1"/>
          <p:nvPr/>
        </p:nvSpPr>
        <p:spPr>
          <a:xfrm>
            <a:off x="305842" y="455734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CCB5E2B-B3AF-4B40-B34A-00B94CA41498}"/>
              </a:ext>
            </a:extLst>
          </p:cNvPr>
          <p:cNvSpPr txBox="1"/>
          <p:nvPr/>
        </p:nvSpPr>
        <p:spPr>
          <a:xfrm>
            <a:off x="1434188" y="415583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D7C737-F023-4535-AE09-15AA035D6DB8}"/>
              </a:ext>
            </a:extLst>
          </p:cNvPr>
          <p:cNvSpPr txBox="1"/>
          <p:nvPr/>
        </p:nvSpPr>
        <p:spPr>
          <a:xfrm>
            <a:off x="1908973" y="415583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BC4C3CF-B2CF-4A95-89D4-37ADA9E5F66A}"/>
              </a:ext>
            </a:extLst>
          </p:cNvPr>
          <p:cNvSpPr txBox="1"/>
          <p:nvPr/>
        </p:nvSpPr>
        <p:spPr>
          <a:xfrm>
            <a:off x="2814581" y="415583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ED5FC44-F278-48DA-852E-29AE4173E22D}"/>
              </a:ext>
            </a:extLst>
          </p:cNvPr>
          <p:cNvSpPr txBox="1"/>
          <p:nvPr/>
        </p:nvSpPr>
        <p:spPr>
          <a:xfrm>
            <a:off x="3298158" y="415583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3B8C5E5-7F03-4A48-88E8-E3AAA9819A44}"/>
              </a:ext>
            </a:extLst>
          </p:cNvPr>
          <p:cNvSpPr txBox="1"/>
          <p:nvPr/>
        </p:nvSpPr>
        <p:spPr>
          <a:xfrm>
            <a:off x="4285827" y="3815865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4556643-D807-48EF-9DD4-4959DBBBF095}"/>
              </a:ext>
            </a:extLst>
          </p:cNvPr>
          <p:cNvSpPr txBox="1"/>
          <p:nvPr/>
        </p:nvSpPr>
        <p:spPr>
          <a:xfrm>
            <a:off x="4285827" y="4580796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DA1A0-9E19-43A8-7982-5EBCF15DAE14}"/>
              </a:ext>
            </a:extLst>
          </p:cNvPr>
          <p:cNvSpPr txBox="1"/>
          <p:nvPr/>
        </p:nvSpPr>
        <p:spPr>
          <a:xfrm>
            <a:off x="575578" y="228600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ондук жана пайыздан турган бул иреттелген</a:t>
            </a:r>
            <a:endParaRPr lang="en-US" sz="1200" dirty="0"/>
          </a:p>
          <a:p>
            <a:pPr algn="ctr"/>
            <a:r>
              <a:rPr lang="ru-RU" sz="1200" dirty="0"/>
              <a:t> тизмени канча жол менен толтура аласыз?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383C6-CEAE-8E1E-4577-77A3C61885A0}"/>
              </a:ext>
            </a:extLst>
          </p:cNvPr>
          <p:cNvSpPr txBox="1"/>
          <p:nvPr/>
        </p:nvSpPr>
        <p:spPr>
          <a:xfrm>
            <a:off x="37758" y="2347548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84B91A-475A-2E39-DD3B-2CD494D99A58}"/>
              </a:ext>
            </a:extLst>
          </p:cNvPr>
          <p:cNvSpPr txBox="1"/>
          <p:nvPr/>
        </p:nvSpPr>
        <p:spPr>
          <a:xfrm>
            <a:off x="408333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E42AC-A2EE-1EBB-6B39-36C020841766}"/>
              </a:ext>
            </a:extLst>
          </p:cNvPr>
          <p:cNvSpPr txBox="1"/>
          <p:nvPr/>
        </p:nvSpPr>
        <p:spPr>
          <a:xfrm>
            <a:off x="1512312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BDE7F5-C309-0682-A303-7C32A34630D4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A20BFF-41E1-6BCD-7990-EF93562D2BCC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BDE07C-777F-A202-55EF-1D120A855351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073849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49480" y="127000"/>
            <a:ext cx="4836027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CDE59-0FB9-472D-A406-FF31CFFEC806}"/>
              </a:ext>
            </a:extLst>
          </p:cNvPr>
          <p:cNvSpPr/>
          <p:nvPr/>
        </p:nvSpPr>
        <p:spPr>
          <a:xfrm>
            <a:off x="1121808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DFF03-E5B6-4ED4-BFAF-CF7DDA372F63}"/>
              </a:ext>
            </a:extLst>
          </p:cNvPr>
          <p:cNvSpPr/>
          <p:nvPr/>
        </p:nvSpPr>
        <p:spPr>
          <a:xfrm>
            <a:off x="1121808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E349BC-F0E6-472C-9E25-12142F4CB6E7}"/>
              </a:ext>
            </a:extLst>
          </p:cNvPr>
          <p:cNvCxnSpPr>
            <a:cxnSpLocks/>
          </p:cNvCxnSpPr>
          <p:nvPr/>
        </p:nvCxnSpPr>
        <p:spPr>
          <a:xfrm>
            <a:off x="1075398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-11297" y="5710535"/>
            <a:ext cx="49873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A6DD2D-4DF1-419C-B79B-B1A3C09EB360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941D0C3A-A1FA-49D4-B992-22B4B4683D67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Star: 5 Points 33">
              <a:extLst>
                <a:ext uri="{FF2B5EF4-FFF2-40B4-BE49-F238E27FC236}">
                  <a16:creationId xmlns:a16="http://schemas.microsoft.com/office/drawing/2014/main" id="{034204A8-3FE2-41F8-B9D3-CED5A2EAA795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5E7B824-781C-462F-BA90-1961452BD268}"/>
              </a:ext>
            </a:extLst>
          </p:cNvPr>
          <p:cNvSpPr/>
          <p:nvPr/>
        </p:nvSpPr>
        <p:spPr>
          <a:xfrm>
            <a:off x="213867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FF28F-C1CE-4DD5-902C-AB953FD0976F}"/>
              </a:ext>
            </a:extLst>
          </p:cNvPr>
          <p:cNvSpPr/>
          <p:nvPr/>
        </p:nvSpPr>
        <p:spPr>
          <a:xfrm>
            <a:off x="2543705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5B7B64-310D-4C17-A469-D3FF8378229B}"/>
              </a:ext>
            </a:extLst>
          </p:cNvPr>
          <p:cNvSpPr/>
          <p:nvPr/>
        </p:nvSpPr>
        <p:spPr>
          <a:xfrm>
            <a:off x="3731254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5E9191-9E27-4278-8039-83574077D5EB}"/>
              </a:ext>
            </a:extLst>
          </p:cNvPr>
          <p:cNvSpPr/>
          <p:nvPr/>
        </p:nvSpPr>
        <p:spPr>
          <a:xfrm>
            <a:off x="4136286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/>
              <p:nvPr/>
            </p:nvSpPr>
            <p:spPr>
              <a:xfrm>
                <a:off x="4456077" y="116591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077" y="1165919"/>
                <a:ext cx="58541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D5CDBF1F-F3DD-4F20-9BF8-252925EF5F48}"/>
              </a:ext>
            </a:extLst>
          </p:cNvPr>
          <p:cNvSpPr/>
          <p:nvPr/>
        </p:nvSpPr>
        <p:spPr>
          <a:xfrm>
            <a:off x="3150291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82DC88-C856-4037-8F1D-20CF0D8F48AD}"/>
              </a:ext>
            </a:extLst>
          </p:cNvPr>
          <p:cNvSpPr/>
          <p:nvPr/>
        </p:nvSpPr>
        <p:spPr>
          <a:xfrm>
            <a:off x="3150291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963D8A3-9D16-401D-9D0D-B5AD6832198C}"/>
              </a:ext>
            </a:extLst>
          </p:cNvPr>
          <p:cNvCxnSpPr>
            <a:cxnSpLocks/>
          </p:cNvCxnSpPr>
          <p:nvPr/>
        </p:nvCxnSpPr>
        <p:spPr>
          <a:xfrm>
            <a:off x="3103881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/>
              <p:nvPr/>
            </p:nvSpPr>
            <p:spPr>
              <a:xfrm>
                <a:off x="165581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15" y="1165918"/>
                <a:ext cx="5389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BCF744-DE29-491F-B7BE-22C3A88B7AD8}"/>
              </a:ext>
            </a:extLst>
          </p:cNvPr>
          <p:cNvCxnSpPr>
            <a:cxnSpLocks/>
          </p:cNvCxnSpPr>
          <p:nvPr/>
        </p:nvCxnSpPr>
        <p:spPr>
          <a:xfrm>
            <a:off x="16705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/>
              <p:nvPr/>
            </p:nvSpPr>
            <p:spPr>
              <a:xfrm>
                <a:off x="2897911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911" y="1350557"/>
                <a:ext cx="34015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/>
              <p:nvPr/>
            </p:nvSpPr>
            <p:spPr>
              <a:xfrm>
                <a:off x="149436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366" y="1350557"/>
                <a:ext cx="34015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/>
              <p:nvPr/>
            </p:nvSpPr>
            <p:spPr>
              <a:xfrm>
                <a:off x="3502920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920" y="1350557"/>
                <a:ext cx="34015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Rectangle 134">
            <a:extLst>
              <a:ext uri="{FF2B5EF4-FFF2-40B4-BE49-F238E27FC236}">
                <a16:creationId xmlns:a16="http://schemas.microsoft.com/office/drawing/2014/main" id="{D697C120-A003-422C-B934-440BD726B104}"/>
              </a:ext>
            </a:extLst>
          </p:cNvPr>
          <p:cNvSpPr/>
          <p:nvPr/>
        </p:nvSpPr>
        <p:spPr>
          <a:xfrm>
            <a:off x="41401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83F93E9-76D7-472D-808D-81EB5EE5BDD2}"/>
                  </a:ext>
                </a:extLst>
              </p:cNvPr>
              <p:cNvSpPr txBox="1"/>
              <p:nvPr/>
            </p:nvSpPr>
            <p:spPr>
              <a:xfrm>
                <a:off x="-788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83F93E9-76D7-472D-808D-81EB5EE5B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85" y="1165918"/>
                <a:ext cx="53893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57B9307-5510-46DC-9A21-9C3292BB0AA1}"/>
                  </a:ext>
                </a:extLst>
              </p:cNvPr>
              <p:cNvSpPr txBox="1"/>
              <p:nvPr/>
            </p:nvSpPr>
            <p:spPr>
              <a:xfrm>
                <a:off x="82888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57B9307-5510-46DC-9A21-9C3292BB0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86" y="1350557"/>
                <a:ext cx="34015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Rectangle 137">
            <a:extLst>
              <a:ext uri="{FF2B5EF4-FFF2-40B4-BE49-F238E27FC236}">
                <a16:creationId xmlns:a16="http://schemas.microsoft.com/office/drawing/2014/main" id="{F6430713-59F0-44EA-BEA4-8D7E2DD968AE}"/>
              </a:ext>
            </a:extLst>
          </p:cNvPr>
          <p:cNvSpPr/>
          <p:nvPr/>
        </p:nvSpPr>
        <p:spPr>
          <a:xfrm>
            <a:off x="6098254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5E47799-1BD6-462F-852C-B956C948405F}"/>
              </a:ext>
            </a:extLst>
          </p:cNvPr>
          <p:cNvSpPr/>
          <p:nvPr/>
        </p:nvSpPr>
        <p:spPr>
          <a:xfrm>
            <a:off x="6098254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A92EFCB-69B1-4440-942B-E6914CC56668}"/>
              </a:ext>
            </a:extLst>
          </p:cNvPr>
          <p:cNvCxnSpPr>
            <a:cxnSpLocks/>
          </p:cNvCxnSpPr>
          <p:nvPr/>
        </p:nvCxnSpPr>
        <p:spPr>
          <a:xfrm>
            <a:off x="6051844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B9BD87F-8F18-4790-9796-8A477E6A0911}"/>
              </a:ext>
            </a:extLst>
          </p:cNvPr>
          <p:cNvSpPr/>
          <p:nvPr/>
        </p:nvSpPr>
        <p:spPr>
          <a:xfrm>
            <a:off x="7115119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31B8A73-B40A-4CDF-80B6-2B6C9F97AEBA}"/>
              </a:ext>
            </a:extLst>
          </p:cNvPr>
          <p:cNvSpPr/>
          <p:nvPr/>
        </p:nvSpPr>
        <p:spPr>
          <a:xfrm>
            <a:off x="7520151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4A1A420-BC8E-49F9-B201-732FE954ECC1}"/>
              </a:ext>
            </a:extLst>
          </p:cNvPr>
          <p:cNvSpPr/>
          <p:nvPr/>
        </p:nvSpPr>
        <p:spPr>
          <a:xfrm>
            <a:off x="8707700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2641E26-120C-48B7-968B-B707D1DFD041}"/>
              </a:ext>
            </a:extLst>
          </p:cNvPr>
          <p:cNvSpPr/>
          <p:nvPr/>
        </p:nvSpPr>
        <p:spPr>
          <a:xfrm>
            <a:off x="9112732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C480217-064E-4F2B-9BD6-643425248B1A}"/>
                  </a:ext>
                </a:extLst>
              </p:cNvPr>
              <p:cNvSpPr txBox="1"/>
              <p:nvPr/>
            </p:nvSpPr>
            <p:spPr>
              <a:xfrm>
                <a:off x="9432523" y="116591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C480217-064E-4F2B-9BD6-643425248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523" y="1165919"/>
                <a:ext cx="58541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Rectangle 145">
            <a:extLst>
              <a:ext uri="{FF2B5EF4-FFF2-40B4-BE49-F238E27FC236}">
                <a16:creationId xmlns:a16="http://schemas.microsoft.com/office/drawing/2014/main" id="{F8126814-DFFF-462F-B2F6-DABF234846DB}"/>
              </a:ext>
            </a:extLst>
          </p:cNvPr>
          <p:cNvSpPr/>
          <p:nvPr/>
        </p:nvSpPr>
        <p:spPr>
          <a:xfrm>
            <a:off x="8126737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4FD5BAF-223D-4797-9C09-86E57A443221}"/>
              </a:ext>
            </a:extLst>
          </p:cNvPr>
          <p:cNvSpPr/>
          <p:nvPr/>
        </p:nvSpPr>
        <p:spPr>
          <a:xfrm>
            <a:off x="8126737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F7F4ED2-10D4-4387-A0E3-827C2836CF51}"/>
              </a:ext>
            </a:extLst>
          </p:cNvPr>
          <p:cNvCxnSpPr>
            <a:cxnSpLocks/>
          </p:cNvCxnSpPr>
          <p:nvPr/>
        </p:nvCxnSpPr>
        <p:spPr>
          <a:xfrm>
            <a:off x="8080327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E00BC26-FEFC-491F-88DB-FED366E91157}"/>
                  </a:ext>
                </a:extLst>
              </p:cNvPr>
              <p:cNvSpPr txBox="1"/>
              <p:nvPr/>
            </p:nvSpPr>
            <p:spPr>
              <a:xfrm>
                <a:off x="6632261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E00BC26-FEFC-491F-88DB-FED366E91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261" y="1165918"/>
                <a:ext cx="53893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43CA67E-CF13-4970-B203-C3C3DBB9DF79}"/>
              </a:ext>
            </a:extLst>
          </p:cNvPr>
          <p:cNvCxnSpPr>
            <a:cxnSpLocks/>
          </p:cNvCxnSpPr>
          <p:nvPr/>
        </p:nvCxnSpPr>
        <p:spPr>
          <a:xfrm>
            <a:off x="5143500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2B57C8D2-0047-48EF-9577-E69DDCFF0758}"/>
              </a:ext>
            </a:extLst>
          </p:cNvPr>
          <p:cNvSpPr txBox="1"/>
          <p:nvPr/>
        </p:nvSpPr>
        <p:spPr>
          <a:xfrm>
            <a:off x="5014204" y="234754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86F815A-99B9-4D57-8572-42C218D35BF1}"/>
              </a:ext>
            </a:extLst>
          </p:cNvPr>
          <p:cNvSpPr txBox="1"/>
          <p:nvPr/>
        </p:nvSpPr>
        <p:spPr>
          <a:xfrm>
            <a:off x="9059782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320D1324-4C0F-4155-9171-76C012F577B7}"/>
                  </a:ext>
                </a:extLst>
              </p:cNvPr>
              <p:cNvSpPr txBox="1"/>
              <p:nvPr/>
            </p:nvSpPr>
            <p:spPr>
              <a:xfrm>
                <a:off x="7874357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320D1324-4C0F-4155-9171-76C012F57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357" y="1350557"/>
                <a:ext cx="34015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C255516-0B68-4BDE-8B93-70ADFDDECA92}"/>
                  </a:ext>
                </a:extLst>
              </p:cNvPr>
              <p:cNvSpPr txBox="1"/>
              <p:nvPr/>
            </p:nvSpPr>
            <p:spPr>
              <a:xfrm>
                <a:off x="6470812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C255516-0B68-4BDE-8B93-70ADFDDEC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812" y="1350557"/>
                <a:ext cx="34015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C0158FAA-DC88-4041-9F14-217D4528B4D6}"/>
                  </a:ext>
                </a:extLst>
              </p:cNvPr>
              <p:cNvSpPr txBox="1"/>
              <p:nvPr/>
            </p:nvSpPr>
            <p:spPr>
              <a:xfrm>
                <a:off x="847936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C0158FAA-DC88-4041-9F14-217D4528B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366" y="1350557"/>
                <a:ext cx="34015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 155">
            <a:extLst>
              <a:ext uri="{FF2B5EF4-FFF2-40B4-BE49-F238E27FC236}">
                <a16:creationId xmlns:a16="http://schemas.microsoft.com/office/drawing/2014/main" id="{725DAB7B-358E-48F6-B5EE-5589F57FD010}"/>
              </a:ext>
            </a:extLst>
          </p:cNvPr>
          <p:cNvSpPr/>
          <p:nvPr/>
        </p:nvSpPr>
        <p:spPr>
          <a:xfrm>
            <a:off x="5390459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F81BE4E-21B6-482C-B203-FCAE375CFDA6}"/>
                  </a:ext>
                </a:extLst>
              </p:cNvPr>
              <p:cNvSpPr txBox="1"/>
              <p:nvPr/>
            </p:nvSpPr>
            <p:spPr>
              <a:xfrm>
                <a:off x="4968561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F81BE4E-21B6-482C-B203-FCAE375CF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561" y="1165918"/>
                <a:ext cx="53893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DE9979E-EA4C-4369-933B-7630CE295933}"/>
                  </a:ext>
                </a:extLst>
              </p:cNvPr>
              <p:cNvSpPr txBox="1"/>
              <p:nvPr/>
            </p:nvSpPr>
            <p:spPr>
              <a:xfrm>
                <a:off x="5805332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DE9979E-EA4C-4369-933B-7630CE295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332" y="1350557"/>
                <a:ext cx="34015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24C1A4A-0284-49D3-942E-5E18FA08329B}"/>
              </a:ext>
            </a:extLst>
          </p:cNvPr>
          <p:cNvSpPr txBox="1"/>
          <p:nvPr/>
        </p:nvSpPr>
        <p:spPr>
          <a:xfrm>
            <a:off x="5376073" y="108145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11A52E-D5DF-4C79-90BA-C59FAFDA8F73}"/>
              </a:ext>
            </a:extLst>
          </p:cNvPr>
          <p:cNvSpPr txBox="1"/>
          <p:nvPr/>
        </p:nvSpPr>
        <p:spPr>
          <a:xfrm>
            <a:off x="6091179" y="73269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6823E45-8674-458F-86BA-43317FCBF1CB}"/>
              </a:ext>
            </a:extLst>
          </p:cNvPr>
          <p:cNvSpPr txBox="1"/>
          <p:nvPr/>
        </p:nvSpPr>
        <p:spPr>
          <a:xfrm>
            <a:off x="6091179" y="144487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D5854-C79E-456E-B57C-A17459C15C22}"/>
              </a:ext>
            </a:extLst>
          </p:cNvPr>
          <p:cNvSpPr txBox="1"/>
          <p:nvPr/>
        </p:nvSpPr>
        <p:spPr>
          <a:xfrm>
            <a:off x="7096432" y="109610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63BFD95-8D8A-4CCC-A2F3-0287250EE914}"/>
              </a:ext>
            </a:extLst>
          </p:cNvPr>
          <p:cNvSpPr txBox="1"/>
          <p:nvPr/>
        </p:nvSpPr>
        <p:spPr>
          <a:xfrm>
            <a:off x="7483294" y="109610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6932A1-ACCD-4001-AFE1-A8C2103A2819}"/>
              </a:ext>
            </a:extLst>
          </p:cNvPr>
          <p:cNvSpPr txBox="1"/>
          <p:nvPr/>
        </p:nvSpPr>
        <p:spPr>
          <a:xfrm>
            <a:off x="8101686" y="72976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D4693A8-8ADF-47EE-8130-5D1B36724D0E}"/>
              </a:ext>
            </a:extLst>
          </p:cNvPr>
          <p:cNvSpPr txBox="1"/>
          <p:nvPr/>
        </p:nvSpPr>
        <p:spPr>
          <a:xfrm>
            <a:off x="8101686" y="148590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28E4E-CCEA-4651-8895-E65487EB7946}"/>
              </a:ext>
            </a:extLst>
          </p:cNvPr>
          <p:cNvSpPr txBox="1"/>
          <p:nvPr/>
        </p:nvSpPr>
        <p:spPr>
          <a:xfrm>
            <a:off x="8684909" y="1084386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522CE5D-1050-4E5B-B37A-B0201E7F79D5}"/>
              </a:ext>
            </a:extLst>
          </p:cNvPr>
          <p:cNvSpPr txBox="1"/>
          <p:nvPr/>
        </p:nvSpPr>
        <p:spPr>
          <a:xfrm>
            <a:off x="9098147" y="1084386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297FF5FB-944F-40C3-90C4-15D2977FD729}"/>
              </a:ext>
            </a:extLst>
          </p:cNvPr>
          <p:cNvSpPr/>
          <p:nvPr/>
        </p:nvSpPr>
        <p:spPr>
          <a:xfrm>
            <a:off x="6098254" y="403443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A961ADD-E50D-4297-BD7F-31EF3B4962F1}"/>
              </a:ext>
            </a:extLst>
          </p:cNvPr>
          <p:cNvSpPr/>
          <p:nvPr/>
        </p:nvSpPr>
        <p:spPr>
          <a:xfrm>
            <a:off x="6098254" y="4772993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5CA0AAC9-C9D0-43BF-B80E-0B3EE97DB8EA}"/>
              </a:ext>
            </a:extLst>
          </p:cNvPr>
          <p:cNvCxnSpPr>
            <a:cxnSpLocks/>
          </p:cNvCxnSpPr>
          <p:nvPr/>
        </p:nvCxnSpPr>
        <p:spPr>
          <a:xfrm>
            <a:off x="6051844" y="4674091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2E404EE-D3AB-4E45-B1CA-8B2E87B11D1F}"/>
              </a:ext>
            </a:extLst>
          </p:cNvPr>
          <p:cNvSpPr/>
          <p:nvPr/>
        </p:nvSpPr>
        <p:spPr>
          <a:xfrm>
            <a:off x="7115119" y="43861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0B11A9B7-7D77-41C6-96ED-404C1583696D}"/>
              </a:ext>
            </a:extLst>
          </p:cNvPr>
          <p:cNvSpPr/>
          <p:nvPr/>
        </p:nvSpPr>
        <p:spPr>
          <a:xfrm>
            <a:off x="7520151" y="43861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08767AE-5B85-4814-B3E3-BE5F4CBAEFBC}"/>
              </a:ext>
            </a:extLst>
          </p:cNvPr>
          <p:cNvSpPr/>
          <p:nvPr/>
        </p:nvSpPr>
        <p:spPr>
          <a:xfrm>
            <a:off x="8707700" y="43861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46E21CE-1455-42BE-B590-77B5C81AC356}"/>
              </a:ext>
            </a:extLst>
          </p:cNvPr>
          <p:cNvSpPr/>
          <p:nvPr/>
        </p:nvSpPr>
        <p:spPr>
          <a:xfrm>
            <a:off x="9112732" y="43861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7DDFE521-69C1-4871-828D-03BB55970FBB}"/>
                  </a:ext>
                </a:extLst>
              </p:cNvPr>
              <p:cNvSpPr txBox="1"/>
              <p:nvPr/>
            </p:nvSpPr>
            <p:spPr>
              <a:xfrm>
                <a:off x="9432523" y="4410281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7DDFE521-69C1-4871-828D-03BB55970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523" y="4410281"/>
                <a:ext cx="58541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Rectangle 175">
            <a:extLst>
              <a:ext uri="{FF2B5EF4-FFF2-40B4-BE49-F238E27FC236}">
                <a16:creationId xmlns:a16="http://schemas.microsoft.com/office/drawing/2014/main" id="{A20365F2-4F31-41A5-B12A-B1DB3AA715D7}"/>
              </a:ext>
            </a:extLst>
          </p:cNvPr>
          <p:cNvSpPr/>
          <p:nvPr/>
        </p:nvSpPr>
        <p:spPr>
          <a:xfrm>
            <a:off x="8126737" y="403443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107701D-E9E4-4486-87C3-596FBE2B1CDD}"/>
              </a:ext>
            </a:extLst>
          </p:cNvPr>
          <p:cNvSpPr/>
          <p:nvPr/>
        </p:nvSpPr>
        <p:spPr>
          <a:xfrm>
            <a:off x="8126737" y="4772993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1DC23710-BC9B-44B9-B158-5C11266E5A69}"/>
              </a:ext>
            </a:extLst>
          </p:cNvPr>
          <p:cNvCxnSpPr>
            <a:cxnSpLocks/>
          </p:cNvCxnSpPr>
          <p:nvPr/>
        </p:nvCxnSpPr>
        <p:spPr>
          <a:xfrm>
            <a:off x="8080327" y="4674091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AB17EFBB-3F47-4781-A423-4879C3E93470}"/>
                  </a:ext>
                </a:extLst>
              </p:cNvPr>
              <p:cNvSpPr txBox="1"/>
              <p:nvPr/>
            </p:nvSpPr>
            <p:spPr>
              <a:xfrm>
                <a:off x="6632261" y="4410280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AB17EFBB-3F47-4781-A423-4879C3E93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261" y="4410280"/>
                <a:ext cx="53893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2C784ADC-BD29-46D8-9E04-7BD6235BF73B}"/>
              </a:ext>
            </a:extLst>
          </p:cNvPr>
          <p:cNvCxnSpPr>
            <a:cxnSpLocks/>
          </p:cNvCxnSpPr>
          <p:nvPr/>
        </p:nvCxnSpPr>
        <p:spPr>
          <a:xfrm>
            <a:off x="5143500" y="5547949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2BE06455-CFF7-4890-A44E-C3093299E8EA}"/>
              </a:ext>
            </a:extLst>
          </p:cNvPr>
          <p:cNvSpPr txBox="1"/>
          <p:nvPr/>
        </p:nvSpPr>
        <p:spPr>
          <a:xfrm>
            <a:off x="5014204" y="5591910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6DF04BD-572E-4BFE-A198-FEEE8575C0C3}"/>
              </a:ext>
            </a:extLst>
          </p:cNvPr>
          <p:cNvSpPr txBox="1"/>
          <p:nvPr/>
        </p:nvSpPr>
        <p:spPr>
          <a:xfrm>
            <a:off x="9059782" y="559191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  <a:p>
            <a:pPr algn="ctr"/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B11BA48-52FA-4355-963B-3022BE0666E4}"/>
                  </a:ext>
                </a:extLst>
              </p:cNvPr>
              <p:cNvSpPr txBox="1"/>
              <p:nvPr/>
            </p:nvSpPr>
            <p:spPr>
              <a:xfrm>
                <a:off x="7874357" y="4594919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B11BA48-52FA-4355-963B-3022BE066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357" y="4594919"/>
                <a:ext cx="34015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E477BB6-C963-426B-ACC2-FF7584D39EEC}"/>
                  </a:ext>
                </a:extLst>
              </p:cNvPr>
              <p:cNvSpPr txBox="1"/>
              <p:nvPr/>
            </p:nvSpPr>
            <p:spPr>
              <a:xfrm>
                <a:off x="6470812" y="4594919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E477BB6-C963-426B-ACC2-FF7584D39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812" y="4594919"/>
                <a:ext cx="340157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311F60DB-5391-439B-A307-323D5F925777}"/>
                  </a:ext>
                </a:extLst>
              </p:cNvPr>
              <p:cNvSpPr txBox="1"/>
              <p:nvPr/>
            </p:nvSpPr>
            <p:spPr>
              <a:xfrm>
                <a:off x="8479366" y="4594919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311F60DB-5391-439B-A307-323D5F925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366" y="4594919"/>
                <a:ext cx="340157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C7831F0F-0320-4AF4-9314-36258231B994}"/>
              </a:ext>
            </a:extLst>
          </p:cNvPr>
          <p:cNvSpPr/>
          <p:nvPr/>
        </p:nvSpPr>
        <p:spPr>
          <a:xfrm>
            <a:off x="5390459" y="438613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72A0881F-8A2E-4E4C-94D8-1B191B199E20}"/>
                  </a:ext>
                </a:extLst>
              </p:cNvPr>
              <p:cNvSpPr txBox="1"/>
              <p:nvPr/>
            </p:nvSpPr>
            <p:spPr>
              <a:xfrm>
                <a:off x="4968561" y="4410280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72A0881F-8A2E-4E4C-94D8-1B191B199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561" y="4410280"/>
                <a:ext cx="538930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0753B1C-AA21-4746-8CDB-8F6284A58EA2}"/>
                  </a:ext>
                </a:extLst>
              </p:cNvPr>
              <p:cNvSpPr txBox="1"/>
              <p:nvPr/>
            </p:nvSpPr>
            <p:spPr>
              <a:xfrm>
                <a:off x="5805332" y="4594919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C0753B1C-AA21-4746-8CDB-8F6284A58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332" y="4594919"/>
                <a:ext cx="340157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TextBox 188">
            <a:extLst>
              <a:ext uri="{FF2B5EF4-FFF2-40B4-BE49-F238E27FC236}">
                <a16:creationId xmlns:a16="http://schemas.microsoft.com/office/drawing/2014/main" id="{1A1E3283-736B-4D9B-9B22-32287A6643BF}"/>
              </a:ext>
            </a:extLst>
          </p:cNvPr>
          <p:cNvSpPr txBox="1"/>
          <p:nvPr/>
        </p:nvSpPr>
        <p:spPr>
          <a:xfrm>
            <a:off x="5376073" y="432581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13190B7-D3D4-4D64-874C-4BDCD17CC3C6}"/>
              </a:ext>
            </a:extLst>
          </p:cNvPr>
          <p:cNvSpPr txBox="1"/>
          <p:nvPr/>
        </p:nvSpPr>
        <p:spPr>
          <a:xfrm>
            <a:off x="6091179" y="3977056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18E62127-CF41-41CA-89F0-B74832AE4F8D}"/>
              </a:ext>
            </a:extLst>
          </p:cNvPr>
          <p:cNvSpPr txBox="1"/>
          <p:nvPr/>
        </p:nvSpPr>
        <p:spPr>
          <a:xfrm>
            <a:off x="6091179" y="468923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18DECEB-EB7C-433E-9C1F-84B376898D83}"/>
              </a:ext>
            </a:extLst>
          </p:cNvPr>
          <p:cNvSpPr txBox="1"/>
          <p:nvPr/>
        </p:nvSpPr>
        <p:spPr>
          <a:xfrm>
            <a:off x="7096432" y="434047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34A0CBF-0641-46CE-AB05-AD68F5ACC3EE}"/>
              </a:ext>
            </a:extLst>
          </p:cNvPr>
          <p:cNvSpPr txBox="1"/>
          <p:nvPr/>
        </p:nvSpPr>
        <p:spPr>
          <a:xfrm>
            <a:off x="7483294" y="434047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CEC525B-AA27-4094-93E1-7CA2F444E1D5}"/>
              </a:ext>
            </a:extLst>
          </p:cNvPr>
          <p:cNvSpPr txBox="1"/>
          <p:nvPr/>
        </p:nvSpPr>
        <p:spPr>
          <a:xfrm>
            <a:off x="8101686" y="3974125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FFA0CE5-664A-496A-8929-5B1E107664E6}"/>
              </a:ext>
            </a:extLst>
          </p:cNvPr>
          <p:cNvSpPr txBox="1"/>
          <p:nvPr/>
        </p:nvSpPr>
        <p:spPr>
          <a:xfrm>
            <a:off x="8101686" y="4730264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4D7954D1-9EFB-437D-B032-5A46BF833BDA}"/>
              </a:ext>
            </a:extLst>
          </p:cNvPr>
          <p:cNvSpPr txBox="1"/>
          <p:nvPr/>
        </p:nvSpPr>
        <p:spPr>
          <a:xfrm>
            <a:off x="8684909" y="432874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0F70D3B-A51E-485E-BA8D-FD8DC829E71D}"/>
              </a:ext>
            </a:extLst>
          </p:cNvPr>
          <p:cNvSpPr txBox="1"/>
          <p:nvPr/>
        </p:nvSpPr>
        <p:spPr>
          <a:xfrm>
            <a:off x="9098147" y="432874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320E246-8DBD-49D3-A3CD-4D1F15C8C368}"/>
              </a:ext>
            </a:extLst>
          </p:cNvPr>
          <p:cNvSpPr/>
          <p:nvPr/>
        </p:nvSpPr>
        <p:spPr>
          <a:xfrm>
            <a:off x="1133531" y="38615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18C7980F-1D30-4F28-89DA-04CE33535236}"/>
              </a:ext>
            </a:extLst>
          </p:cNvPr>
          <p:cNvSpPr/>
          <p:nvPr/>
        </p:nvSpPr>
        <p:spPr>
          <a:xfrm>
            <a:off x="1133531" y="46000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317F3F9F-8161-4A6E-AC36-0603C1286B09}"/>
              </a:ext>
            </a:extLst>
          </p:cNvPr>
          <p:cNvCxnSpPr>
            <a:cxnSpLocks/>
          </p:cNvCxnSpPr>
          <p:nvPr/>
        </p:nvCxnSpPr>
        <p:spPr>
          <a:xfrm>
            <a:off x="1087121" y="4501176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823F2997-AFD3-4E97-895C-DC7976A7A71A}"/>
              </a:ext>
            </a:extLst>
          </p:cNvPr>
          <p:cNvSpPr/>
          <p:nvPr/>
        </p:nvSpPr>
        <p:spPr>
          <a:xfrm>
            <a:off x="2150396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4E37D478-2F7D-4B19-98C4-C9337C8FDBDF}"/>
              </a:ext>
            </a:extLst>
          </p:cNvPr>
          <p:cNvSpPr/>
          <p:nvPr/>
        </p:nvSpPr>
        <p:spPr>
          <a:xfrm>
            <a:off x="2555428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F39046B0-F76F-463A-A216-B755B4C2D655}"/>
              </a:ext>
            </a:extLst>
          </p:cNvPr>
          <p:cNvSpPr/>
          <p:nvPr/>
        </p:nvSpPr>
        <p:spPr>
          <a:xfrm>
            <a:off x="3742977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B4A9D845-7CDB-4330-9477-C6C7B902DCAA}"/>
              </a:ext>
            </a:extLst>
          </p:cNvPr>
          <p:cNvSpPr/>
          <p:nvPr/>
        </p:nvSpPr>
        <p:spPr>
          <a:xfrm>
            <a:off x="4148009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E51E601A-B8ED-4A17-B436-B53EC12CE595}"/>
                  </a:ext>
                </a:extLst>
              </p:cNvPr>
              <p:cNvSpPr txBox="1"/>
              <p:nvPr/>
            </p:nvSpPr>
            <p:spPr>
              <a:xfrm>
                <a:off x="4467800" y="4237366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E51E601A-B8ED-4A17-B436-B53EC12CE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800" y="4237366"/>
                <a:ext cx="585417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Rectangle 205">
            <a:extLst>
              <a:ext uri="{FF2B5EF4-FFF2-40B4-BE49-F238E27FC236}">
                <a16:creationId xmlns:a16="http://schemas.microsoft.com/office/drawing/2014/main" id="{1F35191B-B79A-472B-B1A9-830B5A63DFE4}"/>
              </a:ext>
            </a:extLst>
          </p:cNvPr>
          <p:cNvSpPr/>
          <p:nvPr/>
        </p:nvSpPr>
        <p:spPr>
          <a:xfrm>
            <a:off x="3162014" y="38615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3024449B-EB6A-419C-A7C8-F3F2320FA4F9}"/>
              </a:ext>
            </a:extLst>
          </p:cNvPr>
          <p:cNvSpPr/>
          <p:nvPr/>
        </p:nvSpPr>
        <p:spPr>
          <a:xfrm>
            <a:off x="3162014" y="4600078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6F076EF-804E-439F-8C22-04BCCE5E0D7F}"/>
              </a:ext>
            </a:extLst>
          </p:cNvPr>
          <p:cNvCxnSpPr>
            <a:cxnSpLocks/>
          </p:cNvCxnSpPr>
          <p:nvPr/>
        </p:nvCxnSpPr>
        <p:spPr>
          <a:xfrm>
            <a:off x="3115604" y="4501176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FE44EF9E-C4E1-4A35-B8C8-7025D1D5A31C}"/>
                  </a:ext>
                </a:extLst>
              </p:cNvPr>
              <p:cNvSpPr txBox="1"/>
              <p:nvPr/>
            </p:nvSpPr>
            <p:spPr>
              <a:xfrm>
                <a:off x="1667538" y="4237365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FE44EF9E-C4E1-4A35-B8C8-7025D1D5A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538" y="4237365"/>
                <a:ext cx="538930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49870AB-1162-4DB1-99FF-22BBCACEE136}"/>
              </a:ext>
            </a:extLst>
          </p:cNvPr>
          <p:cNvCxnSpPr>
            <a:cxnSpLocks/>
          </p:cNvCxnSpPr>
          <p:nvPr/>
        </p:nvCxnSpPr>
        <p:spPr>
          <a:xfrm>
            <a:off x="178777" y="5375034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23465076-5CDB-448E-90FD-EDA76779BE97}"/>
              </a:ext>
            </a:extLst>
          </p:cNvPr>
          <p:cNvSpPr txBox="1"/>
          <p:nvPr/>
        </p:nvSpPr>
        <p:spPr>
          <a:xfrm>
            <a:off x="49481" y="5418995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1BC9C940-95DE-4A3E-BD37-7C7A32E892B7}"/>
              </a:ext>
            </a:extLst>
          </p:cNvPr>
          <p:cNvSpPr txBox="1"/>
          <p:nvPr/>
        </p:nvSpPr>
        <p:spPr>
          <a:xfrm>
            <a:off x="4095059" y="5418995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D1765BD-6C73-429E-8179-35FB42721D7C}"/>
                  </a:ext>
                </a:extLst>
              </p:cNvPr>
              <p:cNvSpPr txBox="1"/>
              <p:nvPr/>
            </p:nvSpPr>
            <p:spPr>
              <a:xfrm>
                <a:off x="2909634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D1765BD-6C73-429E-8179-35FB42721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634" y="4422004"/>
                <a:ext cx="340157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674A7E8-586D-4F08-B817-8767AFD2540D}"/>
                  </a:ext>
                </a:extLst>
              </p:cNvPr>
              <p:cNvSpPr txBox="1"/>
              <p:nvPr/>
            </p:nvSpPr>
            <p:spPr>
              <a:xfrm>
                <a:off x="1506089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674A7E8-586D-4F08-B817-8767AFD25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089" y="4422004"/>
                <a:ext cx="340157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9196F04-8CFC-4BDE-9717-FB237C696429}"/>
                  </a:ext>
                </a:extLst>
              </p:cNvPr>
              <p:cNvSpPr txBox="1"/>
              <p:nvPr/>
            </p:nvSpPr>
            <p:spPr>
              <a:xfrm>
                <a:off x="3514643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9196F04-8CFC-4BDE-9717-FB237C696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643" y="4422004"/>
                <a:ext cx="340157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Rectangle 215">
            <a:extLst>
              <a:ext uri="{FF2B5EF4-FFF2-40B4-BE49-F238E27FC236}">
                <a16:creationId xmlns:a16="http://schemas.microsoft.com/office/drawing/2014/main" id="{F02B9D78-36F0-4B81-A7B4-47499384863D}"/>
              </a:ext>
            </a:extLst>
          </p:cNvPr>
          <p:cNvSpPr/>
          <p:nvPr/>
        </p:nvSpPr>
        <p:spPr>
          <a:xfrm>
            <a:off x="425736" y="421321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2EC54DA9-D2F3-4123-AAB4-437CEB819563}"/>
                  </a:ext>
                </a:extLst>
              </p:cNvPr>
              <p:cNvSpPr txBox="1"/>
              <p:nvPr/>
            </p:nvSpPr>
            <p:spPr>
              <a:xfrm>
                <a:off x="3838" y="4237365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2EC54DA9-D2F3-4123-AAB4-437CEB819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" y="4237365"/>
                <a:ext cx="538930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8B59DAC-BB8C-4DE7-85AA-048933FA760D}"/>
                  </a:ext>
                </a:extLst>
              </p:cNvPr>
              <p:cNvSpPr txBox="1"/>
              <p:nvPr/>
            </p:nvSpPr>
            <p:spPr>
              <a:xfrm>
                <a:off x="840609" y="4422004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8B59DAC-BB8C-4DE7-85AA-048933FA7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609" y="4422004"/>
                <a:ext cx="340157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9" name="TextBox 218">
            <a:extLst>
              <a:ext uri="{FF2B5EF4-FFF2-40B4-BE49-F238E27FC236}">
                <a16:creationId xmlns:a16="http://schemas.microsoft.com/office/drawing/2014/main" id="{69DA24B4-9458-4830-AD20-A91111AD60F3}"/>
              </a:ext>
            </a:extLst>
          </p:cNvPr>
          <p:cNvSpPr txBox="1"/>
          <p:nvPr/>
        </p:nvSpPr>
        <p:spPr>
          <a:xfrm>
            <a:off x="411350" y="415290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E9868BCD-845F-40C0-8C1A-C91856FC2F41}"/>
              </a:ext>
            </a:extLst>
          </p:cNvPr>
          <p:cNvSpPr txBox="1"/>
          <p:nvPr/>
        </p:nvSpPr>
        <p:spPr>
          <a:xfrm>
            <a:off x="1126456" y="38041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DE53690-E12E-4DC9-B3F3-B3F6857EEBD5}"/>
              </a:ext>
            </a:extLst>
          </p:cNvPr>
          <p:cNvSpPr txBox="1"/>
          <p:nvPr/>
        </p:nvSpPr>
        <p:spPr>
          <a:xfrm>
            <a:off x="1126456" y="4516318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1C91E2A6-8A8E-4393-875F-3F580F6862EF}"/>
              </a:ext>
            </a:extLst>
          </p:cNvPr>
          <p:cNvSpPr txBox="1"/>
          <p:nvPr/>
        </p:nvSpPr>
        <p:spPr>
          <a:xfrm>
            <a:off x="2131709" y="4167556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DCF3B4D-AA0B-484F-9DCA-8849F6F7FD66}"/>
              </a:ext>
            </a:extLst>
          </p:cNvPr>
          <p:cNvSpPr txBox="1"/>
          <p:nvPr/>
        </p:nvSpPr>
        <p:spPr>
          <a:xfrm>
            <a:off x="2518571" y="416755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E0356A3-283D-4501-9159-7DDAEE6B3177}"/>
              </a:ext>
            </a:extLst>
          </p:cNvPr>
          <p:cNvSpPr txBox="1"/>
          <p:nvPr/>
        </p:nvSpPr>
        <p:spPr>
          <a:xfrm>
            <a:off x="3136963" y="3801210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C5C0780-623E-4FE4-B509-1CFD9434DB96}"/>
              </a:ext>
            </a:extLst>
          </p:cNvPr>
          <p:cNvSpPr txBox="1"/>
          <p:nvPr/>
        </p:nvSpPr>
        <p:spPr>
          <a:xfrm>
            <a:off x="3136963" y="4557349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B21B438-9DCC-4FA5-835F-5825C7D38E9E}"/>
              </a:ext>
            </a:extLst>
          </p:cNvPr>
          <p:cNvSpPr txBox="1"/>
          <p:nvPr/>
        </p:nvSpPr>
        <p:spPr>
          <a:xfrm>
            <a:off x="3720186" y="415583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E6A8987-CDD1-454E-95BB-FD2FA5BBBA32}"/>
              </a:ext>
            </a:extLst>
          </p:cNvPr>
          <p:cNvSpPr txBox="1"/>
          <p:nvPr/>
        </p:nvSpPr>
        <p:spPr>
          <a:xfrm>
            <a:off x="4133424" y="415583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63C378-7A68-83E2-FE48-6A935AE41C50}"/>
              </a:ext>
            </a:extLst>
          </p:cNvPr>
          <p:cNvSpPr txBox="1"/>
          <p:nvPr/>
        </p:nvSpPr>
        <p:spPr>
          <a:xfrm>
            <a:off x="570289" y="228600"/>
            <a:ext cx="375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2 ондук жана пайыздан турган бул </a:t>
            </a:r>
            <a:endParaRPr lang="en-US" sz="1200" dirty="0"/>
          </a:p>
          <a:p>
            <a:pPr algn="ctr"/>
            <a:r>
              <a:rPr lang="ru-RU" sz="1200" dirty="0"/>
              <a:t>иреттелген тизмени канча жол менен толтура аласыз?</a:t>
            </a:r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6A1EE4-DB6D-7323-06FB-B660C35DBEA3}"/>
              </a:ext>
            </a:extLst>
          </p:cNvPr>
          <p:cNvSpPr txBox="1"/>
          <p:nvPr/>
        </p:nvSpPr>
        <p:spPr>
          <a:xfrm>
            <a:off x="37758" y="234754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90E7B1-B58B-8F91-ACB7-5078E8A17AE1}"/>
              </a:ext>
            </a:extLst>
          </p:cNvPr>
          <p:cNvSpPr txBox="1"/>
          <p:nvPr/>
        </p:nvSpPr>
        <p:spPr>
          <a:xfrm>
            <a:off x="408333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C7F9FFF-3025-04EE-4129-37550EFDCF2C}"/>
              </a:ext>
            </a:extLst>
          </p:cNvPr>
          <p:cNvSpPr txBox="1"/>
          <p:nvPr/>
        </p:nvSpPr>
        <p:spPr>
          <a:xfrm>
            <a:off x="1512312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60E3670-511E-5633-2FB4-0E43AD98BA26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1977A6E9-EA4E-EBEE-DC53-C1FA8F4079CF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25A49160-6D28-E36C-D75A-C226C51B59CF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220876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CDE59-0FB9-472D-A406-FF31CFFEC806}"/>
              </a:ext>
            </a:extLst>
          </p:cNvPr>
          <p:cNvSpPr/>
          <p:nvPr/>
        </p:nvSpPr>
        <p:spPr>
          <a:xfrm>
            <a:off x="301388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575578" y="228600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ондук жана пайыздан турган бул иреттелген</a:t>
            </a:r>
            <a:endParaRPr lang="en-US" sz="1200" dirty="0"/>
          </a:p>
          <a:p>
            <a:pPr algn="ctr"/>
            <a:r>
              <a:rPr lang="ru-RU" sz="1200" dirty="0"/>
              <a:t> тизмени канча жол менен толтура аласыз?</a:t>
            </a:r>
            <a:endParaRPr lang="en-GB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DFF03-E5B6-4ED4-BFAF-CF7DDA372F63}"/>
              </a:ext>
            </a:extLst>
          </p:cNvPr>
          <p:cNvSpPr/>
          <p:nvPr/>
        </p:nvSpPr>
        <p:spPr>
          <a:xfrm>
            <a:off x="301388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E349BC-F0E6-472C-9E25-12142F4CB6E7}"/>
              </a:ext>
            </a:extLst>
          </p:cNvPr>
          <p:cNvCxnSpPr>
            <a:cxnSpLocks/>
          </p:cNvCxnSpPr>
          <p:nvPr/>
        </p:nvCxnSpPr>
        <p:spPr>
          <a:xfrm>
            <a:off x="254978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E7B824-781C-462F-BA90-1961452BD268}"/>
              </a:ext>
            </a:extLst>
          </p:cNvPr>
          <p:cNvSpPr/>
          <p:nvPr/>
        </p:nvSpPr>
        <p:spPr>
          <a:xfrm>
            <a:off x="1437633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FF28F-C1CE-4DD5-902C-AB953FD0976F}"/>
              </a:ext>
            </a:extLst>
          </p:cNvPr>
          <p:cNvSpPr/>
          <p:nvPr/>
        </p:nvSpPr>
        <p:spPr>
          <a:xfrm>
            <a:off x="1903625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5B7B64-310D-4C17-A469-D3FF8378229B}"/>
              </a:ext>
            </a:extLst>
          </p:cNvPr>
          <p:cNvSpPr/>
          <p:nvPr/>
        </p:nvSpPr>
        <p:spPr>
          <a:xfrm>
            <a:off x="2809234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5E9191-9E27-4278-8039-83574077D5EB}"/>
              </a:ext>
            </a:extLst>
          </p:cNvPr>
          <p:cNvSpPr/>
          <p:nvPr/>
        </p:nvSpPr>
        <p:spPr>
          <a:xfrm>
            <a:off x="3275226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/>
              <p:nvPr/>
            </p:nvSpPr>
            <p:spPr>
              <a:xfrm>
                <a:off x="3595017" y="1121958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017" y="1121958"/>
                <a:ext cx="58541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D5CDBF1F-F3DD-4F20-9BF8-252925EF5F48}"/>
              </a:ext>
            </a:extLst>
          </p:cNvPr>
          <p:cNvSpPr/>
          <p:nvPr/>
        </p:nvSpPr>
        <p:spPr>
          <a:xfrm>
            <a:off x="4275511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82DC88-C856-4037-8F1D-20CF0D8F48AD}"/>
              </a:ext>
            </a:extLst>
          </p:cNvPr>
          <p:cNvSpPr/>
          <p:nvPr/>
        </p:nvSpPr>
        <p:spPr>
          <a:xfrm>
            <a:off x="4275511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963D8A3-9D16-401D-9D0D-B5AD6832198C}"/>
              </a:ext>
            </a:extLst>
          </p:cNvPr>
          <p:cNvCxnSpPr>
            <a:cxnSpLocks/>
          </p:cNvCxnSpPr>
          <p:nvPr/>
        </p:nvCxnSpPr>
        <p:spPr>
          <a:xfrm>
            <a:off x="4229101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/>
              <p:nvPr/>
            </p:nvSpPr>
            <p:spPr>
              <a:xfrm>
                <a:off x="1015735" y="1121957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35" y="1121957"/>
                <a:ext cx="5389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BCF744-DE29-491F-B7BE-22C3A88B7AD8}"/>
              </a:ext>
            </a:extLst>
          </p:cNvPr>
          <p:cNvCxnSpPr>
            <a:cxnSpLocks/>
          </p:cNvCxnSpPr>
          <p:nvPr/>
        </p:nvCxnSpPr>
        <p:spPr>
          <a:xfrm>
            <a:off x="16705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27C0799-ED40-460D-A020-942C3713D292}"/>
              </a:ext>
            </a:extLst>
          </p:cNvPr>
          <p:cNvSpPr txBox="1"/>
          <p:nvPr/>
        </p:nvSpPr>
        <p:spPr>
          <a:xfrm>
            <a:off x="37758" y="2347548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17C2B7-1EC9-46A9-8A84-364FFEE29F4E}"/>
              </a:ext>
            </a:extLst>
          </p:cNvPr>
          <p:cNvSpPr txBox="1"/>
          <p:nvPr/>
        </p:nvSpPr>
        <p:spPr>
          <a:xfrm>
            <a:off x="408333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/>
              <p:nvPr/>
            </p:nvSpPr>
            <p:spPr>
              <a:xfrm>
                <a:off x="2398801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801" y="1306596"/>
                <a:ext cx="34015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/>
              <p:nvPr/>
            </p:nvSpPr>
            <p:spPr>
              <a:xfrm>
                <a:off x="816186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86" y="1306596"/>
                <a:ext cx="34015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/>
              <p:nvPr/>
            </p:nvSpPr>
            <p:spPr>
              <a:xfrm>
                <a:off x="3955040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040" y="1306596"/>
                <a:ext cx="34015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FFB370CE-BC6E-44DF-8C62-2BCD837917C5}"/>
              </a:ext>
            </a:extLst>
          </p:cNvPr>
          <p:cNvSpPr/>
          <p:nvPr/>
        </p:nvSpPr>
        <p:spPr>
          <a:xfrm>
            <a:off x="499618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30D838A-2852-4C9A-AB51-98F53D3FEAD6}"/>
              </a:ext>
            </a:extLst>
          </p:cNvPr>
          <p:cNvSpPr/>
          <p:nvPr/>
        </p:nvSpPr>
        <p:spPr>
          <a:xfrm>
            <a:off x="686362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3764A7B-C623-4A18-892C-B2BBDFE06540}"/>
              </a:ext>
            </a:extLst>
          </p:cNvPr>
          <p:cNvSpPr/>
          <p:nvPr/>
        </p:nvSpPr>
        <p:spPr>
          <a:xfrm>
            <a:off x="5289948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50797E08-31C7-4A88-9140-3A79746E2A4A}"/>
              </a:ext>
            </a:extLst>
          </p:cNvPr>
          <p:cNvSpPr/>
          <p:nvPr/>
        </p:nvSpPr>
        <p:spPr>
          <a:xfrm>
            <a:off x="546709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44DB716-62BF-47E8-9A60-40F99260F3B6}"/>
              </a:ext>
            </a:extLst>
          </p:cNvPr>
          <p:cNvSpPr/>
          <p:nvPr/>
        </p:nvSpPr>
        <p:spPr>
          <a:xfrm>
            <a:off x="5289948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71543F65-EF27-4F3F-A4D4-454522B21E8B}"/>
              </a:ext>
            </a:extLst>
          </p:cNvPr>
          <p:cNvCxnSpPr>
            <a:cxnSpLocks/>
          </p:cNvCxnSpPr>
          <p:nvPr/>
        </p:nvCxnSpPr>
        <p:spPr>
          <a:xfrm>
            <a:off x="5243538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B779EC65-A47F-4DC3-AD6B-4C547C84AF91}"/>
              </a:ext>
            </a:extLst>
          </p:cNvPr>
          <p:cNvSpPr/>
          <p:nvPr/>
        </p:nvSpPr>
        <p:spPr>
          <a:xfrm>
            <a:off x="546709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00C80CE4-AC2A-4179-8BE4-2E9BBBE66A0D}"/>
              </a:ext>
            </a:extLst>
          </p:cNvPr>
          <p:cNvSpPr/>
          <p:nvPr/>
        </p:nvSpPr>
        <p:spPr>
          <a:xfrm>
            <a:off x="512800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293CFFD-9B76-4478-9423-42AE5A0DDA18}"/>
              </a:ext>
            </a:extLst>
          </p:cNvPr>
          <p:cNvSpPr/>
          <p:nvPr/>
        </p:nvSpPr>
        <p:spPr>
          <a:xfrm>
            <a:off x="6426193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1A8B2F7-6D97-4CBE-9FEF-0828F1CC6C94}"/>
              </a:ext>
            </a:extLst>
          </p:cNvPr>
          <p:cNvSpPr/>
          <p:nvPr/>
        </p:nvSpPr>
        <p:spPr>
          <a:xfrm>
            <a:off x="6892185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477E59A-E5A9-43C8-B205-3B96FC539592}"/>
              </a:ext>
            </a:extLst>
          </p:cNvPr>
          <p:cNvSpPr/>
          <p:nvPr/>
        </p:nvSpPr>
        <p:spPr>
          <a:xfrm>
            <a:off x="7797794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1157BCE-6881-4A89-ABD4-AA538A4287C0}"/>
              </a:ext>
            </a:extLst>
          </p:cNvPr>
          <p:cNvSpPr/>
          <p:nvPr/>
        </p:nvSpPr>
        <p:spPr>
          <a:xfrm>
            <a:off x="8263786" y="109780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F21191A2-86B7-4B1B-AB5F-26357B844C8C}"/>
                  </a:ext>
                </a:extLst>
              </p:cNvPr>
              <p:cNvSpPr txBox="1"/>
              <p:nvPr/>
            </p:nvSpPr>
            <p:spPr>
              <a:xfrm>
                <a:off x="8583577" y="1121958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F21191A2-86B7-4B1B-AB5F-26357B844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577" y="1121958"/>
                <a:ext cx="58541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0F124E67-8D55-44CC-B61A-0A88BF3D73DD}"/>
              </a:ext>
            </a:extLst>
          </p:cNvPr>
          <p:cNvSpPr/>
          <p:nvPr/>
        </p:nvSpPr>
        <p:spPr>
          <a:xfrm>
            <a:off x="9264071" y="74611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2BD8D0D-88FA-4B3B-8074-53F3E247AE51}"/>
              </a:ext>
            </a:extLst>
          </p:cNvPr>
          <p:cNvSpPr/>
          <p:nvPr/>
        </p:nvSpPr>
        <p:spPr>
          <a:xfrm>
            <a:off x="9264071" y="14846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D75E9C39-5A53-4D54-94E4-4731422DE88C}"/>
              </a:ext>
            </a:extLst>
          </p:cNvPr>
          <p:cNvCxnSpPr>
            <a:cxnSpLocks/>
          </p:cNvCxnSpPr>
          <p:nvPr/>
        </p:nvCxnSpPr>
        <p:spPr>
          <a:xfrm>
            <a:off x="9217661" y="138576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D4E2AE8B-D870-4E30-8CA9-A0FADBACE55E}"/>
                  </a:ext>
                </a:extLst>
              </p:cNvPr>
              <p:cNvSpPr txBox="1"/>
              <p:nvPr/>
            </p:nvSpPr>
            <p:spPr>
              <a:xfrm>
                <a:off x="6004295" y="1121957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D4E2AE8B-D870-4E30-8CA9-A0FADBACE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295" y="1121957"/>
                <a:ext cx="53893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6B9C7309-D1FB-4639-8E97-B4A172B6CF40}"/>
              </a:ext>
            </a:extLst>
          </p:cNvPr>
          <p:cNvCxnSpPr>
            <a:cxnSpLocks/>
          </p:cNvCxnSpPr>
          <p:nvPr/>
        </p:nvCxnSpPr>
        <p:spPr>
          <a:xfrm>
            <a:off x="515561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AFD534B-4A08-4CA4-9D62-F7C4647A2BFC}"/>
              </a:ext>
            </a:extLst>
          </p:cNvPr>
          <p:cNvSpPr txBox="1"/>
          <p:nvPr/>
        </p:nvSpPr>
        <p:spPr>
          <a:xfrm>
            <a:off x="5026318" y="234754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B1E8E23-8B44-4D48-970F-5A5BEAB8B815}"/>
              </a:ext>
            </a:extLst>
          </p:cNvPr>
          <p:cNvSpPr txBox="1"/>
          <p:nvPr/>
        </p:nvSpPr>
        <p:spPr>
          <a:xfrm>
            <a:off x="907189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48CCCA3A-2C4D-462D-B335-8FED20E62B91}"/>
                  </a:ext>
                </a:extLst>
              </p:cNvPr>
              <p:cNvSpPr txBox="1"/>
              <p:nvPr/>
            </p:nvSpPr>
            <p:spPr>
              <a:xfrm>
                <a:off x="7387361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48CCCA3A-2C4D-462D-B335-8FED20E62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361" y="1306596"/>
                <a:ext cx="34015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0C1A467F-4711-4E2A-8922-E1247272AC60}"/>
                  </a:ext>
                </a:extLst>
              </p:cNvPr>
              <p:cNvSpPr txBox="1"/>
              <p:nvPr/>
            </p:nvSpPr>
            <p:spPr>
              <a:xfrm>
                <a:off x="5804746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0C1A467F-4711-4E2A-8922-E1247272A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746" y="1306596"/>
                <a:ext cx="34015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08982CBA-D7D7-4030-AC2D-DC3A99994DF6}"/>
                  </a:ext>
                </a:extLst>
              </p:cNvPr>
              <p:cNvSpPr txBox="1"/>
              <p:nvPr/>
            </p:nvSpPr>
            <p:spPr>
              <a:xfrm>
                <a:off x="8943600" y="130659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08982CBA-D7D7-4030-AC2D-DC3A99994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600" y="1306596"/>
                <a:ext cx="34015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D87211CE-1C89-4A3C-88D2-F60B63DCF160}"/>
              </a:ext>
            </a:extLst>
          </p:cNvPr>
          <p:cNvSpPr/>
          <p:nvPr/>
        </p:nvSpPr>
        <p:spPr>
          <a:xfrm>
            <a:off x="7620" y="359156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062D1F7-D73F-421C-B3B8-A2A9E840C8B0}"/>
              </a:ext>
            </a:extLst>
          </p:cNvPr>
          <p:cNvSpPr/>
          <p:nvPr/>
        </p:nvSpPr>
        <p:spPr>
          <a:xfrm>
            <a:off x="1875064" y="351968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4C8B32B-22F8-45CE-BD86-D5B4C145B84F}"/>
              </a:ext>
            </a:extLst>
          </p:cNvPr>
          <p:cNvSpPr/>
          <p:nvPr/>
        </p:nvSpPr>
        <p:spPr>
          <a:xfrm>
            <a:off x="301388" y="421067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Star: 5 Points 166">
            <a:extLst>
              <a:ext uri="{FF2B5EF4-FFF2-40B4-BE49-F238E27FC236}">
                <a16:creationId xmlns:a16="http://schemas.microsoft.com/office/drawing/2014/main" id="{A470BE76-6670-42C6-AEB6-1565230D6128}"/>
              </a:ext>
            </a:extLst>
          </p:cNvPr>
          <p:cNvSpPr/>
          <p:nvPr/>
        </p:nvSpPr>
        <p:spPr>
          <a:xfrm>
            <a:off x="478536" y="611374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D943E41-1629-455E-8230-516577DE7A01}"/>
              </a:ext>
            </a:extLst>
          </p:cNvPr>
          <p:cNvSpPr/>
          <p:nvPr/>
        </p:nvSpPr>
        <p:spPr>
          <a:xfrm>
            <a:off x="301388" y="49492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7BA78C-8D80-40DF-8E08-3F3BF7B7E717}"/>
              </a:ext>
            </a:extLst>
          </p:cNvPr>
          <p:cNvCxnSpPr>
            <a:cxnSpLocks/>
          </p:cNvCxnSpPr>
          <p:nvPr/>
        </p:nvCxnSpPr>
        <p:spPr>
          <a:xfrm>
            <a:off x="254978" y="485032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Star: 5 Points 172">
            <a:extLst>
              <a:ext uri="{FF2B5EF4-FFF2-40B4-BE49-F238E27FC236}">
                <a16:creationId xmlns:a16="http://schemas.microsoft.com/office/drawing/2014/main" id="{AE02C2E4-345F-46F7-AD3D-144B3AD9014B}"/>
              </a:ext>
            </a:extLst>
          </p:cNvPr>
          <p:cNvSpPr/>
          <p:nvPr/>
        </p:nvSpPr>
        <p:spPr>
          <a:xfrm>
            <a:off x="47853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Star: 5 Points 173">
            <a:extLst>
              <a:ext uri="{FF2B5EF4-FFF2-40B4-BE49-F238E27FC236}">
                <a16:creationId xmlns:a16="http://schemas.microsoft.com/office/drawing/2014/main" id="{A0210C44-8845-444D-B38C-9C21BBB95992}"/>
              </a:ext>
            </a:extLst>
          </p:cNvPr>
          <p:cNvSpPr/>
          <p:nvPr/>
        </p:nvSpPr>
        <p:spPr>
          <a:xfrm>
            <a:off x="13944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5CB22CC-DAE0-4691-A822-9441AC38A59A}"/>
              </a:ext>
            </a:extLst>
          </p:cNvPr>
          <p:cNvSpPr/>
          <p:nvPr/>
        </p:nvSpPr>
        <p:spPr>
          <a:xfrm>
            <a:off x="1437633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F8FC17F-9C8E-462A-AA45-91C408E4AFC5}"/>
              </a:ext>
            </a:extLst>
          </p:cNvPr>
          <p:cNvSpPr/>
          <p:nvPr/>
        </p:nvSpPr>
        <p:spPr>
          <a:xfrm>
            <a:off x="1903625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7FF4AB7C-4162-42DC-A47E-277774959D2E}"/>
              </a:ext>
            </a:extLst>
          </p:cNvPr>
          <p:cNvSpPr/>
          <p:nvPr/>
        </p:nvSpPr>
        <p:spPr>
          <a:xfrm>
            <a:off x="2809234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E96F6F5-33F9-450B-B55C-060D7C8DF2FC}"/>
              </a:ext>
            </a:extLst>
          </p:cNvPr>
          <p:cNvSpPr/>
          <p:nvPr/>
        </p:nvSpPr>
        <p:spPr>
          <a:xfrm>
            <a:off x="3275226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116137FC-E473-452E-AF45-60FD30D1908A}"/>
                  </a:ext>
                </a:extLst>
              </p:cNvPr>
              <p:cNvSpPr txBox="1"/>
              <p:nvPr/>
            </p:nvSpPr>
            <p:spPr>
              <a:xfrm>
                <a:off x="3595017" y="4586518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116137FC-E473-452E-AF45-60FD30D19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017" y="4586518"/>
                <a:ext cx="58541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Rectangle 180">
            <a:extLst>
              <a:ext uri="{FF2B5EF4-FFF2-40B4-BE49-F238E27FC236}">
                <a16:creationId xmlns:a16="http://schemas.microsoft.com/office/drawing/2014/main" id="{3D4A2D0E-1099-477A-A953-22699463C5FF}"/>
              </a:ext>
            </a:extLst>
          </p:cNvPr>
          <p:cNvSpPr/>
          <p:nvPr/>
        </p:nvSpPr>
        <p:spPr>
          <a:xfrm>
            <a:off x="4275511" y="421067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EBB60D9-1887-4FEA-8E3D-2B1354BB45F9}"/>
              </a:ext>
            </a:extLst>
          </p:cNvPr>
          <p:cNvSpPr/>
          <p:nvPr/>
        </p:nvSpPr>
        <p:spPr>
          <a:xfrm>
            <a:off x="4275511" y="49492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5726894-6D36-4281-9C53-A161D78BEE7F}"/>
              </a:ext>
            </a:extLst>
          </p:cNvPr>
          <p:cNvCxnSpPr>
            <a:cxnSpLocks/>
          </p:cNvCxnSpPr>
          <p:nvPr/>
        </p:nvCxnSpPr>
        <p:spPr>
          <a:xfrm>
            <a:off x="4229101" y="485032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E7BC87F-5E20-4501-8383-021C4FC6C440}"/>
                  </a:ext>
                </a:extLst>
              </p:cNvPr>
              <p:cNvSpPr txBox="1"/>
              <p:nvPr/>
            </p:nvSpPr>
            <p:spPr>
              <a:xfrm>
                <a:off x="1015735" y="4586517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EE7BC87F-5E20-4501-8383-021C4FC6C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35" y="4586517"/>
                <a:ext cx="53893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6EA6EC7A-F65D-4EFD-85FD-27B1D781CD8F}"/>
              </a:ext>
            </a:extLst>
          </p:cNvPr>
          <p:cNvCxnSpPr>
            <a:cxnSpLocks/>
          </p:cNvCxnSpPr>
          <p:nvPr/>
        </p:nvCxnSpPr>
        <p:spPr>
          <a:xfrm>
            <a:off x="167054" y="576814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73C39E89-DEC9-4B9A-B07C-09C8B54DC1F0}"/>
              </a:ext>
            </a:extLst>
          </p:cNvPr>
          <p:cNvSpPr txBox="1"/>
          <p:nvPr/>
        </p:nvSpPr>
        <p:spPr>
          <a:xfrm>
            <a:off x="37758" y="581210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00C2E62-1864-4666-A504-7071D6EF449A}"/>
              </a:ext>
            </a:extLst>
          </p:cNvPr>
          <p:cNvSpPr txBox="1"/>
          <p:nvPr/>
        </p:nvSpPr>
        <p:spPr>
          <a:xfrm>
            <a:off x="4083336" y="581210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6016A7F-53A9-4737-922D-2DBAF7D92141}"/>
                  </a:ext>
                </a:extLst>
              </p:cNvPr>
              <p:cNvSpPr txBox="1"/>
              <p:nvPr/>
            </p:nvSpPr>
            <p:spPr>
              <a:xfrm>
                <a:off x="2398801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6016A7F-53A9-4737-922D-2DBAF7D92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801" y="4771156"/>
                <a:ext cx="34015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FF3CAC9-ABC4-4802-9DAD-CC752FE8DDAE}"/>
                  </a:ext>
                </a:extLst>
              </p:cNvPr>
              <p:cNvSpPr txBox="1"/>
              <p:nvPr/>
            </p:nvSpPr>
            <p:spPr>
              <a:xfrm>
                <a:off x="816186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6FF3CAC9-ABC4-4802-9DAD-CC752FE8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86" y="4771156"/>
                <a:ext cx="34015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984041E2-F867-4799-AB5B-C7B6155B45B5}"/>
                  </a:ext>
                </a:extLst>
              </p:cNvPr>
              <p:cNvSpPr txBox="1"/>
              <p:nvPr/>
            </p:nvSpPr>
            <p:spPr>
              <a:xfrm>
                <a:off x="3955040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984041E2-F867-4799-AB5B-C7B6155B4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040" y="4771156"/>
                <a:ext cx="340157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A2EAE13E-F1D9-4D9A-912A-0A6C99C1C3D7}"/>
              </a:ext>
            </a:extLst>
          </p:cNvPr>
          <p:cNvSpPr/>
          <p:nvPr/>
        </p:nvSpPr>
        <p:spPr>
          <a:xfrm>
            <a:off x="4996180" y="359156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2E7BCD1-5A87-4E90-A7E2-3BCB758CD5C5}"/>
              </a:ext>
            </a:extLst>
          </p:cNvPr>
          <p:cNvSpPr/>
          <p:nvPr/>
        </p:nvSpPr>
        <p:spPr>
          <a:xfrm>
            <a:off x="6863624" y="351968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32992DD5-7EFD-4740-9801-5D823619348C}"/>
              </a:ext>
            </a:extLst>
          </p:cNvPr>
          <p:cNvSpPr/>
          <p:nvPr/>
        </p:nvSpPr>
        <p:spPr>
          <a:xfrm>
            <a:off x="5289948" y="421067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Star: 5 Points 194">
            <a:extLst>
              <a:ext uri="{FF2B5EF4-FFF2-40B4-BE49-F238E27FC236}">
                <a16:creationId xmlns:a16="http://schemas.microsoft.com/office/drawing/2014/main" id="{433F84EF-3F00-40C9-9F77-CC3974524BEF}"/>
              </a:ext>
            </a:extLst>
          </p:cNvPr>
          <p:cNvSpPr/>
          <p:nvPr/>
        </p:nvSpPr>
        <p:spPr>
          <a:xfrm>
            <a:off x="5467096" y="611374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E6684283-55C4-44AF-8E38-81658E9DF1C0}"/>
              </a:ext>
            </a:extLst>
          </p:cNvPr>
          <p:cNvSpPr/>
          <p:nvPr/>
        </p:nvSpPr>
        <p:spPr>
          <a:xfrm>
            <a:off x="5289948" y="49492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0613FF3-399B-4DD6-AE50-C916641786BF}"/>
              </a:ext>
            </a:extLst>
          </p:cNvPr>
          <p:cNvCxnSpPr>
            <a:cxnSpLocks/>
          </p:cNvCxnSpPr>
          <p:nvPr/>
        </p:nvCxnSpPr>
        <p:spPr>
          <a:xfrm>
            <a:off x="5243538" y="485032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Star: 5 Points 200">
            <a:extLst>
              <a:ext uri="{FF2B5EF4-FFF2-40B4-BE49-F238E27FC236}">
                <a16:creationId xmlns:a16="http://schemas.microsoft.com/office/drawing/2014/main" id="{F7548B1E-9D86-4FDA-ADBE-CBF012183118}"/>
              </a:ext>
            </a:extLst>
          </p:cNvPr>
          <p:cNvSpPr/>
          <p:nvPr/>
        </p:nvSpPr>
        <p:spPr>
          <a:xfrm>
            <a:off x="546709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Star: 5 Points 201">
            <a:extLst>
              <a:ext uri="{FF2B5EF4-FFF2-40B4-BE49-F238E27FC236}">
                <a16:creationId xmlns:a16="http://schemas.microsoft.com/office/drawing/2014/main" id="{8E128690-D725-466F-97A5-E55F1E451031}"/>
              </a:ext>
            </a:extLst>
          </p:cNvPr>
          <p:cNvSpPr/>
          <p:nvPr/>
        </p:nvSpPr>
        <p:spPr>
          <a:xfrm>
            <a:off x="512800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EC670446-304C-4166-80D0-FA9F668E15F1}"/>
              </a:ext>
            </a:extLst>
          </p:cNvPr>
          <p:cNvSpPr/>
          <p:nvPr/>
        </p:nvSpPr>
        <p:spPr>
          <a:xfrm>
            <a:off x="6426193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3D9899F-302B-4083-8C1E-25CAE48CB05E}"/>
              </a:ext>
            </a:extLst>
          </p:cNvPr>
          <p:cNvSpPr/>
          <p:nvPr/>
        </p:nvSpPr>
        <p:spPr>
          <a:xfrm>
            <a:off x="6892185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44810289-B7AA-4484-912A-DB27DBA0DCDD}"/>
              </a:ext>
            </a:extLst>
          </p:cNvPr>
          <p:cNvSpPr/>
          <p:nvPr/>
        </p:nvSpPr>
        <p:spPr>
          <a:xfrm>
            <a:off x="7797794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58D27C9-4789-4A0D-9A72-E2104D18BE3D}"/>
              </a:ext>
            </a:extLst>
          </p:cNvPr>
          <p:cNvSpPr/>
          <p:nvPr/>
        </p:nvSpPr>
        <p:spPr>
          <a:xfrm>
            <a:off x="8263786" y="45623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74CD1801-6142-4DCF-956D-DDF58A68C102}"/>
                  </a:ext>
                </a:extLst>
              </p:cNvPr>
              <p:cNvSpPr txBox="1"/>
              <p:nvPr/>
            </p:nvSpPr>
            <p:spPr>
              <a:xfrm>
                <a:off x="8583577" y="4586518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74CD1801-6142-4DCF-956D-DDF58A68C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577" y="4586518"/>
                <a:ext cx="58541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Rectangle 208">
            <a:extLst>
              <a:ext uri="{FF2B5EF4-FFF2-40B4-BE49-F238E27FC236}">
                <a16:creationId xmlns:a16="http://schemas.microsoft.com/office/drawing/2014/main" id="{158DC93E-4231-428E-A2AC-E4F32B007780}"/>
              </a:ext>
            </a:extLst>
          </p:cNvPr>
          <p:cNvSpPr/>
          <p:nvPr/>
        </p:nvSpPr>
        <p:spPr>
          <a:xfrm>
            <a:off x="9264071" y="421067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56A11618-2FBB-46E7-8948-8734FE09C5B3}"/>
              </a:ext>
            </a:extLst>
          </p:cNvPr>
          <p:cNvSpPr/>
          <p:nvPr/>
        </p:nvSpPr>
        <p:spPr>
          <a:xfrm>
            <a:off x="9264071" y="49492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E1ACBBA-2004-4BED-8D2E-98E420705038}"/>
              </a:ext>
            </a:extLst>
          </p:cNvPr>
          <p:cNvCxnSpPr>
            <a:cxnSpLocks/>
          </p:cNvCxnSpPr>
          <p:nvPr/>
        </p:nvCxnSpPr>
        <p:spPr>
          <a:xfrm>
            <a:off x="9217661" y="4850328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48EB115F-912C-4D4E-B8FA-DD7650D5D62E}"/>
                  </a:ext>
                </a:extLst>
              </p:cNvPr>
              <p:cNvSpPr txBox="1"/>
              <p:nvPr/>
            </p:nvSpPr>
            <p:spPr>
              <a:xfrm>
                <a:off x="6004295" y="4586517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48EB115F-912C-4D4E-B8FA-DD7650D5D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295" y="4586517"/>
                <a:ext cx="538930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F8BF492D-EDCF-4B1E-87C0-4AC67E7760ED}"/>
              </a:ext>
            </a:extLst>
          </p:cNvPr>
          <p:cNvCxnSpPr>
            <a:cxnSpLocks/>
          </p:cNvCxnSpPr>
          <p:nvPr/>
        </p:nvCxnSpPr>
        <p:spPr>
          <a:xfrm>
            <a:off x="5155614" y="576814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749F3797-CC89-4F63-AE3E-5EE500A24651}"/>
              </a:ext>
            </a:extLst>
          </p:cNvPr>
          <p:cNvSpPr txBox="1"/>
          <p:nvPr/>
        </p:nvSpPr>
        <p:spPr>
          <a:xfrm>
            <a:off x="5026318" y="581210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AC0DC73-4E73-4DC9-A493-A2BCDE910169}"/>
              </a:ext>
            </a:extLst>
          </p:cNvPr>
          <p:cNvSpPr txBox="1"/>
          <p:nvPr/>
        </p:nvSpPr>
        <p:spPr>
          <a:xfrm>
            <a:off x="9071896" y="581210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C857CF25-F97C-4DB1-B91E-B03E589BC14B}"/>
                  </a:ext>
                </a:extLst>
              </p:cNvPr>
              <p:cNvSpPr txBox="1"/>
              <p:nvPr/>
            </p:nvSpPr>
            <p:spPr>
              <a:xfrm>
                <a:off x="7387361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C857CF25-F97C-4DB1-B91E-B03E589BC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361" y="4771156"/>
                <a:ext cx="340157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E2CCCA1B-CC5C-4280-BDAA-28A2F99F8C0F}"/>
                  </a:ext>
                </a:extLst>
              </p:cNvPr>
              <p:cNvSpPr txBox="1"/>
              <p:nvPr/>
            </p:nvSpPr>
            <p:spPr>
              <a:xfrm>
                <a:off x="5804746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E2CCCA1B-CC5C-4280-BDAA-28A2F99F8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746" y="4771156"/>
                <a:ext cx="340157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15FC6DA1-A731-48E1-AD6D-4D64119D422B}"/>
                  </a:ext>
                </a:extLst>
              </p:cNvPr>
              <p:cNvSpPr txBox="1"/>
              <p:nvPr/>
            </p:nvSpPr>
            <p:spPr>
              <a:xfrm>
                <a:off x="8943600" y="4771156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15FC6DA1-A731-48E1-AD6D-4D64119D4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600" y="4771156"/>
                <a:ext cx="340157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E1A3B2C-C4E1-4A2D-AEC1-CDB9F84974EC}"/>
              </a:ext>
            </a:extLst>
          </p:cNvPr>
          <p:cNvSpPr txBox="1"/>
          <p:nvPr/>
        </p:nvSpPr>
        <p:spPr>
          <a:xfrm>
            <a:off x="1512312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7DFD9-3EA6-75AC-331D-F14D2900C21A}"/>
              </a:ext>
            </a:extLst>
          </p:cNvPr>
          <p:cNvSpPr txBox="1"/>
          <p:nvPr/>
        </p:nvSpPr>
        <p:spPr>
          <a:xfrm>
            <a:off x="6265733" y="2834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7C6FBA-0295-B18B-4AC3-E1C680DEEFCA}"/>
              </a:ext>
            </a:extLst>
          </p:cNvPr>
          <p:cNvSpPr txBox="1"/>
          <p:nvPr/>
        </p:nvSpPr>
        <p:spPr>
          <a:xfrm>
            <a:off x="1303944" y="348293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C1BD8B-7FE8-3041-6422-C90FA51E4FED}"/>
              </a:ext>
            </a:extLst>
          </p:cNvPr>
          <p:cNvSpPr txBox="1"/>
          <p:nvPr/>
        </p:nvSpPr>
        <p:spPr>
          <a:xfrm>
            <a:off x="6362401" y="351013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6D2517-74B4-719A-B750-840C632113EF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F69766-5CB2-3922-0871-55B41C094D99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D9764E-FEA7-17E8-61A9-94305C65815A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3ABAB-B9B8-E583-303F-4251CB7E2AD1}"/>
              </a:ext>
            </a:extLst>
          </p:cNvPr>
          <p:cNvSpPr txBox="1"/>
          <p:nvPr/>
        </p:nvSpPr>
        <p:spPr>
          <a:xfrm>
            <a:off x="802009" y="611592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DBB287-EDE2-485A-C15B-08C4ACEC551D}"/>
              </a:ext>
            </a:extLst>
          </p:cNvPr>
          <p:cNvSpPr txBox="1"/>
          <p:nvPr/>
        </p:nvSpPr>
        <p:spPr>
          <a:xfrm>
            <a:off x="779333" y="64000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3DB0A0-A5AA-89CC-A77A-D8837F919000}"/>
              </a:ext>
            </a:extLst>
          </p:cNvPr>
          <p:cNvSpPr txBox="1"/>
          <p:nvPr/>
        </p:nvSpPr>
        <p:spPr>
          <a:xfrm>
            <a:off x="3005445" y="610601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DC6B47-7825-7856-045B-4FF64D4FE029}"/>
              </a:ext>
            </a:extLst>
          </p:cNvPr>
          <p:cNvSpPr txBox="1"/>
          <p:nvPr/>
        </p:nvSpPr>
        <p:spPr>
          <a:xfrm>
            <a:off x="5773375" y="611592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7BDE17-484B-1EAD-7B57-447759B332CC}"/>
              </a:ext>
            </a:extLst>
          </p:cNvPr>
          <p:cNvSpPr txBox="1"/>
          <p:nvPr/>
        </p:nvSpPr>
        <p:spPr>
          <a:xfrm>
            <a:off x="5750699" y="64000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0725D4-8F83-9E99-E83C-D88D4E8BC71C}"/>
              </a:ext>
            </a:extLst>
          </p:cNvPr>
          <p:cNvSpPr txBox="1"/>
          <p:nvPr/>
        </p:nvSpPr>
        <p:spPr>
          <a:xfrm>
            <a:off x="7976811" y="610601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896E56-A638-CA7B-EB3F-30CBEA8CF3B7}"/>
              </a:ext>
            </a:extLst>
          </p:cNvPr>
          <p:cNvSpPr txBox="1"/>
          <p:nvPr/>
        </p:nvSpPr>
        <p:spPr>
          <a:xfrm>
            <a:off x="5571921" y="279521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ондук жана пайыздан турган бул иреттелген</a:t>
            </a:r>
            <a:endParaRPr lang="en-US" sz="1200" dirty="0"/>
          </a:p>
          <a:p>
            <a:pPr algn="ctr"/>
            <a:r>
              <a:rPr lang="ru-RU" sz="1200" dirty="0"/>
              <a:t> тизмени канча жол менен толтура аласыз?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AAB54C-F967-9330-9B56-94CBD73590D5}"/>
              </a:ext>
            </a:extLst>
          </p:cNvPr>
          <p:cNvSpPr txBox="1"/>
          <p:nvPr/>
        </p:nvSpPr>
        <p:spPr>
          <a:xfrm>
            <a:off x="619213" y="3761525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ондук жана пайыздан турган бул иреттелген</a:t>
            </a:r>
            <a:endParaRPr lang="en-US" sz="1200" dirty="0"/>
          </a:p>
          <a:p>
            <a:pPr algn="ctr"/>
            <a:r>
              <a:rPr lang="ru-RU" sz="1200" dirty="0"/>
              <a:t> тизмени канча жол менен толтура аласыз?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992778-4AE6-3735-C5CD-BD7FFF90681C}"/>
              </a:ext>
            </a:extLst>
          </p:cNvPr>
          <p:cNvSpPr txBox="1"/>
          <p:nvPr/>
        </p:nvSpPr>
        <p:spPr>
          <a:xfrm>
            <a:off x="5522085" y="3795030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ондук жана пайыздан турган бул иреттелген</a:t>
            </a:r>
            <a:endParaRPr lang="en-US" sz="1200" dirty="0"/>
          </a:p>
          <a:p>
            <a:pPr algn="ctr"/>
            <a:r>
              <a:rPr lang="ru-RU" sz="1200" dirty="0"/>
              <a:t> тизмени канча жол менен толтура аласыз?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848945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CDE59-0FB9-472D-A406-FF31CFFEC806}"/>
              </a:ext>
            </a:extLst>
          </p:cNvPr>
          <p:cNvSpPr/>
          <p:nvPr/>
        </p:nvSpPr>
        <p:spPr>
          <a:xfrm>
            <a:off x="1121808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570289" y="228600"/>
            <a:ext cx="375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2 ондук жана пайыздан турган бул </a:t>
            </a:r>
            <a:endParaRPr lang="en-US" sz="1200" dirty="0"/>
          </a:p>
          <a:p>
            <a:pPr algn="ctr"/>
            <a:r>
              <a:rPr lang="ru-RU" sz="1200" dirty="0"/>
              <a:t>иреттелген тизмени канча жол менен толтура аласыз?</a:t>
            </a:r>
            <a:endParaRPr lang="en-GB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DFF03-E5B6-4ED4-BFAF-CF7DDA372F63}"/>
              </a:ext>
            </a:extLst>
          </p:cNvPr>
          <p:cNvSpPr/>
          <p:nvPr/>
        </p:nvSpPr>
        <p:spPr>
          <a:xfrm>
            <a:off x="1121808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E349BC-F0E6-472C-9E25-12142F4CB6E7}"/>
              </a:ext>
            </a:extLst>
          </p:cNvPr>
          <p:cNvCxnSpPr>
            <a:cxnSpLocks/>
          </p:cNvCxnSpPr>
          <p:nvPr/>
        </p:nvCxnSpPr>
        <p:spPr>
          <a:xfrm>
            <a:off x="1075398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E7B824-781C-462F-BA90-1961452BD268}"/>
              </a:ext>
            </a:extLst>
          </p:cNvPr>
          <p:cNvSpPr/>
          <p:nvPr/>
        </p:nvSpPr>
        <p:spPr>
          <a:xfrm>
            <a:off x="213867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FF28F-C1CE-4DD5-902C-AB953FD0976F}"/>
              </a:ext>
            </a:extLst>
          </p:cNvPr>
          <p:cNvSpPr/>
          <p:nvPr/>
        </p:nvSpPr>
        <p:spPr>
          <a:xfrm>
            <a:off x="2543705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5B7B64-310D-4C17-A469-D3FF8378229B}"/>
              </a:ext>
            </a:extLst>
          </p:cNvPr>
          <p:cNvSpPr/>
          <p:nvPr/>
        </p:nvSpPr>
        <p:spPr>
          <a:xfrm>
            <a:off x="3731254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5E9191-9E27-4278-8039-83574077D5EB}"/>
              </a:ext>
            </a:extLst>
          </p:cNvPr>
          <p:cNvSpPr/>
          <p:nvPr/>
        </p:nvSpPr>
        <p:spPr>
          <a:xfrm>
            <a:off x="4136286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/>
              <p:nvPr/>
            </p:nvSpPr>
            <p:spPr>
              <a:xfrm>
                <a:off x="4456077" y="116591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92DB1-103F-49B3-A773-12831DEFD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077" y="1165919"/>
                <a:ext cx="58541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D5CDBF1F-F3DD-4F20-9BF8-252925EF5F48}"/>
              </a:ext>
            </a:extLst>
          </p:cNvPr>
          <p:cNvSpPr/>
          <p:nvPr/>
        </p:nvSpPr>
        <p:spPr>
          <a:xfrm>
            <a:off x="3150291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82DC88-C856-4037-8F1D-20CF0D8F48AD}"/>
              </a:ext>
            </a:extLst>
          </p:cNvPr>
          <p:cNvSpPr/>
          <p:nvPr/>
        </p:nvSpPr>
        <p:spPr>
          <a:xfrm>
            <a:off x="3150291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963D8A3-9D16-401D-9D0D-B5AD6832198C}"/>
              </a:ext>
            </a:extLst>
          </p:cNvPr>
          <p:cNvCxnSpPr>
            <a:cxnSpLocks/>
          </p:cNvCxnSpPr>
          <p:nvPr/>
        </p:nvCxnSpPr>
        <p:spPr>
          <a:xfrm>
            <a:off x="3103881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/>
              <p:nvPr/>
            </p:nvSpPr>
            <p:spPr>
              <a:xfrm>
                <a:off x="165581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D57CC5-3133-452B-8B84-06CA8C1E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15" y="1165918"/>
                <a:ext cx="5389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BCF744-DE29-491F-B7BE-22C3A88B7AD8}"/>
              </a:ext>
            </a:extLst>
          </p:cNvPr>
          <p:cNvCxnSpPr>
            <a:cxnSpLocks/>
          </p:cNvCxnSpPr>
          <p:nvPr/>
        </p:nvCxnSpPr>
        <p:spPr>
          <a:xfrm>
            <a:off x="16705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27C0799-ED40-460D-A020-942C3713D292}"/>
              </a:ext>
            </a:extLst>
          </p:cNvPr>
          <p:cNvSpPr txBox="1"/>
          <p:nvPr/>
        </p:nvSpPr>
        <p:spPr>
          <a:xfrm>
            <a:off x="37758" y="234754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17C2B7-1EC9-46A9-8A84-364FFEE29F4E}"/>
              </a:ext>
            </a:extLst>
          </p:cNvPr>
          <p:cNvSpPr txBox="1"/>
          <p:nvPr/>
        </p:nvSpPr>
        <p:spPr>
          <a:xfrm>
            <a:off x="408333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/>
              <p:nvPr/>
            </p:nvSpPr>
            <p:spPr>
              <a:xfrm>
                <a:off x="2897911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F572C2-50B5-4AE5-B093-32CF8A3E1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911" y="1350557"/>
                <a:ext cx="34015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/>
              <p:nvPr/>
            </p:nvSpPr>
            <p:spPr>
              <a:xfrm>
                <a:off x="149436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33B540-B74C-4E26-B372-6BC1E6A95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366" y="1350557"/>
                <a:ext cx="34015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/>
              <p:nvPr/>
            </p:nvSpPr>
            <p:spPr>
              <a:xfrm>
                <a:off x="3502920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93B5F2-D5A3-4B6B-85DF-59370E833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920" y="1350557"/>
                <a:ext cx="34015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Rectangle 134">
            <a:extLst>
              <a:ext uri="{FF2B5EF4-FFF2-40B4-BE49-F238E27FC236}">
                <a16:creationId xmlns:a16="http://schemas.microsoft.com/office/drawing/2014/main" id="{D697C120-A003-422C-B934-440BD726B104}"/>
              </a:ext>
            </a:extLst>
          </p:cNvPr>
          <p:cNvSpPr/>
          <p:nvPr/>
        </p:nvSpPr>
        <p:spPr>
          <a:xfrm>
            <a:off x="41401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83F93E9-76D7-472D-808D-81EB5EE5BDD2}"/>
                  </a:ext>
                </a:extLst>
              </p:cNvPr>
              <p:cNvSpPr txBox="1"/>
              <p:nvPr/>
            </p:nvSpPr>
            <p:spPr>
              <a:xfrm>
                <a:off x="-788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83F93E9-76D7-472D-808D-81EB5EE5B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85" y="1165918"/>
                <a:ext cx="53893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57B9307-5510-46DC-9A21-9C3292BB0AA1}"/>
                  </a:ext>
                </a:extLst>
              </p:cNvPr>
              <p:cNvSpPr txBox="1"/>
              <p:nvPr/>
            </p:nvSpPr>
            <p:spPr>
              <a:xfrm>
                <a:off x="82888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57B9307-5510-46DC-9A21-9C3292BB0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86" y="1350557"/>
                <a:ext cx="34015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6C0377FF-A203-48DA-A665-38DF3DA12B1B}"/>
              </a:ext>
            </a:extLst>
          </p:cNvPr>
          <p:cNvSpPr/>
          <p:nvPr/>
        </p:nvSpPr>
        <p:spPr>
          <a:xfrm>
            <a:off x="500634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F2B182C-A71C-4DEB-9808-E2C5C1D74105}"/>
              </a:ext>
            </a:extLst>
          </p:cNvPr>
          <p:cNvSpPr/>
          <p:nvPr/>
        </p:nvSpPr>
        <p:spPr>
          <a:xfrm>
            <a:off x="687378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2D002B9-7F8E-4F1E-9942-25285B14E731}"/>
              </a:ext>
            </a:extLst>
          </p:cNvPr>
          <p:cNvSpPr/>
          <p:nvPr/>
        </p:nvSpPr>
        <p:spPr>
          <a:xfrm>
            <a:off x="6120528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6B1AEF2C-A423-4567-9BA0-A7BB70CC06CA}"/>
              </a:ext>
            </a:extLst>
          </p:cNvPr>
          <p:cNvSpPr/>
          <p:nvPr/>
        </p:nvSpPr>
        <p:spPr>
          <a:xfrm>
            <a:off x="547725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85FFDAF-CC04-441E-8618-785A089F22CC}"/>
              </a:ext>
            </a:extLst>
          </p:cNvPr>
          <p:cNvSpPr/>
          <p:nvPr/>
        </p:nvSpPr>
        <p:spPr>
          <a:xfrm>
            <a:off x="6120528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278EAEF5-BEBB-4796-9A23-2CD1B4B5C663}"/>
              </a:ext>
            </a:extLst>
          </p:cNvPr>
          <p:cNvCxnSpPr>
            <a:cxnSpLocks/>
          </p:cNvCxnSpPr>
          <p:nvPr/>
        </p:nvCxnSpPr>
        <p:spPr>
          <a:xfrm>
            <a:off x="6074118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Star: 5 Points 161">
            <a:extLst>
              <a:ext uri="{FF2B5EF4-FFF2-40B4-BE49-F238E27FC236}">
                <a16:creationId xmlns:a16="http://schemas.microsoft.com/office/drawing/2014/main" id="{72B11861-221B-48BA-8E34-034172CEE674}"/>
              </a:ext>
            </a:extLst>
          </p:cNvPr>
          <p:cNvSpPr/>
          <p:nvPr/>
        </p:nvSpPr>
        <p:spPr>
          <a:xfrm>
            <a:off x="547725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Star: 5 Points 163">
            <a:extLst>
              <a:ext uri="{FF2B5EF4-FFF2-40B4-BE49-F238E27FC236}">
                <a16:creationId xmlns:a16="http://schemas.microsoft.com/office/drawing/2014/main" id="{067C4867-9CA1-4C1F-96F9-BF9DBFBF77B3}"/>
              </a:ext>
            </a:extLst>
          </p:cNvPr>
          <p:cNvSpPr/>
          <p:nvPr/>
        </p:nvSpPr>
        <p:spPr>
          <a:xfrm>
            <a:off x="513816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D40C9FF-9CC5-4467-B366-4BB0BA228E30}"/>
              </a:ext>
            </a:extLst>
          </p:cNvPr>
          <p:cNvSpPr/>
          <p:nvPr/>
        </p:nvSpPr>
        <p:spPr>
          <a:xfrm>
            <a:off x="713739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52C5A4C2-3A11-4467-A710-E0FFAD60C8E1}"/>
              </a:ext>
            </a:extLst>
          </p:cNvPr>
          <p:cNvSpPr/>
          <p:nvPr/>
        </p:nvSpPr>
        <p:spPr>
          <a:xfrm>
            <a:off x="7542425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246110D-39C8-4AA1-AAA3-515DD70045C2}"/>
              </a:ext>
            </a:extLst>
          </p:cNvPr>
          <p:cNvSpPr/>
          <p:nvPr/>
        </p:nvSpPr>
        <p:spPr>
          <a:xfrm>
            <a:off x="8729974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9F2C921D-67B5-4A89-82AF-C6EEE4114C18}"/>
              </a:ext>
            </a:extLst>
          </p:cNvPr>
          <p:cNvSpPr/>
          <p:nvPr/>
        </p:nvSpPr>
        <p:spPr>
          <a:xfrm>
            <a:off x="9135006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04A6D4B7-D739-4203-8416-40EB282613D6}"/>
                  </a:ext>
                </a:extLst>
              </p:cNvPr>
              <p:cNvSpPr txBox="1"/>
              <p:nvPr/>
            </p:nvSpPr>
            <p:spPr>
              <a:xfrm>
                <a:off x="9454797" y="116591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04A6D4B7-D739-4203-8416-40EB28261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4797" y="1165919"/>
                <a:ext cx="58541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" name="Rectangle 232">
            <a:extLst>
              <a:ext uri="{FF2B5EF4-FFF2-40B4-BE49-F238E27FC236}">
                <a16:creationId xmlns:a16="http://schemas.microsoft.com/office/drawing/2014/main" id="{DD6EBC6A-7BD2-4487-B15D-1F6DF8381ED9}"/>
              </a:ext>
            </a:extLst>
          </p:cNvPr>
          <p:cNvSpPr/>
          <p:nvPr/>
        </p:nvSpPr>
        <p:spPr>
          <a:xfrm>
            <a:off x="8149011" y="79007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ECD60F6B-F05C-4CDA-A9A2-BDD559606E0A}"/>
              </a:ext>
            </a:extLst>
          </p:cNvPr>
          <p:cNvSpPr/>
          <p:nvPr/>
        </p:nvSpPr>
        <p:spPr>
          <a:xfrm>
            <a:off x="8149011" y="152863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37E5B1C7-5708-4C0B-B94F-D6E9A2D1C0BA}"/>
              </a:ext>
            </a:extLst>
          </p:cNvPr>
          <p:cNvCxnSpPr>
            <a:cxnSpLocks/>
          </p:cNvCxnSpPr>
          <p:nvPr/>
        </p:nvCxnSpPr>
        <p:spPr>
          <a:xfrm>
            <a:off x="8102601" y="142972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82E4BC9A-7528-4315-9DCD-8DE29FE5C12D}"/>
                  </a:ext>
                </a:extLst>
              </p:cNvPr>
              <p:cNvSpPr txBox="1"/>
              <p:nvPr/>
            </p:nvSpPr>
            <p:spPr>
              <a:xfrm>
                <a:off x="665453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82E4BC9A-7528-4315-9DCD-8DE29FE5C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535" y="1165918"/>
                <a:ext cx="5389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A35659C8-EB50-4449-895F-0E71189408B5}"/>
              </a:ext>
            </a:extLst>
          </p:cNvPr>
          <p:cNvCxnSpPr>
            <a:cxnSpLocks/>
          </p:cNvCxnSpPr>
          <p:nvPr/>
        </p:nvCxnSpPr>
        <p:spPr>
          <a:xfrm>
            <a:off x="5165774" y="230358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4BCF12EC-D5BF-434A-A21D-B95B16CF59F7}"/>
              </a:ext>
            </a:extLst>
          </p:cNvPr>
          <p:cNvSpPr txBox="1"/>
          <p:nvPr/>
        </p:nvSpPr>
        <p:spPr>
          <a:xfrm>
            <a:off x="5036478" y="234754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7F1E0091-C621-4B30-BAD3-4FD1E5C49F4F}"/>
              </a:ext>
            </a:extLst>
          </p:cNvPr>
          <p:cNvSpPr txBox="1"/>
          <p:nvPr/>
        </p:nvSpPr>
        <p:spPr>
          <a:xfrm>
            <a:off x="9082056" y="234754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A8781E73-131F-476D-AF71-2BD82E76C61E}"/>
                  </a:ext>
                </a:extLst>
              </p:cNvPr>
              <p:cNvSpPr txBox="1"/>
              <p:nvPr/>
            </p:nvSpPr>
            <p:spPr>
              <a:xfrm>
                <a:off x="7896631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A8781E73-131F-476D-AF71-2BD82E76C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631" y="1350557"/>
                <a:ext cx="34015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8A7CEF5C-EC6D-4140-8E16-A7ABF782C628}"/>
                  </a:ext>
                </a:extLst>
              </p:cNvPr>
              <p:cNvSpPr txBox="1"/>
              <p:nvPr/>
            </p:nvSpPr>
            <p:spPr>
              <a:xfrm>
                <a:off x="649308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8A7CEF5C-EC6D-4140-8E16-A7ABF782C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086" y="1350557"/>
                <a:ext cx="34015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7606F3C0-1EB7-46B2-BF00-8B9F47023355}"/>
                  </a:ext>
                </a:extLst>
              </p:cNvPr>
              <p:cNvSpPr txBox="1"/>
              <p:nvPr/>
            </p:nvSpPr>
            <p:spPr>
              <a:xfrm>
                <a:off x="8501640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7606F3C0-1EB7-46B2-BF00-8B9F47023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640" y="1350557"/>
                <a:ext cx="34015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" name="Rectangle 242">
            <a:extLst>
              <a:ext uri="{FF2B5EF4-FFF2-40B4-BE49-F238E27FC236}">
                <a16:creationId xmlns:a16="http://schemas.microsoft.com/office/drawing/2014/main" id="{AFECFF29-59CD-4955-A145-32B71AA36456}"/>
              </a:ext>
            </a:extLst>
          </p:cNvPr>
          <p:cNvSpPr/>
          <p:nvPr/>
        </p:nvSpPr>
        <p:spPr>
          <a:xfrm>
            <a:off x="5412733" y="11417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4DC04FB7-C6F5-4229-9395-06075C241389}"/>
                  </a:ext>
                </a:extLst>
              </p:cNvPr>
              <p:cNvSpPr txBox="1"/>
              <p:nvPr/>
            </p:nvSpPr>
            <p:spPr>
              <a:xfrm>
                <a:off x="4990835" y="116591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4DC04FB7-C6F5-4229-9395-06075C241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835" y="1165918"/>
                <a:ext cx="53893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ACEB579E-4B10-4E43-AD5B-AB2C7FBAEB08}"/>
                  </a:ext>
                </a:extLst>
              </p:cNvPr>
              <p:cNvSpPr txBox="1"/>
              <p:nvPr/>
            </p:nvSpPr>
            <p:spPr>
              <a:xfrm>
                <a:off x="5827606" y="135055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ACEB579E-4B10-4E43-AD5B-AB2C7FBAE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606" y="1350557"/>
                <a:ext cx="34015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51A9FAA9-2FC8-456B-B5EF-BEB3824562D4}"/>
              </a:ext>
            </a:extLst>
          </p:cNvPr>
          <p:cNvSpPr/>
          <p:nvPr/>
        </p:nvSpPr>
        <p:spPr>
          <a:xfrm>
            <a:off x="7620" y="359156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DDC32DC-3B07-416E-B35A-A1BF8EB37F4F}"/>
              </a:ext>
            </a:extLst>
          </p:cNvPr>
          <p:cNvSpPr/>
          <p:nvPr/>
        </p:nvSpPr>
        <p:spPr>
          <a:xfrm>
            <a:off x="1875064" y="351968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333F4D00-E549-4D82-8F3D-69A6F7FA8133}"/>
              </a:ext>
            </a:extLst>
          </p:cNvPr>
          <p:cNvSpPr/>
          <p:nvPr/>
        </p:nvSpPr>
        <p:spPr>
          <a:xfrm>
            <a:off x="1121808" y="4254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Star: 5 Points 249">
            <a:extLst>
              <a:ext uri="{FF2B5EF4-FFF2-40B4-BE49-F238E27FC236}">
                <a16:creationId xmlns:a16="http://schemas.microsoft.com/office/drawing/2014/main" id="{A513BD6D-C14F-4F4C-A359-6CA9EC853759}"/>
              </a:ext>
            </a:extLst>
          </p:cNvPr>
          <p:cNvSpPr/>
          <p:nvPr/>
        </p:nvSpPr>
        <p:spPr>
          <a:xfrm>
            <a:off x="478536" y="611374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961BD9B-0B7A-43F1-9601-E46DE9C4C822}"/>
              </a:ext>
            </a:extLst>
          </p:cNvPr>
          <p:cNvSpPr/>
          <p:nvPr/>
        </p:nvSpPr>
        <p:spPr>
          <a:xfrm>
            <a:off x="1121808" y="499319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08ADA5AD-81D6-497A-A3CF-4F93005FF59D}"/>
              </a:ext>
            </a:extLst>
          </p:cNvPr>
          <p:cNvCxnSpPr>
            <a:cxnSpLocks/>
          </p:cNvCxnSpPr>
          <p:nvPr/>
        </p:nvCxnSpPr>
        <p:spPr>
          <a:xfrm>
            <a:off x="1075398" y="489428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Star: 5 Points 255">
            <a:extLst>
              <a:ext uri="{FF2B5EF4-FFF2-40B4-BE49-F238E27FC236}">
                <a16:creationId xmlns:a16="http://schemas.microsoft.com/office/drawing/2014/main" id="{83146407-285F-4384-8BB8-2E036DF81C95}"/>
              </a:ext>
            </a:extLst>
          </p:cNvPr>
          <p:cNvSpPr/>
          <p:nvPr/>
        </p:nvSpPr>
        <p:spPr>
          <a:xfrm>
            <a:off x="47853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7" name="Star: 5 Points 256">
            <a:extLst>
              <a:ext uri="{FF2B5EF4-FFF2-40B4-BE49-F238E27FC236}">
                <a16:creationId xmlns:a16="http://schemas.microsoft.com/office/drawing/2014/main" id="{30233B3A-0937-41CB-9A4F-0585B47D5F44}"/>
              </a:ext>
            </a:extLst>
          </p:cNvPr>
          <p:cNvSpPr/>
          <p:nvPr/>
        </p:nvSpPr>
        <p:spPr>
          <a:xfrm>
            <a:off x="13944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99B4EA98-C289-43E4-BBD4-C4F7212E92E8}"/>
              </a:ext>
            </a:extLst>
          </p:cNvPr>
          <p:cNvSpPr/>
          <p:nvPr/>
        </p:nvSpPr>
        <p:spPr>
          <a:xfrm>
            <a:off x="2138673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FD33DD08-AC25-498A-BEE7-1B8D6F516939}"/>
              </a:ext>
            </a:extLst>
          </p:cNvPr>
          <p:cNvSpPr/>
          <p:nvPr/>
        </p:nvSpPr>
        <p:spPr>
          <a:xfrm>
            <a:off x="2543705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6A5BE199-455E-4314-92AD-FB61CBF37C24}"/>
              </a:ext>
            </a:extLst>
          </p:cNvPr>
          <p:cNvSpPr/>
          <p:nvPr/>
        </p:nvSpPr>
        <p:spPr>
          <a:xfrm>
            <a:off x="3731254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4867B57B-A53B-47AF-BEB7-F7D13C898DB5}"/>
              </a:ext>
            </a:extLst>
          </p:cNvPr>
          <p:cNvSpPr/>
          <p:nvPr/>
        </p:nvSpPr>
        <p:spPr>
          <a:xfrm>
            <a:off x="4136286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F8584B62-945C-44C9-A7B0-A75660B9C60E}"/>
                  </a:ext>
                </a:extLst>
              </p:cNvPr>
              <p:cNvSpPr txBox="1"/>
              <p:nvPr/>
            </p:nvSpPr>
            <p:spPr>
              <a:xfrm>
                <a:off x="4456077" y="463047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F8584B62-945C-44C9-A7B0-A75660B9C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077" y="4630479"/>
                <a:ext cx="58541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4" name="Rectangle 263">
            <a:extLst>
              <a:ext uri="{FF2B5EF4-FFF2-40B4-BE49-F238E27FC236}">
                <a16:creationId xmlns:a16="http://schemas.microsoft.com/office/drawing/2014/main" id="{BC390DC1-AB52-4979-8B09-ED730D9EA76C}"/>
              </a:ext>
            </a:extLst>
          </p:cNvPr>
          <p:cNvSpPr/>
          <p:nvPr/>
        </p:nvSpPr>
        <p:spPr>
          <a:xfrm>
            <a:off x="3150291" y="4254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D5B319E8-C090-4341-BA20-779F2EB7FC5E}"/>
              </a:ext>
            </a:extLst>
          </p:cNvPr>
          <p:cNvSpPr/>
          <p:nvPr/>
        </p:nvSpPr>
        <p:spPr>
          <a:xfrm>
            <a:off x="3150291" y="499319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E9E30DE9-D46F-4E86-9285-E7C2497DC1C1}"/>
              </a:ext>
            </a:extLst>
          </p:cNvPr>
          <p:cNvCxnSpPr>
            <a:cxnSpLocks/>
          </p:cNvCxnSpPr>
          <p:nvPr/>
        </p:nvCxnSpPr>
        <p:spPr>
          <a:xfrm>
            <a:off x="3103881" y="489428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97BEF1E0-3DC4-4563-9E17-06A1200DF1BE}"/>
                  </a:ext>
                </a:extLst>
              </p:cNvPr>
              <p:cNvSpPr txBox="1"/>
              <p:nvPr/>
            </p:nvSpPr>
            <p:spPr>
              <a:xfrm>
                <a:off x="1655815" y="463047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97BEF1E0-3DC4-4563-9E17-06A1200DF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15" y="4630478"/>
                <a:ext cx="53893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018522BC-BD60-429B-BB61-6BE66D6F751E}"/>
              </a:ext>
            </a:extLst>
          </p:cNvPr>
          <p:cNvCxnSpPr>
            <a:cxnSpLocks/>
          </p:cNvCxnSpPr>
          <p:nvPr/>
        </p:nvCxnSpPr>
        <p:spPr>
          <a:xfrm>
            <a:off x="167054" y="576814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D7F2DCA1-BD3A-4882-8C55-7D0EA6824B70}"/>
              </a:ext>
            </a:extLst>
          </p:cNvPr>
          <p:cNvSpPr txBox="1"/>
          <p:nvPr/>
        </p:nvSpPr>
        <p:spPr>
          <a:xfrm>
            <a:off x="37758" y="581210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101DF6B2-9057-4AFC-AE11-B5C4FD2225A5}"/>
              </a:ext>
            </a:extLst>
          </p:cNvPr>
          <p:cNvSpPr txBox="1"/>
          <p:nvPr/>
        </p:nvSpPr>
        <p:spPr>
          <a:xfrm>
            <a:off x="4083336" y="581210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5605C294-D53F-4719-BBC5-61CB4AA3D91F}"/>
                  </a:ext>
                </a:extLst>
              </p:cNvPr>
              <p:cNvSpPr txBox="1"/>
              <p:nvPr/>
            </p:nvSpPr>
            <p:spPr>
              <a:xfrm>
                <a:off x="2897911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5605C294-D53F-4719-BBC5-61CB4AA3D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911" y="4815117"/>
                <a:ext cx="34015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48A86E26-E8F2-412A-8EC2-25ADDB3F5185}"/>
                  </a:ext>
                </a:extLst>
              </p:cNvPr>
              <p:cNvSpPr txBox="1"/>
              <p:nvPr/>
            </p:nvSpPr>
            <p:spPr>
              <a:xfrm>
                <a:off x="1494366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48A86E26-E8F2-412A-8EC2-25ADDB3F5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366" y="4815117"/>
                <a:ext cx="34015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0A14F0B0-B307-4EF1-B234-A6A0563B70A3}"/>
                  </a:ext>
                </a:extLst>
              </p:cNvPr>
              <p:cNvSpPr txBox="1"/>
              <p:nvPr/>
            </p:nvSpPr>
            <p:spPr>
              <a:xfrm>
                <a:off x="3502920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0A14F0B0-B307-4EF1-B234-A6A0563B7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920" y="4815117"/>
                <a:ext cx="340157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Rectangle 273">
            <a:extLst>
              <a:ext uri="{FF2B5EF4-FFF2-40B4-BE49-F238E27FC236}">
                <a16:creationId xmlns:a16="http://schemas.microsoft.com/office/drawing/2014/main" id="{0EE16DBE-4170-46EF-817D-C5F7D48E0506}"/>
              </a:ext>
            </a:extLst>
          </p:cNvPr>
          <p:cNvSpPr/>
          <p:nvPr/>
        </p:nvSpPr>
        <p:spPr>
          <a:xfrm>
            <a:off x="414013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F7A485E-5B32-424A-AFE2-95AA5C63FB6C}"/>
                  </a:ext>
                </a:extLst>
              </p:cNvPr>
              <p:cNvSpPr txBox="1"/>
              <p:nvPr/>
            </p:nvSpPr>
            <p:spPr>
              <a:xfrm>
                <a:off x="-7885" y="463047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F7A485E-5B32-424A-AFE2-95AA5C63F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885" y="4630478"/>
                <a:ext cx="53893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0C6C7B49-6B54-4A55-AAE0-0B5365365D77}"/>
                  </a:ext>
                </a:extLst>
              </p:cNvPr>
              <p:cNvSpPr txBox="1"/>
              <p:nvPr/>
            </p:nvSpPr>
            <p:spPr>
              <a:xfrm>
                <a:off x="828886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0C6C7B49-6B54-4A55-AAE0-0B5365365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86" y="4815117"/>
                <a:ext cx="34015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8106BB2C-D95E-4CCC-AA19-615057E9EEEF}"/>
              </a:ext>
            </a:extLst>
          </p:cNvPr>
          <p:cNvSpPr/>
          <p:nvPr/>
        </p:nvSpPr>
        <p:spPr>
          <a:xfrm>
            <a:off x="5006340" y="359156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874EF430-F259-4133-B573-CB123481F8F8}"/>
              </a:ext>
            </a:extLst>
          </p:cNvPr>
          <p:cNvSpPr/>
          <p:nvPr/>
        </p:nvSpPr>
        <p:spPr>
          <a:xfrm>
            <a:off x="6873784" y="351968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316EDF69-0715-4EE7-822C-AEFF90F08024}"/>
              </a:ext>
            </a:extLst>
          </p:cNvPr>
          <p:cNvSpPr/>
          <p:nvPr/>
        </p:nvSpPr>
        <p:spPr>
          <a:xfrm>
            <a:off x="6120528" y="4254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1" name="Star: 5 Points 280">
            <a:extLst>
              <a:ext uri="{FF2B5EF4-FFF2-40B4-BE49-F238E27FC236}">
                <a16:creationId xmlns:a16="http://schemas.microsoft.com/office/drawing/2014/main" id="{A0295878-AAFA-473F-90DB-B15AFD97B542}"/>
              </a:ext>
            </a:extLst>
          </p:cNvPr>
          <p:cNvSpPr/>
          <p:nvPr/>
        </p:nvSpPr>
        <p:spPr>
          <a:xfrm>
            <a:off x="5477256" y="611374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3D780B0-4130-4911-AA2A-0BFBEEC0855F}"/>
              </a:ext>
            </a:extLst>
          </p:cNvPr>
          <p:cNvSpPr/>
          <p:nvPr/>
        </p:nvSpPr>
        <p:spPr>
          <a:xfrm>
            <a:off x="6120528" y="499319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E7BBF6F5-CA9C-471E-8A9C-158E05808F40}"/>
              </a:ext>
            </a:extLst>
          </p:cNvPr>
          <p:cNvCxnSpPr>
            <a:cxnSpLocks/>
          </p:cNvCxnSpPr>
          <p:nvPr/>
        </p:nvCxnSpPr>
        <p:spPr>
          <a:xfrm>
            <a:off x="6074118" y="489428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Star: 5 Points 286">
            <a:extLst>
              <a:ext uri="{FF2B5EF4-FFF2-40B4-BE49-F238E27FC236}">
                <a16:creationId xmlns:a16="http://schemas.microsoft.com/office/drawing/2014/main" id="{8ABD50AF-6A05-4649-9CB8-BA4C8F6CDE6C}"/>
              </a:ext>
            </a:extLst>
          </p:cNvPr>
          <p:cNvSpPr/>
          <p:nvPr/>
        </p:nvSpPr>
        <p:spPr>
          <a:xfrm>
            <a:off x="547725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8" name="Star: 5 Points 287">
            <a:extLst>
              <a:ext uri="{FF2B5EF4-FFF2-40B4-BE49-F238E27FC236}">
                <a16:creationId xmlns:a16="http://schemas.microsoft.com/office/drawing/2014/main" id="{0180CE93-356C-4C7B-9A41-669CA0569858}"/>
              </a:ext>
            </a:extLst>
          </p:cNvPr>
          <p:cNvSpPr/>
          <p:nvPr/>
        </p:nvSpPr>
        <p:spPr>
          <a:xfrm>
            <a:off x="5138166" y="645739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8CAA0FB5-2B86-4FFD-A9A5-522CC9A5A820}"/>
              </a:ext>
            </a:extLst>
          </p:cNvPr>
          <p:cNvSpPr/>
          <p:nvPr/>
        </p:nvSpPr>
        <p:spPr>
          <a:xfrm>
            <a:off x="7137393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A7849E2F-553D-4505-BAF2-3479137B52B1}"/>
              </a:ext>
            </a:extLst>
          </p:cNvPr>
          <p:cNvSpPr/>
          <p:nvPr/>
        </p:nvSpPr>
        <p:spPr>
          <a:xfrm>
            <a:off x="7542425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0BE50D89-EE4A-41CF-BD89-3B34996CECEB}"/>
              </a:ext>
            </a:extLst>
          </p:cNvPr>
          <p:cNvSpPr/>
          <p:nvPr/>
        </p:nvSpPr>
        <p:spPr>
          <a:xfrm>
            <a:off x="8729974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0B77F107-446C-456A-B5B5-682328DBBD08}"/>
              </a:ext>
            </a:extLst>
          </p:cNvPr>
          <p:cNvSpPr/>
          <p:nvPr/>
        </p:nvSpPr>
        <p:spPr>
          <a:xfrm>
            <a:off x="9135006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DA94140C-3468-4A9A-B36B-F3B127868066}"/>
                  </a:ext>
                </a:extLst>
              </p:cNvPr>
              <p:cNvSpPr txBox="1"/>
              <p:nvPr/>
            </p:nvSpPr>
            <p:spPr>
              <a:xfrm>
                <a:off x="9454797" y="4630479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DA94140C-3468-4A9A-B36B-F3B127868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4797" y="4630479"/>
                <a:ext cx="58541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Rectangle 294">
            <a:extLst>
              <a:ext uri="{FF2B5EF4-FFF2-40B4-BE49-F238E27FC236}">
                <a16:creationId xmlns:a16="http://schemas.microsoft.com/office/drawing/2014/main" id="{7AA81CAB-5CF9-4C42-88D3-8ECCB08C192F}"/>
              </a:ext>
            </a:extLst>
          </p:cNvPr>
          <p:cNvSpPr/>
          <p:nvPr/>
        </p:nvSpPr>
        <p:spPr>
          <a:xfrm>
            <a:off x="8149011" y="4254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B3214F29-466B-4ABA-887C-CC892CCBB89B}"/>
              </a:ext>
            </a:extLst>
          </p:cNvPr>
          <p:cNvSpPr/>
          <p:nvPr/>
        </p:nvSpPr>
        <p:spPr>
          <a:xfrm>
            <a:off x="8149011" y="499319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0F1D6ABE-01EA-4E15-8C45-90C696C4432E}"/>
              </a:ext>
            </a:extLst>
          </p:cNvPr>
          <p:cNvCxnSpPr>
            <a:cxnSpLocks/>
          </p:cNvCxnSpPr>
          <p:nvPr/>
        </p:nvCxnSpPr>
        <p:spPr>
          <a:xfrm>
            <a:off x="8102601" y="4894289"/>
            <a:ext cx="460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446B80DA-343B-4648-8810-02332C0C965A}"/>
                  </a:ext>
                </a:extLst>
              </p:cNvPr>
              <p:cNvSpPr txBox="1"/>
              <p:nvPr/>
            </p:nvSpPr>
            <p:spPr>
              <a:xfrm>
                <a:off x="6654535" y="463047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446B80DA-343B-4648-8810-02332C0C9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535" y="4630478"/>
                <a:ext cx="53893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6D94ECDD-0368-46C0-876F-ACECB0637A35}"/>
              </a:ext>
            </a:extLst>
          </p:cNvPr>
          <p:cNvCxnSpPr>
            <a:cxnSpLocks/>
          </p:cNvCxnSpPr>
          <p:nvPr/>
        </p:nvCxnSpPr>
        <p:spPr>
          <a:xfrm>
            <a:off x="5165774" y="5768147"/>
            <a:ext cx="451924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409A3A3D-A701-4410-9799-A5801A814DE7}"/>
              </a:ext>
            </a:extLst>
          </p:cNvPr>
          <p:cNvSpPr txBox="1"/>
          <p:nvPr/>
        </p:nvSpPr>
        <p:spPr>
          <a:xfrm>
            <a:off x="5036478" y="5812108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кичине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9B9FDD96-4B7F-4C56-822A-3DE7A771C1EF}"/>
              </a:ext>
            </a:extLst>
          </p:cNvPr>
          <p:cNvSpPr txBox="1"/>
          <p:nvPr/>
        </p:nvSpPr>
        <p:spPr>
          <a:xfrm>
            <a:off x="9082056" y="581210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эң чоң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7BFE6A6D-0275-4A47-A70C-69CF6E3EEAAA}"/>
                  </a:ext>
                </a:extLst>
              </p:cNvPr>
              <p:cNvSpPr txBox="1"/>
              <p:nvPr/>
            </p:nvSpPr>
            <p:spPr>
              <a:xfrm>
                <a:off x="7896631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7BFE6A6D-0275-4A47-A70C-69CF6E3EE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631" y="4815117"/>
                <a:ext cx="34015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1FE66DF4-21AF-4D0E-9A63-CFDA7F2E7692}"/>
                  </a:ext>
                </a:extLst>
              </p:cNvPr>
              <p:cNvSpPr txBox="1"/>
              <p:nvPr/>
            </p:nvSpPr>
            <p:spPr>
              <a:xfrm>
                <a:off x="6493086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1FE66DF4-21AF-4D0E-9A63-CFDA7F2E7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086" y="4815117"/>
                <a:ext cx="34015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E76C9722-9A7E-49C7-A4EF-701E94A0C5DE}"/>
                  </a:ext>
                </a:extLst>
              </p:cNvPr>
              <p:cNvSpPr txBox="1"/>
              <p:nvPr/>
            </p:nvSpPr>
            <p:spPr>
              <a:xfrm>
                <a:off x="8501640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E76C9722-9A7E-49C7-A4EF-701E94A0C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640" y="4815117"/>
                <a:ext cx="340157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5" name="Rectangle 304">
            <a:extLst>
              <a:ext uri="{FF2B5EF4-FFF2-40B4-BE49-F238E27FC236}">
                <a16:creationId xmlns:a16="http://schemas.microsoft.com/office/drawing/2014/main" id="{A9FAC4BF-5529-460D-BEDC-6A8329EB3103}"/>
              </a:ext>
            </a:extLst>
          </p:cNvPr>
          <p:cNvSpPr/>
          <p:nvPr/>
        </p:nvSpPr>
        <p:spPr>
          <a:xfrm>
            <a:off x="5412733" y="460633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3053ACAD-C1BC-4287-A353-E47AF43B2AB6}"/>
                  </a:ext>
                </a:extLst>
              </p:cNvPr>
              <p:cNvSpPr txBox="1"/>
              <p:nvPr/>
            </p:nvSpPr>
            <p:spPr>
              <a:xfrm>
                <a:off x="4990835" y="4630478"/>
                <a:ext cx="5389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3053ACAD-C1BC-4287-A353-E47AF43B2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835" y="4630478"/>
                <a:ext cx="53893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7A2FB7D5-4FD3-42C4-9F7D-37CDACD641D7}"/>
                  </a:ext>
                </a:extLst>
              </p:cNvPr>
              <p:cNvSpPr txBox="1"/>
              <p:nvPr/>
            </p:nvSpPr>
            <p:spPr>
              <a:xfrm>
                <a:off x="5827606" y="4815117"/>
                <a:ext cx="3401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7A2FB7D5-4FD3-42C4-9F7D-37CDACD64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606" y="4815117"/>
                <a:ext cx="34015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2A21114-BE95-3EB9-A11B-2F6A4E9D1FB2}"/>
              </a:ext>
            </a:extLst>
          </p:cNvPr>
          <p:cNvSpPr txBox="1"/>
          <p:nvPr/>
        </p:nvSpPr>
        <p:spPr>
          <a:xfrm>
            <a:off x="1512312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4FA8A-C527-EAD1-B2EA-07EADE7B68A3}"/>
              </a:ext>
            </a:extLst>
          </p:cNvPr>
          <p:cNvSpPr txBox="1"/>
          <p:nvPr/>
        </p:nvSpPr>
        <p:spPr>
          <a:xfrm>
            <a:off x="6255164" y="2680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CEDB5-A1C3-FCD7-D91C-4471D93459D9}"/>
              </a:ext>
            </a:extLst>
          </p:cNvPr>
          <p:cNvSpPr txBox="1"/>
          <p:nvPr/>
        </p:nvSpPr>
        <p:spPr>
          <a:xfrm>
            <a:off x="1392472" y="348092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D153B-E8D8-CF9F-CE2B-D66FCB7A9F07}"/>
              </a:ext>
            </a:extLst>
          </p:cNvPr>
          <p:cNvSpPr txBox="1"/>
          <p:nvPr/>
        </p:nvSpPr>
        <p:spPr>
          <a:xfrm>
            <a:off x="6332936" y="3493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A4FEB0-F556-0255-4761-74964375B996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8A326-7E26-A0D5-1F7A-9BE5125C7305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B97EF1-BEFD-8686-8CB0-13A287AEE2D1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F30787-203B-B4DC-55AC-13FA74CCE7C0}"/>
              </a:ext>
            </a:extLst>
          </p:cNvPr>
          <p:cNvSpPr txBox="1"/>
          <p:nvPr/>
        </p:nvSpPr>
        <p:spPr>
          <a:xfrm>
            <a:off x="5807445" y="2641102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116E0B-2AF4-A3C9-C99B-A914889231A0}"/>
              </a:ext>
            </a:extLst>
          </p:cNvPr>
          <p:cNvSpPr txBox="1"/>
          <p:nvPr/>
        </p:nvSpPr>
        <p:spPr>
          <a:xfrm>
            <a:off x="5784769" y="2925208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65C1C7-F726-E448-2349-329DED22D5D0}"/>
              </a:ext>
            </a:extLst>
          </p:cNvPr>
          <p:cNvSpPr txBox="1"/>
          <p:nvPr/>
        </p:nvSpPr>
        <p:spPr>
          <a:xfrm>
            <a:off x="8010881" y="2631196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B15F52-76DA-A511-4E62-760605BB476C}"/>
              </a:ext>
            </a:extLst>
          </p:cNvPr>
          <p:cNvSpPr txBox="1"/>
          <p:nvPr/>
        </p:nvSpPr>
        <p:spPr>
          <a:xfrm>
            <a:off x="839447" y="6105597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C4F3B4-F4FD-C2CA-E6AC-77EC0D41C8A3}"/>
              </a:ext>
            </a:extLst>
          </p:cNvPr>
          <p:cNvSpPr txBox="1"/>
          <p:nvPr/>
        </p:nvSpPr>
        <p:spPr>
          <a:xfrm>
            <a:off x="816771" y="6389703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3EBAF7-2D4B-83A9-B7EA-FC19CB45F632}"/>
              </a:ext>
            </a:extLst>
          </p:cNvPr>
          <p:cNvSpPr txBox="1"/>
          <p:nvPr/>
        </p:nvSpPr>
        <p:spPr>
          <a:xfrm>
            <a:off x="3042883" y="6095691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99E775-D2CA-4267-31AA-8C5CF5B541C5}"/>
              </a:ext>
            </a:extLst>
          </p:cNvPr>
          <p:cNvSpPr txBox="1"/>
          <p:nvPr/>
        </p:nvSpPr>
        <p:spPr>
          <a:xfrm>
            <a:off x="5848554" y="6084033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73DB46-D637-1BC5-B0FB-877A5638BA79}"/>
              </a:ext>
            </a:extLst>
          </p:cNvPr>
          <p:cNvSpPr txBox="1"/>
          <p:nvPr/>
        </p:nvSpPr>
        <p:spPr>
          <a:xfrm>
            <a:off x="5825878" y="6368139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210D3D-4C39-3473-BB33-FBB0ED60DA99}"/>
              </a:ext>
            </a:extLst>
          </p:cNvPr>
          <p:cNvSpPr txBox="1"/>
          <p:nvPr/>
        </p:nvSpPr>
        <p:spPr>
          <a:xfrm>
            <a:off x="8051990" y="6074127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18A5F4-AFCA-6554-FEA8-64D134D69B07}"/>
              </a:ext>
            </a:extLst>
          </p:cNvPr>
          <p:cNvSpPr txBox="1"/>
          <p:nvPr/>
        </p:nvSpPr>
        <p:spPr>
          <a:xfrm>
            <a:off x="5529765" y="228600"/>
            <a:ext cx="375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2 ондук жана пайыздан турган бул </a:t>
            </a:r>
            <a:endParaRPr lang="en-US" sz="1200" dirty="0"/>
          </a:p>
          <a:p>
            <a:pPr algn="ctr"/>
            <a:r>
              <a:rPr lang="ru-RU" sz="1200" dirty="0"/>
              <a:t>иреттелген тизмени канча жол менен толтура аласыз?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B432B8-C7D9-B3A2-8178-E86A3E27622F}"/>
              </a:ext>
            </a:extLst>
          </p:cNvPr>
          <p:cNvSpPr txBox="1"/>
          <p:nvPr/>
        </p:nvSpPr>
        <p:spPr>
          <a:xfrm>
            <a:off x="685580" y="3703230"/>
            <a:ext cx="375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2 ондук жана пайыздан турган бул </a:t>
            </a:r>
            <a:endParaRPr lang="en-US" sz="1200" dirty="0"/>
          </a:p>
          <a:p>
            <a:pPr algn="ctr"/>
            <a:r>
              <a:rPr lang="ru-RU" sz="1200" dirty="0"/>
              <a:t>иреттелген тизмени канча жол менен толтура аласыз?</a:t>
            </a:r>
            <a:endParaRPr lang="en-GB" sz="12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A0786F11-6105-0FB7-65F6-00BCEC3DFAEE}"/>
              </a:ext>
            </a:extLst>
          </p:cNvPr>
          <p:cNvSpPr txBox="1"/>
          <p:nvPr/>
        </p:nvSpPr>
        <p:spPr>
          <a:xfrm>
            <a:off x="5635824" y="3736199"/>
            <a:ext cx="375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2 бөлчөк, 2 ондук жана пайыздан турган бул </a:t>
            </a:r>
            <a:endParaRPr lang="en-US" sz="1200" dirty="0"/>
          </a:p>
          <a:p>
            <a:pPr algn="ctr"/>
            <a:r>
              <a:rPr lang="ru-RU" sz="1200" dirty="0"/>
              <a:t>иреттелген тизмени канча жол менен толтура аласыз?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588755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86328B-CF49-3633-C64E-4DF436B28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5135" y="953086"/>
            <a:ext cx="6663682" cy="48734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6F9995-2278-4A0D-8309-B54061591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7867" y="992294"/>
            <a:ext cx="6663682" cy="487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3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28DDB8-B020-3CC4-4EF1-7626B3CEB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27495" y="998615"/>
            <a:ext cx="6691153" cy="4836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957A92-1959-663E-3AEF-9D879D297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5838" y="1057425"/>
            <a:ext cx="6691153" cy="474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52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10507</TotalTime>
  <Words>696</Words>
  <Application>Microsoft Office PowerPoint</Application>
  <PresentationFormat>A4 Paper (210x297 mm)</PresentationFormat>
  <Paragraphs>289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506</cp:revision>
  <cp:lastPrinted>2024-09-03T08:30:59Z</cp:lastPrinted>
  <dcterms:created xsi:type="dcterms:W3CDTF">2017-01-17T16:57:04Z</dcterms:created>
  <dcterms:modified xsi:type="dcterms:W3CDTF">2024-09-03T08:32:45Z</dcterms:modified>
</cp:coreProperties>
</file>