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3" r:id="rId2"/>
    <p:sldId id="941" r:id="rId3"/>
    <p:sldId id="939" r:id="rId4"/>
    <p:sldId id="833" r:id="rId5"/>
    <p:sldId id="832" r:id="rId6"/>
    <p:sldId id="942" r:id="rId7"/>
  </p:sldIdLst>
  <p:sldSz cx="9906000" cy="6858000" type="A4"/>
  <p:notesSz cx="7104063" cy="10234613"/>
  <p:embeddedFontLst>
    <p:embeddedFont>
      <p:font typeface="Fira Code" panose="020B0809050000020004" pitchFamily="49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2F6C9E1-27A1-4E8B-A091-0541CB7C3378}">
          <p14:sldIdLst>
            <p14:sldId id="943"/>
          </p14:sldIdLst>
        </p14:section>
        <p14:section name="Титулдук слайд" id="{C2776275-125F-40A2-99AC-54B9C9535547}">
          <p14:sldIdLst>
            <p14:sldId id="941"/>
          </p14:sldIdLst>
        </p14:section>
        <p14:section name="Көрсөтүү үчүн" id="{CA0B4A51-1C5A-4331-831D-7D5748F4CE7C}">
          <p14:sldIdLst>
            <p14:sldId id="939"/>
          </p14:sldIdLst>
        </p14:section>
        <p14:section name="Жооптор" id="{4A1CF18F-CBD8-4CE8-9034-4022B8261C24}">
          <p14:sldIdLst>
            <p14:sldId id="833"/>
          </p14:sldIdLst>
        </p14:section>
        <p14:section name="Иш кагазы" id="{45D3F427-FE2C-4E31-94DD-C39B49B018A8}">
          <p14:sldIdLst>
            <p14:sldId id="832"/>
          </p14:sldIdLst>
        </p14:section>
        <p14:section name="Кайтарым байланыш" id="{1F462C69-5607-48A3-918A-31B1142082DE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Эквиваленттүүлүк – Бөлчөктөр жана Ондуктар –– Катаны тап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194945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5250863" y="342900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6429697" y="5555430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00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7FE7A1F-093A-409B-81CF-3F1ED6DA0736}"/>
              </a:ext>
            </a:extLst>
          </p:cNvPr>
          <p:cNvGrpSpPr/>
          <p:nvPr/>
        </p:nvGrpSpPr>
        <p:grpSpPr>
          <a:xfrm>
            <a:off x="2021840" y="17889"/>
            <a:ext cx="7884160" cy="6738511"/>
            <a:chOff x="1467160" y="879566"/>
            <a:chExt cx="5481274" cy="475542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676770F-6B93-4585-8132-CC9AAB196A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80347" y="879566"/>
              <a:ext cx="2835088" cy="2383069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158E8F9-0AE9-4230-A4F5-97A50B88FA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67160" y="3243585"/>
              <a:ext cx="5481274" cy="2391405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B274838-0418-C591-0A14-0E400AD0DE56}"/>
              </a:ext>
            </a:extLst>
          </p:cNvPr>
          <p:cNvSpPr txBox="1"/>
          <p:nvPr/>
        </p:nvSpPr>
        <p:spPr>
          <a:xfrm>
            <a:off x="322834" y="27504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B51D0F-0FD6-D4BF-A339-435461DE7F2A}"/>
              </a:ext>
            </a:extLst>
          </p:cNvPr>
          <p:cNvSpPr txBox="1"/>
          <p:nvPr/>
        </p:nvSpPr>
        <p:spPr>
          <a:xfrm>
            <a:off x="322834" y="1578170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E446DBC-6072-4EED-9A01-1CCFC26CFA5F}"/>
              </a:ext>
            </a:extLst>
          </p:cNvPr>
          <p:cNvGrpSpPr/>
          <p:nvPr/>
        </p:nvGrpSpPr>
        <p:grpSpPr>
          <a:xfrm>
            <a:off x="2021840" y="17889"/>
            <a:ext cx="7884160" cy="6840112"/>
            <a:chOff x="1467160" y="879566"/>
            <a:chExt cx="5481274" cy="475542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95D1681-1FD5-4DE7-9B5A-1C87395D84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80347" y="879566"/>
              <a:ext cx="2835088" cy="238306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1242FFC-C918-434F-8F89-2BBE6789F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67160" y="3243585"/>
              <a:ext cx="5481274" cy="2391405"/>
            </a:xfrm>
            <a:prstGeom prst="rect">
              <a:avLst/>
            </a:prstGeom>
          </p:spPr>
        </p:pic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B3955A4D-0509-4550-BC6B-C46A16E1AF2E}"/>
              </a:ext>
            </a:extLst>
          </p:cNvPr>
          <p:cNvSpPr/>
          <p:nvPr/>
        </p:nvSpPr>
        <p:spPr>
          <a:xfrm>
            <a:off x="6728402" y="542203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B72457-24FB-4CA8-A750-8B2CECF51C53}"/>
              </a:ext>
            </a:extLst>
          </p:cNvPr>
          <p:cNvSpPr/>
          <p:nvPr/>
        </p:nvSpPr>
        <p:spPr>
          <a:xfrm>
            <a:off x="6336388" y="2944875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4363919" y="267808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46B0C1C-CE7D-4B26-8C7B-77AE7F5253E4}"/>
              </a:ext>
            </a:extLst>
          </p:cNvPr>
          <p:cNvSpPr/>
          <p:nvPr/>
        </p:nvSpPr>
        <p:spPr>
          <a:xfrm>
            <a:off x="3855513" y="532276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2C5FBDA-1083-4457-A84E-0383319636D9}"/>
              </a:ext>
            </a:extLst>
          </p:cNvPr>
          <p:cNvSpPr/>
          <p:nvPr/>
        </p:nvSpPr>
        <p:spPr>
          <a:xfrm>
            <a:off x="4779850" y="36056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E9BC4-60DF-5851-B4FB-CCF3F9B46326}"/>
              </a:ext>
            </a:extLst>
          </p:cNvPr>
          <p:cNvSpPr txBox="1"/>
          <p:nvPr/>
        </p:nvSpPr>
        <p:spPr>
          <a:xfrm>
            <a:off x="447763" y="605568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1A2D84E-C968-A3D5-394F-4747991C6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867460" y="1174694"/>
            <a:ext cx="6675120" cy="46914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33FD54-866C-33F0-23FB-03E29C9A0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098343" y="1174696"/>
            <a:ext cx="6675120" cy="4691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8279</TotalTime>
  <Words>118</Words>
  <Application>Microsoft Office PowerPoint</Application>
  <PresentationFormat>A4 Paper (210x297 mm)</PresentationFormat>
  <Paragraphs>36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 Light</vt:lpstr>
      <vt:lpstr>Arial</vt:lpstr>
      <vt:lpstr>Fira Code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353</cp:revision>
  <cp:lastPrinted>2024-08-31T17:38:41Z</cp:lastPrinted>
  <dcterms:created xsi:type="dcterms:W3CDTF">2017-01-17T16:57:04Z</dcterms:created>
  <dcterms:modified xsi:type="dcterms:W3CDTF">2024-08-31T17:40:26Z</dcterms:modified>
</cp:coreProperties>
</file>