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5" r:id="rId2"/>
    <p:sldId id="958" r:id="rId3"/>
    <p:sldId id="961" r:id="rId4"/>
    <p:sldId id="960" r:id="rId5"/>
    <p:sldId id="959" r:id="rId6"/>
    <p:sldId id="967" r:id="rId7"/>
    <p:sldId id="963" r:id="rId8"/>
    <p:sldId id="964" r:id="rId9"/>
    <p:sldId id="966" r:id="rId10"/>
  </p:sldIdLst>
  <p:sldSz cx="9906000" cy="6858000" type="A4"/>
  <p:notesSz cx="7104063" cy="10234613"/>
  <p:embeddedFontLst>
    <p:embeddedFont>
      <p:font typeface="ADLaM Display" panose="02010000000000000000" pitchFamily="2" charset="0"/>
      <p:regular r:id="rId12"/>
    </p:embeddedFont>
    <p:embeddedFont>
      <p:font typeface="Cambria Math" panose="02040503050406030204" pitchFamily="18" charset="0"/>
      <p:regular r:id="rId13"/>
    </p:embeddedFont>
    <p:embeddedFont>
      <p:font typeface="Comic Sans MS" panose="030F0702030302020204" pitchFamily="66" charset="0"/>
      <p:regular r:id="rId14"/>
      <p:bold r:id="rId15"/>
      <p:italic r:id="rId16"/>
      <p:boldItalic r:id="rId17"/>
    </p:embeddedFont>
    <p:embeddedFont>
      <p:font typeface="Trade Gothic Inline" panose="020B0504030203020204" pitchFamily="34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5"/>
          </p14:sldIdLst>
        </p14:section>
        <p14:section name="Көрсөтүү үчүн" id="{059544AC-2C27-45B1-9F95-F87DF8854DD6}">
          <p14:sldIdLst>
            <p14:sldId id="958"/>
            <p14:sldId id="961"/>
          </p14:sldIdLst>
        </p14:section>
        <p14:section name="Жообу" id="{1FEDB314-42DC-4694-9B04-D4A4AAE625F7}">
          <p14:sldIdLst>
            <p14:sldId id="960"/>
            <p14:sldId id="959"/>
          </p14:sldIdLst>
        </p14:section>
        <p14:section name="Таркатма барактар" id="{A78D9305-6AAE-4715-A210-52F6908F30F7}">
          <p14:sldIdLst>
            <p14:sldId id="967"/>
            <p14:sldId id="963"/>
            <p14:sldId id="964"/>
          </p14:sldIdLst>
        </p14:section>
        <p14:section name="Кайтарым байланыш" id="{F3D720CF-F566-46A6-9361-125255B68FA6}">
          <p14:sldIdLst>
            <p14:sldId id="9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66" d="100"/>
          <a:sy n="66" d="100"/>
        </p:scale>
        <p:origin x="1272" y="3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16.png"/><Relationship Id="rId39" Type="http://schemas.openxmlformats.org/officeDocument/2006/relationships/image" Target="../media/image23.png"/><Relationship Id="rId3" Type="http://schemas.openxmlformats.org/officeDocument/2006/relationships/image" Target="../media/image5.png"/><Relationship Id="rId34" Type="http://schemas.openxmlformats.org/officeDocument/2006/relationships/image" Target="../media/image19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4.png"/><Relationship Id="rId25" Type="http://schemas.openxmlformats.org/officeDocument/2006/relationships/image" Target="../media/image12.png"/><Relationship Id="rId33" Type="http://schemas.openxmlformats.org/officeDocument/2006/relationships/image" Target="../media/image35.png"/><Relationship Id="rId38" Type="http://schemas.openxmlformats.org/officeDocument/2006/relationships/image" Target="../media/image22.png"/><Relationship Id="rId2" Type="http://schemas.openxmlformats.org/officeDocument/2006/relationships/image" Target="../media/image410.png"/><Relationship Id="rId16" Type="http://schemas.openxmlformats.org/officeDocument/2006/relationships/image" Target="../media/image18.png"/><Relationship Id="rId20" Type="http://schemas.openxmlformats.org/officeDocument/2006/relationships/image" Target="../media/image6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7" Type="http://schemas.openxmlformats.org/officeDocument/2006/relationships/image" Target="../media/image21.png"/><Relationship Id="rId5" Type="http://schemas.openxmlformats.org/officeDocument/2006/relationships/image" Target="../media/image7.png"/><Relationship Id="rId23" Type="http://schemas.openxmlformats.org/officeDocument/2006/relationships/image" Target="../media/image25.png"/><Relationship Id="rId36" Type="http://schemas.openxmlformats.org/officeDocument/2006/relationships/image" Target="../media/image38.png"/><Relationship Id="rId49" Type="http://schemas.openxmlformats.org/officeDocument/2006/relationships/image" Target="../media/image51.png"/><Relationship Id="rId10" Type="http://schemas.openxmlformats.org/officeDocument/2006/relationships/image" Target="../media/image3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30" Type="http://schemas.openxmlformats.org/officeDocument/2006/relationships/image" Target="../media/image32.png"/><Relationship Id="rId35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4.png"/><Relationship Id="rId51" Type="http://schemas.openxmlformats.org/officeDocument/2006/relationships/image" Target="../media/image3.png"/><Relationship Id="rId3" Type="http://schemas.openxmlformats.org/officeDocument/2006/relationships/image" Target="../media/image5.png"/><Relationship Id="rId50" Type="http://schemas.openxmlformats.org/officeDocument/2006/relationships/image" Target="../media/image2.png"/><Relationship Id="rId55" Type="http://schemas.openxmlformats.org/officeDocument/2006/relationships/image" Target="../media/image19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5" Type="http://schemas.openxmlformats.org/officeDocument/2006/relationships/image" Target="../media/image270.png"/><Relationship Id="rId33" Type="http://schemas.openxmlformats.org/officeDocument/2006/relationships/image" Target="../media/image35.png"/><Relationship Id="rId2" Type="http://schemas.openxmlformats.org/officeDocument/2006/relationships/image" Target="../media/image410.png"/><Relationship Id="rId16" Type="http://schemas.openxmlformats.org/officeDocument/2006/relationships/image" Target="../media/image18.png"/><Relationship Id="rId20" Type="http://schemas.openxmlformats.org/officeDocument/2006/relationships/image" Target="../media/image220.png"/><Relationship Id="rId29" Type="http://schemas.openxmlformats.org/officeDocument/2006/relationships/image" Target="../media/image31.png"/><Relationship Id="rId5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21.png"/><Relationship Id="rId24" Type="http://schemas.openxmlformats.org/officeDocument/2006/relationships/image" Target="../media/image26.png"/><Relationship Id="rId53" Type="http://schemas.openxmlformats.org/officeDocument/2006/relationships/image" Target="../media/image6.png"/><Relationship Id="rId5" Type="http://schemas.openxmlformats.org/officeDocument/2006/relationships/image" Target="../media/image7.png"/><Relationship Id="rId15" Type="http://schemas.openxmlformats.org/officeDocument/2006/relationships/image" Target="../media/image170.png"/><Relationship Id="rId23" Type="http://schemas.openxmlformats.org/officeDocument/2006/relationships/image" Target="../media/image25.png"/><Relationship Id="rId36" Type="http://schemas.openxmlformats.org/officeDocument/2006/relationships/image" Target="../media/image38.png"/><Relationship Id="rId49" Type="http://schemas.openxmlformats.org/officeDocument/2006/relationships/image" Target="../media/image51.png"/><Relationship Id="rId57" Type="http://schemas.openxmlformats.org/officeDocument/2006/relationships/image" Target="../media/image23.png"/><Relationship Id="rId19" Type="http://schemas.openxmlformats.org/officeDocument/2006/relationships/image" Target="../media/image210.png"/><Relationship Id="rId52" Type="http://schemas.openxmlformats.org/officeDocument/2006/relationships/image" Target="../media/image4.png"/><Relationship Id="rId9" Type="http://schemas.openxmlformats.org/officeDocument/2006/relationships/image" Target="../media/image110.png"/><Relationship Id="rId14" Type="http://schemas.openxmlformats.org/officeDocument/2006/relationships/image" Target="../media/image160.png"/><Relationship Id="rId22" Type="http://schemas.openxmlformats.org/officeDocument/2006/relationships/image" Target="../media/image27.png"/><Relationship Id="rId30" Type="http://schemas.openxmlformats.org/officeDocument/2006/relationships/image" Target="../media/image32.png"/><Relationship Id="rId35" Type="http://schemas.openxmlformats.org/officeDocument/2006/relationships/image" Target="../media/image20.png"/><Relationship Id="rId56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4.pn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42" Type="http://schemas.openxmlformats.org/officeDocument/2006/relationships/image" Target="../media/image44.png"/><Relationship Id="rId47" Type="http://schemas.openxmlformats.org/officeDocument/2006/relationships/image" Target="../media/image49.png"/><Relationship Id="rId50" Type="http://schemas.openxmlformats.org/officeDocument/2006/relationships/image" Target="../media/image52.png"/><Relationship Id="rId55" Type="http://schemas.openxmlformats.org/officeDocument/2006/relationships/image" Target="../media/image12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5" Type="http://schemas.openxmlformats.org/officeDocument/2006/relationships/image" Target="../media/image270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" Type="http://schemas.openxmlformats.org/officeDocument/2006/relationships/image" Target="../media/image410.png"/><Relationship Id="rId16" Type="http://schemas.openxmlformats.org/officeDocument/2006/relationships/image" Target="../media/image18.png"/><Relationship Id="rId20" Type="http://schemas.openxmlformats.org/officeDocument/2006/relationships/image" Target="../media/image220.png"/><Relationship Id="rId29" Type="http://schemas.openxmlformats.org/officeDocument/2006/relationships/image" Target="../media/image31.png"/><Relationship Id="rId41" Type="http://schemas.openxmlformats.org/officeDocument/2006/relationships/image" Target="../media/image43.png"/><Relationship Id="rId5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21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2.png"/><Relationship Id="rId45" Type="http://schemas.openxmlformats.org/officeDocument/2006/relationships/image" Target="../media/image47.png"/><Relationship Id="rId53" Type="http://schemas.openxmlformats.org/officeDocument/2006/relationships/image" Target="../media/image4.png"/><Relationship Id="rId58" Type="http://schemas.openxmlformats.org/officeDocument/2006/relationships/image" Target="../media/image23.png"/><Relationship Id="rId5" Type="http://schemas.openxmlformats.org/officeDocument/2006/relationships/image" Target="../media/image7.png"/><Relationship Id="rId15" Type="http://schemas.openxmlformats.org/officeDocument/2006/relationships/image" Target="../media/image170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png"/><Relationship Id="rId57" Type="http://schemas.openxmlformats.org/officeDocument/2006/relationships/image" Target="../media/image21.png"/><Relationship Id="rId19" Type="http://schemas.openxmlformats.org/officeDocument/2006/relationships/image" Target="../media/image210.png"/><Relationship Id="rId31" Type="http://schemas.openxmlformats.org/officeDocument/2006/relationships/image" Target="../media/image33.png"/><Relationship Id="rId44" Type="http://schemas.openxmlformats.org/officeDocument/2006/relationships/image" Target="../media/image46.png"/><Relationship Id="rId52" Type="http://schemas.openxmlformats.org/officeDocument/2006/relationships/image" Target="../media/image3.png"/><Relationship Id="rId9" Type="http://schemas.openxmlformats.org/officeDocument/2006/relationships/image" Target="../media/image110.png"/><Relationship Id="rId14" Type="http://schemas.openxmlformats.org/officeDocument/2006/relationships/image" Target="../media/image160.png"/><Relationship Id="rId22" Type="http://schemas.openxmlformats.org/officeDocument/2006/relationships/image" Target="../media/image27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56" Type="http://schemas.openxmlformats.org/officeDocument/2006/relationships/image" Target="../media/image19.png"/><Relationship Id="rId8" Type="http://schemas.openxmlformats.org/officeDocument/2006/relationships/image" Target="../media/image10.png"/><Relationship Id="rId5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16.png"/><Relationship Id="rId39" Type="http://schemas.openxmlformats.org/officeDocument/2006/relationships/image" Target="../media/image23.png"/><Relationship Id="rId3" Type="http://schemas.openxmlformats.org/officeDocument/2006/relationships/image" Target="../media/image5.png"/><Relationship Id="rId34" Type="http://schemas.openxmlformats.org/officeDocument/2006/relationships/image" Target="../media/image19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4.png"/><Relationship Id="rId25" Type="http://schemas.openxmlformats.org/officeDocument/2006/relationships/image" Target="../media/image12.png"/><Relationship Id="rId33" Type="http://schemas.openxmlformats.org/officeDocument/2006/relationships/image" Target="../media/image35.png"/><Relationship Id="rId38" Type="http://schemas.openxmlformats.org/officeDocument/2006/relationships/image" Target="../media/image22.png"/><Relationship Id="rId2" Type="http://schemas.openxmlformats.org/officeDocument/2006/relationships/image" Target="../media/image410.png"/><Relationship Id="rId16" Type="http://schemas.openxmlformats.org/officeDocument/2006/relationships/image" Target="../media/image18.png"/><Relationship Id="rId20" Type="http://schemas.openxmlformats.org/officeDocument/2006/relationships/image" Target="../media/image6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7" Type="http://schemas.openxmlformats.org/officeDocument/2006/relationships/image" Target="../media/image21.png"/><Relationship Id="rId5" Type="http://schemas.openxmlformats.org/officeDocument/2006/relationships/image" Target="../media/image7.png"/><Relationship Id="rId23" Type="http://schemas.openxmlformats.org/officeDocument/2006/relationships/image" Target="../media/image25.png"/><Relationship Id="rId36" Type="http://schemas.openxmlformats.org/officeDocument/2006/relationships/image" Target="../media/image38.png"/><Relationship Id="rId49" Type="http://schemas.openxmlformats.org/officeDocument/2006/relationships/image" Target="../media/image51.png"/><Relationship Id="rId10" Type="http://schemas.openxmlformats.org/officeDocument/2006/relationships/image" Target="../media/image3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30" Type="http://schemas.openxmlformats.org/officeDocument/2006/relationships/image" Target="../media/image32.png"/><Relationship Id="rId35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885ECC4-EC48-D304-D580-69B8B91AE60F}"/>
              </a:ext>
            </a:extLst>
          </p:cNvPr>
          <p:cNvSpPr txBox="1">
            <a:spLocks/>
          </p:cNvSpPr>
          <p:nvPr/>
        </p:nvSpPr>
        <p:spPr>
          <a:xfrm>
            <a:off x="116840" y="199834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>
                <a:ea typeface="ADLaM Display" panose="02010000000000000000" pitchFamily="2" charset="0"/>
                <a:cs typeface="ADLaM Display" panose="02010000000000000000" pitchFamily="2" charset="0"/>
              </a:rPr>
              <a:t>Кайталануучу ондуктар – Айландыруу – Иш барагы А</a:t>
            </a:r>
            <a:endParaRPr lang="en-US" dirty="0">
              <a:latin typeface="Trade Gothic Inline" panose="020F050202020403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dirty="0"/>
          </a:p>
          <a:p>
            <a:endParaRPr lang="ky-KG" dirty="0"/>
          </a:p>
          <a:p>
            <a:r>
              <a:rPr lang="ky-KG" dirty="0"/>
              <a:t>Иш барагы 3 өлчөмдө</a:t>
            </a:r>
            <a:r>
              <a:rPr lang="en-US" dirty="0"/>
              <a:t> </a:t>
            </a:r>
            <a:r>
              <a:rPr lang="ky-KG" dirty="0"/>
              <a:t>даярдалган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8B80EEB-8661-88B8-DA1E-AF8A42E236DF}"/>
              </a:ext>
            </a:extLst>
          </p:cNvPr>
          <p:cNvSpPr txBox="1">
            <a:spLocks/>
          </p:cNvSpPr>
          <p:nvPr/>
        </p:nvSpPr>
        <p:spPr>
          <a:xfrm>
            <a:off x="0" y="39147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3305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DEA009-63A0-DD99-9258-A51ED2BD8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91" y="484632"/>
            <a:ext cx="8795288" cy="526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8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/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/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FBCBD0D-F4EF-FC4C-9BB5-79B4305AE9B4}"/>
              </a:ext>
            </a:extLst>
          </p:cNvPr>
          <p:cNvSpPr txBox="1"/>
          <p:nvPr/>
        </p:nvSpPr>
        <p:spPr>
          <a:xfrm>
            <a:off x="3039917" y="-30579"/>
            <a:ext cx="4533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latin typeface="Comic Sans MS" panose="030F0702030302020204" pitchFamily="66" charset="0"/>
              </a:rPr>
              <a:t>Кайталануучу ондуктарды бөлчөккө айландыруу</a:t>
            </a:r>
            <a:endParaRPr lang="en-GB" sz="1400" b="1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738D0A-AA64-BA33-F3BD-A9B48D051AD7}"/>
                  </a:ext>
                </a:extLst>
              </p:cNvPr>
              <p:cNvSpPr txBox="1"/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ky-KG" sz="1200" dirty="0"/>
                  <a:t>  бөлчөккө айландыруу үчүн:</a:t>
                </a:r>
                <a:endParaRPr lang="en-GB" sz="1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738D0A-AA64-BA33-F3BD-A9B48D051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blipFill>
                <a:blip r:embed="rId4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/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/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/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FF91C064-2D86-360D-3B91-E1096A559E48}"/>
              </a:ext>
            </a:extLst>
          </p:cNvPr>
          <p:cNvSpPr/>
          <p:nvPr/>
        </p:nvSpPr>
        <p:spPr>
          <a:xfrm>
            <a:off x="906939" y="68199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3AFF7C-8613-D078-B254-24739A3C63F1}"/>
              </a:ext>
            </a:extLst>
          </p:cNvPr>
          <p:cNvSpPr/>
          <p:nvPr/>
        </p:nvSpPr>
        <p:spPr>
          <a:xfrm>
            <a:off x="906939" y="97726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99C658A-4E62-6530-8B34-979353DA445A}"/>
              </a:ext>
            </a:extLst>
          </p:cNvPr>
          <p:cNvSpPr/>
          <p:nvPr/>
        </p:nvSpPr>
        <p:spPr>
          <a:xfrm>
            <a:off x="1133475" y="1698825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E90CE26-D39E-0C3E-9661-048C879B0710}"/>
              </a:ext>
            </a:extLst>
          </p:cNvPr>
          <p:cNvSpPr/>
          <p:nvPr/>
        </p:nvSpPr>
        <p:spPr>
          <a:xfrm>
            <a:off x="15933" y="15933"/>
            <a:ext cx="2718955" cy="2128751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/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/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1CFC8D-1463-72D0-6395-4F4CEB3BD6B7}"/>
                  </a:ext>
                </a:extLst>
              </p:cNvPr>
              <p:cNvSpPr txBox="1"/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а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r>
                  <a:rPr lang="ky-KG" sz="1200" dirty="0"/>
                  <a:t>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1CFC8D-1463-72D0-6395-4F4CEB3BD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blipFill>
                <a:blip r:embed="rId10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/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/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B9E35FD2-A047-FDA1-5F53-5D605005D316}"/>
              </a:ext>
            </a:extLst>
          </p:cNvPr>
          <p:cNvSpPr/>
          <p:nvPr/>
        </p:nvSpPr>
        <p:spPr>
          <a:xfrm>
            <a:off x="4089329" y="11281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3002B05-ADA4-5D07-3990-D7F1F0BE5DAA}"/>
              </a:ext>
            </a:extLst>
          </p:cNvPr>
          <p:cNvSpPr/>
          <p:nvPr/>
        </p:nvSpPr>
        <p:spPr>
          <a:xfrm>
            <a:off x="4089329" y="142338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565F92D-2EF7-36DA-A236-2BCCE7BF7213}"/>
              </a:ext>
            </a:extLst>
          </p:cNvPr>
          <p:cNvSpPr/>
          <p:nvPr/>
        </p:nvSpPr>
        <p:spPr>
          <a:xfrm>
            <a:off x="4315865" y="21449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/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437B831-2F3A-CD19-CF70-3EF15B1EF444}"/>
                  </a:ext>
                </a:extLst>
              </p:cNvPr>
              <p:cNvSpPr txBox="1"/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б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  <a:p>
                <a:pPr marL="228600" indent="-228600">
                  <a:buAutoNum type="alphaLcParenR" startAt="2"/>
                </a:pPr>
                <a:endParaRPr lang="en-GB" sz="1200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437B831-2F3A-CD19-CF70-3EF15B1EF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818" t="-98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t="-98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/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/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>
            <a:extLst>
              <a:ext uri="{FF2B5EF4-FFF2-40B4-BE49-F238E27FC236}">
                <a16:creationId xmlns:a16="http://schemas.microsoft.com/office/drawing/2014/main" id="{7B5A6E1A-CB66-DCFF-B5DE-9CB2A214C250}"/>
              </a:ext>
            </a:extLst>
          </p:cNvPr>
          <p:cNvSpPr/>
          <p:nvPr/>
        </p:nvSpPr>
        <p:spPr>
          <a:xfrm>
            <a:off x="7985399" y="832312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3B46824-2B1B-A83F-2021-23A737E2B27B}"/>
              </a:ext>
            </a:extLst>
          </p:cNvPr>
          <p:cNvSpPr/>
          <p:nvPr/>
        </p:nvSpPr>
        <p:spPr>
          <a:xfrm>
            <a:off x="7985399" y="1127587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C54153E5-CB13-647E-3443-26D0510C3583}"/>
              </a:ext>
            </a:extLst>
          </p:cNvPr>
          <p:cNvSpPr/>
          <p:nvPr/>
        </p:nvSpPr>
        <p:spPr>
          <a:xfrm>
            <a:off x="7878560" y="1849147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/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/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A2E898F-DEC3-01A7-564B-5FA7FAD1CA76}"/>
                  </a:ext>
                </a:extLst>
              </p:cNvPr>
              <p:cNvSpPr txBox="1"/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в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 smtClean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A2E898F-DEC3-01A7-564B-5FA7FAD1C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blipFill>
                <a:blip r:embed="rId20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" name="Table 16">
            <a:extLst>
              <a:ext uri="{FF2B5EF4-FFF2-40B4-BE49-F238E27FC236}">
                <a16:creationId xmlns:a16="http://schemas.microsoft.com/office/drawing/2014/main" id="{422AD2FA-726B-48E1-01FF-C00058FEFEE3}"/>
              </a:ext>
            </a:extLst>
          </p:cNvPr>
          <p:cNvGraphicFramePr>
            <a:graphicFrameLocks noGrp="1"/>
          </p:cNvGraphicFramePr>
          <p:nvPr/>
        </p:nvGraphicFramePr>
        <p:xfrm>
          <a:off x="715645" y="3004714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/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/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Arrow: Right 82">
            <a:extLst>
              <a:ext uri="{FF2B5EF4-FFF2-40B4-BE49-F238E27FC236}">
                <a16:creationId xmlns:a16="http://schemas.microsoft.com/office/drawing/2014/main" id="{07819267-B4D2-D5A8-4A76-56BAC1B7A204}"/>
              </a:ext>
            </a:extLst>
          </p:cNvPr>
          <p:cNvSpPr/>
          <p:nvPr/>
        </p:nvSpPr>
        <p:spPr>
          <a:xfrm>
            <a:off x="1243965" y="413532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/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7D6D862-7528-8BB6-C234-59A931E989AD}"/>
                  </a:ext>
                </a:extLst>
              </p:cNvPr>
              <p:cNvSpPr txBox="1"/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г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7D6D862-7528-8BB6-C234-59A931E98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blipFill>
                <a:blip r:embed="rId25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8" name="Table 16">
            <a:extLst>
              <a:ext uri="{FF2B5EF4-FFF2-40B4-BE49-F238E27FC236}">
                <a16:creationId xmlns:a16="http://schemas.microsoft.com/office/drawing/2014/main" id="{32DC14A5-0866-EDAF-09F7-41F4633C3DE2}"/>
              </a:ext>
            </a:extLst>
          </p:cNvPr>
          <p:cNvGraphicFramePr>
            <a:graphicFrameLocks noGrp="1"/>
          </p:cNvGraphicFramePr>
          <p:nvPr/>
        </p:nvGraphicFramePr>
        <p:xfrm>
          <a:off x="4245090" y="3136332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/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/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Arrow: Right 93">
            <a:extLst>
              <a:ext uri="{FF2B5EF4-FFF2-40B4-BE49-F238E27FC236}">
                <a16:creationId xmlns:a16="http://schemas.microsoft.com/office/drawing/2014/main" id="{F5C01180-8146-72A0-5BBF-8DB2A920D7FA}"/>
              </a:ext>
            </a:extLst>
          </p:cNvPr>
          <p:cNvSpPr/>
          <p:nvPr/>
        </p:nvSpPr>
        <p:spPr>
          <a:xfrm>
            <a:off x="4773410" y="4266938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/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4F724E6-2536-62F8-B795-1242AA2C9C35}"/>
                  </a:ext>
                </a:extLst>
              </p:cNvPr>
              <p:cNvSpPr txBox="1"/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д)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y-KG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4F724E6-2536-62F8-B795-1242AA2C9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blipFill>
                <a:blip r:embed="rId34"/>
                <a:stretch>
                  <a:fillRect l="-269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/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/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Oval 101">
            <a:extLst>
              <a:ext uri="{FF2B5EF4-FFF2-40B4-BE49-F238E27FC236}">
                <a16:creationId xmlns:a16="http://schemas.microsoft.com/office/drawing/2014/main" id="{CB864439-CEBD-C5C3-F5DA-DDBA097B06F3}"/>
              </a:ext>
            </a:extLst>
          </p:cNvPr>
          <p:cNvSpPr/>
          <p:nvPr/>
        </p:nvSpPr>
        <p:spPr>
          <a:xfrm>
            <a:off x="7786458" y="33166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6C338223-A920-565E-71B5-CC7F0636F81F}"/>
              </a:ext>
            </a:extLst>
          </p:cNvPr>
          <p:cNvSpPr/>
          <p:nvPr/>
        </p:nvSpPr>
        <p:spPr>
          <a:xfrm>
            <a:off x="8015374" y="43334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/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D9481BC-AC23-E9DF-4E69-C4578E2EF0E8}"/>
                  </a:ext>
                </a:extLst>
              </p:cNvPr>
              <p:cNvSpPr txBox="1"/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е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D9481BC-AC23-E9DF-4E69-C4578E2EF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blipFill>
                <a:blip r:embed="rId37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9" name="Table 16">
            <a:extLst>
              <a:ext uri="{FF2B5EF4-FFF2-40B4-BE49-F238E27FC236}">
                <a16:creationId xmlns:a16="http://schemas.microsoft.com/office/drawing/2014/main" id="{246A5BFB-F2F8-19EA-C1F5-173B6FEAD205}"/>
              </a:ext>
            </a:extLst>
          </p:cNvPr>
          <p:cNvGraphicFramePr>
            <a:graphicFrameLocks noGrp="1"/>
          </p:cNvGraphicFramePr>
          <p:nvPr/>
        </p:nvGraphicFramePr>
        <p:xfrm>
          <a:off x="734521" y="5349249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/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/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/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2FCD941-CA14-B8A5-225D-16CE3AA8530C}"/>
                  </a:ext>
                </a:extLst>
              </p:cNvPr>
              <p:cNvSpPr txBox="1"/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ж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y-KG" sz="1200" dirty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ү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2FCD941-CA14-B8A5-225D-16CE3AA85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blipFill>
                <a:blip r:embed="rId38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0" name="Table 16">
            <a:extLst>
              <a:ext uri="{FF2B5EF4-FFF2-40B4-BE49-F238E27FC236}">
                <a16:creationId xmlns:a16="http://schemas.microsoft.com/office/drawing/2014/main" id="{09E8B1BC-32CF-9758-7798-D667937A28E2}"/>
              </a:ext>
            </a:extLst>
          </p:cNvPr>
          <p:cNvGraphicFramePr>
            <a:graphicFrameLocks noGrp="1"/>
          </p:cNvGraphicFramePr>
          <p:nvPr/>
        </p:nvGraphicFramePr>
        <p:xfrm>
          <a:off x="4215302" y="5346825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/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/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/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5AF0724-4A1B-E4C9-580E-74E3CC86D6CE}"/>
                  </a:ext>
                </a:extLst>
              </p:cNvPr>
              <p:cNvSpPr txBox="1"/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з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5AF0724-4A1B-E4C9-580E-74E3CC86D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blipFill>
                <a:blip r:embed="rId39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1" name="Table 16">
            <a:extLst>
              <a:ext uri="{FF2B5EF4-FFF2-40B4-BE49-F238E27FC236}">
                <a16:creationId xmlns:a16="http://schemas.microsoft.com/office/drawing/2014/main" id="{61D72952-411E-FA39-9859-491DCD2EF1AC}"/>
              </a:ext>
            </a:extLst>
          </p:cNvPr>
          <p:cNvGraphicFramePr>
            <a:graphicFrameLocks noGrp="1"/>
          </p:cNvGraphicFramePr>
          <p:nvPr/>
        </p:nvGraphicFramePr>
        <p:xfrm>
          <a:off x="7556327" y="5338513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/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/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225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/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/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/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/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/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FF91C064-2D86-360D-3B91-E1096A559E48}"/>
              </a:ext>
            </a:extLst>
          </p:cNvPr>
          <p:cNvSpPr/>
          <p:nvPr/>
        </p:nvSpPr>
        <p:spPr>
          <a:xfrm>
            <a:off x="906939" y="68199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3AFF7C-8613-D078-B254-24739A3C63F1}"/>
              </a:ext>
            </a:extLst>
          </p:cNvPr>
          <p:cNvSpPr/>
          <p:nvPr/>
        </p:nvSpPr>
        <p:spPr>
          <a:xfrm>
            <a:off x="906939" y="97726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99C658A-4E62-6530-8B34-979353DA445A}"/>
              </a:ext>
            </a:extLst>
          </p:cNvPr>
          <p:cNvSpPr/>
          <p:nvPr/>
        </p:nvSpPr>
        <p:spPr>
          <a:xfrm>
            <a:off x="1133475" y="1698825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E90CE26-D39E-0C3E-9661-048C879B0710}"/>
              </a:ext>
            </a:extLst>
          </p:cNvPr>
          <p:cNvSpPr/>
          <p:nvPr/>
        </p:nvSpPr>
        <p:spPr>
          <a:xfrm>
            <a:off x="15933" y="15933"/>
            <a:ext cx="2718955" cy="2128751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/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/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/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/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701790-B589-CFD8-4CC0-DB090A03FA8A}"/>
                  </a:ext>
                </a:extLst>
              </p:cNvPr>
              <p:cNvSpPr txBox="1"/>
              <p:nvPr/>
            </p:nvSpPr>
            <p:spPr>
              <a:xfrm>
                <a:off x="4815564" y="1946760"/>
                <a:ext cx="592278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701790-B589-CFD8-4CC0-DB090A03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564" y="1946760"/>
                <a:ext cx="592278" cy="438069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B9E35FD2-A047-FDA1-5F53-5D605005D316}"/>
              </a:ext>
            </a:extLst>
          </p:cNvPr>
          <p:cNvSpPr/>
          <p:nvPr/>
        </p:nvSpPr>
        <p:spPr>
          <a:xfrm>
            <a:off x="4089329" y="11281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3002B05-ADA4-5D07-3990-D7F1F0BE5DAA}"/>
              </a:ext>
            </a:extLst>
          </p:cNvPr>
          <p:cNvSpPr/>
          <p:nvPr/>
        </p:nvSpPr>
        <p:spPr>
          <a:xfrm>
            <a:off x="4089329" y="142338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565F92D-2EF7-36DA-A236-2BCCE7BF7213}"/>
              </a:ext>
            </a:extLst>
          </p:cNvPr>
          <p:cNvSpPr/>
          <p:nvPr/>
        </p:nvSpPr>
        <p:spPr>
          <a:xfrm>
            <a:off x="4315865" y="21449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6797671-B3F1-147D-C317-D750DDE26C53}"/>
                  </a:ext>
                </a:extLst>
              </p:cNvPr>
              <p:cNvSpPr txBox="1"/>
              <p:nvPr/>
            </p:nvSpPr>
            <p:spPr>
              <a:xfrm>
                <a:off x="6954085" y="1765416"/>
                <a:ext cx="7621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6797671-B3F1-147D-C317-D750DDE26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85" y="1765416"/>
                <a:ext cx="76219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/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201818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307407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400000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500000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818" t="-98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t="-98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201818" t="-98000" r="-3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307407" t="-98000" r="-20740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400000" t="-98000" r="-10363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500000" t="-98000" r="-363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818" t="-202041" r="-5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t="-202041" r="-4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/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/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105C028-A10C-3552-35A3-EAB78DDA3204}"/>
                  </a:ext>
                </a:extLst>
              </p:cNvPr>
              <p:cNvSpPr txBox="1"/>
              <p:nvPr/>
            </p:nvSpPr>
            <p:spPr>
              <a:xfrm>
                <a:off x="8137523" y="1650967"/>
                <a:ext cx="107375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105C028-A10C-3552-35A3-EAB78DDA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523" y="1650967"/>
                <a:ext cx="1073755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>
            <a:extLst>
              <a:ext uri="{FF2B5EF4-FFF2-40B4-BE49-F238E27FC236}">
                <a16:creationId xmlns:a16="http://schemas.microsoft.com/office/drawing/2014/main" id="{7B5A6E1A-CB66-DCFF-B5DE-9CB2A214C250}"/>
              </a:ext>
            </a:extLst>
          </p:cNvPr>
          <p:cNvSpPr/>
          <p:nvPr/>
        </p:nvSpPr>
        <p:spPr>
          <a:xfrm>
            <a:off x="7985399" y="832312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3B46824-2B1B-A83F-2021-23A737E2B27B}"/>
              </a:ext>
            </a:extLst>
          </p:cNvPr>
          <p:cNvSpPr/>
          <p:nvPr/>
        </p:nvSpPr>
        <p:spPr>
          <a:xfrm>
            <a:off x="7985399" y="1127587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C54153E5-CB13-647E-3443-26D0510C3583}"/>
              </a:ext>
            </a:extLst>
          </p:cNvPr>
          <p:cNvSpPr/>
          <p:nvPr/>
        </p:nvSpPr>
        <p:spPr>
          <a:xfrm>
            <a:off x="7878560" y="1849147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/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/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7" name="Table 16">
                <a:extLst>
                  <a:ext uri="{FF2B5EF4-FFF2-40B4-BE49-F238E27FC236}">
                    <a16:creationId xmlns:a16="http://schemas.microsoft.com/office/drawing/2014/main" id="{422AD2FA-726B-48E1-01FF-C00058FEFE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5645" y="300471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7" name="Table 16">
                <a:extLst>
                  <a:ext uri="{FF2B5EF4-FFF2-40B4-BE49-F238E27FC236}">
                    <a16:creationId xmlns:a16="http://schemas.microsoft.com/office/drawing/2014/main" id="{422AD2FA-726B-48E1-01FF-C00058FEFE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5645" y="300471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01818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201818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307407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400000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500000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818" t="-98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01818" t="-98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201818" t="-98000" r="-3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307407" t="-98000" r="-20740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400000" t="-98000" r="-10363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500000" t="-98000" r="-363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818" t="-202041" r="-5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01818" t="-202041" r="-4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/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/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89C7E74-4EE8-C44A-165D-C5CF92C794C8}"/>
                  </a:ext>
                </a:extLst>
              </p:cNvPr>
              <p:cNvSpPr txBox="1"/>
              <p:nvPr/>
            </p:nvSpPr>
            <p:spPr>
              <a:xfrm>
                <a:off x="1701187" y="3937140"/>
                <a:ext cx="6772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89C7E74-4EE8-C44A-165D-C5CF92C79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187" y="3937140"/>
                <a:ext cx="677237" cy="43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Oval 80">
            <a:extLst>
              <a:ext uri="{FF2B5EF4-FFF2-40B4-BE49-F238E27FC236}">
                <a16:creationId xmlns:a16="http://schemas.microsoft.com/office/drawing/2014/main" id="{CEDCE013-74F6-1D06-A6D9-9F5ED7D84234}"/>
              </a:ext>
            </a:extLst>
          </p:cNvPr>
          <p:cNvSpPr/>
          <p:nvPr/>
        </p:nvSpPr>
        <p:spPr>
          <a:xfrm>
            <a:off x="1350804" y="3118485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B7249D7-0BA1-98D9-1051-6C0F3A264084}"/>
              </a:ext>
            </a:extLst>
          </p:cNvPr>
          <p:cNvSpPr/>
          <p:nvPr/>
        </p:nvSpPr>
        <p:spPr>
          <a:xfrm>
            <a:off x="1350804" y="3413760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07819267-B4D2-D5A8-4A76-56BAC1B7A204}"/>
              </a:ext>
            </a:extLst>
          </p:cNvPr>
          <p:cNvSpPr/>
          <p:nvPr/>
        </p:nvSpPr>
        <p:spPr>
          <a:xfrm>
            <a:off x="1243965" y="413532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/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8" name="Table 16">
            <a:extLst>
              <a:ext uri="{FF2B5EF4-FFF2-40B4-BE49-F238E27FC236}">
                <a16:creationId xmlns:a16="http://schemas.microsoft.com/office/drawing/2014/main" id="{32DC14A5-0866-EDAF-09F7-41F4633C3DE2}"/>
              </a:ext>
            </a:extLst>
          </p:cNvPr>
          <p:cNvGraphicFramePr>
            <a:graphicFrameLocks noGrp="1"/>
          </p:cNvGraphicFramePr>
          <p:nvPr/>
        </p:nvGraphicFramePr>
        <p:xfrm>
          <a:off x="4245090" y="3136332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/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/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Arrow: Right 93">
            <a:extLst>
              <a:ext uri="{FF2B5EF4-FFF2-40B4-BE49-F238E27FC236}">
                <a16:creationId xmlns:a16="http://schemas.microsoft.com/office/drawing/2014/main" id="{F5C01180-8146-72A0-5BBF-8DB2A920D7FA}"/>
              </a:ext>
            </a:extLst>
          </p:cNvPr>
          <p:cNvSpPr/>
          <p:nvPr/>
        </p:nvSpPr>
        <p:spPr>
          <a:xfrm>
            <a:off x="4773410" y="4266938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/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/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/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Oval 101">
            <a:extLst>
              <a:ext uri="{FF2B5EF4-FFF2-40B4-BE49-F238E27FC236}">
                <a16:creationId xmlns:a16="http://schemas.microsoft.com/office/drawing/2014/main" id="{CB864439-CEBD-C5C3-F5DA-DDBA097B06F3}"/>
              </a:ext>
            </a:extLst>
          </p:cNvPr>
          <p:cNvSpPr/>
          <p:nvPr/>
        </p:nvSpPr>
        <p:spPr>
          <a:xfrm>
            <a:off x="7786458" y="33166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6C338223-A920-565E-71B5-CC7F0636F81F}"/>
              </a:ext>
            </a:extLst>
          </p:cNvPr>
          <p:cNvSpPr/>
          <p:nvPr/>
        </p:nvSpPr>
        <p:spPr>
          <a:xfrm>
            <a:off x="8015374" y="43334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/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9" name="Table 16">
            <a:extLst>
              <a:ext uri="{FF2B5EF4-FFF2-40B4-BE49-F238E27FC236}">
                <a16:creationId xmlns:a16="http://schemas.microsoft.com/office/drawing/2014/main" id="{246A5BFB-F2F8-19EA-C1F5-173B6FEAD205}"/>
              </a:ext>
            </a:extLst>
          </p:cNvPr>
          <p:cNvGraphicFramePr>
            <a:graphicFrameLocks noGrp="1"/>
          </p:cNvGraphicFramePr>
          <p:nvPr/>
        </p:nvGraphicFramePr>
        <p:xfrm>
          <a:off x="734521" y="5349249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/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/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/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0" name="Table 16">
            <a:extLst>
              <a:ext uri="{FF2B5EF4-FFF2-40B4-BE49-F238E27FC236}">
                <a16:creationId xmlns:a16="http://schemas.microsoft.com/office/drawing/2014/main" id="{09E8B1BC-32CF-9758-7798-D667937A28E2}"/>
              </a:ext>
            </a:extLst>
          </p:cNvPr>
          <p:cNvGraphicFramePr>
            <a:graphicFrameLocks noGrp="1"/>
          </p:cNvGraphicFramePr>
          <p:nvPr/>
        </p:nvGraphicFramePr>
        <p:xfrm>
          <a:off x="4215302" y="5346825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/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/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/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1" name="Table 16">
            <a:extLst>
              <a:ext uri="{FF2B5EF4-FFF2-40B4-BE49-F238E27FC236}">
                <a16:creationId xmlns:a16="http://schemas.microsoft.com/office/drawing/2014/main" id="{61D72952-411E-FA39-9859-491DCD2EF1AC}"/>
              </a:ext>
            </a:extLst>
          </p:cNvPr>
          <p:cNvGraphicFramePr>
            <a:graphicFrameLocks noGrp="1"/>
          </p:cNvGraphicFramePr>
          <p:nvPr/>
        </p:nvGraphicFramePr>
        <p:xfrm>
          <a:off x="7556327" y="5338513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/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/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4CA688B-697F-F4EB-66D7-0036A3CB1300}"/>
              </a:ext>
            </a:extLst>
          </p:cNvPr>
          <p:cNvSpPr txBox="1"/>
          <p:nvPr/>
        </p:nvSpPr>
        <p:spPr>
          <a:xfrm>
            <a:off x="3039917" y="-30579"/>
            <a:ext cx="4533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latin typeface="Comic Sans MS" panose="030F0702030302020204" pitchFamily="66" charset="0"/>
              </a:rPr>
              <a:t>Кайталануучу ондуктарды бөлчөккө айландыруу</a:t>
            </a:r>
            <a:endParaRPr lang="en-GB" sz="1400" b="1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F2CF66-A9C1-9108-16C0-634C9C0BEC2C}"/>
                  </a:ext>
                </a:extLst>
              </p:cNvPr>
              <p:cNvSpPr txBox="1"/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ky-KG" sz="1200" dirty="0"/>
                  <a:t>  бөлчөккө айландыруу үчүн:</a:t>
                </a:r>
                <a:endParaRPr lang="en-GB" sz="1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F2CF66-A9C1-9108-16C0-634C9C0BE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blipFill>
                <a:blip r:embed="rId50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5ABEFE-24C7-060B-7EC5-4759B67E7CE2}"/>
                  </a:ext>
                </a:extLst>
              </p:cNvPr>
              <p:cNvSpPr txBox="1"/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а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r>
                  <a:rPr lang="ky-KG" sz="1200" dirty="0"/>
                  <a:t>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5ABEFE-24C7-060B-7EC5-4759B67E7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blipFill>
                <a:blip r:embed="rId51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2E46BB-27CA-F43E-B468-2789E94303C2}"/>
                  </a:ext>
                </a:extLst>
              </p:cNvPr>
              <p:cNvSpPr txBox="1"/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б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  <a:p>
                <a:pPr marL="228600" indent="-228600">
                  <a:buAutoNum type="alphaLcParenR" startAt="2"/>
                </a:pPr>
                <a:endParaRPr lang="en-GB" sz="12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2E46BB-27CA-F43E-B468-2789E9430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202BDA-E7A0-B0D1-DD28-68815D3526E0}"/>
                  </a:ext>
                </a:extLst>
              </p:cNvPr>
              <p:cNvSpPr txBox="1"/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в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 smtClean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202BDA-E7A0-B0D1-DD28-68815D352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blipFill>
                <a:blip r:embed="rId53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E0D1E5-57C4-2F87-1E31-12225F7C6F88}"/>
                  </a:ext>
                </a:extLst>
              </p:cNvPr>
              <p:cNvSpPr txBox="1"/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г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E0D1E5-57C4-2F87-1E31-12225F7C6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blipFill>
                <a:blip r:embed="rId54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234ADA7-9B9F-D0C8-36D1-575F161711C1}"/>
                  </a:ext>
                </a:extLst>
              </p:cNvPr>
              <p:cNvSpPr txBox="1"/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д)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y-KG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234ADA7-9B9F-D0C8-36D1-575F1617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blipFill>
                <a:blip r:embed="rId55"/>
                <a:stretch>
                  <a:fillRect l="-269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396DEA-2540-7CBB-A1EB-998D2A6A35CD}"/>
                  </a:ext>
                </a:extLst>
              </p:cNvPr>
              <p:cNvSpPr txBox="1"/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е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396DEA-2540-7CBB-A1EB-998D2A6A3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blipFill>
                <a:blip r:embed="rId56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96AEF9-AA9D-1471-459F-F8A1012D0262}"/>
                  </a:ext>
                </a:extLst>
              </p:cNvPr>
              <p:cNvSpPr txBox="1"/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ж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y-KG" sz="1200" dirty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ү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96AEF9-AA9D-1471-459F-F8A1012D0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blipFill>
                <a:blip r:embed="rId11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F0710F-850C-8CD9-815C-BCF4313D983C}"/>
                  </a:ext>
                </a:extLst>
              </p:cNvPr>
              <p:cNvSpPr txBox="1"/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з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0F0710F-850C-8CD9-815C-BCF4313D9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blipFill>
                <a:blip r:embed="rId57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96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/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/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/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/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/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FF91C064-2D86-360D-3B91-E1096A559E48}"/>
              </a:ext>
            </a:extLst>
          </p:cNvPr>
          <p:cNvSpPr/>
          <p:nvPr/>
        </p:nvSpPr>
        <p:spPr>
          <a:xfrm>
            <a:off x="906939" y="68199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3AFF7C-8613-D078-B254-24739A3C63F1}"/>
              </a:ext>
            </a:extLst>
          </p:cNvPr>
          <p:cNvSpPr/>
          <p:nvPr/>
        </p:nvSpPr>
        <p:spPr>
          <a:xfrm>
            <a:off x="906939" y="97726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99C658A-4E62-6530-8B34-979353DA445A}"/>
              </a:ext>
            </a:extLst>
          </p:cNvPr>
          <p:cNvSpPr/>
          <p:nvPr/>
        </p:nvSpPr>
        <p:spPr>
          <a:xfrm>
            <a:off x="1133475" y="1698825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E90CE26-D39E-0C3E-9661-048C879B0710}"/>
              </a:ext>
            </a:extLst>
          </p:cNvPr>
          <p:cNvSpPr/>
          <p:nvPr/>
        </p:nvSpPr>
        <p:spPr>
          <a:xfrm>
            <a:off x="15933" y="15933"/>
            <a:ext cx="2718955" cy="2128751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/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/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/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/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701790-B589-CFD8-4CC0-DB090A03FA8A}"/>
                  </a:ext>
                </a:extLst>
              </p:cNvPr>
              <p:cNvSpPr txBox="1"/>
              <p:nvPr/>
            </p:nvSpPr>
            <p:spPr>
              <a:xfrm>
                <a:off x="4815564" y="1946760"/>
                <a:ext cx="592278" cy="438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701790-B589-CFD8-4CC0-DB090A03F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564" y="1946760"/>
                <a:ext cx="592278" cy="438069"/>
              </a:xfrm>
              <a:prstGeom prst="rect">
                <a:avLst/>
              </a:prstGeom>
              <a:blipFill>
                <a:blip r:embed="rId14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B9E35FD2-A047-FDA1-5F53-5D605005D316}"/>
              </a:ext>
            </a:extLst>
          </p:cNvPr>
          <p:cNvSpPr/>
          <p:nvPr/>
        </p:nvSpPr>
        <p:spPr>
          <a:xfrm>
            <a:off x="4089329" y="11281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3002B05-ADA4-5D07-3990-D7F1F0BE5DAA}"/>
              </a:ext>
            </a:extLst>
          </p:cNvPr>
          <p:cNvSpPr/>
          <p:nvPr/>
        </p:nvSpPr>
        <p:spPr>
          <a:xfrm>
            <a:off x="4089329" y="142338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565F92D-2EF7-36DA-A236-2BCCE7BF7213}"/>
              </a:ext>
            </a:extLst>
          </p:cNvPr>
          <p:cNvSpPr/>
          <p:nvPr/>
        </p:nvSpPr>
        <p:spPr>
          <a:xfrm>
            <a:off x="4315865" y="21449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6797671-B3F1-147D-C317-D750DDE26C53}"/>
                  </a:ext>
                </a:extLst>
              </p:cNvPr>
              <p:cNvSpPr txBox="1"/>
              <p:nvPr/>
            </p:nvSpPr>
            <p:spPr>
              <a:xfrm>
                <a:off x="6954085" y="1765416"/>
                <a:ext cx="7621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6797671-B3F1-147D-C317-D750DDE26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85" y="1765416"/>
                <a:ext cx="762196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/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201818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307407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400000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500000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818" t="-98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t="-98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201818" t="-98000" r="-3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307407" t="-98000" r="-20740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400000" t="-98000" r="-10363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500000" t="-98000" r="-363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818" t="-202041" r="-5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t="-202041" r="-4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/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/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105C028-A10C-3552-35A3-EAB78DDA3204}"/>
                  </a:ext>
                </a:extLst>
              </p:cNvPr>
              <p:cNvSpPr txBox="1"/>
              <p:nvPr/>
            </p:nvSpPr>
            <p:spPr>
              <a:xfrm>
                <a:off x="8137523" y="1650967"/>
                <a:ext cx="1073755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105C028-A10C-3552-35A3-EAB78DDA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523" y="1650967"/>
                <a:ext cx="1073755" cy="439223"/>
              </a:xfrm>
              <a:prstGeom prst="rect">
                <a:avLst/>
              </a:prstGeom>
              <a:blipFill>
                <a:blip r:embed="rId19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>
            <a:extLst>
              <a:ext uri="{FF2B5EF4-FFF2-40B4-BE49-F238E27FC236}">
                <a16:creationId xmlns:a16="http://schemas.microsoft.com/office/drawing/2014/main" id="{7B5A6E1A-CB66-DCFF-B5DE-9CB2A214C250}"/>
              </a:ext>
            </a:extLst>
          </p:cNvPr>
          <p:cNvSpPr/>
          <p:nvPr/>
        </p:nvSpPr>
        <p:spPr>
          <a:xfrm>
            <a:off x="7985399" y="832312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3B46824-2B1B-A83F-2021-23A737E2B27B}"/>
              </a:ext>
            </a:extLst>
          </p:cNvPr>
          <p:cNvSpPr/>
          <p:nvPr/>
        </p:nvSpPr>
        <p:spPr>
          <a:xfrm>
            <a:off x="7985399" y="1127587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C54153E5-CB13-647E-3443-26D0510C3583}"/>
              </a:ext>
            </a:extLst>
          </p:cNvPr>
          <p:cNvSpPr/>
          <p:nvPr/>
        </p:nvSpPr>
        <p:spPr>
          <a:xfrm>
            <a:off x="7878560" y="1849147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/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/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7" name="Table 16">
                <a:extLst>
                  <a:ext uri="{FF2B5EF4-FFF2-40B4-BE49-F238E27FC236}">
                    <a16:creationId xmlns:a16="http://schemas.microsoft.com/office/drawing/2014/main" id="{422AD2FA-726B-48E1-01FF-C00058FEFE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5645" y="300471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7" name="Table 16">
                <a:extLst>
                  <a:ext uri="{FF2B5EF4-FFF2-40B4-BE49-F238E27FC236}">
                    <a16:creationId xmlns:a16="http://schemas.microsoft.com/office/drawing/2014/main" id="{422AD2FA-726B-48E1-01FF-C00058FEFE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15645" y="300471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01818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201818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307407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400000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500000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818" t="-98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01818" t="-98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201818" t="-98000" r="-3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307407" t="-98000" r="-20740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400000" t="-98000" r="-10363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500000" t="-98000" r="-363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818" t="-202041" r="-5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2"/>
                          <a:stretch>
                            <a:fillRect l="-101818" t="-202041" r="-4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/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/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89C7E74-4EE8-C44A-165D-C5CF92C794C8}"/>
                  </a:ext>
                </a:extLst>
              </p:cNvPr>
              <p:cNvSpPr txBox="1"/>
              <p:nvPr/>
            </p:nvSpPr>
            <p:spPr>
              <a:xfrm>
                <a:off x="1701187" y="3937140"/>
                <a:ext cx="67723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89C7E74-4EE8-C44A-165D-C5CF92C79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187" y="3937140"/>
                <a:ext cx="677237" cy="43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Oval 80">
            <a:extLst>
              <a:ext uri="{FF2B5EF4-FFF2-40B4-BE49-F238E27FC236}">
                <a16:creationId xmlns:a16="http://schemas.microsoft.com/office/drawing/2014/main" id="{CEDCE013-74F6-1D06-A6D9-9F5ED7D84234}"/>
              </a:ext>
            </a:extLst>
          </p:cNvPr>
          <p:cNvSpPr/>
          <p:nvPr/>
        </p:nvSpPr>
        <p:spPr>
          <a:xfrm>
            <a:off x="1350804" y="3118485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B7249D7-0BA1-98D9-1051-6C0F3A264084}"/>
              </a:ext>
            </a:extLst>
          </p:cNvPr>
          <p:cNvSpPr/>
          <p:nvPr/>
        </p:nvSpPr>
        <p:spPr>
          <a:xfrm>
            <a:off x="1350804" y="3413760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07819267-B4D2-D5A8-4A76-56BAC1B7A204}"/>
              </a:ext>
            </a:extLst>
          </p:cNvPr>
          <p:cNvSpPr/>
          <p:nvPr/>
        </p:nvSpPr>
        <p:spPr>
          <a:xfrm>
            <a:off x="1243965" y="413532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B830A39-92A0-E36A-6D00-A5BCB1F0DCBE}"/>
                  </a:ext>
                </a:extLst>
              </p:cNvPr>
              <p:cNvSpPr txBox="1"/>
              <p:nvPr/>
            </p:nvSpPr>
            <p:spPr>
              <a:xfrm>
                <a:off x="3806456" y="4183207"/>
                <a:ext cx="8471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=21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B830A39-92A0-E36A-6D00-A5BCB1F0D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456" y="4183207"/>
                <a:ext cx="847155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/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16">
                <a:extLst>
                  <a:ext uri="{FF2B5EF4-FFF2-40B4-BE49-F238E27FC236}">
                    <a16:creationId xmlns:a16="http://schemas.microsoft.com/office/drawing/2014/main" id="{32DC14A5-0866-EDAF-09F7-41F4633C3D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45090" y="3136332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16">
                <a:extLst>
                  <a:ext uri="{FF2B5EF4-FFF2-40B4-BE49-F238E27FC236}">
                    <a16:creationId xmlns:a16="http://schemas.microsoft.com/office/drawing/2014/main" id="{32DC14A5-0866-EDAF-09F7-41F4633C3D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45090" y="3136332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8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/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/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1592F24-AE30-E6CB-AD03-6F2F38C901F3}"/>
                  </a:ext>
                </a:extLst>
              </p:cNvPr>
              <p:cNvSpPr txBox="1"/>
              <p:nvPr/>
            </p:nvSpPr>
            <p:spPr>
              <a:xfrm>
                <a:off x="5045198" y="4068758"/>
                <a:ext cx="104810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1592F24-AE30-E6CB-AD03-6F2F38C90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198" y="4068758"/>
                <a:ext cx="1048107" cy="439223"/>
              </a:xfrm>
              <a:prstGeom prst="rect">
                <a:avLst/>
              </a:prstGeom>
              <a:blipFill>
                <a:blip r:embed="rId3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Oval 91">
            <a:extLst>
              <a:ext uri="{FF2B5EF4-FFF2-40B4-BE49-F238E27FC236}">
                <a16:creationId xmlns:a16="http://schemas.microsoft.com/office/drawing/2014/main" id="{1D73DCA2-7A2A-1573-DCFF-A76C127B12EE}"/>
              </a:ext>
            </a:extLst>
          </p:cNvPr>
          <p:cNvSpPr/>
          <p:nvPr/>
        </p:nvSpPr>
        <p:spPr>
          <a:xfrm>
            <a:off x="4880249" y="3250103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BB3EB13-09A5-E87F-435B-52B778A2F0A4}"/>
              </a:ext>
            </a:extLst>
          </p:cNvPr>
          <p:cNvSpPr/>
          <p:nvPr/>
        </p:nvSpPr>
        <p:spPr>
          <a:xfrm>
            <a:off x="4880249" y="3545378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F5C01180-8146-72A0-5BBF-8DB2A920D7FA}"/>
              </a:ext>
            </a:extLst>
          </p:cNvPr>
          <p:cNvSpPr/>
          <p:nvPr/>
        </p:nvSpPr>
        <p:spPr>
          <a:xfrm>
            <a:off x="4773410" y="4266938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8AD4F5B-DA56-3A85-9616-3B1998DB2C38}"/>
                  </a:ext>
                </a:extLst>
              </p:cNvPr>
              <p:cNvSpPr txBox="1"/>
              <p:nvPr/>
            </p:nvSpPr>
            <p:spPr>
              <a:xfrm>
                <a:off x="7074869" y="4249709"/>
                <a:ext cx="794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=1.9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8AD4F5B-DA56-3A85-9616-3B1998DB2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4869" y="4249709"/>
                <a:ext cx="794256" cy="27699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/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/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/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59FC8AA-9570-A25A-9A30-6D85992A822B}"/>
                  </a:ext>
                </a:extLst>
              </p:cNvPr>
              <p:cNvSpPr txBox="1"/>
              <p:nvPr/>
            </p:nvSpPr>
            <p:spPr>
              <a:xfrm>
                <a:off x="8271132" y="4135260"/>
                <a:ext cx="108016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1.9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59FC8AA-9570-A25A-9A30-6D85992A8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132" y="4135260"/>
                <a:ext cx="1080167" cy="439223"/>
              </a:xfrm>
              <a:prstGeom prst="rect">
                <a:avLst/>
              </a:prstGeom>
              <a:blipFill>
                <a:blip r:embed="rId37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Oval 101">
            <a:extLst>
              <a:ext uri="{FF2B5EF4-FFF2-40B4-BE49-F238E27FC236}">
                <a16:creationId xmlns:a16="http://schemas.microsoft.com/office/drawing/2014/main" id="{CB864439-CEBD-C5C3-F5DA-DDBA097B06F3}"/>
              </a:ext>
            </a:extLst>
          </p:cNvPr>
          <p:cNvSpPr/>
          <p:nvPr/>
        </p:nvSpPr>
        <p:spPr>
          <a:xfrm>
            <a:off x="7786458" y="33166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0155494-42F8-9E3D-D9F4-C3AF5C6188AD}"/>
              </a:ext>
            </a:extLst>
          </p:cNvPr>
          <p:cNvSpPr/>
          <p:nvPr/>
        </p:nvSpPr>
        <p:spPr>
          <a:xfrm>
            <a:off x="7786458" y="3611880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6C338223-A920-565E-71B5-CC7F0636F81F}"/>
              </a:ext>
            </a:extLst>
          </p:cNvPr>
          <p:cNvSpPr/>
          <p:nvPr/>
        </p:nvSpPr>
        <p:spPr>
          <a:xfrm>
            <a:off x="8015374" y="43334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2FFBBA1-4C30-F691-F7B8-F75E47C6B002}"/>
              </a:ext>
            </a:extLst>
          </p:cNvPr>
          <p:cNvSpPr/>
          <p:nvPr/>
        </p:nvSpPr>
        <p:spPr>
          <a:xfrm>
            <a:off x="7786458" y="3914299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A6A69D7-EDB1-5ED2-126D-D3F976634B2F}"/>
                  </a:ext>
                </a:extLst>
              </p:cNvPr>
              <p:cNvSpPr txBox="1"/>
              <p:nvPr/>
            </p:nvSpPr>
            <p:spPr>
              <a:xfrm>
                <a:off x="322336" y="6396124"/>
                <a:ext cx="79425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=2.4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A6A69D7-EDB1-5ED2-126D-D3F976634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36" y="6396124"/>
                <a:ext cx="794256" cy="276999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/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9" name="Table 16">
                <a:extLst>
                  <a:ext uri="{FF2B5EF4-FFF2-40B4-BE49-F238E27FC236}">
                    <a16:creationId xmlns:a16="http://schemas.microsoft.com/office/drawing/2014/main" id="{246A5BFB-F2F8-19EA-C1F5-173B6FEAD2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4521" y="534924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9" name="Table 16">
                <a:extLst>
                  <a:ext uri="{FF2B5EF4-FFF2-40B4-BE49-F238E27FC236}">
                    <a16:creationId xmlns:a16="http://schemas.microsoft.com/office/drawing/2014/main" id="{246A5BFB-F2F8-19EA-C1F5-173B6FEAD2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4521" y="534924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0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/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/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F71675A-CA30-79F9-F1A1-4E976D46EA4A}"/>
                  </a:ext>
                </a:extLst>
              </p:cNvPr>
              <p:cNvSpPr txBox="1"/>
              <p:nvPr/>
            </p:nvSpPr>
            <p:spPr>
              <a:xfrm>
                <a:off x="1466514" y="6281675"/>
                <a:ext cx="1451038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2.4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DF71675A-CA30-79F9-F1A1-4E976D46E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514" y="6281675"/>
                <a:ext cx="1451038" cy="439223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Oval 112">
            <a:extLst>
              <a:ext uri="{FF2B5EF4-FFF2-40B4-BE49-F238E27FC236}">
                <a16:creationId xmlns:a16="http://schemas.microsoft.com/office/drawing/2014/main" id="{B1DF289D-5398-2FE0-4CFE-1251525FE14C}"/>
              </a:ext>
            </a:extLst>
          </p:cNvPr>
          <p:cNvSpPr/>
          <p:nvPr/>
        </p:nvSpPr>
        <p:spPr>
          <a:xfrm>
            <a:off x="1033925" y="5463020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CAE85235-F878-6659-605B-F859CEC1B946}"/>
              </a:ext>
            </a:extLst>
          </p:cNvPr>
          <p:cNvSpPr/>
          <p:nvPr/>
        </p:nvSpPr>
        <p:spPr>
          <a:xfrm>
            <a:off x="1033925" y="5758295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EFEAD8FC-E49A-715B-FF20-FC29C5BC0209}"/>
              </a:ext>
            </a:extLst>
          </p:cNvPr>
          <p:cNvSpPr/>
          <p:nvPr/>
        </p:nvSpPr>
        <p:spPr>
          <a:xfrm>
            <a:off x="1262841" y="6479855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CD830C5A-1C7D-5184-85A9-4BE341988484}"/>
              </a:ext>
            </a:extLst>
          </p:cNvPr>
          <p:cNvSpPr/>
          <p:nvPr/>
        </p:nvSpPr>
        <p:spPr>
          <a:xfrm>
            <a:off x="1033925" y="6060714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445ECF83-5E24-70A6-7D0F-EF531C375AF7}"/>
                  </a:ext>
                </a:extLst>
              </p:cNvPr>
              <p:cNvSpPr txBox="1"/>
              <p:nvPr/>
            </p:nvSpPr>
            <p:spPr>
              <a:xfrm>
                <a:off x="3760638" y="6393700"/>
                <a:ext cx="8792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=1.11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445ECF83-5E24-70A6-7D0F-EF531C375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638" y="6393700"/>
                <a:ext cx="879215" cy="2769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/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0" name="Table 16">
                <a:extLst>
                  <a:ext uri="{FF2B5EF4-FFF2-40B4-BE49-F238E27FC236}">
                    <a16:creationId xmlns:a16="http://schemas.microsoft.com/office/drawing/2014/main" id="{09E8B1BC-32CF-9758-7798-D667937A28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15302" y="5346825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0" name="Table 16">
                <a:extLst>
                  <a:ext uri="{FF2B5EF4-FFF2-40B4-BE49-F238E27FC236}">
                    <a16:creationId xmlns:a16="http://schemas.microsoft.com/office/drawing/2014/main" id="{09E8B1BC-32CF-9758-7798-D667937A28E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215302" y="5346825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4"/>
                          <a:stretch>
                            <a:fillRect l="-201818" t="-202041" r="-3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/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/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1656335-DD4A-B0CD-B531-D94DF21B351C}"/>
                  </a:ext>
                </a:extLst>
              </p:cNvPr>
              <p:cNvSpPr txBox="1"/>
              <p:nvPr/>
            </p:nvSpPr>
            <p:spPr>
              <a:xfrm>
                <a:off x="4914421" y="6279251"/>
                <a:ext cx="1250086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1.11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111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900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1656335-DD4A-B0CD-B531-D94DF21B3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421" y="6279251"/>
                <a:ext cx="1250086" cy="439223"/>
              </a:xfrm>
              <a:prstGeom prst="rect">
                <a:avLst/>
              </a:prstGeom>
              <a:blipFill>
                <a:blip r:embed="rId4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Oval 123">
            <a:extLst>
              <a:ext uri="{FF2B5EF4-FFF2-40B4-BE49-F238E27FC236}">
                <a16:creationId xmlns:a16="http://schemas.microsoft.com/office/drawing/2014/main" id="{BDB7550C-AE06-2356-11ED-4A3842E351EB}"/>
              </a:ext>
            </a:extLst>
          </p:cNvPr>
          <p:cNvSpPr/>
          <p:nvPr/>
        </p:nvSpPr>
        <p:spPr>
          <a:xfrm>
            <a:off x="4517087" y="5460596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4A1F3A9-1C76-36C6-73C6-BF2CDEF58BBC}"/>
              </a:ext>
            </a:extLst>
          </p:cNvPr>
          <p:cNvSpPr/>
          <p:nvPr/>
        </p:nvSpPr>
        <p:spPr>
          <a:xfrm>
            <a:off x="4517087" y="5755871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6" name="Arrow: Right 125">
            <a:extLst>
              <a:ext uri="{FF2B5EF4-FFF2-40B4-BE49-F238E27FC236}">
                <a16:creationId xmlns:a16="http://schemas.microsoft.com/office/drawing/2014/main" id="{767A661A-1D42-F231-F2AD-7CAF9CEECC60}"/>
              </a:ext>
            </a:extLst>
          </p:cNvPr>
          <p:cNvSpPr/>
          <p:nvPr/>
        </p:nvSpPr>
        <p:spPr>
          <a:xfrm>
            <a:off x="4743622" y="6477431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EDFD35E-BF6E-FF6E-222E-7EBC17F8B284}"/>
                  </a:ext>
                </a:extLst>
              </p:cNvPr>
              <p:cNvSpPr txBox="1"/>
              <p:nvPr/>
            </p:nvSpPr>
            <p:spPr>
              <a:xfrm>
                <a:off x="7101663" y="6385388"/>
                <a:ext cx="87921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=13.2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EDFD35E-BF6E-FF6E-222E-7EBC17F8B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663" y="6385388"/>
                <a:ext cx="879215" cy="276999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/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1" name="Table 16">
                <a:extLst>
                  <a:ext uri="{FF2B5EF4-FFF2-40B4-BE49-F238E27FC236}">
                    <a16:creationId xmlns:a16="http://schemas.microsoft.com/office/drawing/2014/main" id="{61D72952-411E-FA39-9859-491DCD2EF1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56327" y="5338513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1" name="Table 16">
                <a:extLst>
                  <a:ext uri="{FF2B5EF4-FFF2-40B4-BE49-F238E27FC236}">
                    <a16:creationId xmlns:a16="http://schemas.microsoft.com/office/drawing/2014/main" id="{61D72952-411E-FA39-9859-491DCD2EF1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56327" y="5338513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1818" t="-100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101818" t="-100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201818" t="-100000" r="-3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307407" t="-100000" r="-20740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400000" t="-100000" r="-10363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500000" t="-100000" r="-3636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1818" t="-204082" r="-5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101818" t="-204082" r="-4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7"/>
                          <a:stretch>
                            <a:fillRect l="-201818" t="-204082" r="-301818" b="-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/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/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775262F-78DA-E7F5-587E-299AF7C1E422}"/>
                  </a:ext>
                </a:extLst>
              </p:cNvPr>
              <p:cNvSpPr txBox="1"/>
              <p:nvPr/>
            </p:nvSpPr>
            <p:spPr>
              <a:xfrm>
                <a:off x="8209713" y="6270939"/>
                <a:ext cx="1620957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13.2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132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775262F-78DA-E7F5-587E-299AF7C1E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713" y="6270939"/>
                <a:ext cx="1620957" cy="439223"/>
              </a:xfrm>
              <a:prstGeom prst="rect">
                <a:avLst/>
              </a:prstGeom>
              <a:blipFill>
                <a:blip r:embed="rId5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Oval 144">
            <a:extLst>
              <a:ext uri="{FF2B5EF4-FFF2-40B4-BE49-F238E27FC236}">
                <a16:creationId xmlns:a16="http://schemas.microsoft.com/office/drawing/2014/main" id="{2AD51828-A64A-7A5C-371F-DC5FF2E3EB4C}"/>
              </a:ext>
            </a:extLst>
          </p:cNvPr>
          <p:cNvSpPr/>
          <p:nvPr/>
        </p:nvSpPr>
        <p:spPr>
          <a:xfrm>
            <a:off x="8190317" y="5452284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A9B69DF8-FA00-8B3A-8EC0-6521F484A9C4}"/>
              </a:ext>
            </a:extLst>
          </p:cNvPr>
          <p:cNvSpPr/>
          <p:nvPr/>
        </p:nvSpPr>
        <p:spPr>
          <a:xfrm>
            <a:off x="8190317" y="5747559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7" name="Arrow: Right 146">
            <a:extLst>
              <a:ext uri="{FF2B5EF4-FFF2-40B4-BE49-F238E27FC236}">
                <a16:creationId xmlns:a16="http://schemas.microsoft.com/office/drawing/2014/main" id="{F98CFFBA-4AF9-1BA1-3EB4-96549FE31213}"/>
              </a:ext>
            </a:extLst>
          </p:cNvPr>
          <p:cNvSpPr/>
          <p:nvPr/>
        </p:nvSpPr>
        <p:spPr>
          <a:xfrm>
            <a:off x="8030672" y="6469119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5C5C7B32-7CD8-2BB0-38D6-E4A0297AFE73}"/>
              </a:ext>
            </a:extLst>
          </p:cNvPr>
          <p:cNvSpPr/>
          <p:nvPr/>
        </p:nvSpPr>
        <p:spPr>
          <a:xfrm>
            <a:off x="8190317" y="6049978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2293ADAC-B449-D7C6-2715-BD7FB575A035}"/>
              </a:ext>
            </a:extLst>
          </p:cNvPr>
          <p:cNvSpPr/>
          <p:nvPr/>
        </p:nvSpPr>
        <p:spPr>
          <a:xfrm>
            <a:off x="4517087" y="6058290"/>
            <a:ext cx="62705" cy="62705"/>
          </a:xfrm>
          <a:prstGeom prst="ellipse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20FEA9-6B1B-7DBF-D767-4981B2405B00}"/>
              </a:ext>
            </a:extLst>
          </p:cNvPr>
          <p:cNvSpPr txBox="1"/>
          <p:nvPr/>
        </p:nvSpPr>
        <p:spPr>
          <a:xfrm>
            <a:off x="3039917" y="-30579"/>
            <a:ext cx="4533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latin typeface="Comic Sans MS" panose="030F0702030302020204" pitchFamily="66" charset="0"/>
              </a:rPr>
              <a:t>Кайталануучу ондуктарды бөлчөккө айландыруу</a:t>
            </a:r>
            <a:endParaRPr lang="en-GB" sz="1400" b="1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BE5EB0-246F-D045-B640-804083DA07E8}"/>
                  </a:ext>
                </a:extLst>
              </p:cNvPr>
              <p:cNvSpPr txBox="1"/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ky-KG" sz="1200" dirty="0"/>
                  <a:t>  бөлчөккө айландыруу үчүн:</a:t>
                </a:r>
                <a:endParaRPr lang="en-GB" sz="1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1BE5EB0-246F-D045-B640-804083DA0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blipFill>
                <a:blip r:embed="rId51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CA1C7B-21C7-9920-A0A4-4C4BF3FFC8C8}"/>
                  </a:ext>
                </a:extLst>
              </p:cNvPr>
              <p:cNvSpPr txBox="1"/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а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r>
                  <a:rPr lang="ky-KG" sz="1200" dirty="0"/>
                  <a:t>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CA1C7B-21C7-9920-A0A4-4C4BF3FFC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blipFill>
                <a:blip r:embed="rId52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16B245-1326-4ED4-8DAB-6C6576990A31}"/>
                  </a:ext>
                </a:extLst>
              </p:cNvPr>
              <p:cNvSpPr txBox="1"/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б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  <a:p>
                <a:pPr marL="228600" indent="-228600">
                  <a:buAutoNum type="alphaLcParenR" startAt="2"/>
                </a:pPr>
                <a:endParaRPr lang="en-GB" sz="12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16B245-1326-4ED4-8DAB-6C6576990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761464-4E29-F432-F010-92035B94CF1E}"/>
                  </a:ext>
                </a:extLst>
              </p:cNvPr>
              <p:cNvSpPr txBox="1"/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в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 smtClean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8761464-4E29-F432-F010-92035B94C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blipFill>
                <a:blip r:embed="rId54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7A9056-466C-6471-85AB-FC8E9B4C18AB}"/>
                  </a:ext>
                </a:extLst>
              </p:cNvPr>
              <p:cNvSpPr txBox="1"/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г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7A9056-466C-6471-85AB-FC8E9B4C1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blipFill>
                <a:blip r:embed="rId55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476281-B876-CEBF-BB4D-001439D1F76E}"/>
                  </a:ext>
                </a:extLst>
              </p:cNvPr>
              <p:cNvSpPr txBox="1"/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д)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y-KG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1476281-B876-CEBF-BB4D-001439D1F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blipFill>
                <a:blip r:embed="rId56"/>
                <a:stretch>
                  <a:fillRect l="-269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8380436-8AD9-E6E2-85CC-1C8AA4C5451B}"/>
                  </a:ext>
                </a:extLst>
              </p:cNvPr>
              <p:cNvSpPr txBox="1"/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е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8380436-8AD9-E6E2-85CC-1C8AA4C54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blipFill>
                <a:blip r:embed="rId57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AE0BBFF-A7F6-DBA4-E558-47CA4C37A1D4}"/>
                  </a:ext>
                </a:extLst>
              </p:cNvPr>
              <p:cNvSpPr txBox="1"/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ж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y-KG" sz="1200" dirty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ү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AE0BBFF-A7F6-DBA4-E558-47CA4C37A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blipFill>
                <a:blip r:embed="rId11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E98010-2E8D-F33C-CE50-FA60A7EFB5C6}"/>
                  </a:ext>
                </a:extLst>
              </p:cNvPr>
              <p:cNvSpPr txBox="1"/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з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0E98010-2E8D-F33C-CE50-FA60A7EFB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blipFill>
                <a:blip r:embed="rId58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723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/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D73DF3-1980-A2E2-9BB8-EC0246745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79" y="1615094"/>
                <a:ext cx="6772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/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D92719-723C-EA5F-3423-930A6095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58258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FBCBD0D-F4EF-FC4C-9BB5-79B4305AE9B4}"/>
              </a:ext>
            </a:extLst>
          </p:cNvPr>
          <p:cNvSpPr txBox="1"/>
          <p:nvPr/>
        </p:nvSpPr>
        <p:spPr>
          <a:xfrm>
            <a:off x="3039917" y="-30579"/>
            <a:ext cx="45336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400" b="1" dirty="0">
                <a:latin typeface="Comic Sans MS" panose="030F0702030302020204" pitchFamily="66" charset="0"/>
              </a:rPr>
              <a:t>Кайталануучу ондуктарды бөлчөккө айландыруу</a:t>
            </a:r>
            <a:endParaRPr lang="en-GB" sz="1400" b="1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738D0A-AA64-BA33-F3BD-A9B48D051AD7}"/>
                  </a:ext>
                </a:extLst>
              </p:cNvPr>
              <p:cNvSpPr txBox="1"/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</m:oMath>
                </a14:m>
                <a:r>
                  <a:rPr lang="ky-KG" sz="1200" dirty="0"/>
                  <a:t>  бөлчөккө айландыруу үчүн:</a:t>
                </a:r>
                <a:endParaRPr lang="en-GB" sz="1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738D0A-AA64-BA33-F3BD-A9B48D051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40" y="127320"/>
                <a:ext cx="2301079" cy="283989"/>
              </a:xfrm>
              <a:prstGeom prst="rect">
                <a:avLst/>
              </a:prstGeom>
              <a:blipFill>
                <a:blip r:embed="rId4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CAD3C260-689C-2675-FC26-8118278108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5155" y="568219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041" r="-5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818" t="-102041" r="-4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818" t="-102041" r="-301818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407" t="-102041" r="-207407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0" t="-102041" r="-103636" b="-1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0000" t="-102041" r="-3636" b="-1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041" r="-5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/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FC598E-C0F4-E5C1-363B-50146C429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50" y="874686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/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546002-C813-1C8B-C3A8-B68D2CB69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" y="1166786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/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F99291-F814-5E82-91FB-86FAB576C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19" y="1500645"/>
                <a:ext cx="878189" cy="439223"/>
              </a:xfrm>
              <a:prstGeom prst="rect">
                <a:avLst/>
              </a:prstGeom>
              <a:blipFill>
                <a:blip r:embed="rId8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FF91C064-2D86-360D-3B91-E1096A559E48}"/>
              </a:ext>
            </a:extLst>
          </p:cNvPr>
          <p:cNvSpPr/>
          <p:nvPr/>
        </p:nvSpPr>
        <p:spPr>
          <a:xfrm>
            <a:off x="906939" y="68199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3AFF7C-8613-D078-B254-24739A3C63F1}"/>
              </a:ext>
            </a:extLst>
          </p:cNvPr>
          <p:cNvSpPr/>
          <p:nvPr/>
        </p:nvSpPr>
        <p:spPr>
          <a:xfrm>
            <a:off x="906939" y="97726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99C658A-4E62-6530-8B34-979353DA445A}"/>
              </a:ext>
            </a:extLst>
          </p:cNvPr>
          <p:cNvSpPr/>
          <p:nvPr/>
        </p:nvSpPr>
        <p:spPr>
          <a:xfrm>
            <a:off x="1133475" y="1698825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E90CE26-D39E-0C3E-9661-048C879B0710}"/>
              </a:ext>
            </a:extLst>
          </p:cNvPr>
          <p:cNvSpPr/>
          <p:nvPr/>
        </p:nvSpPr>
        <p:spPr>
          <a:xfrm>
            <a:off x="15933" y="15933"/>
            <a:ext cx="2718955" cy="2128751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/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BCBA209-C135-F567-1B97-72B86F6F3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69" y="2061209"/>
                <a:ext cx="67723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/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5E97E9-4BC1-56A1-8D39-9E8001F21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028701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1CFC8D-1463-72D0-6395-4F4CEB3BD6B7}"/>
                  </a:ext>
                </a:extLst>
              </p:cNvPr>
              <p:cNvSpPr txBox="1"/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а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r>
                  <a:rPr lang="ky-KG" sz="1200" dirty="0"/>
                  <a:t> </a:t>
                </a:r>
                <a14:m>
                  <m:oMath xmlns:m="http://schemas.openxmlformats.org/officeDocument/2006/math">
                    <m:r>
                      <a:rPr lang="en-GB" sz="1200" i="1" smtClean="0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1CFC8D-1463-72D0-6395-4F4CEB3BD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310" y="573435"/>
                <a:ext cx="2157963" cy="282834"/>
              </a:xfrm>
              <a:prstGeom prst="rect">
                <a:avLst/>
              </a:prstGeom>
              <a:blipFill>
                <a:blip r:embed="rId10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16">
                <a:extLst>
                  <a:ext uri="{FF2B5EF4-FFF2-40B4-BE49-F238E27FC236}">
                    <a16:creationId xmlns:a16="http://schemas.microsoft.com/office/drawing/2014/main" id="{0F760DD8-0867-2798-CD6D-AF674391FB4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87545" y="10143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1818" t="-2041" r="-3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7407" t="-2041" r="-207407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0000" t="-2041" r="-103636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500000" t="-2041" r="-3636" b="-204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/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A5F2D4-CE78-48EA-2582-917AAC886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9440" y="13208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/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7CCEE14-C23F-147F-4D11-D3186C22A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400" y="1612901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B9E35FD2-A047-FDA1-5F53-5D605005D316}"/>
              </a:ext>
            </a:extLst>
          </p:cNvPr>
          <p:cNvSpPr/>
          <p:nvPr/>
        </p:nvSpPr>
        <p:spPr>
          <a:xfrm>
            <a:off x="4089329" y="11281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3002B05-ADA4-5D07-3990-D7F1F0BE5DAA}"/>
              </a:ext>
            </a:extLst>
          </p:cNvPr>
          <p:cNvSpPr/>
          <p:nvPr/>
        </p:nvSpPr>
        <p:spPr>
          <a:xfrm>
            <a:off x="4089329" y="1423380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565F92D-2EF7-36DA-A236-2BCCE7BF7213}"/>
              </a:ext>
            </a:extLst>
          </p:cNvPr>
          <p:cNvSpPr/>
          <p:nvPr/>
        </p:nvSpPr>
        <p:spPr>
          <a:xfrm>
            <a:off x="4315865" y="21449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/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1CFCF5-95D9-B115-CE8B-3616274F4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732908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437B831-2F3A-CD19-CF70-3EF15B1EF444}"/>
                  </a:ext>
                </a:extLst>
              </p:cNvPr>
              <p:cNvSpPr txBox="1"/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б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и </m:t>
                    </m:r>
                  </m:oMath>
                </a14:m>
                <a:r>
                  <a:rPr lang="ky-KG" sz="1200" dirty="0"/>
                  <a:t>бөлчөккө айландыр</a:t>
                </a:r>
                <a:r>
                  <a:rPr lang="en-GB" sz="1200" dirty="0"/>
                  <a:t>.</a:t>
                </a:r>
              </a:p>
              <a:p>
                <a:pPr marL="228600" indent="-228600">
                  <a:buAutoNum type="alphaLcParenR" startAt="2"/>
                </a:pPr>
                <a:endParaRPr lang="en-GB" sz="1200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437B831-2F3A-CD19-CF70-3EF15B1EF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005" y="277642"/>
                <a:ext cx="2122697" cy="47243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Table 16">
                <a:extLst>
                  <a:ext uri="{FF2B5EF4-FFF2-40B4-BE49-F238E27FC236}">
                    <a16:creationId xmlns:a16="http://schemas.microsoft.com/office/drawing/2014/main" id="{5C624E2F-F7F6-5D63-9A5F-F6E4DAAF9D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0240" y="718541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818" t="-98000" r="-5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8"/>
                          <a:stretch>
                            <a:fillRect l="-101818" t="-98000" r="-4018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/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F21034-B465-AD9A-9AA8-AE1CC3091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135" y="1025008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/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F50BC8C-66C7-97A8-D5F2-5ED5F5219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095" y="1317108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>
            <a:extLst>
              <a:ext uri="{FF2B5EF4-FFF2-40B4-BE49-F238E27FC236}">
                <a16:creationId xmlns:a16="http://schemas.microsoft.com/office/drawing/2014/main" id="{7B5A6E1A-CB66-DCFF-B5DE-9CB2A214C250}"/>
              </a:ext>
            </a:extLst>
          </p:cNvPr>
          <p:cNvSpPr/>
          <p:nvPr/>
        </p:nvSpPr>
        <p:spPr>
          <a:xfrm>
            <a:off x="7985399" y="832312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3B46824-2B1B-A83F-2021-23A737E2B27B}"/>
              </a:ext>
            </a:extLst>
          </p:cNvPr>
          <p:cNvSpPr/>
          <p:nvPr/>
        </p:nvSpPr>
        <p:spPr>
          <a:xfrm>
            <a:off x="7985399" y="1127587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C54153E5-CB13-647E-3443-26D0510C3583}"/>
              </a:ext>
            </a:extLst>
          </p:cNvPr>
          <p:cNvSpPr/>
          <p:nvPr/>
        </p:nvSpPr>
        <p:spPr>
          <a:xfrm>
            <a:off x="7878560" y="1849147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/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ADEDFB5-A418-2D34-9138-CF8660E7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11" y="4051589"/>
                <a:ext cx="847155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/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CE2CD0C-FCE9-F692-6EDF-D0BF874E4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0" y="3019081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A2E898F-DEC3-01A7-564B-5FA7FAD1CA76}"/>
                  </a:ext>
                </a:extLst>
              </p:cNvPr>
              <p:cNvSpPr txBox="1"/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в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acc>
                    <m:r>
                      <m:rPr>
                        <m:nor/>
                      </m:rPr>
                      <a:rPr lang="en-GB" sz="1200" dirty="0" smtClean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ни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A2E898F-DEC3-01A7-564B-5FA7FAD1C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10" y="2563815"/>
                <a:ext cx="2263761" cy="283989"/>
              </a:xfrm>
              <a:prstGeom prst="rect">
                <a:avLst/>
              </a:prstGeom>
              <a:blipFill>
                <a:blip r:embed="rId20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" name="Table 16">
            <a:extLst>
              <a:ext uri="{FF2B5EF4-FFF2-40B4-BE49-F238E27FC236}">
                <a16:creationId xmlns:a16="http://schemas.microsoft.com/office/drawing/2014/main" id="{422AD2FA-726B-48E1-01FF-C00058FEFEE3}"/>
              </a:ext>
            </a:extLst>
          </p:cNvPr>
          <p:cNvGraphicFramePr>
            <a:graphicFrameLocks noGrp="1"/>
          </p:cNvGraphicFramePr>
          <p:nvPr/>
        </p:nvGraphicFramePr>
        <p:xfrm>
          <a:off x="715645" y="3004714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/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ABBF13-E898-C136-0C48-A9FE68552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19" y="3311181"/>
                <a:ext cx="719428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/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A6E13D8-9593-3609-858C-0CDD901A6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0" y="3603281"/>
                <a:ext cx="63446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Arrow: Right 82">
            <a:extLst>
              <a:ext uri="{FF2B5EF4-FFF2-40B4-BE49-F238E27FC236}">
                <a16:creationId xmlns:a16="http://schemas.microsoft.com/office/drawing/2014/main" id="{07819267-B4D2-D5A8-4A76-56BAC1B7A204}"/>
              </a:ext>
            </a:extLst>
          </p:cNvPr>
          <p:cNvSpPr/>
          <p:nvPr/>
        </p:nvSpPr>
        <p:spPr>
          <a:xfrm>
            <a:off x="1243965" y="413532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/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877C54D-29A5-B5FA-E699-D11DB673B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945" y="3150699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7D6D862-7528-8BB6-C234-59A931E989AD}"/>
                  </a:ext>
                </a:extLst>
              </p:cNvPr>
              <p:cNvSpPr txBox="1"/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г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7D6D862-7528-8BB6-C234-59A931E98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855" y="2695433"/>
                <a:ext cx="2271776" cy="283989"/>
              </a:xfrm>
              <a:prstGeom prst="rect">
                <a:avLst/>
              </a:prstGeom>
              <a:blipFill>
                <a:blip r:embed="rId25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8" name="Table 16">
            <a:extLst>
              <a:ext uri="{FF2B5EF4-FFF2-40B4-BE49-F238E27FC236}">
                <a16:creationId xmlns:a16="http://schemas.microsoft.com/office/drawing/2014/main" id="{32DC14A5-0866-EDAF-09F7-41F4633C3DE2}"/>
              </a:ext>
            </a:extLst>
          </p:cNvPr>
          <p:cNvGraphicFramePr>
            <a:graphicFrameLocks noGrp="1"/>
          </p:cNvGraphicFramePr>
          <p:nvPr/>
        </p:nvGraphicFramePr>
        <p:xfrm>
          <a:off x="4245090" y="3136332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/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E7D23BF-6B9F-044F-8C85-E08A749CF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026" y="3442799"/>
                <a:ext cx="719428" cy="2769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/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C4F7F27-B974-012C-657F-11ABFAB09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985" y="3734899"/>
                <a:ext cx="634469" cy="2769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Arrow: Right 93">
            <a:extLst>
              <a:ext uri="{FF2B5EF4-FFF2-40B4-BE49-F238E27FC236}">
                <a16:creationId xmlns:a16="http://schemas.microsoft.com/office/drawing/2014/main" id="{F5C01180-8146-72A0-5BBF-8DB2A920D7FA}"/>
              </a:ext>
            </a:extLst>
          </p:cNvPr>
          <p:cNvSpPr/>
          <p:nvPr/>
        </p:nvSpPr>
        <p:spPr>
          <a:xfrm>
            <a:off x="4773410" y="4266938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/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71CAAF5-14BA-4C95-65B9-EB8D23204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217201"/>
                <a:ext cx="549509" cy="2769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4F724E6-2536-62F8-B795-1242AA2C9C35}"/>
                  </a:ext>
                </a:extLst>
              </p:cNvPr>
              <p:cNvSpPr txBox="1"/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д)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ky-KG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m:rPr>
                        <m:nor/>
                      </m:rPr>
                      <a:rPr lang="ky-KG" sz="1200" dirty="0"/>
                      <m:t>и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4F724E6-2536-62F8-B795-1242AA2C9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819" y="2761935"/>
                <a:ext cx="2266967" cy="283989"/>
              </a:xfrm>
              <a:prstGeom prst="rect">
                <a:avLst/>
              </a:prstGeom>
              <a:blipFill>
                <a:blip r:embed="rId34"/>
                <a:stretch>
                  <a:fillRect l="-269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8" name="Table 16">
                <a:extLst>
                  <a:ext uri="{FF2B5EF4-FFF2-40B4-BE49-F238E27FC236}">
                    <a16:creationId xmlns:a16="http://schemas.microsoft.com/office/drawing/2014/main" id="{E8A5BCE1-DBC5-1B00-022D-720F284F5F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87054" y="3202834"/>
              <a:ext cx="2000250" cy="8921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3375">
                      <a:extLst>
                        <a:ext uri="{9D8B030D-6E8A-4147-A177-3AD203B41FA5}">
                          <a16:colId xmlns:a16="http://schemas.microsoft.com/office/drawing/2014/main" val="590530277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39970322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91618494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654313414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1781473065"/>
                        </a:ext>
                      </a:extLst>
                    </a:gridCol>
                    <a:gridCol w="333375">
                      <a:extLst>
                        <a:ext uri="{9D8B030D-6E8A-4147-A177-3AD203B41FA5}">
                          <a16:colId xmlns:a16="http://schemas.microsoft.com/office/drawing/2014/main" val="3378388344"/>
                        </a:ext>
                      </a:extLst>
                    </a:gridCol>
                  </a:tblGrid>
                  <a:tr h="297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818" t="-2041" r="-5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41" r="-401818" b="-20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6582577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5350778"/>
                      </a:ext>
                    </a:extLst>
                  </a:tr>
                  <a:tr h="297392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5"/>
                          <a:stretch>
                            <a:fillRect l="-101818" t="-202041" r="-401818" b="-4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GB" sz="1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6461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/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977FF95-2C4E-278C-0127-5AFAB9ECA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949" y="3509301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/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FCB06BE-81CF-5D7E-2A1A-667FEACC5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909" y="3801401"/>
                <a:ext cx="549509" cy="2769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Oval 101">
            <a:extLst>
              <a:ext uri="{FF2B5EF4-FFF2-40B4-BE49-F238E27FC236}">
                <a16:creationId xmlns:a16="http://schemas.microsoft.com/office/drawing/2014/main" id="{CB864439-CEBD-C5C3-F5DA-DDBA097B06F3}"/>
              </a:ext>
            </a:extLst>
          </p:cNvPr>
          <p:cNvSpPr/>
          <p:nvPr/>
        </p:nvSpPr>
        <p:spPr>
          <a:xfrm>
            <a:off x="7786458" y="3316605"/>
            <a:ext cx="62705" cy="62705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6C338223-A920-565E-71B5-CC7F0636F81F}"/>
              </a:ext>
            </a:extLst>
          </p:cNvPr>
          <p:cNvSpPr/>
          <p:nvPr/>
        </p:nvSpPr>
        <p:spPr>
          <a:xfrm>
            <a:off x="8015374" y="4333440"/>
            <a:ext cx="163452" cy="109537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/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D5F6AF5-FE54-C884-F361-466F734F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363616"/>
                <a:ext cx="54950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D9481BC-AC23-E9DF-4E69-C4578E2EF0E8}"/>
                  </a:ext>
                </a:extLst>
              </p:cNvPr>
              <p:cNvSpPr txBox="1"/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е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en-GB" sz="1200" dirty="0"/>
                      <m:t> </m:t>
                    </m:r>
                    <m:r>
                      <m:rPr>
                        <m:nor/>
                      </m:rPr>
                      <a:rPr lang="ky-KG" sz="1200" b="0" i="0" dirty="0" smtClean="0"/>
                      <m:t>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D9481BC-AC23-E9DF-4E69-C4578E2EF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86" y="4908350"/>
                <a:ext cx="2268570" cy="283989"/>
              </a:xfrm>
              <a:prstGeom prst="rect">
                <a:avLst/>
              </a:prstGeom>
              <a:blipFill>
                <a:blip r:embed="rId37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9" name="Table 16">
            <a:extLst>
              <a:ext uri="{FF2B5EF4-FFF2-40B4-BE49-F238E27FC236}">
                <a16:creationId xmlns:a16="http://schemas.microsoft.com/office/drawing/2014/main" id="{246A5BFB-F2F8-19EA-C1F5-173B6FEAD205}"/>
              </a:ext>
            </a:extLst>
          </p:cNvPr>
          <p:cNvGraphicFramePr>
            <a:graphicFrameLocks noGrp="1"/>
          </p:cNvGraphicFramePr>
          <p:nvPr/>
        </p:nvGraphicFramePr>
        <p:xfrm>
          <a:off x="734521" y="5349249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/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CC8F3AF-DF32-66C9-6A03-D8D3936B8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6" y="5655716"/>
                <a:ext cx="634469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/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1255C658-586A-4096-3CDF-78D80E24F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6" y="5947816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/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53809FA-B8BA-70AF-7962-0BE3E585C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361192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2FCD941-CA14-B8A5-225D-16CE3AA8530C}"/>
                  </a:ext>
                </a:extLst>
              </p:cNvPr>
              <p:cNvSpPr txBox="1"/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ж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y-KG" sz="1200" dirty="0"/>
                      <m:t>т</m:t>
                    </m:r>
                    <m:r>
                      <m:rPr>
                        <m:nor/>
                      </m:rPr>
                      <a:rPr lang="ky-KG" sz="1200" b="0" i="0" dirty="0" smtClean="0"/>
                      <m:t>ү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2FCD941-CA14-B8A5-225D-16CE3AA85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067" y="4905926"/>
                <a:ext cx="2299027" cy="283989"/>
              </a:xfrm>
              <a:prstGeom prst="rect">
                <a:avLst/>
              </a:prstGeom>
              <a:blipFill>
                <a:blip r:embed="rId38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0" name="Table 16">
            <a:extLst>
              <a:ext uri="{FF2B5EF4-FFF2-40B4-BE49-F238E27FC236}">
                <a16:creationId xmlns:a16="http://schemas.microsoft.com/office/drawing/2014/main" id="{09E8B1BC-32CF-9758-7798-D667937A28E2}"/>
              </a:ext>
            </a:extLst>
          </p:cNvPr>
          <p:cNvGraphicFramePr>
            <a:graphicFrameLocks noGrp="1"/>
          </p:cNvGraphicFramePr>
          <p:nvPr/>
        </p:nvGraphicFramePr>
        <p:xfrm>
          <a:off x="4215302" y="5346825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/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2265F97-AF95-4F84-1E4D-4BB86A10A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197" y="5653292"/>
                <a:ext cx="634469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/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8897602-7C37-999C-961A-6055EF8FA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157" y="5945392"/>
                <a:ext cx="549509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/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F54DEAE-4BEF-96E0-62D2-F34E9E1AE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352880"/>
                <a:ext cx="549509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5AF0724-4A1B-E4C9-580E-74E3CC86D6CE}"/>
                  </a:ext>
                </a:extLst>
              </p:cNvPr>
              <p:cNvSpPr txBox="1"/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з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acc>
                    <m:r>
                      <m:rPr>
                        <m:nor/>
                      </m:rPr>
                      <a:rPr lang="ky-KG" sz="1200" b="0" i="0" smtClean="0">
                        <a:latin typeface="Cambria Math" panose="02040503050406030204" pitchFamily="18" charset="0"/>
                      </a:rPr>
                      <m:t> ны</m:t>
                    </m:r>
                    <m:r>
                      <m:rPr>
                        <m:nor/>
                      </m:rPr>
                      <a:rPr lang="ky-KG" sz="1200" dirty="0"/>
                      <m:t> бөлчөккө айландыр</m:t>
                    </m:r>
                  </m:oMath>
                </a14:m>
                <a:endParaRPr lang="en-GB" sz="1200" dirty="0"/>
              </a:p>
            </p:txBody>
          </p:sp>
        </mc:Choice>
        <mc:Fallback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A5AF0724-4A1B-E4C9-580E-74E3CC86D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092" y="4897614"/>
                <a:ext cx="2262158" cy="283989"/>
              </a:xfrm>
              <a:prstGeom prst="rect">
                <a:avLst/>
              </a:prstGeom>
              <a:blipFill>
                <a:blip r:embed="rId39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1" name="Table 16">
            <a:extLst>
              <a:ext uri="{FF2B5EF4-FFF2-40B4-BE49-F238E27FC236}">
                <a16:creationId xmlns:a16="http://schemas.microsoft.com/office/drawing/2014/main" id="{61D72952-411E-FA39-9859-491DCD2EF1AC}"/>
              </a:ext>
            </a:extLst>
          </p:cNvPr>
          <p:cNvGraphicFramePr>
            <a:graphicFrameLocks noGrp="1"/>
          </p:cNvGraphicFramePr>
          <p:nvPr/>
        </p:nvGraphicFramePr>
        <p:xfrm>
          <a:off x="7556327" y="5338513"/>
          <a:ext cx="2000250" cy="892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375">
                  <a:extLst>
                    <a:ext uri="{9D8B030D-6E8A-4147-A177-3AD203B41FA5}">
                      <a16:colId xmlns:a16="http://schemas.microsoft.com/office/drawing/2014/main" val="59053027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39970322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91618494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654313414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178147306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3378388344"/>
                    </a:ext>
                  </a:extLst>
                </a:gridCol>
              </a:tblGrid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2577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350778"/>
                  </a:ext>
                </a:extLst>
              </a:tr>
              <a:tr h="2973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615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/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1CBF131-D069-6879-D67B-13C5B8891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222" y="5644980"/>
                <a:ext cx="634469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/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D40DF83-A05E-73C9-B0EB-CEB8CF764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82" y="5937080"/>
                <a:ext cx="549509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455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87FD14-9742-C102-92BA-E02475DF9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58970" y="684370"/>
            <a:ext cx="6211366" cy="4893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7A359F-D7FA-95B0-EDB2-3D00A322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353605" y="684370"/>
            <a:ext cx="6211366" cy="489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24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6F6FF4-A464-92A1-7785-F070061DF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6"/>
            <a:ext cx="4663440" cy="32466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01F160-9892-8451-F533-99502A67C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324" y="-486"/>
            <a:ext cx="4663440" cy="3246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E001F1-1B9D-FEAF-C278-27C05538C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663440" cy="3246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17CD33-EDD8-63ED-863E-91DEE8962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324" y="3429000"/>
            <a:ext cx="4663440" cy="324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80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042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886776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med" len="med"/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11005</TotalTime>
  <Words>1060</Words>
  <Application>Microsoft Office PowerPoint</Application>
  <PresentationFormat>A4 Paper (210x297 mm)</PresentationFormat>
  <Paragraphs>425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Trade Gothic Inline</vt:lpstr>
      <vt:lpstr>Cambria Math</vt:lpstr>
      <vt:lpstr>ADLaM Display</vt:lpstr>
      <vt:lpstr>Comic Sans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574</cp:revision>
  <cp:lastPrinted>2024-08-31T15:24:47Z</cp:lastPrinted>
  <dcterms:created xsi:type="dcterms:W3CDTF">2017-01-17T16:57:04Z</dcterms:created>
  <dcterms:modified xsi:type="dcterms:W3CDTF">2024-08-31T15:33:38Z</dcterms:modified>
</cp:coreProperties>
</file>