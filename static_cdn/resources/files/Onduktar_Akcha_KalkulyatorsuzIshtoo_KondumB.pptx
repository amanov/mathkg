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54" r:id="rId2"/>
    <p:sldId id="949" r:id="rId3"/>
    <p:sldId id="950" r:id="rId4"/>
    <p:sldId id="947" r:id="rId5"/>
    <p:sldId id="948" r:id="rId6"/>
    <p:sldId id="955" r:id="rId7"/>
    <p:sldId id="952" r:id="rId8"/>
    <p:sldId id="953" r:id="rId9"/>
    <p:sldId id="946" r:id="rId10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54"/>
          </p14:sldIdLst>
        </p14:section>
        <p14:section name="Көрсөтүү үчүн" id="{059544AC-2C27-45B1-9F95-F87DF8854DD6}">
          <p14:sldIdLst>
            <p14:sldId id="949"/>
            <p14:sldId id="950"/>
          </p14:sldIdLst>
        </p14:section>
        <p14:section name="Жооптор" id="{1FEDB314-42DC-4694-9B04-D4A4AAE625F7}">
          <p14:sldIdLst>
            <p14:sldId id="947"/>
            <p14:sldId id="948"/>
          </p14:sldIdLst>
        </p14:section>
        <p14:section name="Таркатма иш кагаздар" id="{A78D9305-6AAE-4715-A210-52F6908F30F7}">
          <p14:sldIdLst>
            <p14:sldId id="955"/>
            <p14:sldId id="952"/>
            <p14:sldId id="953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18" Type="http://schemas.microsoft.com/office/2007/relationships/hdphoto" Target="../media/hdphoto4.wdp"/><Relationship Id="rId26" Type="http://schemas.openxmlformats.org/officeDocument/2006/relationships/image" Target="../media/image21.png"/><Relationship Id="rId3" Type="http://schemas.microsoft.com/office/2007/relationships/hdphoto" Target="../media/hdphoto1.wdp"/><Relationship Id="rId21" Type="http://schemas.openxmlformats.org/officeDocument/2006/relationships/image" Target="../media/image17.png"/><Relationship Id="rId7" Type="http://schemas.microsoft.com/office/2007/relationships/hdphoto" Target="../media/hdphoto2.wdp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0.jpg"/><Relationship Id="rId2" Type="http://schemas.openxmlformats.org/officeDocument/2006/relationships/image" Target="../media/image2.png"/><Relationship Id="rId16" Type="http://schemas.openxmlformats.org/officeDocument/2006/relationships/image" Target="../media/image13.png"/><Relationship Id="rId20" Type="http://schemas.openxmlformats.org/officeDocument/2006/relationships/image" Target="../media/image16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24" Type="http://schemas.openxmlformats.org/officeDocument/2006/relationships/image" Target="../media/image19.png"/><Relationship Id="rId5" Type="http://schemas.openxmlformats.org/officeDocument/2006/relationships/image" Target="../media/image4.png"/><Relationship Id="rId15" Type="http://schemas.openxmlformats.org/officeDocument/2006/relationships/image" Target="../media/image12.png"/><Relationship Id="rId23" Type="http://schemas.microsoft.com/office/2007/relationships/hdphoto" Target="../media/hdphoto5.wdp"/><Relationship Id="rId28" Type="http://schemas.openxmlformats.org/officeDocument/2006/relationships/image" Target="../media/image23.png"/><Relationship Id="rId10" Type="http://schemas.openxmlformats.org/officeDocument/2006/relationships/image" Target="../media/image7.png"/><Relationship Id="rId19" Type="http://schemas.openxmlformats.org/officeDocument/2006/relationships/image" Target="../media/image15.png"/><Relationship Id="rId31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microsoft.com/office/2007/relationships/hdphoto" Target="../media/hdphoto3.wdp"/><Relationship Id="rId14" Type="http://schemas.openxmlformats.org/officeDocument/2006/relationships/image" Target="../media/image11.png"/><Relationship Id="rId22" Type="http://schemas.openxmlformats.org/officeDocument/2006/relationships/image" Target="../media/image18.png"/><Relationship Id="rId27" Type="http://schemas.openxmlformats.org/officeDocument/2006/relationships/image" Target="../media/image22.png"/><Relationship Id="rId30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18" Type="http://schemas.microsoft.com/office/2007/relationships/hdphoto" Target="../media/hdphoto4.wdp"/><Relationship Id="rId26" Type="http://schemas.openxmlformats.org/officeDocument/2006/relationships/image" Target="../media/image21.png"/><Relationship Id="rId3" Type="http://schemas.microsoft.com/office/2007/relationships/hdphoto" Target="../media/hdphoto1.wdp"/><Relationship Id="rId21" Type="http://schemas.openxmlformats.org/officeDocument/2006/relationships/image" Target="../media/image17.png"/><Relationship Id="rId7" Type="http://schemas.microsoft.com/office/2007/relationships/hdphoto" Target="../media/hdphoto2.wdp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0.jpg"/><Relationship Id="rId2" Type="http://schemas.openxmlformats.org/officeDocument/2006/relationships/image" Target="../media/image2.png"/><Relationship Id="rId16" Type="http://schemas.openxmlformats.org/officeDocument/2006/relationships/image" Target="../media/image13.png"/><Relationship Id="rId20" Type="http://schemas.openxmlformats.org/officeDocument/2006/relationships/image" Target="../media/image16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24" Type="http://schemas.openxmlformats.org/officeDocument/2006/relationships/image" Target="../media/image19.png"/><Relationship Id="rId5" Type="http://schemas.openxmlformats.org/officeDocument/2006/relationships/image" Target="../media/image4.png"/><Relationship Id="rId15" Type="http://schemas.openxmlformats.org/officeDocument/2006/relationships/image" Target="../media/image12.png"/><Relationship Id="rId23" Type="http://schemas.microsoft.com/office/2007/relationships/hdphoto" Target="../media/hdphoto5.wdp"/><Relationship Id="rId28" Type="http://schemas.openxmlformats.org/officeDocument/2006/relationships/image" Target="../media/image23.png"/><Relationship Id="rId10" Type="http://schemas.openxmlformats.org/officeDocument/2006/relationships/image" Target="../media/image7.png"/><Relationship Id="rId19" Type="http://schemas.openxmlformats.org/officeDocument/2006/relationships/image" Target="../media/image15.png"/><Relationship Id="rId31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microsoft.com/office/2007/relationships/hdphoto" Target="../media/hdphoto3.wdp"/><Relationship Id="rId14" Type="http://schemas.openxmlformats.org/officeDocument/2006/relationships/image" Target="../media/image11.png"/><Relationship Id="rId22" Type="http://schemas.openxmlformats.org/officeDocument/2006/relationships/image" Target="../media/image18.png"/><Relationship Id="rId27" Type="http://schemas.openxmlformats.org/officeDocument/2006/relationships/image" Target="../media/image22.png"/><Relationship Id="rId30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18" Type="http://schemas.microsoft.com/office/2007/relationships/hdphoto" Target="../media/hdphoto4.wdp"/><Relationship Id="rId26" Type="http://schemas.openxmlformats.org/officeDocument/2006/relationships/image" Target="../media/image21.png"/><Relationship Id="rId3" Type="http://schemas.microsoft.com/office/2007/relationships/hdphoto" Target="../media/hdphoto1.wdp"/><Relationship Id="rId21" Type="http://schemas.openxmlformats.org/officeDocument/2006/relationships/image" Target="../media/image17.png"/><Relationship Id="rId7" Type="http://schemas.microsoft.com/office/2007/relationships/hdphoto" Target="../media/hdphoto2.wdp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0.jpg"/><Relationship Id="rId2" Type="http://schemas.openxmlformats.org/officeDocument/2006/relationships/image" Target="../media/image2.png"/><Relationship Id="rId16" Type="http://schemas.openxmlformats.org/officeDocument/2006/relationships/image" Target="../media/image13.png"/><Relationship Id="rId20" Type="http://schemas.openxmlformats.org/officeDocument/2006/relationships/image" Target="../media/image16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24" Type="http://schemas.openxmlformats.org/officeDocument/2006/relationships/image" Target="../media/image19.png"/><Relationship Id="rId5" Type="http://schemas.openxmlformats.org/officeDocument/2006/relationships/image" Target="../media/image4.png"/><Relationship Id="rId15" Type="http://schemas.openxmlformats.org/officeDocument/2006/relationships/image" Target="../media/image12.png"/><Relationship Id="rId23" Type="http://schemas.microsoft.com/office/2007/relationships/hdphoto" Target="../media/hdphoto5.wdp"/><Relationship Id="rId28" Type="http://schemas.openxmlformats.org/officeDocument/2006/relationships/image" Target="../media/image23.png"/><Relationship Id="rId10" Type="http://schemas.openxmlformats.org/officeDocument/2006/relationships/image" Target="../media/image7.png"/><Relationship Id="rId19" Type="http://schemas.openxmlformats.org/officeDocument/2006/relationships/image" Target="../media/image15.png"/><Relationship Id="rId31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microsoft.com/office/2007/relationships/hdphoto" Target="../media/hdphoto3.wdp"/><Relationship Id="rId14" Type="http://schemas.openxmlformats.org/officeDocument/2006/relationships/image" Target="../media/image11.png"/><Relationship Id="rId22" Type="http://schemas.openxmlformats.org/officeDocument/2006/relationships/image" Target="../media/image18.png"/><Relationship Id="rId27" Type="http://schemas.openxmlformats.org/officeDocument/2006/relationships/image" Target="../media/image22.png"/><Relationship Id="rId30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18" Type="http://schemas.microsoft.com/office/2007/relationships/hdphoto" Target="../media/hdphoto4.wdp"/><Relationship Id="rId26" Type="http://schemas.openxmlformats.org/officeDocument/2006/relationships/image" Target="../media/image21.png"/><Relationship Id="rId3" Type="http://schemas.microsoft.com/office/2007/relationships/hdphoto" Target="../media/hdphoto1.wdp"/><Relationship Id="rId21" Type="http://schemas.openxmlformats.org/officeDocument/2006/relationships/image" Target="../media/image17.png"/><Relationship Id="rId7" Type="http://schemas.microsoft.com/office/2007/relationships/hdphoto" Target="../media/hdphoto2.wdp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0.jpg"/><Relationship Id="rId2" Type="http://schemas.openxmlformats.org/officeDocument/2006/relationships/image" Target="../media/image2.png"/><Relationship Id="rId16" Type="http://schemas.openxmlformats.org/officeDocument/2006/relationships/image" Target="../media/image13.png"/><Relationship Id="rId20" Type="http://schemas.openxmlformats.org/officeDocument/2006/relationships/image" Target="../media/image16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24" Type="http://schemas.openxmlformats.org/officeDocument/2006/relationships/image" Target="../media/image19.png"/><Relationship Id="rId5" Type="http://schemas.openxmlformats.org/officeDocument/2006/relationships/image" Target="../media/image4.png"/><Relationship Id="rId15" Type="http://schemas.openxmlformats.org/officeDocument/2006/relationships/image" Target="../media/image12.png"/><Relationship Id="rId23" Type="http://schemas.microsoft.com/office/2007/relationships/hdphoto" Target="../media/hdphoto5.wdp"/><Relationship Id="rId28" Type="http://schemas.openxmlformats.org/officeDocument/2006/relationships/image" Target="../media/image23.png"/><Relationship Id="rId10" Type="http://schemas.openxmlformats.org/officeDocument/2006/relationships/image" Target="../media/image7.png"/><Relationship Id="rId19" Type="http://schemas.openxmlformats.org/officeDocument/2006/relationships/image" Target="../media/image15.png"/><Relationship Id="rId31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microsoft.com/office/2007/relationships/hdphoto" Target="../media/hdphoto3.wdp"/><Relationship Id="rId14" Type="http://schemas.openxmlformats.org/officeDocument/2006/relationships/image" Target="../media/image11.png"/><Relationship Id="rId22" Type="http://schemas.openxmlformats.org/officeDocument/2006/relationships/image" Target="../media/image18.png"/><Relationship Id="rId27" Type="http://schemas.openxmlformats.org/officeDocument/2006/relationships/image" Target="../media/image22.png"/><Relationship Id="rId30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2459504"/>
            <a:ext cx="9906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–Тур</a:t>
            </a: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уштан эсептер– Калькулятор</a:t>
            </a: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сыз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иштөө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Иш барагы Б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барагы 3 өлчөмдө.</a:t>
            </a: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782407-808D-9E1D-7A1E-3864A2EAF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280"/>
            <a:ext cx="9682480" cy="606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195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53B4D82-7476-4F6B-8252-31153DF0B11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00" y="2445375"/>
            <a:ext cx="585568" cy="66981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10D4ECF-0E50-4E14-90CB-10B09760407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627" y="2629270"/>
            <a:ext cx="620689" cy="63154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5497044-D966-4246-BC25-3ADBFC2E5CC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35" y="2089903"/>
            <a:ext cx="773606" cy="62130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E348FA0-6638-4B0B-AC15-75BFCEB3759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085" y="3732559"/>
            <a:ext cx="870206" cy="72675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4E838F67-5CB8-4090-80AD-36989143632A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grayscl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705" y="5520784"/>
            <a:ext cx="823726" cy="653189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03F4DCC4-D4FB-4489-97DE-6F4DC12DE40A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090" y="2040124"/>
            <a:ext cx="692844" cy="77861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1F18DEE-DD2B-4329-88A5-2109C50DDF96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895" y="4795424"/>
            <a:ext cx="732240" cy="70192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A4892C7-FC45-4ACE-AB52-CDCEFCD7D0D4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36" y="3130961"/>
            <a:ext cx="618956" cy="70801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103831AB-3AC5-4347-AF73-FD304CA54CF8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55" y="4471474"/>
            <a:ext cx="588461" cy="60403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6C50A27-CC5E-4B5E-B2DC-633A6024656F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434" y="4305343"/>
            <a:ext cx="922330" cy="72201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E43D269-7833-413C-B0C8-870082EE1163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329" y="3054128"/>
            <a:ext cx="635874" cy="720282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A86F711-7018-4128-BD61-24200FCE7E81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612" y="6040443"/>
            <a:ext cx="669467" cy="71768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7DE084E3-0D8F-43F8-A3C2-B8F516ACD61B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054" y="4911630"/>
            <a:ext cx="586993" cy="738065"/>
          </a:xfrm>
          <a:prstGeom prst="rect">
            <a:avLst/>
          </a:prstGeom>
        </p:spPr>
      </p:pic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8FDC1A09-7405-441D-831F-2D97F7518940}"/>
              </a:ext>
            </a:extLst>
          </p:cNvPr>
          <p:cNvSpPr/>
          <p:nvPr/>
        </p:nvSpPr>
        <p:spPr>
          <a:xfrm>
            <a:off x="1096332" y="2209800"/>
            <a:ext cx="1627818" cy="43180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Эли</a:t>
            </a:r>
            <a:r>
              <a:rPr lang="ky-KG" sz="1300" dirty="0">
                <a:solidFill>
                  <a:schemeClr val="tx1"/>
                </a:solidFill>
              </a:rPr>
              <a:t>за</a:t>
            </a:r>
            <a:r>
              <a:rPr lang="ru-RU" sz="1300" dirty="0">
                <a:solidFill>
                  <a:schemeClr val="tx1"/>
                </a:solidFill>
              </a:rPr>
              <a:t> 3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B2E028F1-5B11-4957-BA41-5B25DCC419A4}"/>
              </a:ext>
            </a:extLst>
          </p:cNvPr>
          <p:cNvPicPr>
            <a:picLocks noChangeAspect="1"/>
          </p:cNvPicPr>
          <p:nvPr/>
        </p:nvPicPr>
        <p:blipFill>
          <a:blip r:embed="rId19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32" y="5549926"/>
            <a:ext cx="633595" cy="712029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D77BCF4A-639C-4309-A006-84C034D1A576}"/>
              </a:ext>
            </a:extLst>
          </p:cNvPr>
          <p:cNvPicPr>
            <a:picLocks noChangeAspect="1"/>
          </p:cNvPicPr>
          <p:nvPr/>
        </p:nvPicPr>
        <p:blipFill>
          <a:blip r:embed="rId2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517" y="3665714"/>
            <a:ext cx="633603" cy="651021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701440E3-86E3-4B6E-8522-27F920C4512D}"/>
              </a:ext>
            </a:extLst>
          </p:cNvPr>
          <p:cNvPicPr>
            <a:picLocks noChangeAspect="1"/>
          </p:cNvPicPr>
          <p:nvPr/>
        </p:nvPicPr>
        <p:blipFill>
          <a:blip r:embed="rId2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512" y="6068481"/>
            <a:ext cx="813225" cy="712843"/>
          </a:xfrm>
          <a:prstGeom prst="rect">
            <a:avLst/>
          </a:prstGeom>
        </p:spPr>
      </p:pic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59D09C9F-06C5-42BD-B786-13F94AC1CDCC}"/>
              </a:ext>
            </a:extLst>
          </p:cNvPr>
          <p:cNvSpPr/>
          <p:nvPr/>
        </p:nvSpPr>
        <p:spPr>
          <a:xfrm>
            <a:off x="2299854" y="2738119"/>
            <a:ext cx="1558175" cy="4458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Бекен 2 апельсин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D7F73D7B-8CCA-425C-944F-ED853B7B6143}"/>
              </a:ext>
            </a:extLst>
          </p:cNvPr>
          <p:cNvSpPr/>
          <p:nvPr/>
        </p:nvSpPr>
        <p:spPr>
          <a:xfrm>
            <a:off x="1126812" y="3357879"/>
            <a:ext cx="2327588" cy="45621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Канат алма менен банан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604E49E6-0C04-41EE-B59F-BB5EDE20348E}"/>
              </a:ext>
            </a:extLst>
          </p:cNvPr>
          <p:cNvSpPr/>
          <p:nvPr/>
        </p:nvSpPr>
        <p:spPr>
          <a:xfrm>
            <a:off x="1791854" y="4008120"/>
            <a:ext cx="2096655" cy="45621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Деңиз 4 кулпунайды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EDB8F37C-B915-4A8B-B712-A242AE551A8A}"/>
              </a:ext>
            </a:extLst>
          </p:cNvPr>
          <p:cNvSpPr/>
          <p:nvPr/>
        </p:nvSpPr>
        <p:spPr>
          <a:xfrm>
            <a:off x="2083700" y="5037974"/>
            <a:ext cx="1799848" cy="5957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Улан 2 даана брокколи менен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1A066555-940C-42DD-987B-753226E35DCE}"/>
              </a:ext>
            </a:extLst>
          </p:cNvPr>
          <p:cNvSpPr/>
          <p:nvPr/>
        </p:nvSpPr>
        <p:spPr>
          <a:xfrm>
            <a:off x="1967345" y="6294120"/>
            <a:ext cx="1832495" cy="44842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Ниа 4 картошка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018CAE10-07ED-4533-91F2-03569E4E95DA}"/>
              </a:ext>
            </a:extLst>
          </p:cNvPr>
          <p:cNvSpPr/>
          <p:nvPr/>
        </p:nvSpPr>
        <p:spPr>
          <a:xfrm>
            <a:off x="1086172" y="5714999"/>
            <a:ext cx="2876228" cy="49235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Жаңыл 3 банан жана 2 апельсин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1C845539-C2F1-49B4-8FB9-F2BA52B2B645}"/>
              </a:ext>
            </a:extLst>
          </p:cNvPr>
          <p:cNvSpPr/>
          <p:nvPr/>
        </p:nvSpPr>
        <p:spPr>
          <a:xfrm>
            <a:off x="1086172" y="4485639"/>
            <a:ext cx="2497538" cy="51815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Эдит</a:t>
            </a:r>
            <a:r>
              <a:rPr lang="ky-KG" sz="1300" dirty="0">
                <a:solidFill>
                  <a:schemeClr val="tx1"/>
                </a:solidFill>
              </a:rPr>
              <a:t>а</a:t>
            </a:r>
            <a:r>
              <a:rPr lang="ru-RU" sz="1300" dirty="0">
                <a:solidFill>
                  <a:schemeClr val="tx1"/>
                </a:solidFill>
              </a:rPr>
              <a:t> 2 помидор жана бир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207AA3B8-F114-48E6-A88B-ECA7DDD24D20}"/>
              </a:ext>
            </a:extLst>
          </p:cNvPr>
          <p:cNvSpPr/>
          <p:nvPr/>
        </p:nvSpPr>
        <p:spPr>
          <a:xfrm>
            <a:off x="6023932" y="2124364"/>
            <a:ext cx="1950691" cy="51723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Айда 5 кулпунай жана 2 помидор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76D11897-BA4A-4CE9-9342-6E7602ACE128}"/>
              </a:ext>
            </a:extLst>
          </p:cNvPr>
          <p:cNvSpPr/>
          <p:nvPr/>
        </p:nvSpPr>
        <p:spPr>
          <a:xfrm>
            <a:off x="7102764" y="2687319"/>
            <a:ext cx="1492596" cy="493683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Жеку 8 алма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D1400DC4-F634-43FD-9599-B50BB7A04BAF}"/>
              </a:ext>
            </a:extLst>
          </p:cNvPr>
          <p:cNvSpPr/>
          <p:nvPr/>
        </p:nvSpPr>
        <p:spPr>
          <a:xfrm>
            <a:off x="6044252" y="3219334"/>
            <a:ext cx="1742003" cy="61963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Кайрат 3 даана брокколи жана 3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F8BFE926-314F-4C13-BC70-42883EA9B91D}"/>
              </a:ext>
            </a:extLst>
          </p:cNvPr>
          <p:cNvSpPr/>
          <p:nvPr/>
        </p:nvSpPr>
        <p:spPr>
          <a:xfrm>
            <a:off x="6560151" y="3838971"/>
            <a:ext cx="2103557" cy="55846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Лапуся 4 апельсин, 3 банан жана 2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55EFA701-0F29-47E2-9D1A-F749BB51479F}"/>
              </a:ext>
            </a:extLst>
          </p:cNvPr>
          <p:cNvSpPr/>
          <p:nvPr/>
        </p:nvSpPr>
        <p:spPr>
          <a:xfrm>
            <a:off x="6186492" y="4429055"/>
            <a:ext cx="1876853" cy="54669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Майрам 7 картошка жана 5 кулпунай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0893294B-15EA-4D6F-AAD8-65571887D0D0}"/>
              </a:ext>
            </a:extLst>
          </p:cNvPr>
          <p:cNvSpPr/>
          <p:nvPr/>
        </p:nvSpPr>
        <p:spPr>
          <a:xfrm>
            <a:off x="6186492" y="6228542"/>
            <a:ext cx="2532636" cy="51400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Папан 9 банан, 7 сабиз, 7 кулпунай жана 3 капуста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D54CE98-B9D1-448B-BB0E-8D58C25D6F15}"/>
              </a:ext>
            </a:extLst>
          </p:cNvPr>
          <p:cNvSpPr/>
          <p:nvPr/>
        </p:nvSpPr>
        <p:spPr>
          <a:xfrm>
            <a:off x="6150470" y="5633720"/>
            <a:ext cx="2444890" cy="57363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Оливия 5 даана брокколи, 3 картошка жана 5 помидор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D648A30A-FA27-4105-9116-D2CE5FAD0B25}"/>
              </a:ext>
            </a:extLst>
          </p:cNvPr>
          <p:cNvSpPr/>
          <p:nvPr/>
        </p:nvSpPr>
        <p:spPr>
          <a:xfrm>
            <a:off x="6790550" y="5003799"/>
            <a:ext cx="1891632" cy="59829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Нарынбек 3 помидор, 5 сабиз жана 5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EF39A7D-CB3F-4A5D-9DFE-31DCDB911A2A}"/>
              </a:ext>
            </a:extLst>
          </p:cNvPr>
          <p:cNvSpPr txBox="1"/>
          <p:nvPr/>
        </p:nvSpPr>
        <p:spPr>
          <a:xfrm>
            <a:off x="3041771" y="19804"/>
            <a:ext cx="3822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/>
              <a:t>Мөмө-жемиштерди жана жашылчаларды сатып алуу.</a:t>
            </a:r>
            <a:endParaRPr lang="en-GB" sz="12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BAD52B8-136B-44EC-8F05-5BE605287F82}"/>
              </a:ext>
            </a:extLst>
          </p:cNvPr>
          <p:cNvSpPr txBox="1"/>
          <p:nvPr/>
        </p:nvSpPr>
        <p:spPr>
          <a:xfrm>
            <a:off x="2591208" y="294389"/>
            <a:ext cx="4723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Кардарлар жашылча-жемиштерди сатып алуу үчүн дүкөнгө барышат.</a:t>
            </a:r>
          </a:p>
          <a:p>
            <a:pPr algn="ctr"/>
            <a:r>
              <a:rPr lang="ky-KG" sz="1200" dirty="0"/>
              <a:t>Ар бир адам канча акча </a:t>
            </a:r>
            <a:r>
              <a:rPr lang="ky-KG" sz="1600" b="1" dirty="0">
                <a:solidFill>
                  <a:srgbClr val="FF0000"/>
                </a:solidFill>
              </a:rPr>
              <a:t>коротот?</a:t>
            </a:r>
            <a:endParaRPr lang="ky-KG" sz="1200" b="1" dirty="0">
              <a:solidFill>
                <a:srgbClr val="FF0000"/>
              </a:solidFill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68EDC9B9-FD50-4D1B-B34C-7A379A490ABC}"/>
              </a:ext>
            </a:extLst>
          </p:cNvPr>
          <p:cNvGrpSpPr/>
          <p:nvPr/>
        </p:nvGrpSpPr>
        <p:grpSpPr>
          <a:xfrm>
            <a:off x="386079" y="1011539"/>
            <a:ext cx="699277" cy="820493"/>
            <a:chOff x="487679" y="1094667"/>
            <a:chExt cx="699277" cy="820493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9F378200-F314-4CFB-A20B-9C05ED042172}"/>
                </a:ext>
              </a:extLst>
            </p:cNvPr>
            <p:cNvSpPr/>
            <p:nvPr/>
          </p:nvSpPr>
          <p:spPr>
            <a:xfrm>
              <a:off x="487679" y="1620520"/>
              <a:ext cx="69927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14.10c</a:t>
              </a: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17A43582-F696-45AF-AA50-7B847551C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505" y="1094667"/>
              <a:ext cx="401486" cy="443783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83B8C73-89B4-4B30-9312-9A7DB4C84E6C}"/>
              </a:ext>
            </a:extLst>
          </p:cNvPr>
          <p:cNvGrpSpPr/>
          <p:nvPr/>
        </p:nvGrpSpPr>
        <p:grpSpPr>
          <a:xfrm>
            <a:off x="1451932" y="898444"/>
            <a:ext cx="722721" cy="933588"/>
            <a:chOff x="1336039" y="981572"/>
            <a:chExt cx="722721" cy="933588"/>
          </a:xfrm>
        </p:grpSpPr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06784A7D-3C01-4E55-9CA6-0AE245019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144">
              <a:off x="1531807" y="981572"/>
              <a:ext cx="333896" cy="667792"/>
            </a:xfrm>
            <a:prstGeom prst="rect">
              <a:avLst/>
            </a:prstGeom>
          </p:spPr>
        </p:pic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ABD45A12-F56B-4B73-B9C5-3BF47680B662}"/>
                </a:ext>
              </a:extLst>
            </p:cNvPr>
            <p:cNvSpPr/>
            <p:nvPr/>
          </p:nvSpPr>
          <p:spPr>
            <a:xfrm>
              <a:off x="1336039" y="1620520"/>
              <a:ext cx="722721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17.56c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CE26447-AF97-45E8-B3C3-7E3D6457B868}"/>
              </a:ext>
            </a:extLst>
          </p:cNvPr>
          <p:cNvGrpSpPr/>
          <p:nvPr/>
        </p:nvGrpSpPr>
        <p:grpSpPr>
          <a:xfrm>
            <a:off x="2517786" y="905163"/>
            <a:ext cx="764012" cy="926869"/>
            <a:chOff x="2636520" y="988291"/>
            <a:chExt cx="764012" cy="926869"/>
          </a:xfrm>
        </p:grpSpPr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5D894CC4-A1CA-4D74-AE28-9433256B1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162" y="988291"/>
              <a:ext cx="637293" cy="637293"/>
            </a:xfrm>
            <a:prstGeom prst="rect">
              <a:avLst/>
            </a:prstGeom>
          </p:spPr>
        </p:pic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DF84F8A8-CB9B-4C42-865A-A401D5CD513B}"/>
                </a:ext>
              </a:extLst>
            </p:cNvPr>
            <p:cNvSpPr/>
            <p:nvPr/>
          </p:nvSpPr>
          <p:spPr>
            <a:xfrm>
              <a:off x="2636520" y="1620520"/>
              <a:ext cx="764012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55.25c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F2EDDAD-91F2-4DE1-8278-8BB9812743BC}"/>
              </a:ext>
            </a:extLst>
          </p:cNvPr>
          <p:cNvGrpSpPr/>
          <p:nvPr/>
        </p:nvGrpSpPr>
        <p:grpSpPr>
          <a:xfrm>
            <a:off x="3607174" y="1147718"/>
            <a:ext cx="815648" cy="684314"/>
            <a:chOff x="3662473" y="1230846"/>
            <a:chExt cx="815648" cy="684314"/>
          </a:xfrm>
        </p:grpSpPr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87831979-7D72-475F-B1FB-6A9492AAF9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42492">
              <a:off x="3662473" y="1230846"/>
              <a:ext cx="671229" cy="341907"/>
            </a:xfrm>
            <a:prstGeom prst="rect">
              <a:avLst/>
            </a:prstGeom>
          </p:spPr>
        </p:pic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9A15AB5B-D3F5-460A-B6C1-C3F13795F073}"/>
                </a:ext>
              </a:extLst>
            </p:cNvPr>
            <p:cNvSpPr/>
            <p:nvPr/>
          </p:nvSpPr>
          <p:spPr>
            <a:xfrm>
              <a:off x="3680229" y="1620520"/>
              <a:ext cx="797892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45.08c</a:t>
              </a: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2DCF66E3-D4CD-46B6-B1BD-84CF0D369CBC}"/>
              </a:ext>
            </a:extLst>
          </p:cNvPr>
          <p:cNvGrpSpPr/>
          <p:nvPr/>
        </p:nvGrpSpPr>
        <p:grpSpPr>
          <a:xfrm>
            <a:off x="8954192" y="1003884"/>
            <a:ext cx="775367" cy="828148"/>
            <a:chOff x="8723282" y="1087012"/>
            <a:chExt cx="775367" cy="828148"/>
          </a:xfrm>
        </p:grpSpPr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CEF6D02E-99FF-47FC-8DAB-C4A7D8D8A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133" y="1087012"/>
              <a:ext cx="444377" cy="490642"/>
            </a:xfrm>
            <a:prstGeom prst="rect">
              <a:avLst/>
            </a:prstGeom>
          </p:spPr>
        </p:pic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288687F2-7AEA-4502-BF44-753EC9806B5E}"/>
                </a:ext>
              </a:extLst>
            </p:cNvPr>
            <p:cNvSpPr/>
            <p:nvPr/>
          </p:nvSpPr>
          <p:spPr>
            <a:xfrm>
              <a:off x="8723282" y="1620520"/>
              <a:ext cx="77536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49.61 c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B6CAC652-D726-49C9-95B8-A11DBE050254}"/>
              </a:ext>
            </a:extLst>
          </p:cNvPr>
          <p:cNvGrpSpPr/>
          <p:nvPr/>
        </p:nvGrpSpPr>
        <p:grpSpPr>
          <a:xfrm>
            <a:off x="4690783" y="974548"/>
            <a:ext cx="692844" cy="857484"/>
            <a:chOff x="4677756" y="1057676"/>
            <a:chExt cx="692844" cy="857484"/>
          </a:xfrm>
        </p:grpSpPr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22585C84-59BE-4EAA-8C40-5B059AD88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745274" y="1057676"/>
              <a:ext cx="500057" cy="492183"/>
            </a:xfrm>
            <a:prstGeom prst="rect">
              <a:avLst/>
            </a:prstGeom>
          </p:spPr>
        </p:pic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04F9971F-F837-4C3D-A946-380E494FE7C6}"/>
                </a:ext>
              </a:extLst>
            </p:cNvPr>
            <p:cNvSpPr/>
            <p:nvPr/>
          </p:nvSpPr>
          <p:spPr>
            <a:xfrm>
              <a:off x="4677756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33.15c</a:t>
              </a: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822603F-5F44-40C2-983C-54F47849573C}"/>
              </a:ext>
            </a:extLst>
          </p:cNvPr>
          <p:cNvGrpSpPr/>
          <p:nvPr/>
        </p:nvGrpSpPr>
        <p:grpSpPr>
          <a:xfrm>
            <a:off x="6822489" y="998540"/>
            <a:ext cx="692844" cy="833492"/>
            <a:chOff x="6792882" y="1081668"/>
            <a:chExt cx="692844" cy="833492"/>
          </a:xfrm>
        </p:grpSpPr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A988E34D-9098-4688-89B4-CD25C0250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4144" y="1081668"/>
              <a:ext cx="533965" cy="533965"/>
            </a:xfrm>
            <a:prstGeom prst="rect">
              <a:avLst/>
            </a:prstGeom>
          </p:spPr>
        </p:pic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9F5E8E95-4074-42B2-871C-3BD8847DE3C9}"/>
                </a:ext>
              </a:extLst>
            </p:cNvPr>
            <p:cNvSpPr/>
            <p:nvPr/>
          </p:nvSpPr>
          <p:spPr>
            <a:xfrm>
              <a:off x="6792882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18.59c</a:t>
              </a: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298FD17B-4792-4BD9-8E05-EDA4EB7A2039}"/>
              </a:ext>
            </a:extLst>
          </p:cNvPr>
          <p:cNvGrpSpPr/>
          <p:nvPr/>
        </p:nvGrpSpPr>
        <p:grpSpPr>
          <a:xfrm>
            <a:off x="5756636" y="887305"/>
            <a:ext cx="692844" cy="944727"/>
            <a:chOff x="5804591" y="970433"/>
            <a:chExt cx="692844" cy="944727"/>
          </a:xfrm>
        </p:grpSpPr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502B07A5-0438-4845-A380-9019F3706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3847" y="970433"/>
              <a:ext cx="586215" cy="601487"/>
            </a:xfrm>
            <a:prstGeom prst="rect">
              <a:avLst/>
            </a:prstGeom>
          </p:spPr>
        </p:pic>
        <p:sp>
          <p:nvSpPr>
            <p:cNvPr id="131" name="Rectangle: Rounded Corners 130">
              <a:extLst>
                <a:ext uri="{FF2B5EF4-FFF2-40B4-BE49-F238E27FC236}">
                  <a16:creationId xmlns:a16="http://schemas.microsoft.com/office/drawing/2014/main" id="{41313A3D-2A3D-49B3-8332-7B5C838BAD24}"/>
                </a:ext>
              </a:extLst>
            </p:cNvPr>
            <p:cNvSpPr/>
            <p:nvPr/>
          </p:nvSpPr>
          <p:spPr>
            <a:xfrm>
              <a:off x="5804591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82.69c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0F0E74F2-1A04-4FC5-825B-CB1C7B3EA381}"/>
              </a:ext>
            </a:extLst>
          </p:cNvPr>
          <p:cNvGrpSpPr/>
          <p:nvPr/>
        </p:nvGrpSpPr>
        <p:grpSpPr>
          <a:xfrm>
            <a:off x="7888341" y="1005505"/>
            <a:ext cx="775367" cy="826527"/>
            <a:chOff x="7818117" y="1088633"/>
            <a:chExt cx="775367" cy="826527"/>
          </a:xfrm>
        </p:grpSpPr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6B7ACB48-B3F1-490E-862E-E16EFA2BE3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1" cstate="hq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79" r="33420"/>
            <a:stretch/>
          </p:blipFill>
          <p:spPr>
            <a:xfrm>
              <a:off x="7943146" y="1088633"/>
              <a:ext cx="409298" cy="472185"/>
            </a:xfrm>
            <a:prstGeom prst="rect">
              <a:avLst/>
            </a:prstGeom>
          </p:spPr>
        </p:pic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1B348B20-783A-4DE0-BBED-0B549CE81A29}"/>
                </a:ext>
              </a:extLst>
            </p:cNvPr>
            <p:cNvSpPr/>
            <p:nvPr/>
          </p:nvSpPr>
          <p:spPr>
            <a:xfrm>
              <a:off x="7818117" y="1620520"/>
              <a:ext cx="77536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16.54 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5769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E2FA49-BD0D-4679-905A-BECE163BCFCE}"/>
              </a:ext>
            </a:extLst>
          </p:cNvPr>
          <p:cNvSpPr txBox="1"/>
          <p:nvPr/>
        </p:nvSpPr>
        <p:spPr>
          <a:xfrm>
            <a:off x="1489953" y="2750449"/>
            <a:ext cx="87716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90.16с</a:t>
            </a:r>
            <a:endParaRPr lang="en-GB" sz="20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83364E-7517-48A0-A588-7DCF7DBF3E28}"/>
              </a:ext>
            </a:extLst>
          </p:cNvPr>
          <p:cNvSpPr txBox="1"/>
          <p:nvPr/>
        </p:nvSpPr>
        <p:spPr>
          <a:xfrm>
            <a:off x="2761672" y="2173779"/>
            <a:ext cx="87716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42.30с</a:t>
            </a:r>
            <a:endParaRPr lang="en-GB" sz="2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85DCBD8-FFBB-418D-9212-4D3B97116322}"/>
              </a:ext>
            </a:extLst>
          </p:cNvPr>
          <p:cNvSpPr txBox="1"/>
          <p:nvPr/>
        </p:nvSpPr>
        <p:spPr>
          <a:xfrm>
            <a:off x="3472874" y="3328325"/>
            <a:ext cx="87716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59.18с</a:t>
            </a:r>
            <a:endParaRPr lang="en-GB" sz="2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9A6D8BC-4F65-4163-A062-F614C6251DB9}"/>
              </a:ext>
            </a:extLst>
          </p:cNvPr>
          <p:cNvSpPr txBox="1"/>
          <p:nvPr/>
        </p:nvSpPr>
        <p:spPr>
          <a:xfrm>
            <a:off x="992428" y="4004503"/>
            <a:ext cx="87716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66.16с</a:t>
            </a:r>
            <a:endParaRPr lang="en-GB" sz="2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271673-7931-4238-BC54-25B4ED27968F}"/>
              </a:ext>
            </a:extLst>
          </p:cNvPr>
          <p:cNvSpPr txBox="1"/>
          <p:nvPr/>
        </p:nvSpPr>
        <p:spPr>
          <a:xfrm>
            <a:off x="3565236" y="4464397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116.78с</a:t>
            </a:r>
            <a:endParaRPr lang="en-GB" sz="2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AB0FBC-456C-4D9E-BE31-387CAC01BE97}"/>
              </a:ext>
            </a:extLst>
          </p:cNvPr>
          <p:cNvSpPr txBox="1"/>
          <p:nvPr/>
        </p:nvSpPr>
        <p:spPr>
          <a:xfrm>
            <a:off x="1150140" y="5175537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179.48с</a:t>
            </a:r>
            <a:endParaRPr lang="en-GB" sz="2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5068DF2-A1D1-4415-B9BD-689E4F9F63FB}"/>
              </a:ext>
            </a:extLst>
          </p:cNvPr>
          <p:cNvSpPr txBox="1"/>
          <p:nvPr/>
        </p:nvSpPr>
        <p:spPr>
          <a:xfrm>
            <a:off x="4031673" y="5697450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201.54с</a:t>
            </a:r>
            <a:endParaRPr lang="en-GB" sz="20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952C215-F39D-4399-B7A3-245E1E8BB3AF}"/>
              </a:ext>
            </a:extLst>
          </p:cNvPr>
          <p:cNvSpPr txBox="1"/>
          <p:nvPr/>
        </p:nvSpPr>
        <p:spPr>
          <a:xfrm>
            <a:off x="1104946" y="6267648"/>
            <a:ext cx="87716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74.76с</a:t>
            </a:r>
            <a:endParaRPr lang="en-GB" sz="20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2B0A9AA-B4AD-E2BC-502B-357789585579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8BF27A-B3D1-9FE6-1D72-CC3803A3C3C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00" y="2445375"/>
            <a:ext cx="585568" cy="6698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25B5CF-4C7B-6F36-9C7D-4046144BD0F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627" y="2629270"/>
            <a:ext cx="620689" cy="6315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1E4A47-A58C-5948-0226-4189792694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35" y="2089903"/>
            <a:ext cx="773606" cy="6213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16DA35-85D5-90A7-A947-1C99ED5D826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085" y="3732559"/>
            <a:ext cx="870206" cy="7267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BFF8B4-C235-9838-18F2-60882A73745A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grayscl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705" y="5520784"/>
            <a:ext cx="823726" cy="6531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BF312E-790C-598A-A3A5-CB310F2CBAFF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090" y="2040124"/>
            <a:ext cx="692844" cy="7786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8010B7C-E2B9-EE7A-44E0-304C8B2E247B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895" y="4795424"/>
            <a:ext cx="732240" cy="7019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08FFA70-99D8-956B-6C08-A7E0BF19320A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36" y="3130961"/>
            <a:ext cx="618956" cy="70801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EB4F88B-E4FB-04C0-113B-3291B59B6579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55" y="4471474"/>
            <a:ext cx="588461" cy="6040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7FBB526-7A66-1C5E-B404-A5E6595C2678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434" y="4305343"/>
            <a:ext cx="922330" cy="7220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13C8C2B-6A15-7CAC-0B9F-7F90350D8907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329" y="3054128"/>
            <a:ext cx="635874" cy="7202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F683689-7BA9-76FA-2BBE-E9AC9F10B24C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612" y="6040443"/>
            <a:ext cx="669467" cy="71768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DF5D6BA-C8F4-268B-6334-D4C008910576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054" y="4911630"/>
            <a:ext cx="586993" cy="738065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1F6714B-8D6E-5D5F-A55E-52317D6D00EC}"/>
              </a:ext>
            </a:extLst>
          </p:cNvPr>
          <p:cNvSpPr/>
          <p:nvPr/>
        </p:nvSpPr>
        <p:spPr>
          <a:xfrm>
            <a:off x="1096332" y="2209800"/>
            <a:ext cx="1627818" cy="43180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Эли</a:t>
            </a:r>
            <a:r>
              <a:rPr lang="ky-KG" sz="1300" dirty="0">
                <a:solidFill>
                  <a:schemeClr val="tx1"/>
                </a:solidFill>
              </a:rPr>
              <a:t>за</a:t>
            </a:r>
            <a:r>
              <a:rPr lang="ru-RU" sz="1300" dirty="0">
                <a:solidFill>
                  <a:schemeClr val="tx1"/>
                </a:solidFill>
              </a:rPr>
              <a:t> 3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A00D1EC-991A-A307-59FE-7594644D0881}"/>
              </a:ext>
            </a:extLst>
          </p:cNvPr>
          <p:cNvPicPr>
            <a:picLocks noChangeAspect="1"/>
          </p:cNvPicPr>
          <p:nvPr/>
        </p:nvPicPr>
        <p:blipFill>
          <a:blip r:embed="rId19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32" y="5549926"/>
            <a:ext cx="633595" cy="71202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3704340-091A-EB96-B5E7-5B2BC015172F}"/>
              </a:ext>
            </a:extLst>
          </p:cNvPr>
          <p:cNvPicPr>
            <a:picLocks noChangeAspect="1"/>
          </p:cNvPicPr>
          <p:nvPr/>
        </p:nvPicPr>
        <p:blipFill>
          <a:blip r:embed="rId2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517" y="3665714"/>
            <a:ext cx="633603" cy="65102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FCAAE00-DA29-E7F3-84F5-65AA6F67C0B6}"/>
              </a:ext>
            </a:extLst>
          </p:cNvPr>
          <p:cNvPicPr>
            <a:picLocks noChangeAspect="1"/>
          </p:cNvPicPr>
          <p:nvPr/>
        </p:nvPicPr>
        <p:blipFill>
          <a:blip r:embed="rId2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512" y="6068481"/>
            <a:ext cx="813225" cy="712843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C819AD9-9F7D-86F5-C2E5-16744E272C5D}"/>
              </a:ext>
            </a:extLst>
          </p:cNvPr>
          <p:cNvSpPr/>
          <p:nvPr/>
        </p:nvSpPr>
        <p:spPr>
          <a:xfrm>
            <a:off x="2299854" y="2738119"/>
            <a:ext cx="1558175" cy="4458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Бекен 2 апельсин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151BB2B-B97B-1582-EB7F-F5D6AE5510B0}"/>
              </a:ext>
            </a:extLst>
          </p:cNvPr>
          <p:cNvSpPr/>
          <p:nvPr/>
        </p:nvSpPr>
        <p:spPr>
          <a:xfrm>
            <a:off x="1126812" y="3357879"/>
            <a:ext cx="2327588" cy="45621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Канат алма менен банан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F40135C-2995-8BA1-9C42-B64B0B78329E}"/>
              </a:ext>
            </a:extLst>
          </p:cNvPr>
          <p:cNvSpPr/>
          <p:nvPr/>
        </p:nvSpPr>
        <p:spPr>
          <a:xfrm>
            <a:off x="1791854" y="4008120"/>
            <a:ext cx="2096655" cy="45621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Деңиз 4 кулпунайды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5E9E4B1-1E53-8932-0CD1-E2ACF22DEDC0}"/>
              </a:ext>
            </a:extLst>
          </p:cNvPr>
          <p:cNvSpPr/>
          <p:nvPr/>
        </p:nvSpPr>
        <p:spPr>
          <a:xfrm>
            <a:off x="2083700" y="5037974"/>
            <a:ext cx="1799848" cy="5957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Улан 2 даана брокколи менен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1263413-8025-C279-F0DF-A8FA4985AE60}"/>
              </a:ext>
            </a:extLst>
          </p:cNvPr>
          <p:cNvSpPr/>
          <p:nvPr/>
        </p:nvSpPr>
        <p:spPr>
          <a:xfrm>
            <a:off x="1967345" y="6294120"/>
            <a:ext cx="1832495" cy="44842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Ниа 4 картошка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B8D4668-1D62-4C43-A613-9BD73B62639F}"/>
              </a:ext>
            </a:extLst>
          </p:cNvPr>
          <p:cNvSpPr/>
          <p:nvPr/>
        </p:nvSpPr>
        <p:spPr>
          <a:xfrm>
            <a:off x="1086172" y="5714999"/>
            <a:ext cx="2876228" cy="49235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Жаңыл 3 банан жана 2 апельсин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BD959D4-B7D9-F47F-FF87-3A5DC3379930}"/>
              </a:ext>
            </a:extLst>
          </p:cNvPr>
          <p:cNvSpPr/>
          <p:nvPr/>
        </p:nvSpPr>
        <p:spPr>
          <a:xfrm>
            <a:off x="1086172" y="4485639"/>
            <a:ext cx="2497538" cy="51815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Эдит</a:t>
            </a:r>
            <a:r>
              <a:rPr lang="ky-KG" sz="1300" dirty="0">
                <a:solidFill>
                  <a:schemeClr val="tx1"/>
                </a:solidFill>
              </a:rPr>
              <a:t>а</a:t>
            </a:r>
            <a:r>
              <a:rPr lang="ru-RU" sz="1300" dirty="0">
                <a:solidFill>
                  <a:schemeClr val="tx1"/>
                </a:solidFill>
              </a:rPr>
              <a:t> 2 помидор жана бир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41DC8F8-C3DE-B832-5BBB-F2C17A8F688D}"/>
              </a:ext>
            </a:extLst>
          </p:cNvPr>
          <p:cNvSpPr/>
          <p:nvPr/>
        </p:nvSpPr>
        <p:spPr>
          <a:xfrm>
            <a:off x="6023932" y="2124364"/>
            <a:ext cx="1950691" cy="51723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Айда 5 кулпунай жана 2 помидор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43646D9-9A87-75F1-A92B-BEC5DDA93C85}"/>
              </a:ext>
            </a:extLst>
          </p:cNvPr>
          <p:cNvSpPr/>
          <p:nvPr/>
        </p:nvSpPr>
        <p:spPr>
          <a:xfrm>
            <a:off x="7102764" y="2687319"/>
            <a:ext cx="1492596" cy="493683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Жеку 8 алма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40384E3-0752-EE6F-E803-B86FCA099715}"/>
              </a:ext>
            </a:extLst>
          </p:cNvPr>
          <p:cNvSpPr/>
          <p:nvPr/>
        </p:nvSpPr>
        <p:spPr>
          <a:xfrm>
            <a:off x="6044252" y="3219334"/>
            <a:ext cx="1742003" cy="61963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Кайрат 3 даана брокколи жана 3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7CC86BB-E1C2-D6D8-B59B-96F0875F7379}"/>
              </a:ext>
            </a:extLst>
          </p:cNvPr>
          <p:cNvSpPr/>
          <p:nvPr/>
        </p:nvSpPr>
        <p:spPr>
          <a:xfrm>
            <a:off x="6560151" y="3838971"/>
            <a:ext cx="2103557" cy="55846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Лапуся 4 апельсин, 3 банан жана 2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A3393BE-F29C-EAD7-D4FA-37A228FB92D6}"/>
              </a:ext>
            </a:extLst>
          </p:cNvPr>
          <p:cNvSpPr/>
          <p:nvPr/>
        </p:nvSpPr>
        <p:spPr>
          <a:xfrm>
            <a:off x="6186492" y="4429055"/>
            <a:ext cx="1876853" cy="54669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Майрам 7 картошка жана 5 кулпунай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011B3D2-C635-96B3-9C70-868277D7E526}"/>
              </a:ext>
            </a:extLst>
          </p:cNvPr>
          <p:cNvSpPr/>
          <p:nvPr/>
        </p:nvSpPr>
        <p:spPr>
          <a:xfrm>
            <a:off x="6186492" y="6228542"/>
            <a:ext cx="2532636" cy="51400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Папан 9 банан, 7 сабиз, 7 кулпунай жана 3 капуста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42B43A5-4BAF-9DB4-1512-D68E0AFEF141}"/>
              </a:ext>
            </a:extLst>
          </p:cNvPr>
          <p:cNvSpPr/>
          <p:nvPr/>
        </p:nvSpPr>
        <p:spPr>
          <a:xfrm>
            <a:off x="6150470" y="5633720"/>
            <a:ext cx="2444890" cy="57363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Оливия 5 даана брокколи, 3 картошка жана 5 помидор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34F0186-F0FF-81DE-D70F-B313795B0E1C}"/>
              </a:ext>
            </a:extLst>
          </p:cNvPr>
          <p:cNvSpPr/>
          <p:nvPr/>
        </p:nvSpPr>
        <p:spPr>
          <a:xfrm>
            <a:off x="6790550" y="5003799"/>
            <a:ext cx="1891632" cy="59829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Нарынбек 3 помидор, 5 сабиз жана 5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14A20A2-A12D-2C80-C55E-7EDA324A98A7}"/>
              </a:ext>
            </a:extLst>
          </p:cNvPr>
          <p:cNvSpPr txBox="1"/>
          <p:nvPr/>
        </p:nvSpPr>
        <p:spPr>
          <a:xfrm>
            <a:off x="3041771" y="19804"/>
            <a:ext cx="3822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/>
              <a:t>Мөмө-жемиштерди жана жашылчаларды сатып алуу.</a:t>
            </a:r>
            <a:endParaRPr lang="en-GB" sz="12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B88B3C-2B5C-47F0-70BA-B12AA8000C9C}"/>
              </a:ext>
            </a:extLst>
          </p:cNvPr>
          <p:cNvSpPr txBox="1"/>
          <p:nvPr/>
        </p:nvSpPr>
        <p:spPr>
          <a:xfrm>
            <a:off x="2591208" y="294389"/>
            <a:ext cx="4723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Кардарлар жашылча-жемиштерди сатып алуу үчүн дүкөнгө барышат.</a:t>
            </a:r>
          </a:p>
          <a:p>
            <a:pPr algn="ctr"/>
            <a:r>
              <a:rPr lang="ky-KG" sz="1200" dirty="0"/>
              <a:t>Ар бир адам канча акча </a:t>
            </a:r>
            <a:r>
              <a:rPr lang="ky-KG" sz="1600" b="1" dirty="0">
                <a:solidFill>
                  <a:srgbClr val="FF0000"/>
                </a:solidFill>
              </a:rPr>
              <a:t>коротот?</a:t>
            </a:r>
            <a:endParaRPr lang="ky-KG" sz="1200" b="1" dirty="0">
              <a:solidFill>
                <a:srgbClr val="FF0000"/>
              </a:solidFill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081C542-A56C-23EC-E6A4-B069BEB2364A}"/>
              </a:ext>
            </a:extLst>
          </p:cNvPr>
          <p:cNvGrpSpPr/>
          <p:nvPr/>
        </p:nvGrpSpPr>
        <p:grpSpPr>
          <a:xfrm>
            <a:off x="386079" y="1011539"/>
            <a:ext cx="699277" cy="820493"/>
            <a:chOff x="487679" y="1094667"/>
            <a:chExt cx="699277" cy="820493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EE00911D-0133-4C70-25FF-CDF875890354}"/>
                </a:ext>
              </a:extLst>
            </p:cNvPr>
            <p:cNvSpPr/>
            <p:nvPr/>
          </p:nvSpPr>
          <p:spPr>
            <a:xfrm>
              <a:off x="487679" y="1620520"/>
              <a:ext cx="69927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14.10c</a:t>
              </a: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6520A6A4-F7A0-F01F-31DB-1FAF222A1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505" y="1094667"/>
              <a:ext cx="401486" cy="443783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6A178F9-F30C-991F-C50D-DD49018D2AC6}"/>
              </a:ext>
            </a:extLst>
          </p:cNvPr>
          <p:cNvGrpSpPr/>
          <p:nvPr/>
        </p:nvGrpSpPr>
        <p:grpSpPr>
          <a:xfrm>
            <a:off x="1451932" y="898444"/>
            <a:ext cx="722721" cy="933588"/>
            <a:chOff x="1336039" y="981572"/>
            <a:chExt cx="722721" cy="933588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CCD12849-BC84-D434-06AA-8D2249D95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144">
              <a:off x="1531807" y="981572"/>
              <a:ext cx="333896" cy="667792"/>
            </a:xfrm>
            <a:prstGeom prst="rect">
              <a:avLst/>
            </a:prstGeom>
          </p:spPr>
        </p:pic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B3D5139B-E5D4-AC18-1FFC-3C739A22C21D}"/>
                </a:ext>
              </a:extLst>
            </p:cNvPr>
            <p:cNvSpPr/>
            <p:nvPr/>
          </p:nvSpPr>
          <p:spPr>
            <a:xfrm>
              <a:off x="1336039" y="1620520"/>
              <a:ext cx="722721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17.56c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97A4B26-E894-CD6C-EF55-FBA7298F0E8F}"/>
              </a:ext>
            </a:extLst>
          </p:cNvPr>
          <p:cNvGrpSpPr/>
          <p:nvPr/>
        </p:nvGrpSpPr>
        <p:grpSpPr>
          <a:xfrm>
            <a:off x="2517786" y="905163"/>
            <a:ext cx="764012" cy="926869"/>
            <a:chOff x="2636520" y="988291"/>
            <a:chExt cx="764012" cy="926869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99EFC7F7-EE8B-290D-CF7E-9723F449B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162" y="988291"/>
              <a:ext cx="637293" cy="637293"/>
            </a:xfrm>
            <a:prstGeom prst="rect">
              <a:avLst/>
            </a:prstGeom>
          </p:spPr>
        </p:pic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F9643582-9932-95E2-4D14-97A046222AB2}"/>
                </a:ext>
              </a:extLst>
            </p:cNvPr>
            <p:cNvSpPr/>
            <p:nvPr/>
          </p:nvSpPr>
          <p:spPr>
            <a:xfrm>
              <a:off x="2636520" y="1620520"/>
              <a:ext cx="764012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55.25c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FC8647D-060E-497B-65D9-C8B420FBBEAF}"/>
              </a:ext>
            </a:extLst>
          </p:cNvPr>
          <p:cNvGrpSpPr/>
          <p:nvPr/>
        </p:nvGrpSpPr>
        <p:grpSpPr>
          <a:xfrm>
            <a:off x="3607174" y="1147718"/>
            <a:ext cx="815648" cy="684314"/>
            <a:chOff x="3662473" y="1230846"/>
            <a:chExt cx="815648" cy="684314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26020D7C-283A-1BE3-8A40-681D4F2F6A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42492">
              <a:off x="3662473" y="1230846"/>
              <a:ext cx="671229" cy="341907"/>
            </a:xfrm>
            <a:prstGeom prst="rect">
              <a:avLst/>
            </a:prstGeom>
          </p:spPr>
        </p:pic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B5AF6528-D44C-D2FC-7612-6572A40E5C56}"/>
                </a:ext>
              </a:extLst>
            </p:cNvPr>
            <p:cNvSpPr/>
            <p:nvPr/>
          </p:nvSpPr>
          <p:spPr>
            <a:xfrm>
              <a:off x="3680229" y="1620520"/>
              <a:ext cx="797892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45.08c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E57F604-24B7-186F-718A-A8686502ADEE}"/>
              </a:ext>
            </a:extLst>
          </p:cNvPr>
          <p:cNvGrpSpPr/>
          <p:nvPr/>
        </p:nvGrpSpPr>
        <p:grpSpPr>
          <a:xfrm>
            <a:off x="8954192" y="1003884"/>
            <a:ext cx="775367" cy="828148"/>
            <a:chOff x="8723282" y="1087012"/>
            <a:chExt cx="775367" cy="828148"/>
          </a:xfrm>
        </p:grpSpPr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42B896F3-0349-A84B-16EC-9F80FA3E7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133" y="1087012"/>
              <a:ext cx="444377" cy="490642"/>
            </a:xfrm>
            <a:prstGeom prst="rect">
              <a:avLst/>
            </a:prstGeom>
          </p:spPr>
        </p:pic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7E58C12B-5EA5-3AE8-8FFF-1DC2567CF56E}"/>
                </a:ext>
              </a:extLst>
            </p:cNvPr>
            <p:cNvSpPr/>
            <p:nvPr/>
          </p:nvSpPr>
          <p:spPr>
            <a:xfrm>
              <a:off x="8723282" y="1620520"/>
              <a:ext cx="77536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49.61 c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F9E9A4E-9BC0-07DC-E7B7-89E415BF4EAF}"/>
              </a:ext>
            </a:extLst>
          </p:cNvPr>
          <p:cNvGrpSpPr/>
          <p:nvPr/>
        </p:nvGrpSpPr>
        <p:grpSpPr>
          <a:xfrm>
            <a:off x="4690783" y="974548"/>
            <a:ext cx="692844" cy="857484"/>
            <a:chOff x="4677756" y="1057676"/>
            <a:chExt cx="692844" cy="857484"/>
          </a:xfrm>
        </p:grpSpPr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218617DA-9D24-C510-4F86-CB42E42A6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745274" y="1057676"/>
              <a:ext cx="500057" cy="492183"/>
            </a:xfrm>
            <a:prstGeom prst="rect">
              <a:avLst/>
            </a:prstGeom>
          </p:spPr>
        </p:pic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4B62B24E-4899-D320-1439-53FC3756C955}"/>
                </a:ext>
              </a:extLst>
            </p:cNvPr>
            <p:cNvSpPr/>
            <p:nvPr/>
          </p:nvSpPr>
          <p:spPr>
            <a:xfrm>
              <a:off x="4677756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33.15c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16DC455-87D5-93CD-D5B8-3DDC16D4322A}"/>
              </a:ext>
            </a:extLst>
          </p:cNvPr>
          <p:cNvGrpSpPr/>
          <p:nvPr/>
        </p:nvGrpSpPr>
        <p:grpSpPr>
          <a:xfrm>
            <a:off x="6822489" y="998540"/>
            <a:ext cx="692844" cy="833492"/>
            <a:chOff x="6792882" y="1081668"/>
            <a:chExt cx="692844" cy="833492"/>
          </a:xfrm>
        </p:grpSpPr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C8E92965-A367-7DF7-FE67-13DAB2DAB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4144" y="1081668"/>
              <a:ext cx="533965" cy="533965"/>
            </a:xfrm>
            <a:prstGeom prst="rect">
              <a:avLst/>
            </a:prstGeom>
          </p:spPr>
        </p:pic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471277B5-B592-3C32-6A2E-630610E5228E}"/>
                </a:ext>
              </a:extLst>
            </p:cNvPr>
            <p:cNvSpPr/>
            <p:nvPr/>
          </p:nvSpPr>
          <p:spPr>
            <a:xfrm>
              <a:off x="6792882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18.59c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F4CBEF7-32A4-DCDF-C20C-80973EEA2472}"/>
              </a:ext>
            </a:extLst>
          </p:cNvPr>
          <p:cNvGrpSpPr/>
          <p:nvPr/>
        </p:nvGrpSpPr>
        <p:grpSpPr>
          <a:xfrm>
            <a:off x="5756636" y="887305"/>
            <a:ext cx="692844" cy="944727"/>
            <a:chOff x="5804591" y="970433"/>
            <a:chExt cx="692844" cy="944727"/>
          </a:xfrm>
        </p:grpSpPr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136DD68A-8BD1-E5BF-3E45-3848CE8764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3847" y="970433"/>
              <a:ext cx="586215" cy="601487"/>
            </a:xfrm>
            <a:prstGeom prst="rect">
              <a:avLst/>
            </a:prstGeom>
          </p:spPr>
        </p:pic>
        <p:sp>
          <p:nvSpPr>
            <p:cNvPr id="135" name="Rectangle: Rounded Corners 134">
              <a:extLst>
                <a:ext uri="{FF2B5EF4-FFF2-40B4-BE49-F238E27FC236}">
                  <a16:creationId xmlns:a16="http://schemas.microsoft.com/office/drawing/2014/main" id="{DB7003B2-DF96-EBCD-4A45-C66CC780DF11}"/>
                </a:ext>
              </a:extLst>
            </p:cNvPr>
            <p:cNvSpPr/>
            <p:nvPr/>
          </p:nvSpPr>
          <p:spPr>
            <a:xfrm>
              <a:off x="5804591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82.69c</a:t>
              </a: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87E4C25-CFEB-A931-2270-C6C2B966F4D1}"/>
              </a:ext>
            </a:extLst>
          </p:cNvPr>
          <p:cNvGrpSpPr/>
          <p:nvPr/>
        </p:nvGrpSpPr>
        <p:grpSpPr>
          <a:xfrm>
            <a:off x="7888341" y="1005505"/>
            <a:ext cx="775367" cy="826527"/>
            <a:chOff x="7818117" y="1088633"/>
            <a:chExt cx="775367" cy="826527"/>
          </a:xfrm>
        </p:grpSpPr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EAF6C70C-D5A8-91B4-B22C-F0D739636F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1" cstate="hq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79" r="33420"/>
            <a:stretch/>
          </p:blipFill>
          <p:spPr>
            <a:xfrm>
              <a:off x="7943146" y="1088633"/>
              <a:ext cx="409298" cy="472185"/>
            </a:xfrm>
            <a:prstGeom prst="rect">
              <a:avLst/>
            </a:prstGeom>
          </p:spPr>
        </p:pic>
        <p:sp>
          <p:nvSpPr>
            <p:cNvPr id="138" name="Rectangle: Rounded Corners 137">
              <a:extLst>
                <a:ext uri="{FF2B5EF4-FFF2-40B4-BE49-F238E27FC236}">
                  <a16:creationId xmlns:a16="http://schemas.microsoft.com/office/drawing/2014/main" id="{6974DB96-595F-A404-F126-DDE0AA80410E}"/>
                </a:ext>
              </a:extLst>
            </p:cNvPr>
            <p:cNvSpPr/>
            <p:nvPr/>
          </p:nvSpPr>
          <p:spPr>
            <a:xfrm>
              <a:off x="7818117" y="1620520"/>
              <a:ext cx="77536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16.54 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9307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9324BB5-6A17-427D-9430-02104DC0614E}"/>
              </a:ext>
            </a:extLst>
          </p:cNvPr>
          <p:cNvSpPr txBox="1"/>
          <p:nvPr/>
        </p:nvSpPr>
        <p:spPr>
          <a:xfrm>
            <a:off x="5292388" y="6288445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810.17с</a:t>
            </a:r>
            <a:endParaRPr lang="en-GB" sz="2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8634CE9-965D-4C3F-9069-B756B6CA4A03}"/>
              </a:ext>
            </a:extLst>
          </p:cNvPr>
          <p:cNvSpPr txBox="1"/>
          <p:nvPr/>
        </p:nvSpPr>
        <p:spPr>
          <a:xfrm>
            <a:off x="8617526" y="5628176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717.17с</a:t>
            </a:r>
            <a:endParaRPr lang="en-GB" sz="20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9187C93-BB7B-4624-9B22-310C4859C1E3}"/>
              </a:ext>
            </a:extLst>
          </p:cNvPr>
          <p:cNvSpPr txBox="1"/>
          <p:nvPr/>
        </p:nvSpPr>
        <p:spPr>
          <a:xfrm>
            <a:off x="5865150" y="5091993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307.13с</a:t>
            </a:r>
            <a:endParaRPr lang="en-GB" sz="20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0FC8813-B55E-485B-8A1E-C71A92100880}"/>
              </a:ext>
            </a:extLst>
          </p:cNvPr>
          <p:cNvSpPr txBox="1"/>
          <p:nvPr/>
        </p:nvSpPr>
        <p:spPr>
          <a:xfrm>
            <a:off x="8091054" y="4473632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212.82с</a:t>
            </a:r>
            <a:endParaRPr lang="en-GB" sz="20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2318511-1E98-42C2-AD9E-BD55D026CD9C}"/>
              </a:ext>
            </a:extLst>
          </p:cNvPr>
          <p:cNvSpPr txBox="1"/>
          <p:nvPr/>
        </p:nvSpPr>
        <p:spPr>
          <a:xfrm>
            <a:off x="5573580" y="3923576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296.04с</a:t>
            </a:r>
            <a:endParaRPr lang="en-GB" sz="20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0A23750-7D17-4595-9DA4-211B739CC569}"/>
              </a:ext>
            </a:extLst>
          </p:cNvPr>
          <p:cNvSpPr txBox="1"/>
          <p:nvPr/>
        </p:nvSpPr>
        <p:spPr>
          <a:xfrm>
            <a:off x="7869381" y="3263668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300.75с</a:t>
            </a:r>
            <a:endParaRPr lang="en-GB" sz="20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15492DD-82DE-4EC8-AAAC-3AC799F6B7D3}"/>
              </a:ext>
            </a:extLst>
          </p:cNvPr>
          <p:cNvSpPr txBox="1"/>
          <p:nvPr/>
        </p:nvSpPr>
        <p:spPr>
          <a:xfrm>
            <a:off x="6245362" y="2700360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132.32с</a:t>
            </a:r>
            <a:endParaRPr lang="en-GB" sz="20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D83537F-6460-43E3-9EDA-BD16DED29DDE}"/>
              </a:ext>
            </a:extLst>
          </p:cNvPr>
          <p:cNvSpPr txBox="1"/>
          <p:nvPr/>
        </p:nvSpPr>
        <p:spPr>
          <a:xfrm>
            <a:off x="8018333" y="2135659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181.92с</a:t>
            </a:r>
            <a:endParaRPr lang="en-GB" sz="2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DDA8CFE-ABF5-6506-840D-7E7DCBDE1BF2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56386A-8477-956C-C585-D827FAC6CF4A}"/>
              </a:ext>
            </a:extLst>
          </p:cNvPr>
          <p:cNvSpPr txBox="1"/>
          <p:nvPr/>
        </p:nvSpPr>
        <p:spPr>
          <a:xfrm>
            <a:off x="1489953" y="2750449"/>
            <a:ext cx="87716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90.16с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66B323-F09D-2335-53E0-0EEAD33F40B8}"/>
              </a:ext>
            </a:extLst>
          </p:cNvPr>
          <p:cNvSpPr txBox="1"/>
          <p:nvPr/>
        </p:nvSpPr>
        <p:spPr>
          <a:xfrm>
            <a:off x="2761672" y="2173779"/>
            <a:ext cx="87716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42.30с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609618-7DA5-349E-1565-E52A27798CD4}"/>
              </a:ext>
            </a:extLst>
          </p:cNvPr>
          <p:cNvSpPr txBox="1"/>
          <p:nvPr/>
        </p:nvSpPr>
        <p:spPr>
          <a:xfrm>
            <a:off x="3472874" y="3328325"/>
            <a:ext cx="87716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59.18с</a:t>
            </a:r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B45EB-3769-1BB1-82C1-7DA5FC6DCED2}"/>
              </a:ext>
            </a:extLst>
          </p:cNvPr>
          <p:cNvSpPr txBox="1"/>
          <p:nvPr/>
        </p:nvSpPr>
        <p:spPr>
          <a:xfrm>
            <a:off x="992428" y="4004503"/>
            <a:ext cx="87716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66.16с</a:t>
            </a:r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79E981-446E-F04F-DC42-0DD1FCD0411D}"/>
              </a:ext>
            </a:extLst>
          </p:cNvPr>
          <p:cNvSpPr txBox="1"/>
          <p:nvPr/>
        </p:nvSpPr>
        <p:spPr>
          <a:xfrm>
            <a:off x="3565236" y="4464397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116.78с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35237D-A80C-FD13-F8FF-5BA2172581B0}"/>
              </a:ext>
            </a:extLst>
          </p:cNvPr>
          <p:cNvSpPr txBox="1"/>
          <p:nvPr/>
        </p:nvSpPr>
        <p:spPr>
          <a:xfrm>
            <a:off x="1150140" y="5175537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179.48с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7D82DF-335F-DDD1-BDB0-EF1E59E4BBCD}"/>
              </a:ext>
            </a:extLst>
          </p:cNvPr>
          <p:cNvSpPr txBox="1"/>
          <p:nvPr/>
        </p:nvSpPr>
        <p:spPr>
          <a:xfrm>
            <a:off x="4031673" y="5697450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201.54с</a:t>
            </a:r>
            <a:endParaRPr lang="en-GB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BCAECB-48C6-0DE3-4682-B43C4CE8F973}"/>
              </a:ext>
            </a:extLst>
          </p:cNvPr>
          <p:cNvSpPr txBox="1"/>
          <p:nvPr/>
        </p:nvSpPr>
        <p:spPr>
          <a:xfrm>
            <a:off x="1104946" y="6267648"/>
            <a:ext cx="87716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74.76с</a:t>
            </a:r>
            <a:endParaRPr lang="en-GB" sz="20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0BC56F5-AB93-DC3B-598A-F117CC46186D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900A3B2-FD3F-B390-BD2E-4060159AAF6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00" y="2445375"/>
            <a:ext cx="585568" cy="6698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24ADA7-83D5-4FC8-BD29-098F289CA10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627" y="2629270"/>
            <a:ext cx="620689" cy="6315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4761D1-0CC5-E1A3-32C1-63D3B61E29D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35" y="2089903"/>
            <a:ext cx="773606" cy="6213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0F98339-4395-0C7C-9879-DEA83E9D5ED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085" y="3732559"/>
            <a:ext cx="870206" cy="7267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3C11A7E-B063-E7DE-8133-4D5CBADA424B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grayscl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705" y="5520784"/>
            <a:ext cx="823726" cy="65318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95F2AAE-61E1-5F61-C333-6FBDAC0C0DB7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090" y="2040124"/>
            <a:ext cx="692844" cy="7786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6ED69FA-652E-BAE8-7C74-BB2763869E9D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895" y="4795424"/>
            <a:ext cx="732240" cy="70192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1DF3B8F-E6CE-61A9-1ADC-80BBD405AA1C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36" y="3130961"/>
            <a:ext cx="618956" cy="70801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B9ED63A-852C-047C-D89B-5F89B8B524F5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55" y="4471474"/>
            <a:ext cx="588461" cy="60403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B92D163-93FB-4655-22F9-2D3B3247F408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434" y="4305343"/>
            <a:ext cx="922330" cy="72201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6B27CE5-B5EF-5D28-F531-F02CEE47EC4B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329" y="3054128"/>
            <a:ext cx="635874" cy="72028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66162B5-FD37-DD30-336D-2217F132D6C4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612" y="6040443"/>
            <a:ext cx="669467" cy="71768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AD73709-385A-AFF1-61B6-1C3DB6508A50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054" y="4911630"/>
            <a:ext cx="586993" cy="738065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BEA598C-26B0-099D-D494-1CE96196B7F2}"/>
              </a:ext>
            </a:extLst>
          </p:cNvPr>
          <p:cNvSpPr/>
          <p:nvPr/>
        </p:nvSpPr>
        <p:spPr>
          <a:xfrm>
            <a:off x="1096332" y="2209800"/>
            <a:ext cx="1627818" cy="43180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Эли</a:t>
            </a:r>
            <a:r>
              <a:rPr lang="ky-KG" sz="1300" dirty="0">
                <a:solidFill>
                  <a:schemeClr val="tx1"/>
                </a:solidFill>
              </a:rPr>
              <a:t>за</a:t>
            </a:r>
            <a:r>
              <a:rPr lang="ru-RU" sz="1300" dirty="0">
                <a:solidFill>
                  <a:schemeClr val="tx1"/>
                </a:solidFill>
              </a:rPr>
              <a:t> 3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C55C13B-FA68-AE26-995A-1B45D56CFB3D}"/>
              </a:ext>
            </a:extLst>
          </p:cNvPr>
          <p:cNvPicPr>
            <a:picLocks noChangeAspect="1"/>
          </p:cNvPicPr>
          <p:nvPr/>
        </p:nvPicPr>
        <p:blipFill>
          <a:blip r:embed="rId19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32" y="5549926"/>
            <a:ext cx="633595" cy="71202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1F8AF02-1C0E-A116-7298-65310D83E929}"/>
              </a:ext>
            </a:extLst>
          </p:cNvPr>
          <p:cNvPicPr>
            <a:picLocks noChangeAspect="1"/>
          </p:cNvPicPr>
          <p:nvPr/>
        </p:nvPicPr>
        <p:blipFill>
          <a:blip r:embed="rId2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517" y="3665714"/>
            <a:ext cx="633603" cy="65102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BC17DB8-D960-2D82-9A0E-58642EAA1E63}"/>
              </a:ext>
            </a:extLst>
          </p:cNvPr>
          <p:cNvPicPr>
            <a:picLocks noChangeAspect="1"/>
          </p:cNvPicPr>
          <p:nvPr/>
        </p:nvPicPr>
        <p:blipFill>
          <a:blip r:embed="rId2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512" y="6068481"/>
            <a:ext cx="813225" cy="712843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CBC4E51-D4CC-ED27-B0A9-4E8EE1DEAD61}"/>
              </a:ext>
            </a:extLst>
          </p:cNvPr>
          <p:cNvSpPr/>
          <p:nvPr/>
        </p:nvSpPr>
        <p:spPr>
          <a:xfrm>
            <a:off x="2299854" y="2738119"/>
            <a:ext cx="1558175" cy="4458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Бекен 2 апельсин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6F41390-662F-F9C8-AB04-1451072A2557}"/>
              </a:ext>
            </a:extLst>
          </p:cNvPr>
          <p:cNvSpPr/>
          <p:nvPr/>
        </p:nvSpPr>
        <p:spPr>
          <a:xfrm>
            <a:off x="1126812" y="3357879"/>
            <a:ext cx="2327588" cy="45621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Канат алма менен банан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9C36B68-8AA9-74C3-2FE3-D7917D4F174E}"/>
              </a:ext>
            </a:extLst>
          </p:cNvPr>
          <p:cNvSpPr/>
          <p:nvPr/>
        </p:nvSpPr>
        <p:spPr>
          <a:xfrm>
            <a:off x="1791854" y="4008120"/>
            <a:ext cx="2096655" cy="45621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Деңиз 4 кулпунайды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BFBB05A-962F-B320-C8C9-D0D9C59B93B7}"/>
              </a:ext>
            </a:extLst>
          </p:cNvPr>
          <p:cNvSpPr/>
          <p:nvPr/>
        </p:nvSpPr>
        <p:spPr>
          <a:xfrm>
            <a:off x="2083700" y="5037974"/>
            <a:ext cx="1799848" cy="5957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Улан 2 даана брокколи менен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4DADC8D-E3FA-960D-5031-4CC6FB0E6BAB}"/>
              </a:ext>
            </a:extLst>
          </p:cNvPr>
          <p:cNvSpPr/>
          <p:nvPr/>
        </p:nvSpPr>
        <p:spPr>
          <a:xfrm>
            <a:off x="1967345" y="6294120"/>
            <a:ext cx="1832495" cy="44842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Ниа 4 картошка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F006A22-C674-107C-7788-CA06F7396CC5}"/>
              </a:ext>
            </a:extLst>
          </p:cNvPr>
          <p:cNvSpPr/>
          <p:nvPr/>
        </p:nvSpPr>
        <p:spPr>
          <a:xfrm>
            <a:off x="1086172" y="5714999"/>
            <a:ext cx="2876228" cy="49235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Жаңыл 3 банан жана 2 апельсин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E47FED7-E935-8E32-9F4C-AB59686FBD9A}"/>
              </a:ext>
            </a:extLst>
          </p:cNvPr>
          <p:cNvSpPr/>
          <p:nvPr/>
        </p:nvSpPr>
        <p:spPr>
          <a:xfrm>
            <a:off x="1086172" y="4485639"/>
            <a:ext cx="2497538" cy="51815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Эдит</a:t>
            </a:r>
            <a:r>
              <a:rPr lang="ky-KG" sz="1300" dirty="0">
                <a:solidFill>
                  <a:schemeClr val="tx1"/>
                </a:solidFill>
              </a:rPr>
              <a:t>а</a:t>
            </a:r>
            <a:r>
              <a:rPr lang="ru-RU" sz="1300" dirty="0">
                <a:solidFill>
                  <a:schemeClr val="tx1"/>
                </a:solidFill>
              </a:rPr>
              <a:t> 2 помидор жана бир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4627C56-BC13-D81F-5931-D776BC546B00}"/>
              </a:ext>
            </a:extLst>
          </p:cNvPr>
          <p:cNvSpPr/>
          <p:nvPr/>
        </p:nvSpPr>
        <p:spPr>
          <a:xfrm>
            <a:off x="6023932" y="2124364"/>
            <a:ext cx="1950691" cy="51723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Айда 5 кулпунай жана 2 помидор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F432523-4389-1471-D61B-7F9C763457FE}"/>
              </a:ext>
            </a:extLst>
          </p:cNvPr>
          <p:cNvSpPr/>
          <p:nvPr/>
        </p:nvSpPr>
        <p:spPr>
          <a:xfrm>
            <a:off x="7102764" y="2687319"/>
            <a:ext cx="1492596" cy="493683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Жеку 8 алма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3F2EE2D-D8F8-B0F5-FEDA-5CE0865C5111}"/>
              </a:ext>
            </a:extLst>
          </p:cNvPr>
          <p:cNvSpPr/>
          <p:nvPr/>
        </p:nvSpPr>
        <p:spPr>
          <a:xfrm>
            <a:off x="6044252" y="3219334"/>
            <a:ext cx="1742003" cy="61963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Кайрат 3 даана брокколи жана 3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082F8F3-DB83-DF14-B78A-8153F8CF727A}"/>
              </a:ext>
            </a:extLst>
          </p:cNvPr>
          <p:cNvSpPr/>
          <p:nvPr/>
        </p:nvSpPr>
        <p:spPr>
          <a:xfrm>
            <a:off x="6560151" y="3838971"/>
            <a:ext cx="2103557" cy="55846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Лапуся 4 апельсин, 3 банан жана 2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CDABE0-38A2-8236-5CBC-0AF2FEA8ADD2}"/>
              </a:ext>
            </a:extLst>
          </p:cNvPr>
          <p:cNvSpPr/>
          <p:nvPr/>
        </p:nvSpPr>
        <p:spPr>
          <a:xfrm>
            <a:off x="6186492" y="4429055"/>
            <a:ext cx="1876853" cy="54669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Майрам 7 картошка жана 5 кулпунай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AF38E79-B78D-1B1F-DA28-0AA0A1E9ADB7}"/>
              </a:ext>
            </a:extLst>
          </p:cNvPr>
          <p:cNvSpPr/>
          <p:nvPr/>
        </p:nvSpPr>
        <p:spPr>
          <a:xfrm>
            <a:off x="6186492" y="6228542"/>
            <a:ext cx="2532636" cy="51400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Папан 9 банан, 7 сабиз, 7 кулпунай жана 3 капуста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C69E475-0D65-D01C-831F-FB43989873EB}"/>
              </a:ext>
            </a:extLst>
          </p:cNvPr>
          <p:cNvSpPr/>
          <p:nvPr/>
        </p:nvSpPr>
        <p:spPr>
          <a:xfrm>
            <a:off x="6150470" y="5633720"/>
            <a:ext cx="2444890" cy="57363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Оливия 5 даана брокколи, 3 картошка жана 5 помидор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AC21002-7DC3-D8EE-0DF4-9F139D2D1F15}"/>
              </a:ext>
            </a:extLst>
          </p:cNvPr>
          <p:cNvSpPr/>
          <p:nvPr/>
        </p:nvSpPr>
        <p:spPr>
          <a:xfrm>
            <a:off x="6790550" y="5003799"/>
            <a:ext cx="1891632" cy="59829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Нарынбек 3 помидор, 5 сабиз жана 5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70B1637-78F3-F2F7-FBFE-6BD05F3E0453}"/>
              </a:ext>
            </a:extLst>
          </p:cNvPr>
          <p:cNvSpPr txBox="1"/>
          <p:nvPr/>
        </p:nvSpPr>
        <p:spPr>
          <a:xfrm>
            <a:off x="3041771" y="19804"/>
            <a:ext cx="3822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/>
              <a:t>Мөмө-жемиштерди жана жашылчаларды сатып алуу.</a:t>
            </a:r>
            <a:endParaRPr lang="en-GB" sz="12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ED67F6-49C1-51AB-C893-315C2E4D4F75}"/>
              </a:ext>
            </a:extLst>
          </p:cNvPr>
          <p:cNvSpPr txBox="1"/>
          <p:nvPr/>
        </p:nvSpPr>
        <p:spPr>
          <a:xfrm>
            <a:off x="2591208" y="294389"/>
            <a:ext cx="4723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Кардарлар жашылча-жемиштерди сатып алуу үчүн дүкөнгө барышат.</a:t>
            </a:r>
          </a:p>
          <a:p>
            <a:pPr algn="ctr"/>
            <a:r>
              <a:rPr lang="ky-KG" sz="1200" dirty="0"/>
              <a:t>Ар бир адам канча акча </a:t>
            </a:r>
            <a:r>
              <a:rPr lang="ky-KG" sz="1600" b="1" dirty="0">
                <a:solidFill>
                  <a:srgbClr val="FF0000"/>
                </a:solidFill>
              </a:rPr>
              <a:t>коротот?</a:t>
            </a:r>
            <a:endParaRPr lang="ky-KG" sz="1200" b="1" dirty="0">
              <a:solidFill>
                <a:srgbClr val="FF0000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C18624D-6031-F098-E4D9-DF5A29FA2525}"/>
              </a:ext>
            </a:extLst>
          </p:cNvPr>
          <p:cNvGrpSpPr/>
          <p:nvPr/>
        </p:nvGrpSpPr>
        <p:grpSpPr>
          <a:xfrm>
            <a:off x="386079" y="1011539"/>
            <a:ext cx="699277" cy="820493"/>
            <a:chOff x="487679" y="1094667"/>
            <a:chExt cx="699277" cy="820493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C0516B51-8C9D-D5C0-DCB3-F4C7F0A09757}"/>
                </a:ext>
              </a:extLst>
            </p:cNvPr>
            <p:cNvSpPr/>
            <p:nvPr/>
          </p:nvSpPr>
          <p:spPr>
            <a:xfrm>
              <a:off x="487679" y="1620520"/>
              <a:ext cx="69927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14.10c</a:t>
              </a:r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678234A-0308-5DF5-F199-7488E7620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505" y="1094667"/>
              <a:ext cx="401486" cy="443783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F0B1915-2214-8BC2-8F89-F052879CD6BF}"/>
              </a:ext>
            </a:extLst>
          </p:cNvPr>
          <p:cNvGrpSpPr/>
          <p:nvPr/>
        </p:nvGrpSpPr>
        <p:grpSpPr>
          <a:xfrm>
            <a:off x="1451932" y="898444"/>
            <a:ext cx="722721" cy="933588"/>
            <a:chOff x="1336039" y="981572"/>
            <a:chExt cx="722721" cy="933588"/>
          </a:xfrm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7387F6A4-F243-8614-F009-395B59211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144">
              <a:off x="1531807" y="981572"/>
              <a:ext cx="333896" cy="667792"/>
            </a:xfrm>
            <a:prstGeom prst="rect">
              <a:avLst/>
            </a:prstGeom>
          </p:spPr>
        </p:pic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49B311A8-D46A-781D-81D9-31C0A3DA821E}"/>
                </a:ext>
              </a:extLst>
            </p:cNvPr>
            <p:cNvSpPr/>
            <p:nvPr/>
          </p:nvSpPr>
          <p:spPr>
            <a:xfrm>
              <a:off x="1336039" y="1620520"/>
              <a:ext cx="722721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17.56c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A2A1A0D-5419-6666-D5A4-41D390D7DBE7}"/>
              </a:ext>
            </a:extLst>
          </p:cNvPr>
          <p:cNvGrpSpPr/>
          <p:nvPr/>
        </p:nvGrpSpPr>
        <p:grpSpPr>
          <a:xfrm>
            <a:off x="2517786" y="905163"/>
            <a:ext cx="764012" cy="926869"/>
            <a:chOff x="2636520" y="988291"/>
            <a:chExt cx="764012" cy="926869"/>
          </a:xfrm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08BDEFD4-D48D-63E3-8280-D0793288F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162" y="988291"/>
              <a:ext cx="637293" cy="637293"/>
            </a:xfrm>
            <a:prstGeom prst="rect">
              <a:avLst/>
            </a:prstGeom>
          </p:spPr>
        </p:pic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3FA69288-7261-E292-C99A-ECDD23659EE4}"/>
                </a:ext>
              </a:extLst>
            </p:cNvPr>
            <p:cNvSpPr/>
            <p:nvPr/>
          </p:nvSpPr>
          <p:spPr>
            <a:xfrm>
              <a:off x="2636520" y="1620520"/>
              <a:ext cx="764012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55.25c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98FF22A-9BB0-03BE-E6AC-83A95248A86D}"/>
              </a:ext>
            </a:extLst>
          </p:cNvPr>
          <p:cNvGrpSpPr/>
          <p:nvPr/>
        </p:nvGrpSpPr>
        <p:grpSpPr>
          <a:xfrm>
            <a:off x="3607174" y="1147718"/>
            <a:ext cx="815648" cy="684314"/>
            <a:chOff x="3662473" y="1230846"/>
            <a:chExt cx="815648" cy="684314"/>
          </a:xfrm>
        </p:grpSpPr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AA9A87B0-A2F8-9D45-D1B6-175488CA9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42492">
              <a:off x="3662473" y="1230846"/>
              <a:ext cx="671229" cy="341907"/>
            </a:xfrm>
            <a:prstGeom prst="rect">
              <a:avLst/>
            </a:prstGeom>
          </p:spPr>
        </p:pic>
        <p:sp>
          <p:nvSpPr>
            <p:cNvPr id="135" name="Rectangle: Rounded Corners 134">
              <a:extLst>
                <a:ext uri="{FF2B5EF4-FFF2-40B4-BE49-F238E27FC236}">
                  <a16:creationId xmlns:a16="http://schemas.microsoft.com/office/drawing/2014/main" id="{F4361349-48C1-8225-70ED-EF925A4FC54F}"/>
                </a:ext>
              </a:extLst>
            </p:cNvPr>
            <p:cNvSpPr/>
            <p:nvPr/>
          </p:nvSpPr>
          <p:spPr>
            <a:xfrm>
              <a:off x="3680229" y="1620520"/>
              <a:ext cx="797892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45.08c</a:t>
              </a: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B9D334F3-F628-55C6-4449-C0C02B147C0D}"/>
              </a:ext>
            </a:extLst>
          </p:cNvPr>
          <p:cNvGrpSpPr/>
          <p:nvPr/>
        </p:nvGrpSpPr>
        <p:grpSpPr>
          <a:xfrm>
            <a:off x="8954192" y="1003884"/>
            <a:ext cx="775367" cy="828148"/>
            <a:chOff x="8723282" y="1087012"/>
            <a:chExt cx="775367" cy="828148"/>
          </a:xfrm>
        </p:grpSpPr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883E2A54-104F-8C4A-953D-D3B23ED7B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133" y="1087012"/>
              <a:ext cx="444377" cy="490642"/>
            </a:xfrm>
            <a:prstGeom prst="rect">
              <a:avLst/>
            </a:prstGeom>
          </p:spPr>
        </p:pic>
        <p:sp>
          <p:nvSpPr>
            <p:cNvPr id="138" name="Rectangle: Rounded Corners 137">
              <a:extLst>
                <a:ext uri="{FF2B5EF4-FFF2-40B4-BE49-F238E27FC236}">
                  <a16:creationId xmlns:a16="http://schemas.microsoft.com/office/drawing/2014/main" id="{B321489E-5BC9-4114-5CF1-F2B466BEA382}"/>
                </a:ext>
              </a:extLst>
            </p:cNvPr>
            <p:cNvSpPr/>
            <p:nvPr/>
          </p:nvSpPr>
          <p:spPr>
            <a:xfrm>
              <a:off x="8723282" y="1620520"/>
              <a:ext cx="77536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49.61 c</a:t>
              </a: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4F9124F2-787F-0D80-1DC3-D94DBA9084C7}"/>
              </a:ext>
            </a:extLst>
          </p:cNvPr>
          <p:cNvGrpSpPr/>
          <p:nvPr/>
        </p:nvGrpSpPr>
        <p:grpSpPr>
          <a:xfrm>
            <a:off x="4690783" y="974548"/>
            <a:ext cx="692844" cy="857484"/>
            <a:chOff x="4677756" y="1057676"/>
            <a:chExt cx="692844" cy="857484"/>
          </a:xfrm>
        </p:grpSpPr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E8E211E5-AF72-2DA6-4ADF-4C22D452B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745274" y="1057676"/>
              <a:ext cx="500057" cy="492183"/>
            </a:xfrm>
            <a:prstGeom prst="rect">
              <a:avLst/>
            </a:prstGeom>
          </p:spPr>
        </p:pic>
        <p:sp>
          <p:nvSpPr>
            <p:cNvPr id="141" name="Rectangle: Rounded Corners 140">
              <a:extLst>
                <a:ext uri="{FF2B5EF4-FFF2-40B4-BE49-F238E27FC236}">
                  <a16:creationId xmlns:a16="http://schemas.microsoft.com/office/drawing/2014/main" id="{0093F091-456C-CDDF-4F6A-C800639BBCA0}"/>
                </a:ext>
              </a:extLst>
            </p:cNvPr>
            <p:cNvSpPr/>
            <p:nvPr/>
          </p:nvSpPr>
          <p:spPr>
            <a:xfrm>
              <a:off x="4677756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33.15c</a:t>
              </a: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A34D77C4-B335-7CCB-05A2-D04D7A424E88}"/>
              </a:ext>
            </a:extLst>
          </p:cNvPr>
          <p:cNvGrpSpPr/>
          <p:nvPr/>
        </p:nvGrpSpPr>
        <p:grpSpPr>
          <a:xfrm>
            <a:off x="6822489" y="998540"/>
            <a:ext cx="692844" cy="833492"/>
            <a:chOff x="6792882" y="1081668"/>
            <a:chExt cx="692844" cy="833492"/>
          </a:xfrm>
        </p:grpSpPr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616BAC50-3E99-411C-E3C5-A95F3AF77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4144" y="1081668"/>
              <a:ext cx="533965" cy="533965"/>
            </a:xfrm>
            <a:prstGeom prst="rect">
              <a:avLst/>
            </a:prstGeom>
          </p:spPr>
        </p:pic>
        <p:sp>
          <p:nvSpPr>
            <p:cNvPr id="144" name="Rectangle: Rounded Corners 143">
              <a:extLst>
                <a:ext uri="{FF2B5EF4-FFF2-40B4-BE49-F238E27FC236}">
                  <a16:creationId xmlns:a16="http://schemas.microsoft.com/office/drawing/2014/main" id="{12597FDC-C7D8-0AB7-5230-2BF2030F8AF6}"/>
                </a:ext>
              </a:extLst>
            </p:cNvPr>
            <p:cNvSpPr/>
            <p:nvPr/>
          </p:nvSpPr>
          <p:spPr>
            <a:xfrm>
              <a:off x="6792882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18.59c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2379B29-52A6-00A6-FA6B-694F8448AD84}"/>
              </a:ext>
            </a:extLst>
          </p:cNvPr>
          <p:cNvGrpSpPr/>
          <p:nvPr/>
        </p:nvGrpSpPr>
        <p:grpSpPr>
          <a:xfrm>
            <a:off x="5756636" y="887305"/>
            <a:ext cx="692844" cy="944727"/>
            <a:chOff x="5804591" y="970433"/>
            <a:chExt cx="692844" cy="944727"/>
          </a:xfrm>
        </p:grpSpPr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9DB8172E-B345-B641-9126-ECED9169A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3847" y="970433"/>
              <a:ext cx="586215" cy="601487"/>
            </a:xfrm>
            <a:prstGeom prst="rect">
              <a:avLst/>
            </a:prstGeom>
          </p:spPr>
        </p:pic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497D861E-1213-15AE-A5D9-D81CE2CA75B4}"/>
                </a:ext>
              </a:extLst>
            </p:cNvPr>
            <p:cNvSpPr/>
            <p:nvPr/>
          </p:nvSpPr>
          <p:spPr>
            <a:xfrm>
              <a:off x="5804591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82.69c</a:t>
              </a: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29E0019-9913-050E-30D7-4E45677CFA97}"/>
              </a:ext>
            </a:extLst>
          </p:cNvPr>
          <p:cNvGrpSpPr/>
          <p:nvPr/>
        </p:nvGrpSpPr>
        <p:grpSpPr>
          <a:xfrm>
            <a:off x="7888341" y="1005505"/>
            <a:ext cx="775367" cy="826527"/>
            <a:chOff x="7818117" y="1088633"/>
            <a:chExt cx="775367" cy="826527"/>
          </a:xfrm>
        </p:grpSpPr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44834A88-4788-70F0-6A69-F0F1260B3B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1" cstate="hq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79" r="33420"/>
            <a:stretch/>
          </p:blipFill>
          <p:spPr>
            <a:xfrm>
              <a:off x="7943146" y="1088633"/>
              <a:ext cx="409298" cy="472185"/>
            </a:xfrm>
            <a:prstGeom prst="rect">
              <a:avLst/>
            </a:prstGeom>
          </p:spPr>
        </p:pic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C3995A39-800B-46DF-4AAB-A5EE2D8FB835}"/>
                </a:ext>
              </a:extLst>
            </p:cNvPr>
            <p:cNvSpPr/>
            <p:nvPr/>
          </p:nvSpPr>
          <p:spPr>
            <a:xfrm>
              <a:off x="7818117" y="1620520"/>
              <a:ext cx="77536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16.54 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0807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53B4D82-7476-4F6B-8252-31153DF0B11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00" y="2445375"/>
            <a:ext cx="585568" cy="66981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10D4ECF-0E50-4E14-90CB-10B09760407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627" y="2629270"/>
            <a:ext cx="620689" cy="63154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5497044-D966-4246-BC25-3ADBFC2E5CC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35" y="2089903"/>
            <a:ext cx="773606" cy="62130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E348FA0-6638-4B0B-AC15-75BFCEB3759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085" y="3732559"/>
            <a:ext cx="870206" cy="72675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4E838F67-5CB8-4090-80AD-36989143632A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grayscl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705" y="5520784"/>
            <a:ext cx="823726" cy="653189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03F4DCC4-D4FB-4489-97DE-6F4DC12DE40A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090" y="2040124"/>
            <a:ext cx="692844" cy="77861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1F18DEE-DD2B-4329-88A5-2109C50DDF96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895" y="4795424"/>
            <a:ext cx="732240" cy="70192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A4892C7-FC45-4ACE-AB52-CDCEFCD7D0D4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36" y="3130961"/>
            <a:ext cx="618956" cy="70801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103831AB-3AC5-4347-AF73-FD304CA54CF8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55" y="4471474"/>
            <a:ext cx="588461" cy="60403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6C50A27-CC5E-4B5E-B2DC-633A6024656F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434" y="4305343"/>
            <a:ext cx="922330" cy="72201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E43D269-7833-413C-B0C8-870082EE1163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329" y="3054128"/>
            <a:ext cx="635874" cy="720282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A86F711-7018-4128-BD61-24200FCE7E81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612" y="6040443"/>
            <a:ext cx="669467" cy="71768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7DE084E3-0D8F-43F8-A3C2-B8F516ACD61B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054" y="4911630"/>
            <a:ext cx="586993" cy="738065"/>
          </a:xfrm>
          <a:prstGeom prst="rect">
            <a:avLst/>
          </a:prstGeom>
        </p:spPr>
      </p:pic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8FDC1A09-7405-441D-831F-2D97F7518940}"/>
              </a:ext>
            </a:extLst>
          </p:cNvPr>
          <p:cNvSpPr/>
          <p:nvPr/>
        </p:nvSpPr>
        <p:spPr>
          <a:xfrm>
            <a:off x="1096332" y="2209800"/>
            <a:ext cx="1627818" cy="43180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Эли</a:t>
            </a:r>
            <a:r>
              <a:rPr lang="ky-KG" sz="1300" dirty="0">
                <a:solidFill>
                  <a:schemeClr val="tx1"/>
                </a:solidFill>
              </a:rPr>
              <a:t>за</a:t>
            </a:r>
            <a:r>
              <a:rPr lang="ru-RU" sz="1300" dirty="0">
                <a:solidFill>
                  <a:schemeClr val="tx1"/>
                </a:solidFill>
              </a:rPr>
              <a:t> 3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B2E028F1-5B11-4957-BA41-5B25DCC419A4}"/>
              </a:ext>
            </a:extLst>
          </p:cNvPr>
          <p:cNvPicPr>
            <a:picLocks noChangeAspect="1"/>
          </p:cNvPicPr>
          <p:nvPr/>
        </p:nvPicPr>
        <p:blipFill>
          <a:blip r:embed="rId19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32" y="5549926"/>
            <a:ext cx="633595" cy="712029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D77BCF4A-639C-4309-A006-84C034D1A576}"/>
              </a:ext>
            </a:extLst>
          </p:cNvPr>
          <p:cNvPicPr>
            <a:picLocks noChangeAspect="1"/>
          </p:cNvPicPr>
          <p:nvPr/>
        </p:nvPicPr>
        <p:blipFill>
          <a:blip r:embed="rId2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517" y="3665714"/>
            <a:ext cx="633603" cy="651021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701440E3-86E3-4B6E-8522-27F920C4512D}"/>
              </a:ext>
            </a:extLst>
          </p:cNvPr>
          <p:cNvPicPr>
            <a:picLocks noChangeAspect="1"/>
          </p:cNvPicPr>
          <p:nvPr/>
        </p:nvPicPr>
        <p:blipFill>
          <a:blip r:embed="rId2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512" y="6068481"/>
            <a:ext cx="813225" cy="712843"/>
          </a:xfrm>
          <a:prstGeom prst="rect">
            <a:avLst/>
          </a:prstGeom>
        </p:spPr>
      </p:pic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59D09C9F-06C5-42BD-B786-13F94AC1CDCC}"/>
              </a:ext>
            </a:extLst>
          </p:cNvPr>
          <p:cNvSpPr/>
          <p:nvPr/>
        </p:nvSpPr>
        <p:spPr>
          <a:xfrm>
            <a:off x="2299854" y="2738119"/>
            <a:ext cx="1558175" cy="4458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Бекен 2 апельсин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D7F73D7B-8CCA-425C-944F-ED853B7B6143}"/>
              </a:ext>
            </a:extLst>
          </p:cNvPr>
          <p:cNvSpPr/>
          <p:nvPr/>
        </p:nvSpPr>
        <p:spPr>
          <a:xfrm>
            <a:off x="1126812" y="3357879"/>
            <a:ext cx="2327588" cy="45621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Канат алма менен банан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604E49E6-0C04-41EE-B59F-BB5EDE20348E}"/>
              </a:ext>
            </a:extLst>
          </p:cNvPr>
          <p:cNvSpPr/>
          <p:nvPr/>
        </p:nvSpPr>
        <p:spPr>
          <a:xfrm>
            <a:off x="1791854" y="4008120"/>
            <a:ext cx="2096655" cy="45621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Деңиз 4 кулпунайды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EDB8F37C-B915-4A8B-B712-A242AE551A8A}"/>
              </a:ext>
            </a:extLst>
          </p:cNvPr>
          <p:cNvSpPr/>
          <p:nvPr/>
        </p:nvSpPr>
        <p:spPr>
          <a:xfrm>
            <a:off x="2083700" y="5037974"/>
            <a:ext cx="1799848" cy="5957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Улан 2 даана брокколи менен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1A066555-940C-42DD-987B-753226E35DCE}"/>
              </a:ext>
            </a:extLst>
          </p:cNvPr>
          <p:cNvSpPr/>
          <p:nvPr/>
        </p:nvSpPr>
        <p:spPr>
          <a:xfrm>
            <a:off x="1967345" y="6294120"/>
            <a:ext cx="1832495" cy="44842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Ниа 4 картошка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018CAE10-07ED-4533-91F2-03569E4E95DA}"/>
              </a:ext>
            </a:extLst>
          </p:cNvPr>
          <p:cNvSpPr/>
          <p:nvPr/>
        </p:nvSpPr>
        <p:spPr>
          <a:xfrm>
            <a:off x="1086172" y="5714999"/>
            <a:ext cx="2876228" cy="49235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Жаңыл 3 банан жана 2 апельсин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1C845539-C2F1-49B4-8FB9-F2BA52B2B645}"/>
              </a:ext>
            </a:extLst>
          </p:cNvPr>
          <p:cNvSpPr/>
          <p:nvPr/>
        </p:nvSpPr>
        <p:spPr>
          <a:xfrm>
            <a:off x="1086172" y="4485639"/>
            <a:ext cx="2497538" cy="51815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Эдит</a:t>
            </a:r>
            <a:r>
              <a:rPr lang="ky-KG" sz="1300" dirty="0">
                <a:solidFill>
                  <a:schemeClr val="tx1"/>
                </a:solidFill>
              </a:rPr>
              <a:t>а</a:t>
            </a:r>
            <a:r>
              <a:rPr lang="ru-RU" sz="1300" dirty="0">
                <a:solidFill>
                  <a:schemeClr val="tx1"/>
                </a:solidFill>
              </a:rPr>
              <a:t> 2 помидор жана бир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207AA3B8-F114-48E6-A88B-ECA7DDD24D20}"/>
              </a:ext>
            </a:extLst>
          </p:cNvPr>
          <p:cNvSpPr/>
          <p:nvPr/>
        </p:nvSpPr>
        <p:spPr>
          <a:xfrm>
            <a:off x="6023932" y="2124364"/>
            <a:ext cx="1950691" cy="51723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Айда 5 кулпунай жана 2 помидор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76D11897-BA4A-4CE9-9342-6E7602ACE128}"/>
              </a:ext>
            </a:extLst>
          </p:cNvPr>
          <p:cNvSpPr/>
          <p:nvPr/>
        </p:nvSpPr>
        <p:spPr>
          <a:xfrm>
            <a:off x="7102764" y="2687319"/>
            <a:ext cx="1492596" cy="493683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Жеку 8 алма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D1400DC4-F634-43FD-9599-B50BB7A04BAF}"/>
              </a:ext>
            </a:extLst>
          </p:cNvPr>
          <p:cNvSpPr/>
          <p:nvPr/>
        </p:nvSpPr>
        <p:spPr>
          <a:xfrm>
            <a:off x="6044252" y="3219334"/>
            <a:ext cx="1742003" cy="61963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Кайрат 3 даана брокколи жана 3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F8BFE926-314F-4C13-BC70-42883EA9B91D}"/>
              </a:ext>
            </a:extLst>
          </p:cNvPr>
          <p:cNvSpPr/>
          <p:nvPr/>
        </p:nvSpPr>
        <p:spPr>
          <a:xfrm>
            <a:off x="6560151" y="3838971"/>
            <a:ext cx="2103557" cy="55846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Лапуся 4 апельсин, 3 банан жана 2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55EFA701-0F29-47E2-9D1A-F749BB51479F}"/>
              </a:ext>
            </a:extLst>
          </p:cNvPr>
          <p:cNvSpPr/>
          <p:nvPr/>
        </p:nvSpPr>
        <p:spPr>
          <a:xfrm>
            <a:off x="6186492" y="4429055"/>
            <a:ext cx="1876853" cy="54669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Майрам 7 картошка жана 5 кулпунай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0893294B-15EA-4D6F-AAD8-65571887D0D0}"/>
              </a:ext>
            </a:extLst>
          </p:cNvPr>
          <p:cNvSpPr/>
          <p:nvPr/>
        </p:nvSpPr>
        <p:spPr>
          <a:xfrm>
            <a:off x="6186492" y="6228542"/>
            <a:ext cx="2532636" cy="51400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Папан 9 банан, 7 сабиз, 7 кулпунай жана 3 капуста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D54CE98-B9D1-448B-BB0E-8D58C25D6F15}"/>
              </a:ext>
            </a:extLst>
          </p:cNvPr>
          <p:cNvSpPr/>
          <p:nvPr/>
        </p:nvSpPr>
        <p:spPr>
          <a:xfrm>
            <a:off x="6150470" y="5633720"/>
            <a:ext cx="2444890" cy="57363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Оливия 5 даана брокколи, 3 картошка жана 5 помидор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D648A30A-FA27-4105-9116-D2CE5FAD0B25}"/>
              </a:ext>
            </a:extLst>
          </p:cNvPr>
          <p:cNvSpPr/>
          <p:nvPr/>
        </p:nvSpPr>
        <p:spPr>
          <a:xfrm>
            <a:off x="6790550" y="5003799"/>
            <a:ext cx="1891632" cy="59829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Нарынбек 3 помидор, 5 сабиз жана 5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EF39A7D-CB3F-4A5D-9DFE-31DCDB911A2A}"/>
              </a:ext>
            </a:extLst>
          </p:cNvPr>
          <p:cNvSpPr txBox="1"/>
          <p:nvPr/>
        </p:nvSpPr>
        <p:spPr>
          <a:xfrm>
            <a:off x="3041771" y="19804"/>
            <a:ext cx="3822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/>
              <a:t>Мөмө-жемиштерди жана жашылчаларды сатып алуу.</a:t>
            </a:r>
            <a:endParaRPr lang="en-GB" sz="12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BAD52B8-136B-44EC-8F05-5BE605287F82}"/>
              </a:ext>
            </a:extLst>
          </p:cNvPr>
          <p:cNvSpPr txBox="1"/>
          <p:nvPr/>
        </p:nvSpPr>
        <p:spPr>
          <a:xfrm>
            <a:off x="2591208" y="294389"/>
            <a:ext cx="4723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Кардарлар жашылча-жемиштерди сатып алуу үчүн дүкөнгө барышат.</a:t>
            </a:r>
          </a:p>
          <a:p>
            <a:pPr algn="ctr"/>
            <a:r>
              <a:rPr lang="ky-KG" sz="1200" dirty="0"/>
              <a:t>Ар бир адам канча акча </a:t>
            </a:r>
            <a:r>
              <a:rPr lang="ky-KG" sz="1600" b="1" dirty="0">
                <a:solidFill>
                  <a:srgbClr val="FF0000"/>
                </a:solidFill>
              </a:rPr>
              <a:t>коротот?</a:t>
            </a:r>
            <a:endParaRPr lang="ky-KG" sz="1200" b="1" dirty="0">
              <a:solidFill>
                <a:srgbClr val="FF0000"/>
              </a:solidFill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68EDC9B9-FD50-4D1B-B34C-7A379A490ABC}"/>
              </a:ext>
            </a:extLst>
          </p:cNvPr>
          <p:cNvGrpSpPr/>
          <p:nvPr/>
        </p:nvGrpSpPr>
        <p:grpSpPr>
          <a:xfrm>
            <a:off x="386079" y="1011539"/>
            <a:ext cx="699277" cy="820493"/>
            <a:chOff x="487679" y="1094667"/>
            <a:chExt cx="699277" cy="820493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9F378200-F314-4CFB-A20B-9C05ED042172}"/>
                </a:ext>
              </a:extLst>
            </p:cNvPr>
            <p:cNvSpPr/>
            <p:nvPr/>
          </p:nvSpPr>
          <p:spPr>
            <a:xfrm>
              <a:off x="487679" y="1620520"/>
              <a:ext cx="69927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14.10c</a:t>
              </a: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17A43582-F696-45AF-AA50-7B847551C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505" y="1094667"/>
              <a:ext cx="401486" cy="443783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83B8C73-89B4-4B30-9312-9A7DB4C84E6C}"/>
              </a:ext>
            </a:extLst>
          </p:cNvPr>
          <p:cNvGrpSpPr/>
          <p:nvPr/>
        </p:nvGrpSpPr>
        <p:grpSpPr>
          <a:xfrm>
            <a:off x="1451932" y="898444"/>
            <a:ext cx="722721" cy="933588"/>
            <a:chOff x="1336039" y="981572"/>
            <a:chExt cx="722721" cy="933588"/>
          </a:xfrm>
        </p:grpSpPr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06784A7D-3C01-4E55-9CA6-0AE245019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144">
              <a:off x="1531807" y="981572"/>
              <a:ext cx="333896" cy="667792"/>
            </a:xfrm>
            <a:prstGeom prst="rect">
              <a:avLst/>
            </a:prstGeom>
          </p:spPr>
        </p:pic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ABD45A12-F56B-4B73-B9C5-3BF47680B662}"/>
                </a:ext>
              </a:extLst>
            </p:cNvPr>
            <p:cNvSpPr/>
            <p:nvPr/>
          </p:nvSpPr>
          <p:spPr>
            <a:xfrm>
              <a:off x="1336039" y="1620520"/>
              <a:ext cx="722721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17.56c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CE26447-AF97-45E8-B3C3-7E3D6457B868}"/>
              </a:ext>
            </a:extLst>
          </p:cNvPr>
          <p:cNvGrpSpPr/>
          <p:nvPr/>
        </p:nvGrpSpPr>
        <p:grpSpPr>
          <a:xfrm>
            <a:off x="2517786" y="905163"/>
            <a:ext cx="764012" cy="926869"/>
            <a:chOff x="2636520" y="988291"/>
            <a:chExt cx="764012" cy="926869"/>
          </a:xfrm>
        </p:grpSpPr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5D894CC4-A1CA-4D74-AE28-9433256B1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162" y="988291"/>
              <a:ext cx="637293" cy="637293"/>
            </a:xfrm>
            <a:prstGeom prst="rect">
              <a:avLst/>
            </a:prstGeom>
          </p:spPr>
        </p:pic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DF84F8A8-CB9B-4C42-865A-A401D5CD513B}"/>
                </a:ext>
              </a:extLst>
            </p:cNvPr>
            <p:cNvSpPr/>
            <p:nvPr/>
          </p:nvSpPr>
          <p:spPr>
            <a:xfrm>
              <a:off x="2636520" y="1620520"/>
              <a:ext cx="764012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55.25c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F2EDDAD-91F2-4DE1-8278-8BB9812743BC}"/>
              </a:ext>
            </a:extLst>
          </p:cNvPr>
          <p:cNvGrpSpPr/>
          <p:nvPr/>
        </p:nvGrpSpPr>
        <p:grpSpPr>
          <a:xfrm>
            <a:off x="3607174" y="1147718"/>
            <a:ext cx="815648" cy="684314"/>
            <a:chOff x="3662473" y="1230846"/>
            <a:chExt cx="815648" cy="684314"/>
          </a:xfrm>
        </p:grpSpPr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87831979-7D72-475F-B1FB-6A9492AAF9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42492">
              <a:off x="3662473" y="1230846"/>
              <a:ext cx="671229" cy="341907"/>
            </a:xfrm>
            <a:prstGeom prst="rect">
              <a:avLst/>
            </a:prstGeom>
          </p:spPr>
        </p:pic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9A15AB5B-D3F5-460A-B6C1-C3F13795F073}"/>
                </a:ext>
              </a:extLst>
            </p:cNvPr>
            <p:cNvSpPr/>
            <p:nvPr/>
          </p:nvSpPr>
          <p:spPr>
            <a:xfrm>
              <a:off x="3680229" y="1620520"/>
              <a:ext cx="797892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45.08c</a:t>
              </a: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2DCF66E3-D4CD-46B6-B1BD-84CF0D369CBC}"/>
              </a:ext>
            </a:extLst>
          </p:cNvPr>
          <p:cNvGrpSpPr/>
          <p:nvPr/>
        </p:nvGrpSpPr>
        <p:grpSpPr>
          <a:xfrm>
            <a:off x="8954192" y="1003884"/>
            <a:ext cx="775367" cy="828148"/>
            <a:chOff x="8723282" y="1087012"/>
            <a:chExt cx="775367" cy="828148"/>
          </a:xfrm>
        </p:grpSpPr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CEF6D02E-99FF-47FC-8DAB-C4A7D8D8A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133" y="1087012"/>
              <a:ext cx="444377" cy="490642"/>
            </a:xfrm>
            <a:prstGeom prst="rect">
              <a:avLst/>
            </a:prstGeom>
          </p:spPr>
        </p:pic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288687F2-7AEA-4502-BF44-753EC9806B5E}"/>
                </a:ext>
              </a:extLst>
            </p:cNvPr>
            <p:cNvSpPr/>
            <p:nvPr/>
          </p:nvSpPr>
          <p:spPr>
            <a:xfrm>
              <a:off x="8723282" y="1620520"/>
              <a:ext cx="77536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49.61 c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B6CAC652-D726-49C9-95B8-A11DBE050254}"/>
              </a:ext>
            </a:extLst>
          </p:cNvPr>
          <p:cNvGrpSpPr/>
          <p:nvPr/>
        </p:nvGrpSpPr>
        <p:grpSpPr>
          <a:xfrm>
            <a:off x="4690783" y="974548"/>
            <a:ext cx="692844" cy="857484"/>
            <a:chOff x="4677756" y="1057676"/>
            <a:chExt cx="692844" cy="857484"/>
          </a:xfrm>
        </p:grpSpPr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22585C84-59BE-4EAA-8C40-5B059AD88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745274" y="1057676"/>
              <a:ext cx="500057" cy="492183"/>
            </a:xfrm>
            <a:prstGeom prst="rect">
              <a:avLst/>
            </a:prstGeom>
          </p:spPr>
        </p:pic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04F9971F-F837-4C3D-A946-380E494FE7C6}"/>
                </a:ext>
              </a:extLst>
            </p:cNvPr>
            <p:cNvSpPr/>
            <p:nvPr/>
          </p:nvSpPr>
          <p:spPr>
            <a:xfrm>
              <a:off x="4677756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33.15c</a:t>
              </a: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822603F-5F44-40C2-983C-54F47849573C}"/>
              </a:ext>
            </a:extLst>
          </p:cNvPr>
          <p:cNvGrpSpPr/>
          <p:nvPr/>
        </p:nvGrpSpPr>
        <p:grpSpPr>
          <a:xfrm>
            <a:off x="6822489" y="998540"/>
            <a:ext cx="692844" cy="833492"/>
            <a:chOff x="6792882" y="1081668"/>
            <a:chExt cx="692844" cy="833492"/>
          </a:xfrm>
        </p:grpSpPr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A988E34D-9098-4688-89B4-CD25C0250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4144" y="1081668"/>
              <a:ext cx="533965" cy="533965"/>
            </a:xfrm>
            <a:prstGeom prst="rect">
              <a:avLst/>
            </a:prstGeom>
          </p:spPr>
        </p:pic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9F5E8E95-4074-42B2-871C-3BD8847DE3C9}"/>
                </a:ext>
              </a:extLst>
            </p:cNvPr>
            <p:cNvSpPr/>
            <p:nvPr/>
          </p:nvSpPr>
          <p:spPr>
            <a:xfrm>
              <a:off x="6792882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18.59c</a:t>
              </a: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298FD17B-4792-4BD9-8E05-EDA4EB7A2039}"/>
              </a:ext>
            </a:extLst>
          </p:cNvPr>
          <p:cNvGrpSpPr/>
          <p:nvPr/>
        </p:nvGrpSpPr>
        <p:grpSpPr>
          <a:xfrm>
            <a:off x="5756636" y="887305"/>
            <a:ext cx="692844" cy="944727"/>
            <a:chOff x="5804591" y="970433"/>
            <a:chExt cx="692844" cy="944727"/>
          </a:xfrm>
        </p:grpSpPr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502B07A5-0438-4845-A380-9019F3706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3847" y="970433"/>
              <a:ext cx="586215" cy="601487"/>
            </a:xfrm>
            <a:prstGeom prst="rect">
              <a:avLst/>
            </a:prstGeom>
          </p:spPr>
        </p:pic>
        <p:sp>
          <p:nvSpPr>
            <p:cNvPr id="131" name="Rectangle: Rounded Corners 130">
              <a:extLst>
                <a:ext uri="{FF2B5EF4-FFF2-40B4-BE49-F238E27FC236}">
                  <a16:creationId xmlns:a16="http://schemas.microsoft.com/office/drawing/2014/main" id="{41313A3D-2A3D-49B3-8332-7B5C838BAD24}"/>
                </a:ext>
              </a:extLst>
            </p:cNvPr>
            <p:cNvSpPr/>
            <p:nvPr/>
          </p:nvSpPr>
          <p:spPr>
            <a:xfrm>
              <a:off x="5804591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82.69c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0F0E74F2-1A04-4FC5-825B-CB1C7B3EA381}"/>
              </a:ext>
            </a:extLst>
          </p:cNvPr>
          <p:cNvGrpSpPr/>
          <p:nvPr/>
        </p:nvGrpSpPr>
        <p:grpSpPr>
          <a:xfrm>
            <a:off x="7888341" y="1005505"/>
            <a:ext cx="775367" cy="826527"/>
            <a:chOff x="7818117" y="1088633"/>
            <a:chExt cx="775367" cy="826527"/>
          </a:xfrm>
        </p:grpSpPr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6B7ACB48-B3F1-490E-862E-E16EFA2BE3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1" cstate="hq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79" r="33420"/>
            <a:stretch/>
          </p:blipFill>
          <p:spPr>
            <a:xfrm>
              <a:off x="7943146" y="1088633"/>
              <a:ext cx="409298" cy="472185"/>
            </a:xfrm>
            <a:prstGeom prst="rect">
              <a:avLst/>
            </a:prstGeom>
          </p:spPr>
        </p:pic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1B348B20-783A-4DE0-BBED-0B549CE81A29}"/>
                </a:ext>
              </a:extLst>
            </p:cNvPr>
            <p:cNvSpPr/>
            <p:nvPr/>
          </p:nvSpPr>
          <p:spPr>
            <a:xfrm>
              <a:off x="7818117" y="1620520"/>
              <a:ext cx="77536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16.54 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6633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382619-D3AE-3290-92B1-DF82ADF3F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22705" y="1019450"/>
            <a:ext cx="6861251" cy="48158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A745A6-714B-1CEE-4A1A-645DE7D59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7455" y="1019451"/>
            <a:ext cx="6861251" cy="481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203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AAF7D7-620D-15D5-57B7-8B33BE7F3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4" y="32846"/>
            <a:ext cx="4828573" cy="33430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2781A6-5B0A-8149-10BB-5CE0513E4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427" y="85949"/>
            <a:ext cx="4828573" cy="33430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29450C-0E3E-D07A-E297-AE113CF0D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4" y="3596640"/>
            <a:ext cx="4828573" cy="3208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E88DE1-EDCD-EBE3-66CA-7427D3CE0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596639"/>
            <a:ext cx="4828573" cy="320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610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10720</TotalTime>
  <Words>767</Words>
  <Application>Microsoft Office PowerPoint</Application>
  <PresentationFormat>A4 Paper (210x297 mm)</PresentationFormat>
  <Paragraphs>152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531</cp:revision>
  <cp:lastPrinted>2024-09-11T07:16:17Z</cp:lastPrinted>
  <dcterms:created xsi:type="dcterms:W3CDTF">2017-01-17T16:57:04Z</dcterms:created>
  <dcterms:modified xsi:type="dcterms:W3CDTF">2024-09-11T07:17:32Z</dcterms:modified>
</cp:coreProperties>
</file>