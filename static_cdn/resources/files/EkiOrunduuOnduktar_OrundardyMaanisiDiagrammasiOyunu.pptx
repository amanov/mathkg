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7"/>
  </p:notesMasterIdLst>
  <p:sldIdLst>
    <p:sldId id="1015" r:id="rId3"/>
    <p:sldId id="944" r:id="rId4"/>
    <p:sldId id="945" r:id="rId5"/>
    <p:sldId id="946" r:id="rId6"/>
  </p:sldIdLst>
  <p:sldSz cx="9906000" cy="6858000" type="A4"/>
  <p:notesSz cx="7104063" cy="10234613"/>
  <p:embeddedFontLst>
    <p:embeddedFont>
      <p:font typeface="Berlin Sans FB Demi" panose="020E0802020502020306" pitchFamily="34" charset="0"/>
      <p:bold r:id="rId8"/>
    </p:embeddedFont>
    <p:embeddedFont>
      <p:font typeface="Constantia" panose="02030602050306030303" pitchFamily="18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4.fntdata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15/05/2024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3462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7179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3B5789-A92C-E16C-E548-D04799F55D79}"/>
              </a:ext>
            </a:extLst>
          </p:cNvPr>
          <p:cNvSpPr txBox="1"/>
          <p:nvPr/>
        </p:nvSpPr>
        <p:spPr>
          <a:xfrm>
            <a:off x="406400" y="1351280"/>
            <a:ext cx="9062720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Сандуу Ондуктар - Кошуу –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Класстык иш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иш-чарада 2+ окуучулардан турган топтор туш келди тандалган цифралык карталарды колдонуп, эң чоң санды чыгаруу үчүн ат салышат.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Жеңүүчү ондук сандардын ортосундагы маанинин айырмасын упай алат.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D565D6-DA7F-39FF-47B5-EB94DC0C6326}"/>
              </a:ext>
            </a:extLst>
          </p:cNvPr>
          <p:cNvSpPr txBox="1">
            <a:spLocks/>
          </p:cNvSpPr>
          <p:nvPr/>
        </p:nvSpPr>
        <p:spPr>
          <a:xfrm>
            <a:off x="501650" y="1476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62731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13" name="Table 11">
            <a:extLst>
              <a:ext uri="{FF2B5EF4-FFF2-40B4-BE49-F238E27FC236}">
                <a16:creationId xmlns:a16="http://schemas.microsoft.com/office/drawing/2014/main" id="{D2B8258C-418F-4B11-964A-F98F504B73CD}"/>
              </a:ext>
            </a:extLst>
          </p:cNvPr>
          <p:cNvGraphicFramePr>
            <a:graphicFrameLocks noGrp="1"/>
          </p:cNvGraphicFramePr>
          <p:nvPr/>
        </p:nvGraphicFramePr>
        <p:xfrm>
          <a:off x="3321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A578D3B-EC1A-4D74-9841-B65D2C391A84}"/>
              </a:ext>
            </a:extLst>
          </p:cNvPr>
          <p:cNvSpPr txBox="1"/>
          <p:nvPr/>
        </p:nvSpPr>
        <p:spPr>
          <a:xfrm>
            <a:off x="150400" y="2796250"/>
            <a:ext cx="1037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5B4DBF-8596-4808-AF0B-CA30B7934E1B}"/>
              </a:ext>
            </a:extLst>
          </p:cNvPr>
          <p:cNvSpPr txBox="1"/>
          <p:nvPr/>
        </p:nvSpPr>
        <p:spPr>
          <a:xfrm>
            <a:off x="195285" y="1984460"/>
            <a:ext cx="992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graphicFrame>
        <p:nvGraphicFramePr>
          <p:cNvPr id="14" name="Table 11">
            <a:extLst>
              <a:ext uri="{FF2B5EF4-FFF2-40B4-BE49-F238E27FC236}">
                <a16:creationId xmlns:a16="http://schemas.microsoft.com/office/drawing/2014/main" id="{DC6CFFAA-9632-4717-BFB5-7A564BF897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494260"/>
              </p:ext>
            </p:extLst>
          </p:nvPr>
        </p:nvGraphicFramePr>
        <p:xfrm>
          <a:off x="1230228" y="1823141"/>
          <a:ext cx="291137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682962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8289EA3-07FB-464B-8BFF-67FB359CB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651458"/>
              </p:ext>
            </p:extLst>
          </p:nvPr>
        </p:nvGraphicFramePr>
        <p:xfrm>
          <a:off x="1230228" y="2616398"/>
          <a:ext cx="291137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88861E08-F7FC-48F5-96F3-FA74C2D2BE5B}"/>
              </a:ext>
            </a:extLst>
          </p:cNvPr>
          <p:cNvSpPr/>
          <p:nvPr/>
        </p:nvSpPr>
        <p:spPr>
          <a:xfrm>
            <a:off x="2138081" y="2040494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35D5497-07CD-4215-94FD-7B4B6A908CDD}"/>
              </a:ext>
            </a:extLst>
          </p:cNvPr>
          <p:cNvSpPr/>
          <p:nvPr/>
        </p:nvSpPr>
        <p:spPr>
          <a:xfrm>
            <a:off x="2136176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EFBDE3-40AF-4016-1A60-67A9B48ADB4B}"/>
              </a:ext>
            </a:extLst>
          </p:cNvPr>
          <p:cNvSpPr txBox="1"/>
          <p:nvPr/>
        </p:nvSpPr>
        <p:spPr>
          <a:xfrm>
            <a:off x="465807" y="-52636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19B311-6B4E-D1AF-44C1-799EA7715E75}"/>
              </a:ext>
            </a:extLst>
          </p:cNvPr>
          <p:cNvSpPr txBox="1"/>
          <p:nvPr/>
        </p:nvSpPr>
        <p:spPr>
          <a:xfrm>
            <a:off x="615043" y="193432"/>
            <a:ext cx="418601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Ар бир оюнчу </a:t>
            </a:r>
            <a:r>
              <a:rPr lang="ru-RU" sz="1200" b="1" dirty="0"/>
              <a:t>өзүнүн сандык карталарын </a:t>
            </a:r>
            <a:r>
              <a:rPr lang="ru-RU" sz="1200" dirty="0"/>
              <a:t>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баштайт!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</a:t>
            </a:r>
            <a:endParaRPr lang="th-TH" sz="1200" dirty="0"/>
          </a:p>
          <a:p>
            <a:pPr algn="ctr"/>
            <a:r>
              <a:rPr lang="ru-RU" sz="1200" dirty="0"/>
              <a:t>каалаган жерине коюңуз. Ар бириңизде толук 2 орундуу ондук сан болмоюнча кезек менен жүрүңүз.</a:t>
            </a:r>
            <a:endParaRPr lang="en-GB" sz="300" dirty="0"/>
          </a:p>
          <a:p>
            <a:pPr algn="ctr"/>
            <a:r>
              <a:rPr lang="ru-RU" sz="1200" dirty="0"/>
              <a:t>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334218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58FA4F8-3C00-B41A-6791-1CA93CA3A638}"/>
              </a:ext>
            </a:extLst>
          </p:cNvPr>
          <p:cNvSpPr/>
          <p:nvPr/>
        </p:nvSpPr>
        <p:spPr>
          <a:xfrm>
            <a:off x="762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11">
            <a:extLst>
              <a:ext uri="{FF2B5EF4-FFF2-40B4-BE49-F238E27FC236}">
                <a16:creationId xmlns:a16="http://schemas.microsoft.com/office/drawing/2014/main" id="{13F64E53-EC1C-F3EE-E6AE-C5CB1E5A3FD5}"/>
              </a:ext>
            </a:extLst>
          </p:cNvPr>
          <p:cNvGraphicFramePr>
            <a:graphicFrameLocks noGrp="1"/>
          </p:cNvGraphicFramePr>
          <p:nvPr/>
        </p:nvGraphicFramePr>
        <p:xfrm>
          <a:off x="3321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3EAA283-53C4-86BC-6F42-59146BA94596}"/>
              </a:ext>
            </a:extLst>
          </p:cNvPr>
          <p:cNvSpPr txBox="1"/>
          <p:nvPr/>
        </p:nvSpPr>
        <p:spPr>
          <a:xfrm>
            <a:off x="150400" y="2796250"/>
            <a:ext cx="1037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59DF66-9B86-ECCF-56CD-5910F1F7C85F}"/>
              </a:ext>
            </a:extLst>
          </p:cNvPr>
          <p:cNvSpPr txBox="1"/>
          <p:nvPr/>
        </p:nvSpPr>
        <p:spPr>
          <a:xfrm>
            <a:off x="195285" y="1984460"/>
            <a:ext cx="992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graphicFrame>
        <p:nvGraphicFramePr>
          <p:cNvPr id="8" name="Table 11">
            <a:extLst>
              <a:ext uri="{FF2B5EF4-FFF2-40B4-BE49-F238E27FC236}">
                <a16:creationId xmlns:a16="http://schemas.microsoft.com/office/drawing/2014/main" id="{667DAF84-2F8D-634F-3EAC-978F680856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834238"/>
              </p:ext>
            </p:extLst>
          </p:nvPr>
        </p:nvGraphicFramePr>
        <p:xfrm>
          <a:off x="1230228" y="1823141"/>
          <a:ext cx="291137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682962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B02C11D-C7A5-4CF0-073A-2410569F80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0844937"/>
              </p:ext>
            </p:extLst>
          </p:nvPr>
        </p:nvGraphicFramePr>
        <p:xfrm>
          <a:off x="1230228" y="2616398"/>
          <a:ext cx="291137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008025F6-8E1C-94B3-F662-3911B1533EBC}"/>
              </a:ext>
            </a:extLst>
          </p:cNvPr>
          <p:cNvSpPr/>
          <p:nvPr/>
        </p:nvSpPr>
        <p:spPr>
          <a:xfrm>
            <a:off x="2138081" y="2040494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78A668B-EA38-B73E-A6E1-7178B59F34DD}"/>
              </a:ext>
            </a:extLst>
          </p:cNvPr>
          <p:cNvSpPr/>
          <p:nvPr/>
        </p:nvSpPr>
        <p:spPr>
          <a:xfrm>
            <a:off x="2136176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5A8DEE-C5B4-6090-1CF0-E6CDED6EFEFB}"/>
              </a:ext>
            </a:extLst>
          </p:cNvPr>
          <p:cNvSpPr txBox="1"/>
          <p:nvPr/>
        </p:nvSpPr>
        <p:spPr>
          <a:xfrm>
            <a:off x="465807" y="-52636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A882E8-A8A9-B8F5-733A-7A4A46F2BF5B}"/>
              </a:ext>
            </a:extLst>
          </p:cNvPr>
          <p:cNvSpPr txBox="1"/>
          <p:nvPr/>
        </p:nvSpPr>
        <p:spPr>
          <a:xfrm>
            <a:off x="615043" y="193432"/>
            <a:ext cx="418601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Ар бир оюнчу </a:t>
            </a:r>
            <a:r>
              <a:rPr lang="ru-RU" sz="1200" b="1" dirty="0"/>
              <a:t>өзүнүн сандык карталарын </a:t>
            </a:r>
            <a:r>
              <a:rPr lang="ru-RU" sz="1200" dirty="0"/>
              <a:t>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баштайт!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</a:t>
            </a:r>
            <a:endParaRPr lang="th-TH" sz="1200" dirty="0"/>
          </a:p>
          <a:p>
            <a:pPr algn="ctr"/>
            <a:r>
              <a:rPr lang="ru-RU" sz="1200" dirty="0"/>
              <a:t>каалаган жерине коюңуз. Ар бириңизде толук 2 орундуу ондук сан болмоюнча кезек менен жүрүңүз.</a:t>
            </a:r>
            <a:endParaRPr lang="en-GB" sz="300" dirty="0"/>
          </a:p>
          <a:p>
            <a:pPr algn="ctr"/>
            <a:r>
              <a:rPr lang="ru-RU" sz="1200" dirty="0"/>
              <a:t>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A215BFB-4366-E4EA-16BD-0786632E0F06}"/>
              </a:ext>
            </a:extLst>
          </p:cNvPr>
          <p:cNvSpPr/>
          <p:nvPr/>
        </p:nvSpPr>
        <p:spPr>
          <a:xfrm>
            <a:off x="4950297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35" name="Table 11">
            <a:extLst>
              <a:ext uri="{FF2B5EF4-FFF2-40B4-BE49-F238E27FC236}">
                <a16:creationId xmlns:a16="http://schemas.microsoft.com/office/drawing/2014/main" id="{1C6B0988-6327-CBE8-73C5-26B9F0AF5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905088"/>
              </p:ext>
            </p:extLst>
          </p:nvPr>
        </p:nvGraphicFramePr>
        <p:xfrm>
          <a:off x="4975891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85AC61F4-AD80-BE0D-530E-CF002B783BB2}"/>
              </a:ext>
            </a:extLst>
          </p:cNvPr>
          <p:cNvSpPr txBox="1"/>
          <p:nvPr/>
        </p:nvSpPr>
        <p:spPr>
          <a:xfrm>
            <a:off x="5093077" y="2796250"/>
            <a:ext cx="1037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E5C1D7-61CE-028E-A46A-D57F3D22D83A}"/>
              </a:ext>
            </a:extLst>
          </p:cNvPr>
          <p:cNvSpPr txBox="1"/>
          <p:nvPr/>
        </p:nvSpPr>
        <p:spPr>
          <a:xfrm>
            <a:off x="5137962" y="1984460"/>
            <a:ext cx="992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graphicFrame>
        <p:nvGraphicFramePr>
          <p:cNvPr id="38" name="Table 11">
            <a:extLst>
              <a:ext uri="{FF2B5EF4-FFF2-40B4-BE49-F238E27FC236}">
                <a16:creationId xmlns:a16="http://schemas.microsoft.com/office/drawing/2014/main" id="{65B3B7CB-9A23-214E-D934-07395C3797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710861"/>
              </p:ext>
            </p:extLst>
          </p:nvPr>
        </p:nvGraphicFramePr>
        <p:xfrm>
          <a:off x="6172905" y="1823141"/>
          <a:ext cx="291137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682962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6BC07D9E-2A2D-7822-F97B-6495908935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078812"/>
              </p:ext>
            </p:extLst>
          </p:nvPr>
        </p:nvGraphicFramePr>
        <p:xfrm>
          <a:off x="6172905" y="2616398"/>
          <a:ext cx="291137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40" name="Oval 39">
            <a:extLst>
              <a:ext uri="{FF2B5EF4-FFF2-40B4-BE49-F238E27FC236}">
                <a16:creationId xmlns:a16="http://schemas.microsoft.com/office/drawing/2014/main" id="{920EE0D7-3258-B737-BC46-B822BF01036C}"/>
              </a:ext>
            </a:extLst>
          </p:cNvPr>
          <p:cNvSpPr/>
          <p:nvPr/>
        </p:nvSpPr>
        <p:spPr>
          <a:xfrm>
            <a:off x="7080758" y="2040494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39CA8AC-9326-FCD5-A328-81726240188B}"/>
              </a:ext>
            </a:extLst>
          </p:cNvPr>
          <p:cNvSpPr/>
          <p:nvPr/>
        </p:nvSpPr>
        <p:spPr>
          <a:xfrm>
            <a:off x="7078853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97ECA5D-64BD-2309-753A-116966BB8B52}"/>
              </a:ext>
            </a:extLst>
          </p:cNvPr>
          <p:cNvSpPr txBox="1"/>
          <p:nvPr/>
        </p:nvSpPr>
        <p:spPr>
          <a:xfrm>
            <a:off x="5408484" y="-52636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38F625-EA2F-41EB-86BD-C2C97691EF5C}"/>
              </a:ext>
            </a:extLst>
          </p:cNvPr>
          <p:cNvSpPr txBox="1"/>
          <p:nvPr/>
        </p:nvSpPr>
        <p:spPr>
          <a:xfrm>
            <a:off x="5557720" y="193432"/>
            <a:ext cx="418601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Ар бир оюнчу </a:t>
            </a:r>
            <a:r>
              <a:rPr lang="ru-RU" sz="1200" b="1" dirty="0"/>
              <a:t>өзүнүн сандык карталарын </a:t>
            </a:r>
            <a:r>
              <a:rPr lang="ru-RU" sz="1200" dirty="0"/>
              <a:t>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баштайт!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</a:t>
            </a:r>
            <a:endParaRPr lang="th-TH" sz="1200" dirty="0"/>
          </a:p>
          <a:p>
            <a:pPr algn="ctr"/>
            <a:r>
              <a:rPr lang="ru-RU" sz="1200" dirty="0"/>
              <a:t>каалаган жерине коюңуз. Ар бириңизде толук 2 орундуу ондук сан болмоюнча кезек менен жүрүңүз.</a:t>
            </a:r>
            <a:endParaRPr lang="en-GB" sz="300" dirty="0"/>
          </a:p>
          <a:p>
            <a:pPr algn="ctr"/>
            <a:r>
              <a:rPr lang="ru-RU" sz="1200" dirty="0"/>
              <a:t>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582923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10385</TotalTime>
  <Words>379</Words>
  <Application>Microsoft Office PowerPoint</Application>
  <PresentationFormat>A4 Paper (210x297 mm)</PresentationFormat>
  <Paragraphs>131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 Light</vt:lpstr>
      <vt:lpstr>Constantia</vt:lpstr>
      <vt:lpstr>Calibri</vt:lpstr>
      <vt:lpstr>Berlin Sans FB Demi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491</cp:revision>
  <cp:lastPrinted>2020-04-27T05:52:02Z</cp:lastPrinted>
  <dcterms:created xsi:type="dcterms:W3CDTF">2017-01-17T16:57:04Z</dcterms:created>
  <dcterms:modified xsi:type="dcterms:W3CDTF">2024-05-15T08:38:16Z</dcterms:modified>
</cp:coreProperties>
</file>