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267" r:id="rId2"/>
    <p:sldId id="944" r:id="rId3"/>
    <p:sldId id="941" r:id="rId4"/>
    <p:sldId id="942" r:id="rId5"/>
    <p:sldId id="943" r:id="rId6"/>
    <p:sldId id="266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6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Чектелген жооптор" id="{1FEDB314-42DC-4694-9B04-D4A4AAE625F7}">
          <p14:sldIdLst>
            <p14:sldId id="941"/>
          </p14:sldIdLst>
        </p14:section>
        <p14:section name="Таркатма кагаздар" id="{A78D9305-6AAE-4715-A210-52F6908F30F7}">
          <p14:sldIdLst>
            <p14:sldId id="942"/>
            <p14:sldId id="943"/>
          </p14:sldIdLst>
        </p14:section>
        <p14:section name="Кайтарым байланыш" id="{F3D720CF-F566-46A6-9361-125255B68FA6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6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 fontScale="92500" lnSpcReduction="10000"/>
          </a:bodyPr>
          <a:lstStyle/>
          <a:p>
            <a:r>
              <a:rPr lang="ru-RU" sz="3200" dirty="0"/>
              <a:t>Бөлчөктөрдөн ондукка –</a:t>
            </a:r>
            <a:r>
              <a:rPr lang="ky-KG" sz="3200" dirty="0"/>
              <a:t>– Сандык табышмак</a:t>
            </a:r>
            <a:endParaRPr lang="en-US" sz="3200" dirty="0"/>
          </a:p>
          <a:p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400" dirty="0"/>
          </a:p>
          <a:p>
            <a:r>
              <a:rPr lang="ru-RU" sz="2400" dirty="0"/>
              <a:t>2 өлчөмдөгү 3 табышмак бар.</a:t>
            </a:r>
          </a:p>
          <a:p>
            <a:endParaRPr lang="ru-RU" sz="2400" dirty="0"/>
          </a:p>
          <a:p>
            <a:r>
              <a:rPr lang="ru-RU" sz="2400" dirty="0"/>
              <a:t>Чектелген жооптор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60648-2251-E713-36F6-E1A70279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15" y="183460"/>
            <a:ext cx="9344105" cy="63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0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67127" y="89959"/>
            <a:ext cx="488550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79138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796981" y="28421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13E1EAD-6B91-4C47-9CE6-1149123C0FC7}"/>
                  </a:ext>
                </a:extLst>
              </p:cNvPr>
              <p:cNvSpPr txBox="1"/>
              <p:nvPr/>
            </p:nvSpPr>
            <p:spPr>
              <a:xfrm>
                <a:off x="5066724" y="1269766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=0.26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13E1EAD-6B91-4C47-9CE6-1149123C0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724" y="1269766"/>
                <a:ext cx="1343445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B93117-B857-4A48-8573-D368D23DBDD7}"/>
                  </a:ext>
                </a:extLst>
              </p:cNvPr>
              <p:cNvSpPr txBox="1"/>
              <p:nvPr/>
            </p:nvSpPr>
            <p:spPr>
              <a:xfrm>
                <a:off x="5066724" y="2535826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B93117-B857-4A48-8573-D368D23DB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724" y="2535826"/>
                <a:ext cx="1343445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590EF8-8E2E-4C42-BBAD-67B299520075}"/>
                  </a:ext>
                </a:extLst>
              </p:cNvPr>
              <p:cNvSpPr txBox="1"/>
              <p:nvPr/>
            </p:nvSpPr>
            <p:spPr>
              <a:xfrm>
                <a:off x="6704735" y="1269798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=0.16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590EF8-8E2E-4C42-BBAD-67B299520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1269798"/>
                <a:ext cx="1343445" cy="670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045D0E-60DB-48B0-A87C-81DE51C5A6C0}"/>
                  </a:ext>
                </a:extLst>
              </p:cNvPr>
              <p:cNvSpPr txBox="1"/>
              <p:nvPr/>
            </p:nvSpPr>
            <p:spPr>
              <a:xfrm>
                <a:off x="6704735" y="2558815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045D0E-60DB-48B0-A87C-81DE51C5A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2558815"/>
                <a:ext cx="1343445" cy="670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EFC72A-57ED-4BF5-A280-507B7B854770}"/>
                  </a:ext>
                </a:extLst>
              </p:cNvPr>
              <p:cNvSpPr txBox="1"/>
              <p:nvPr/>
            </p:nvSpPr>
            <p:spPr>
              <a:xfrm>
                <a:off x="6704735" y="3847873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=0.76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EFC72A-57ED-4BF5-A280-507B7B854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3847873"/>
                <a:ext cx="1343445" cy="670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731D0CB-6B4D-40BA-B342-C7A8EB6D291B}"/>
                  </a:ext>
                </a:extLst>
              </p:cNvPr>
              <p:cNvSpPr txBox="1"/>
              <p:nvPr/>
            </p:nvSpPr>
            <p:spPr>
              <a:xfrm>
                <a:off x="6704735" y="5875486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=0.48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731D0CB-6B4D-40BA-B342-C7A8EB6D2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5875486"/>
                <a:ext cx="1343445" cy="6705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7CB33-180A-477E-B981-2F5E43660831}"/>
                  </a:ext>
                </a:extLst>
              </p:cNvPr>
              <p:cNvSpPr txBox="1"/>
              <p:nvPr/>
            </p:nvSpPr>
            <p:spPr>
              <a:xfrm>
                <a:off x="8342746" y="2558752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7CB33-180A-477E-B981-2F5E43660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2558752"/>
                <a:ext cx="1343445" cy="670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165C3A-7D32-4AB9-A4C9-CC1A82A23065}"/>
                  </a:ext>
                </a:extLst>
              </p:cNvPr>
              <p:cNvSpPr txBox="1"/>
              <p:nvPr/>
            </p:nvSpPr>
            <p:spPr>
              <a:xfrm>
                <a:off x="8342746" y="1269798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=0.65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165C3A-7D32-4AB9-A4C9-CC1A82A2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1269798"/>
                <a:ext cx="1343445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6E4976-209E-4517-B703-5A137C6B4697}"/>
                  </a:ext>
                </a:extLst>
              </p:cNvPr>
              <p:cNvSpPr txBox="1"/>
              <p:nvPr/>
            </p:nvSpPr>
            <p:spPr>
              <a:xfrm>
                <a:off x="8342746" y="4313856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=0.35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6E4976-209E-4517-B703-5A137C6B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4313856"/>
                <a:ext cx="1343445" cy="670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F395A3-0445-41A5-B1B2-F9089C5E2A59}"/>
                  </a:ext>
                </a:extLst>
              </p:cNvPr>
              <p:cNvSpPr txBox="1"/>
              <p:nvPr/>
            </p:nvSpPr>
            <p:spPr>
              <a:xfrm>
                <a:off x="8342746" y="5875465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F395A3-0445-41A5-B1B2-F9089C5E2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5875465"/>
                <a:ext cx="1343445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14299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14299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942213" y="1579199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D44EF7-F378-4E9A-B630-0EBF63F97605}"/>
                  </a:ext>
                </a:extLst>
              </p:cNvPr>
              <p:cNvSpPr txBox="1"/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D44EF7-F378-4E9A-B630-0EBF63F97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CB30ADD-A044-43F7-9D0F-9326FAA86847}"/>
              </a:ext>
            </a:extLst>
          </p:cNvPr>
          <p:cNvSpPr/>
          <p:nvPr/>
        </p:nvSpPr>
        <p:spPr>
          <a:xfrm>
            <a:off x="314018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CEA064-9E67-4680-BF0F-B5A4BC64C2B7}"/>
              </a:ext>
            </a:extLst>
          </p:cNvPr>
          <p:cNvSpPr/>
          <p:nvPr/>
        </p:nvSpPr>
        <p:spPr>
          <a:xfrm>
            <a:off x="2978251" y="1805355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04C53B3-8B04-4419-8B04-8885AB6C9C7A}"/>
              </a:ext>
            </a:extLst>
          </p:cNvPr>
          <p:cNvSpPr/>
          <p:nvPr/>
        </p:nvSpPr>
        <p:spPr>
          <a:xfrm>
            <a:off x="9854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57BE30-7817-4B05-AF6C-FDFD28C61928}"/>
              </a:ext>
            </a:extLst>
          </p:cNvPr>
          <p:cNvSpPr/>
          <p:nvPr/>
        </p:nvSpPr>
        <p:spPr>
          <a:xfrm>
            <a:off x="9854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F0E9D6-4EC7-40DA-9B00-CB7AD599907E}"/>
              </a:ext>
            </a:extLst>
          </p:cNvPr>
          <p:cNvSpPr/>
          <p:nvPr/>
        </p:nvSpPr>
        <p:spPr>
          <a:xfrm>
            <a:off x="358341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774A07-0C7C-4E39-90FF-8BF8E7DE2079}"/>
              </a:ext>
            </a:extLst>
          </p:cNvPr>
          <p:cNvSpPr txBox="1"/>
          <p:nvPr/>
        </p:nvSpPr>
        <p:spPr>
          <a:xfrm>
            <a:off x="2524964" y="1143000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5B3EB-9C77-6795-2C3F-8D44EC976025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B7548-EB0C-5E10-6D85-38F28E46060A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71EEA-448A-15DD-CC8F-8360E774AA7D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01F002-EC51-EF18-79C4-C84302CC708C}"/>
              </a:ext>
            </a:extLst>
          </p:cNvPr>
          <p:cNvSpPr/>
          <p:nvPr/>
        </p:nvSpPr>
        <p:spPr>
          <a:xfrm>
            <a:off x="51786" y="127000"/>
            <a:ext cx="4833722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C9A99C-EC06-A2B0-A8BE-ECD0AA7F5330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EC292-C849-5A06-037B-6BF62E8BA3FF}"/>
              </a:ext>
            </a:extLst>
          </p:cNvPr>
          <p:cNvSpPr txBox="1"/>
          <p:nvPr/>
        </p:nvSpPr>
        <p:spPr>
          <a:xfrm>
            <a:off x="1679138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B9E9E6AC-3AF6-BD15-DD33-F73365EDE1DF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A168A-B205-BFAB-28EA-44C1F8924D31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4FFA4DA0-887D-2A7A-0AC6-8B8987727A62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D0A7FF84-4DDC-E4A8-C823-C1419E0D3E5A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FCE900-58B9-D58B-11D6-D91F0A077A85}"/>
              </a:ext>
            </a:extLst>
          </p:cNvPr>
          <p:cNvSpPr/>
          <p:nvPr/>
        </p:nvSpPr>
        <p:spPr>
          <a:xfrm>
            <a:off x="14299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A07940-9507-199B-7CCF-C735735DCC2A}"/>
              </a:ext>
            </a:extLst>
          </p:cNvPr>
          <p:cNvSpPr/>
          <p:nvPr/>
        </p:nvSpPr>
        <p:spPr>
          <a:xfrm>
            <a:off x="14299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4D605D-C8B9-37E6-5278-71A50569D856}"/>
              </a:ext>
            </a:extLst>
          </p:cNvPr>
          <p:cNvCxnSpPr>
            <a:cxnSpLocks/>
          </p:cNvCxnSpPr>
          <p:nvPr/>
        </p:nvCxnSpPr>
        <p:spPr>
          <a:xfrm>
            <a:off x="942213" y="1579199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F582E5-21E6-E560-858F-26EE0EC8E27A}"/>
                  </a:ext>
                </a:extLst>
              </p:cNvPr>
              <p:cNvSpPr txBox="1"/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F582E5-21E6-E560-858F-26EE0EC8E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EF21A358-19EB-F74B-9078-F9EAC037A521}"/>
              </a:ext>
            </a:extLst>
          </p:cNvPr>
          <p:cNvSpPr/>
          <p:nvPr/>
        </p:nvSpPr>
        <p:spPr>
          <a:xfrm>
            <a:off x="314018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A95EBB6-8234-3B9D-8677-E382484FE49B}"/>
              </a:ext>
            </a:extLst>
          </p:cNvPr>
          <p:cNvSpPr/>
          <p:nvPr/>
        </p:nvSpPr>
        <p:spPr>
          <a:xfrm>
            <a:off x="2978251" y="1805355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52AD62-4688-B9EB-2E91-6499D975B45D}"/>
              </a:ext>
            </a:extLst>
          </p:cNvPr>
          <p:cNvSpPr/>
          <p:nvPr/>
        </p:nvSpPr>
        <p:spPr>
          <a:xfrm>
            <a:off x="9854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7C3AD5-933B-5011-14BA-0F6E19902B17}"/>
              </a:ext>
            </a:extLst>
          </p:cNvPr>
          <p:cNvSpPr/>
          <p:nvPr/>
        </p:nvSpPr>
        <p:spPr>
          <a:xfrm>
            <a:off x="9854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CDFDEB-2663-FE06-0D54-4B4CE5544AE7}"/>
              </a:ext>
            </a:extLst>
          </p:cNvPr>
          <p:cNvSpPr/>
          <p:nvPr/>
        </p:nvSpPr>
        <p:spPr>
          <a:xfrm>
            <a:off x="358341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D1705D-D4D6-2007-B635-D5D6290E6622}"/>
              </a:ext>
            </a:extLst>
          </p:cNvPr>
          <p:cNvSpPr txBox="1"/>
          <p:nvPr/>
        </p:nvSpPr>
        <p:spPr>
          <a:xfrm>
            <a:off x="2524964" y="1143000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515C0C-F176-1B1F-D787-38C5731F0EC9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281431-A54E-58C1-B21A-FB67253A06D6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52E8E5-DDB8-A8EA-986B-98B78E68A779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958764D-EF75-F064-6D1F-7FD318176E41}"/>
              </a:ext>
            </a:extLst>
          </p:cNvPr>
          <p:cNvSpPr/>
          <p:nvPr/>
        </p:nvSpPr>
        <p:spPr>
          <a:xfrm>
            <a:off x="4976326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7745353-2BDA-FF43-5920-0DD1CB97B481}"/>
              </a:ext>
            </a:extLst>
          </p:cNvPr>
          <p:cNvSpPr/>
          <p:nvPr/>
        </p:nvSpPr>
        <p:spPr>
          <a:xfrm>
            <a:off x="6843770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A43178-0DA9-2E3C-5326-B1D82D594CE6}"/>
              </a:ext>
            </a:extLst>
          </p:cNvPr>
          <p:cNvSpPr txBox="1"/>
          <p:nvPr/>
        </p:nvSpPr>
        <p:spPr>
          <a:xfrm>
            <a:off x="6647844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FD90AFD5-D0B8-996A-1B56-8370F50846A1}"/>
              </a:ext>
            </a:extLst>
          </p:cNvPr>
          <p:cNvSpPr/>
          <p:nvPr/>
        </p:nvSpPr>
        <p:spPr>
          <a:xfrm>
            <a:off x="5447242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C10745-A81C-04F6-8B80-BCD9A77F3094}"/>
              </a:ext>
            </a:extLst>
          </p:cNvPr>
          <p:cNvSpPr txBox="1"/>
          <p:nvPr/>
        </p:nvSpPr>
        <p:spPr>
          <a:xfrm>
            <a:off x="5756579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3512CAC4-4F2F-A00A-3839-0A50E85DB6F1}"/>
              </a:ext>
            </a:extLst>
          </p:cNvPr>
          <p:cNvSpPr/>
          <p:nvPr/>
        </p:nvSpPr>
        <p:spPr>
          <a:xfrm>
            <a:off x="5447242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F612B101-AC91-25F0-4A52-E8DE38D5C236}"/>
              </a:ext>
            </a:extLst>
          </p:cNvPr>
          <p:cNvSpPr/>
          <p:nvPr/>
        </p:nvSpPr>
        <p:spPr>
          <a:xfrm>
            <a:off x="5108152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DE55C1C-0788-A920-17DB-2951A4BDAD09}"/>
              </a:ext>
            </a:extLst>
          </p:cNvPr>
          <p:cNvSpPr/>
          <p:nvPr/>
        </p:nvSpPr>
        <p:spPr>
          <a:xfrm>
            <a:off x="6398703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A1AF62-8E4F-B0B9-4344-5DDE5C98A2D2}"/>
              </a:ext>
            </a:extLst>
          </p:cNvPr>
          <p:cNvSpPr/>
          <p:nvPr/>
        </p:nvSpPr>
        <p:spPr>
          <a:xfrm>
            <a:off x="6398703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3C796BF-A982-9786-735C-D6B9A07B3254}"/>
              </a:ext>
            </a:extLst>
          </p:cNvPr>
          <p:cNvCxnSpPr>
            <a:cxnSpLocks/>
          </p:cNvCxnSpPr>
          <p:nvPr/>
        </p:nvCxnSpPr>
        <p:spPr>
          <a:xfrm>
            <a:off x="5910919" y="1579199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5F6937C-D80B-C18B-7F5C-6385FD85E4DC}"/>
                  </a:ext>
                </a:extLst>
              </p:cNvPr>
              <p:cNvSpPr txBox="1"/>
              <p:nvPr/>
            </p:nvSpPr>
            <p:spPr>
              <a:xfrm>
                <a:off x="6957143" y="1368142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5F6937C-D80B-C18B-7F5C-6385FD85E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143" y="1368142"/>
                <a:ext cx="43473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Rectangle 112">
            <a:extLst>
              <a:ext uri="{FF2B5EF4-FFF2-40B4-BE49-F238E27FC236}">
                <a16:creationId xmlns:a16="http://schemas.microsoft.com/office/drawing/2014/main" id="{6FEF2836-D911-279D-97BC-6E0F1321A618}"/>
              </a:ext>
            </a:extLst>
          </p:cNvPr>
          <p:cNvSpPr/>
          <p:nvPr/>
        </p:nvSpPr>
        <p:spPr>
          <a:xfrm>
            <a:off x="8108891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4894B46-1657-4484-B17F-A63CEFA0CFBE}"/>
              </a:ext>
            </a:extLst>
          </p:cNvPr>
          <p:cNvSpPr/>
          <p:nvPr/>
        </p:nvSpPr>
        <p:spPr>
          <a:xfrm>
            <a:off x="7946957" y="1805355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68E6A23-5D1B-166E-E5EB-0554127B4877}"/>
              </a:ext>
            </a:extLst>
          </p:cNvPr>
          <p:cNvSpPr/>
          <p:nvPr/>
        </p:nvSpPr>
        <p:spPr>
          <a:xfrm>
            <a:off x="5954203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07D2319-496B-79A9-C4AF-83920FECE710}"/>
              </a:ext>
            </a:extLst>
          </p:cNvPr>
          <p:cNvSpPr/>
          <p:nvPr/>
        </p:nvSpPr>
        <p:spPr>
          <a:xfrm>
            <a:off x="5954203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A1EC50D-7504-2EDB-16FE-39678799C8C3}"/>
              </a:ext>
            </a:extLst>
          </p:cNvPr>
          <p:cNvSpPr/>
          <p:nvPr/>
        </p:nvSpPr>
        <p:spPr>
          <a:xfrm>
            <a:off x="8552121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ABF889B-8F03-0A17-1363-B14A199FE47C}"/>
              </a:ext>
            </a:extLst>
          </p:cNvPr>
          <p:cNvSpPr txBox="1"/>
          <p:nvPr/>
        </p:nvSpPr>
        <p:spPr>
          <a:xfrm>
            <a:off x="7493670" y="1143000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60E7E0C-7967-5FF0-5140-B05AD85A0048}"/>
              </a:ext>
            </a:extLst>
          </p:cNvPr>
          <p:cNvSpPr txBox="1"/>
          <p:nvPr/>
        </p:nvSpPr>
        <p:spPr>
          <a:xfrm>
            <a:off x="5783334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B99A0D4-B6F4-8E27-1965-9BDE130048DC}"/>
              </a:ext>
            </a:extLst>
          </p:cNvPr>
          <p:cNvSpPr txBox="1"/>
          <p:nvPr/>
        </p:nvSpPr>
        <p:spPr>
          <a:xfrm>
            <a:off x="5753382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1A3E6E-82DD-FE55-2608-D6E9BF63C4E9}"/>
              </a:ext>
            </a:extLst>
          </p:cNvPr>
          <p:cNvSpPr txBox="1"/>
          <p:nvPr/>
        </p:nvSpPr>
        <p:spPr>
          <a:xfrm>
            <a:off x="8128100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326051C-C9C1-8773-3698-63AACAA22612}"/>
              </a:ext>
            </a:extLst>
          </p:cNvPr>
          <p:cNvSpPr/>
          <p:nvPr/>
        </p:nvSpPr>
        <p:spPr>
          <a:xfrm>
            <a:off x="51785" y="3552555"/>
            <a:ext cx="4840451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01EAEB3-4115-FF17-81AB-E0241D4CE998}"/>
              </a:ext>
            </a:extLst>
          </p:cNvPr>
          <p:cNvSpPr/>
          <p:nvPr/>
        </p:nvSpPr>
        <p:spPr>
          <a:xfrm>
            <a:off x="1881793" y="348067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9D17B45-5317-C6A9-5092-38C7669569EA}"/>
              </a:ext>
            </a:extLst>
          </p:cNvPr>
          <p:cNvSpPr txBox="1"/>
          <p:nvPr/>
        </p:nvSpPr>
        <p:spPr>
          <a:xfrm>
            <a:off x="1685867" y="347384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A8FB66E0-B44C-2831-D5FA-8BAE06B321A8}"/>
              </a:ext>
            </a:extLst>
          </p:cNvPr>
          <p:cNvSpPr/>
          <p:nvPr/>
        </p:nvSpPr>
        <p:spPr>
          <a:xfrm>
            <a:off x="485265" y="60747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3BF5FA7-9288-E8A2-10D5-C153ADDD4F30}"/>
              </a:ext>
            </a:extLst>
          </p:cNvPr>
          <p:cNvSpPr txBox="1"/>
          <p:nvPr/>
        </p:nvSpPr>
        <p:spPr>
          <a:xfrm>
            <a:off x="794602" y="3768455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ADED4C73-C972-014C-AE77-460C9D66F566}"/>
              </a:ext>
            </a:extLst>
          </p:cNvPr>
          <p:cNvSpPr/>
          <p:nvPr/>
        </p:nvSpPr>
        <p:spPr>
          <a:xfrm>
            <a:off x="485265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CE555C72-270F-8F23-FF87-A74967A6E555}"/>
              </a:ext>
            </a:extLst>
          </p:cNvPr>
          <p:cNvSpPr/>
          <p:nvPr/>
        </p:nvSpPr>
        <p:spPr>
          <a:xfrm>
            <a:off x="146175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853BE1B-59F5-E41C-AF8E-21063811D4AB}"/>
              </a:ext>
            </a:extLst>
          </p:cNvPr>
          <p:cNvSpPr/>
          <p:nvPr/>
        </p:nvSpPr>
        <p:spPr>
          <a:xfrm>
            <a:off x="1436726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104C699-8DC5-5502-E4D2-7D47E98CD242}"/>
              </a:ext>
            </a:extLst>
          </p:cNvPr>
          <p:cNvSpPr/>
          <p:nvPr/>
        </p:nvSpPr>
        <p:spPr>
          <a:xfrm>
            <a:off x="1436726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13539F6-06D0-0FA0-CD77-DCFC7EECA7A0}"/>
              </a:ext>
            </a:extLst>
          </p:cNvPr>
          <p:cNvCxnSpPr>
            <a:cxnSpLocks/>
          </p:cNvCxnSpPr>
          <p:nvPr/>
        </p:nvCxnSpPr>
        <p:spPr>
          <a:xfrm>
            <a:off x="948942" y="5004754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FFA9F2-7E75-0FFE-0072-D034C0815058}"/>
                  </a:ext>
                </a:extLst>
              </p:cNvPr>
              <p:cNvSpPr txBox="1"/>
              <p:nvPr/>
            </p:nvSpPr>
            <p:spPr>
              <a:xfrm>
                <a:off x="1995166" y="4793697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FFA9F2-7E75-0FFE-0072-D034C0815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166" y="4793697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322B7B82-647B-DE49-B240-B1BBAEC5BD3A}"/>
              </a:ext>
            </a:extLst>
          </p:cNvPr>
          <p:cNvSpPr/>
          <p:nvPr/>
        </p:nvSpPr>
        <p:spPr>
          <a:xfrm>
            <a:off x="3146914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BBF7A0C-0C49-9505-FFF9-593CF2345AE2}"/>
              </a:ext>
            </a:extLst>
          </p:cNvPr>
          <p:cNvSpPr/>
          <p:nvPr/>
        </p:nvSpPr>
        <p:spPr>
          <a:xfrm>
            <a:off x="2984980" y="5230910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9FC9AF3-6701-1781-3176-F7AD98C1BCA8}"/>
              </a:ext>
            </a:extLst>
          </p:cNvPr>
          <p:cNvSpPr/>
          <p:nvPr/>
        </p:nvSpPr>
        <p:spPr>
          <a:xfrm>
            <a:off x="992226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54FE4C6-0F31-E102-41EC-B7DDD9627992}"/>
              </a:ext>
            </a:extLst>
          </p:cNvPr>
          <p:cNvSpPr/>
          <p:nvPr/>
        </p:nvSpPr>
        <p:spPr>
          <a:xfrm>
            <a:off x="992226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9EA3978-FA5A-D26F-325B-80CDBEB5DEB4}"/>
              </a:ext>
            </a:extLst>
          </p:cNvPr>
          <p:cNvSpPr/>
          <p:nvPr/>
        </p:nvSpPr>
        <p:spPr>
          <a:xfrm>
            <a:off x="3590144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719B8B5-DF52-2164-B3F7-6E3DCD3CA58B}"/>
              </a:ext>
            </a:extLst>
          </p:cNvPr>
          <p:cNvSpPr txBox="1"/>
          <p:nvPr/>
        </p:nvSpPr>
        <p:spPr>
          <a:xfrm>
            <a:off x="2531693" y="456855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6411597-7BC4-ADDE-9D42-C9A2D06943B0}"/>
              </a:ext>
            </a:extLst>
          </p:cNvPr>
          <p:cNvSpPr txBox="1"/>
          <p:nvPr/>
        </p:nvSpPr>
        <p:spPr>
          <a:xfrm>
            <a:off x="821357" y="6076915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236EC04-8637-3D46-D023-CF5699701584}"/>
              </a:ext>
            </a:extLst>
          </p:cNvPr>
          <p:cNvSpPr txBox="1"/>
          <p:nvPr/>
        </p:nvSpPr>
        <p:spPr>
          <a:xfrm>
            <a:off x="791405" y="635391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F4D34E6-79CD-CF58-F437-96218FBA7194}"/>
              </a:ext>
            </a:extLst>
          </p:cNvPr>
          <p:cNvSpPr txBox="1"/>
          <p:nvPr/>
        </p:nvSpPr>
        <p:spPr>
          <a:xfrm>
            <a:off x="3166123" y="600586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B4C45B1C-31F9-E43D-ECEF-3C47A7F95FD4}"/>
              </a:ext>
            </a:extLst>
          </p:cNvPr>
          <p:cNvSpPr/>
          <p:nvPr/>
        </p:nvSpPr>
        <p:spPr>
          <a:xfrm>
            <a:off x="4976326" y="355255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5C076C0-59BC-F6B4-2CC2-3A853008C335}"/>
              </a:ext>
            </a:extLst>
          </p:cNvPr>
          <p:cNvSpPr/>
          <p:nvPr/>
        </p:nvSpPr>
        <p:spPr>
          <a:xfrm>
            <a:off x="6843770" y="348067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0CCF480-2DC3-4CCA-4EF5-EEB5E8E199FF}"/>
              </a:ext>
            </a:extLst>
          </p:cNvPr>
          <p:cNvSpPr txBox="1"/>
          <p:nvPr/>
        </p:nvSpPr>
        <p:spPr>
          <a:xfrm>
            <a:off x="6647844" y="347384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5914F3B1-A1E1-7E42-BF8C-BDB75E54FE5D}"/>
              </a:ext>
            </a:extLst>
          </p:cNvPr>
          <p:cNvSpPr/>
          <p:nvPr/>
        </p:nvSpPr>
        <p:spPr>
          <a:xfrm>
            <a:off x="5447242" y="60747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652E39-5DA8-9B4E-2580-EF00802D7B24}"/>
              </a:ext>
            </a:extLst>
          </p:cNvPr>
          <p:cNvSpPr txBox="1"/>
          <p:nvPr/>
        </p:nvSpPr>
        <p:spPr>
          <a:xfrm>
            <a:off x="5756579" y="3768455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FA1866F8-9B8A-DBFC-7B72-D100683BA89A}"/>
              </a:ext>
            </a:extLst>
          </p:cNvPr>
          <p:cNvSpPr/>
          <p:nvPr/>
        </p:nvSpPr>
        <p:spPr>
          <a:xfrm>
            <a:off x="5447242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FF2CBF75-11A2-C14B-7E6D-2DC9B24D3CA7}"/>
              </a:ext>
            </a:extLst>
          </p:cNvPr>
          <p:cNvSpPr/>
          <p:nvPr/>
        </p:nvSpPr>
        <p:spPr>
          <a:xfrm>
            <a:off x="5108152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811B665-F705-D1E7-38E0-EA62C69626E1}"/>
              </a:ext>
            </a:extLst>
          </p:cNvPr>
          <p:cNvSpPr/>
          <p:nvPr/>
        </p:nvSpPr>
        <p:spPr>
          <a:xfrm>
            <a:off x="6398703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1332F70-467E-4B27-D65D-105B4B7ADDBD}"/>
              </a:ext>
            </a:extLst>
          </p:cNvPr>
          <p:cNvSpPr/>
          <p:nvPr/>
        </p:nvSpPr>
        <p:spPr>
          <a:xfrm>
            <a:off x="6398703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F837EF7-BC8B-BBE2-ECB4-A7A7DA3A2D1E}"/>
              </a:ext>
            </a:extLst>
          </p:cNvPr>
          <p:cNvCxnSpPr>
            <a:cxnSpLocks/>
          </p:cNvCxnSpPr>
          <p:nvPr/>
        </p:nvCxnSpPr>
        <p:spPr>
          <a:xfrm>
            <a:off x="5910919" y="5004754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4B58350-EE2A-6537-AC76-62CE87CA5759}"/>
                  </a:ext>
                </a:extLst>
              </p:cNvPr>
              <p:cNvSpPr txBox="1"/>
              <p:nvPr/>
            </p:nvSpPr>
            <p:spPr>
              <a:xfrm>
                <a:off x="6957143" y="4793697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4B58350-EE2A-6537-AC76-62CE87CA5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143" y="4793697"/>
                <a:ext cx="43473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AE4A771A-CD3E-EA5F-0861-BEF7D8537A2B}"/>
              </a:ext>
            </a:extLst>
          </p:cNvPr>
          <p:cNvSpPr/>
          <p:nvPr/>
        </p:nvSpPr>
        <p:spPr>
          <a:xfrm>
            <a:off x="8108891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5F07F9CF-E616-55D3-5B95-B3CFBD4D4275}"/>
              </a:ext>
            </a:extLst>
          </p:cNvPr>
          <p:cNvSpPr/>
          <p:nvPr/>
        </p:nvSpPr>
        <p:spPr>
          <a:xfrm>
            <a:off x="7946957" y="5230910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F51363D-87A4-01BE-BB75-2C094E076DFC}"/>
              </a:ext>
            </a:extLst>
          </p:cNvPr>
          <p:cNvSpPr/>
          <p:nvPr/>
        </p:nvSpPr>
        <p:spPr>
          <a:xfrm>
            <a:off x="5954203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DD032B7-1186-63AE-A066-EE2E510EF37C}"/>
              </a:ext>
            </a:extLst>
          </p:cNvPr>
          <p:cNvSpPr/>
          <p:nvPr/>
        </p:nvSpPr>
        <p:spPr>
          <a:xfrm>
            <a:off x="5954203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2120555-589D-E528-B8B1-CDC24456F905}"/>
              </a:ext>
            </a:extLst>
          </p:cNvPr>
          <p:cNvSpPr/>
          <p:nvPr/>
        </p:nvSpPr>
        <p:spPr>
          <a:xfrm>
            <a:off x="8552121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40F848D-E2AA-FEB3-5812-8D211FC97D59}"/>
              </a:ext>
            </a:extLst>
          </p:cNvPr>
          <p:cNvSpPr txBox="1"/>
          <p:nvPr/>
        </p:nvSpPr>
        <p:spPr>
          <a:xfrm>
            <a:off x="7493670" y="456855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3F5276D-A8CF-6CDF-95F6-BE73CDF41B56}"/>
              </a:ext>
            </a:extLst>
          </p:cNvPr>
          <p:cNvSpPr txBox="1"/>
          <p:nvPr/>
        </p:nvSpPr>
        <p:spPr>
          <a:xfrm>
            <a:off x="5783334" y="6076915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D40A261-AD9E-95FB-37C6-C330E9EE85E7}"/>
              </a:ext>
            </a:extLst>
          </p:cNvPr>
          <p:cNvSpPr txBox="1"/>
          <p:nvPr/>
        </p:nvSpPr>
        <p:spPr>
          <a:xfrm>
            <a:off x="5753382" y="635391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10078CE-515E-2896-24C3-DB998465656C}"/>
              </a:ext>
            </a:extLst>
          </p:cNvPr>
          <p:cNvSpPr txBox="1"/>
          <p:nvPr/>
        </p:nvSpPr>
        <p:spPr>
          <a:xfrm>
            <a:off x="8128100" y="600586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62257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3C84F-059E-E230-54A3-0BD1F4BA0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8300" y="1068277"/>
            <a:ext cx="6761643" cy="4765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689BC6-2533-EC68-6154-E8BF06E1D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73262" y="963355"/>
            <a:ext cx="6761643" cy="497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97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7816" y="690880"/>
            <a:ext cx="10521632" cy="55067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10419</TotalTime>
  <Words>257</Words>
  <Application>Microsoft Office PowerPoint</Application>
  <PresentationFormat>A4 Paper (210x297 mm)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505</cp:revision>
  <cp:lastPrinted>2024-08-31T18:13:53Z</cp:lastPrinted>
  <dcterms:created xsi:type="dcterms:W3CDTF">2017-01-17T16:57:04Z</dcterms:created>
  <dcterms:modified xsi:type="dcterms:W3CDTF">2024-08-31T18:16:36Z</dcterms:modified>
</cp:coreProperties>
</file>