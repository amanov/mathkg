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47" r:id="rId2"/>
    <p:sldId id="944" r:id="rId3"/>
    <p:sldId id="943" r:id="rId4"/>
    <p:sldId id="945" r:id="rId5"/>
    <p:sldId id="948" r:id="rId6"/>
  </p:sldIdLst>
  <p:sldSz cx="9906000" cy="6858000" type="A4"/>
  <p:notesSz cx="7104063" cy="10234613"/>
  <p:embeddedFontLst>
    <p:embeddedFont>
      <p:font typeface="Cambria Math" panose="02040503050406030204" pitchFamily="18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6C45421C-CC1A-45C5-80AC-09006C9FFAD9}">
          <p14:sldIdLst>
            <p14:sldId id="947"/>
          </p14:sldIdLst>
        </p14:section>
        <p14:section name="Көрсөтүү үчүн" id="{059544AC-2C27-45B1-9F95-F87DF8854DD6}">
          <p14:sldIdLst>
            <p14:sldId id="944"/>
          </p14:sldIdLst>
        </p14:section>
        <p14:section name="Жообу" id="{1FEDB314-42DC-4694-9B04-D4A4AAE625F7}">
          <p14:sldIdLst>
            <p14:sldId id="943"/>
          </p14:sldIdLst>
        </p14:section>
        <p14:section name="Иш кагаздары" id="{A78D9305-6AAE-4715-A210-52F6908F30F7}">
          <p14:sldIdLst>
            <p14:sldId id="945"/>
          </p14:sldIdLst>
        </p14:section>
        <p14:section name="Кайтарым байланыш" id="{6D20A453-9D9B-4935-90E4-C9DDD0D0FDB9}">
          <p14:sldIdLst>
            <p14:sldId id="9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4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26" Type="http://schemas.openxmlformats.org/officeDocument/2006/relationships/image" Target="../media/image26.png"/><Relationship Id="rId47" Type="http://schemas.openxmlformats.org/officeDocument/2006/relationships/image" Target="../media/image47.png"/><Relationship Id="rId12" Type="http://schemas.openxmlformats.org/officeDocument/2006/relationships/image" Target="../media/image12.png"/><Relationship Id="rId46" Type="http://schemas.openxmlformats.org/officeDocument/2006/relationships/image" Target="../media/image46.png"/><Relationship Id="rId2" Type="http://schemas.openxmlformats.org/officeDocument/2006/relationships/image" Target="../media/image2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24" Type="http://schemas.openxmlformats.org/officeDocument/2006/relationships/image" Target="../media/image24.png"/><Relationship Id="rId28" Type="http://schemas.openxmlformats.org/officeDocument/2006/relationships/image" Target="../media/image28.png"/><Relationship Id="rId49" Type="http://schemas.openxmlformats.org/officeDocument/2006/relationships/image" Target="../media/image3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48" Type="http://schemas.openxmlformats.org/officeDocument/2006/relationships/image" Target="../media/image48.png"/></Relationships>
</file>

<file path=ppt/slides/_rels/slide3.xml.rels><?xml version="1.0" encoding="UTF-8" standalone="yes"?>
<Relationships xmlns="http://schemas.openxmlformats.org/package/2006/relationships"><Relationship Id="rId39" Type="http://schemas.openxmlformats.org/officeDocument/2006/relationships/image" Target="../media/image21.png"/><Relationship Id="rId34" Type="http://schemas.openxmlformats.org/officeDocument/2006/relationships/image" Target="../media/image15.png"/><Relationship Id="rId42" Type="http://schemas.openxmlformats.org/officeDocument/2006/relationships/image" Target="../media/image27.png"/><Relationship Id="rId47" Type="http://schemas.openxmlformats.org/officeDocument/2006/relationships/image" Target="../media/image33.png"/><Relationship Id="rId50" Type="http://schemas.openxmlformats.org/officeDocument/2006/relationships/image" Target="../media/image36.png"/><Relationship Id="rId55" Type="http://schemas.openxmlformats.org/officeDocument/2006/relationships/image" Target="../media/image41.png"/><Relationship Id="rId63" Type="http://schemas.openxmlformats.org/officeDocument/2006/relationships/image" Target="../media/image51.png"/><Relationship Id="rId68" Type="http://schemas.openxmlformats.org/officeDocument/2006/relationships/image" Target="../media/image56.png"/><Relationship Id="rId76" Type="http://schemas.openxmlformats.org/officeDocument/2006/relationships/image" Target="../media/image64.png"/><Relationship Id="rId33" Type="http://schemas.openxmlformats.org/officeDocument/2006/relationships/image" Target="../media/image13.png"/><Relationship Id="rId38" Type="http://schemas.openxmlformats.org/officeDocument/2006/relationships/image" Target="../media/image19.png"/><Relationship Id="rId46" Type="http://schemas.openxmlformats.org/officeDocument/2006/relationships/image" Target="../media/image32.png"/><Relationship Id="rId59" Type="http://schemas.openxmlformats.org/officeDocument/2006/relationships/image" Target="../media/image45.png"/><Relationship Id="rId67" Type="http://schemas.openxmlformats.org/officeDocument/2006/relationships/image" Target="../media/image55.png"/><Relationship Id="rId71" Type="http://schemas.openxmlformats.org/officeDocument/2006/relationships/image" Target="../media/image59.png"/><Relationship Id="rId29" Type="http://schemas.openxmlformats.org/officeDocument/2006/relationships/image" Target="../media/image5.png"/><Relationship Id="rId41" Type="http://schemas.openxmlformats.org/officeDocument/2006/relationships/image" Target="../media/image25.png"/><Relationship Id="rId54" Type="http://schemas.openxmlformats.org/officeDocument/2006/relationships/image" Target="../media/image40.png"/><Relationship Id="rId62" Type="http://schemas.openxmlformats.org/officeDocument/2006/relationships/image" Target="../media/image50.png"/><Relationship Id="rId70" Type="http://schemas.openxmlformats.org/officeDocument/2006/relationships/image" Target="../media/image58.png"/><Relationship Id="rId75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32" Type="http://schemas.openxmlformats.org/officeDocument/2006/relationships/image" Target="../media/image11.png"/><Relationship Id="rId37" Type="http://schemas.openxmlformats.org/officeDocument/2006/relationships/image" Target="../media/image18.png"/><Relationship Id="rId40" Type="http://schemas.openxmlformats.org/officeDocument/2006/relationships/image" Target="../media/image23.png"/><Relationship Id="rId45" Type="http://schemas.openxmlformats.org/officeDocument/2006/relationships/image" Target="../media/image31.png"/><Relationship Id="rId53" Type="http://schemas.openxmlformats.org/officeDocument/2006/relationships/image" Target="../media/image39.png"/><Relationship Id="rId58" Type="http://schemas.openxmlformats.org/officeDocument/2006/relationships/image" Target="../media/image44.png"/><Relationship Id="rId66" Type="http://schemas.openxmlformats.org/officeDocument/2006/relationships/image" Target="../media/image54.png"/><Relationship Id="rId74" Type="http://schemas.openxmlformats.org/officeDocument/2006/relationships/image" Target="../media/image62.png"/><Relationship Id="rId36" Type="http://schemas.openxmlformats.org/officeDocument/2006/relationships/image" Target="../media/image17.png"/><Relationship Id="rId49" Type="http://schemas.openxmlformats.org/officeDocument/2006/relationships/image" Target="../media/image35.png"/><Relationship Id="rId57" Type="http://schemas.openxmlformats.org/officeDocument/2006/relationships/image" Target="../media/image43.png"/><Relationship Id="rId61" Type="http://schemas.openxmlformats.org/officeDocument/2006/relationships/image" Target="../media/image1.png"/><Relationship Id="rId31" Type="http://schemas.openxmlformats.org/officeDocument/2006/relationships/image" Target="../media/image9.png"/><Relationship Id="rId44" Type="http://schemas.openxmlformats.org/officeDocument/2006/relationships/image" Target="../media/image30.png"/><Relationship Id="rId52" Type="http://schemas.openxmlformats.org/officeDocument/2006/relationships/image" Target="../media/image38.png"/><Relationship Id="rId60" Type="http://schemas.openxmlformats.org/officeDocument/2006/relationships/image" Target="../media/image49.png"/><Relationship Id="rId65" Type="http://schemas.openxmlformats.org/officeDocument/2006/relationships/image" Target="../media/image53.png"/><Relationship Id="rId73" Type="http://schemas.openxmlformats.org/officeDocument/2006/relationships/image" Target="../media/image61.png"/><Relationship Id="rId30" Type="http://schemas.openxmlformats.org/officeDocument/2006/relationships/image" Target="../media/image7.png"/><Relationship Id="rId35" Type="http://schemas.openxmlformats.org/officeDocument/2006/relationships/image" Target="../media/image16.png"/><Relationship Id="rId43" Type="http://schemas.openxmlformats.org/officeDocument/2006/relationships/image" Target="../media/image29.png"/><Relationship Id="rId48" Type="http://schemas.openxmlformats.org/officeDocument/2006/relationships/image" Target="../media/image34.png"/><Relationship Id="rId56" Type="http://schemas.openxmlformats.org/officeDocument/2006/relationships/image" Target="../media/image42.png"/><Relationship Id="rId64" Type="http://schemas.openxmlformats.org/officeDocument/2006/relationships/image" Target="../media/image52.png"/><Relationship Id="rId69" Type="http://schemas.openxmlformats.org/officeDocument/2006/relationships/image" Target="../media/image57.png"/><Relationship Id="rId51" Type="http://schemas.openxmlformats.org/officeDocument/2006/relationships/image" Target="../media/image37.png"/><Relationship Id="rId72" Type="http://schemas.openxmlformats.org/officeDocument/2006/relationships/image" Target="../media/image6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Бөлчөктөрдү, ондуктарды жана пайыздарды иреттөө – 1234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3897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Берилген сандарды </a:t>
            </a:r>
            <a:r>
              <a:rPr lang="ru-RU" b="1" dirty="0"/>
              <a:t>кичинеден чоңго</a:t>
            </a:r>
          </a:p>
          <a:p>
            <a:r>
              <a:rPr lang="ru-RU" dirty="0"/>
              <a:t> карай ирээттеңиз.</a:t>
            </a:r>
            <a:endParaRPr lang="en-GB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E02106-C755-4497-8640-66AB016A1481}"/>
              </a:ext>
            </a:extLst>
          </p:cNvPr>
          <p:cNvSpPr txBox="1"/>
          <p:nvPr/>
        </p:nvSpPr>
        <p:spPr>
          <a:xfrm>
            <a:off x="4973876" y="6707"/>
            <a:ext cx="3897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Берилген сандарды </a:t>
            </a:r>
            <a:r>
              <a:rPr lang="ru-RU" b="1" dirty="0"/>
              <a:t>кичинеден чоңго</a:t>
            </a:r>
          </a:p>
          <a:p>
            <a:r>
              <a:rPr lang="ru-RU" dirty="0"/>
              <a:t> карай ирээттеңиз.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/>
              <p:nvPr/>
            </p:nvSpPr>
            <p:spPr>
              <a:xfrm>
                <a:off x="848502" y="888958"/>
                <a:ext cx="75533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80%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502" y="888958"/>
                <a:ext cx="755335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2F3DFB-617F-438A-8A5A-9861272180DB}"/>
                  </a:ext>
                </a:extLst>
              </p:cNvPr>
              <p:cNvSpPr txBox="1"/>
              <p:nvPr/>
            </p:nvSpPr>
            <p:spPr>
              <a:xfrm>
                <a:off x="3598870" y="888958"/>
                <a:ext cx="7232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0.19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2F3DFB-617F-438A-8A5A-986127218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8870" y="888958"/>
                <a:ext cx="723275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7C6C771-3A9D-4FB3-9182-D5A219014D51}"/>
                  </a:ext>
                </a:extLst>
              </p:cNvPr>
              <p:cNvSpPr txBox="1"/>
              <p:nvPr/>
            </p:nvSpPr>
            <p:spPr>
              <a:xfrm>
                <a:off x="2337499" y="753729"/>
                <a:ext cx="527709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7C6C771-3A9D-4FB3-9182-D5A219014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499" y="753729"/>
                <a:ext cx="527709" cy="6705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DE5A491-691D-480F-B805-EE8A41034D60}"/>
                  </a:ext>
                </a:extLst>
              </p:cNvPr>
              <p:cNvSpPr txBox="1"/>
              <p:nvPr/>
            </p:nvSpPr>
            <p:spPr>
              <a:xfrm>
                <a:off x="6549594" y="888958"/>
                <a:ext cx="9509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14.9%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DE5A491-691D-480F-B805-EE8A41034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594" y="888958"/>
                <a:ext cx="95090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C3B30FA-1D72-4029-B4FC-5439317251B4}"/>
                  </a:ext>
                </a:extLst>
              </p:cNvPr>
              <p:cNvSpPr txBox="1"/>
              <p:nvPr/>
            </p:nvSpPr>
            <p:spPr>
              <a:xfrm>
                <a:off x="5458496" y="888958"/>
                <a:ext cx="5806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1.5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C3B30FA-1D72-4029-B4FC-543931725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496" y="888958"/>
                <a:ext cx="58060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215BD7B-FE9C-4CC4-8DB5-C657F8D8F3BF}"/>
                  </a:ext>
                </a:extLst>
              </p:cNvPr>
              <p:cNvSpPr txBox="1"/>
              <p:nvPr/>
            </p:nvSpPr>
            <p:spPr>
              <a:xfrm>
                <a:off x="8010985" y="754306"/>
                <a:ext cx="527709" cy="6694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215BD7B-FE9C-4CC4-8DB5-C657F8D8F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0985" y="754306"/>
                <a:ext cx="527709" cy="66941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604CEF4-0229-4A77-86E0-759AD01E5833}"/>
                  </a:ext>
                </a:extLst>
              </p:cNvPr>
              <p:cNvSpPr txBox="1"/>
              <p:nvPr/>
            </p:nvSpPr>
            <p:spPr>
              <a:xfrm>
                <a:off x="9049184" y="753729"/>
                <a:ext cx="527709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604CEF4-0229-4A77-86E0-759AD01E5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9184" y="753729"/>
                <a:ext cx="527709" cy="67056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TextBox 104">
            <a:extLst>
              <a:ext uri="{FF2B5EF4-FFF2-40B4-BE49-F238E27FC236}">
                <a16:creationId xmlns:a16="http://schemas.microsoft.com/office/drawing/2014/main" id="{73EC26EA-94AE-4AC9-8C5B-DECE9044A57B}"/>
              </a:ext>
            </a:extLst>
          </p:cNvPr>
          <p:cNvSpPr txBox="1"/>
          <p:nvPr/>
        </p:nvSpPr>
        <p:spPr>
          <a:xfrm>
            <a:off x="7385" y="3449518"/>
            <a:ext cx="5013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Берилген сандарды </a:t>
            </a:r>
            <a:r>
              <a:rPr lang="ru-RU" b="1" dirty="0"/>
              <a:t>өсүү тартибинде </a:t>
            </a:r>
            <a:r>
              <a:rPr lang="ru-RU" dirty="0"/>
              <a:t>ирээттеңиз.</a:t>
            </a:r>
            <a:endParaRPr lang="en-GB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DE04361-E416-4297-BE80-7CA6087FED3A}"/>
              </a:ext>
            </a:extLst>
          </p:cNvPr>
          <p:cNvSpPr txBox="1"/>
          <p:nvPr/>
        </p:nvSpPr>
        <p:spPr>
          <a:xfrm>
            <a:off x="4978396" y="3449518"/>
            <a:ext cx="5048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Берилген сандарды </a:t>
            </a:r>
            <a:r>
              <a:rPr lang="ru-RU" b="1" dirty="0"/>
              <a:t>өсүү тартибинде </a:t>
            </a:r>
            <a:r>
              <a:rPr lang="ru-RU" dirty="0"/>
              <a:t>ирээттеңиз.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B16A39D-D583-4992-A11B-822AAD0CBC6C}"/>
                  </a:ext>
                </a:extLst>
              </p:cNvPr>
              <p:cNvSpPr txBox="1"/>
              <p:nvPr/>
            </p:nvSpPr>
            <p:spPr>
              <a:xfrm>
                <a:off x="8768952" y="4169672"/>
                <a:ext cx="10935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142.5%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B16A39D-D583-4992-A11B-822AAD0CB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8952" y="4169672"/>
                <a:ext cx="1093569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6849A80F-9E53-402A-AB3D-30A0CADD6D79}"/>
                  </a:ext>
                </a:extLst>
              </p:cNvPr>
              <p:cNvSpPr txBox="1"/>
              <p:nvPr/>
            </p:nvSpPr>
            <p:spPr>
              <a:xfrm>
                <a:off x="5191457" y="4169672"/>
                <a:ext cx="7232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1.38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6849A80F-9E53-402A-AB3D-30A0CADD6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457" y="4169672"/>
                <a:ext cx="723275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B25DE6D4-7BC2-47D8-BBD8-E7164BFFF795}"/>
                  </a:ext>
                </a:extLst>
              </p:cNvPr>
              <p:cNvSpPr txBox="1"/>
              <p:nvPr/>
            </p:nvSpPr>
            <p:spPr>
              <a:xfrm>
                <a:off x="7862829" y="4034443"/>
                <a:ext cx="670376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122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81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B25DE6D4-7BC2-47D8-BBD8-E7164BFFF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2829" y="4034443"/>
                <a:ext cx="670376" cy="67056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439E4B2C-1A4F-4A25-9B87-18FDC0EED6CA}"/>
                  </a:ext>
                </a:extLst>
              </p:cNvPr>
              <p:cNvSpPr txBox="1"/>
              <p:nvPr/>
            </p:nvSpPr>
            <p:spPr>
              <a:xfrm>
                <a:off x="6150480" y="4034443"/>
                <a:ext cx="670376" cy="670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180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439E4B2C-1A4F-4A25-9B87-18FDC0EED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480" y="4034443"/>
                <a:ext cx="670376" cy="67050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861E25C9-8DF4-46CC-B581-1F55C8F5E5DD}"/>
                  </a:ext>
                </a:extLst>
              </p:cNvPr>
              <p:cNvSpPr txBox="1"/>
              <p:nvPr/>
            </p:nvSpPr>
            <p:spPr>
              <a:xfrm>
                <a:off x="7056604" y="4034443"/>
                <a:ext cx="570477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861E25C9-8DF4-46CC-B581-1F55C8F5E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604" y="4034443"/>
                <a:ext cx="570477" cy="670568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D5D5BD9D-4B92-4F01-8CAB-DD71FD6F12FA}"/>
                  </a:ext>
                </a:extLst>
              </p:cNvPr>
              <p:cNvSpPr txBox="1"/>
              <p:nvPr/>
            </p:nvSpPr>
            <p:spPr>
              <a:xfrm>
                <a:off x="1350388" y="4165550"/>
                <a:ext cx="950901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65.5%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D5D5BD9D-4B92-4F01-8CAB-DD71FD6F1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388" y="4165550"/>
                <a:ext cx="950901" cy="400110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F63C7D34-A60B-4D2F-91F7-2966EFF8128F}"/>
                  </a:ext>
                </a:extLst>
              </p:cNvPr>
              <p:cNvSpPr txBox="1"/>
              <p:nvPr/>
            </p:nvSpPr>
            <p:spPr>
              <a:xfrm>
                <a:off x="2439259" y="4165550"/>
                <a:ext cx="908710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. 088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F63C7D34-A60B-4D2F-91F7-2966EFF81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259" y="4165550"/>
                <a:ext cx="908710" cy="400110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04F4EF97-7C69-4E76-954E-F49CDE62FFDC}"/>
                  </a:ext>
                </a:extLst>
              </p:cNvPr>
              <p:cNvSpPr txBox="1"/>
              <p:nvPr/>
            </p:nvSpPr>
            <p:spPr>
              <a:xfrm>
                <a:off x="684709" y="4004512"/>
                <a:ext cx="527709" cy="670505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04F4EF97-7C69-4E76-954E-F49CDE62F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709" y="4004512"/>
                <a:ext cx="527709" cy="670505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00A65CF6-EB0D-48A3-BAEF-5BE417D25229}"/>
                  </a:ext>
                </a:extLst>
              </p:cNvPr>
              <p:cNvSpPr txBox="1"/>
              <p:nvPr/>
            </p:nvSpPr>
            <p:spPr>
              <a:xfrm>
                <a:off x="3485940" y="4003294"/>
                <a:ext cx="670376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78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00A65CF6-EB0D-48A3-BAEF-5BE417D25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940" y="4003294"/>
                <a:ext cx="670376" cy="670568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971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8ACCBDA-1F68-4EB0-A9A2-9A7618867E48}"/>
              </a:ext>
            </a:extLst>
          </p:cNvPr>
          <p:cNvGrpSpPr/>
          <p:nvPr/>
        </p:nvGrpSpPr>
        <p:grpSpPr>
          <a:xfrm>
            <a:off x="402078" y="1504661"/>
            <a:ext cx="4210406" cy="1311489"/>
            <a:chOff x="402078" y="1504661"/>
            <a:chExt cx="4210406" cy="13114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12BB8E9-F020-4BDB-BE08-EC24F9534C91}"/>
                    </a:ext>
                  </a:extLst>
                </p:cNvPr>
                <p:cNvSpPr txBox="1"/>
                <p:nvPr/>
              </p:nvSpPr>
              <p:spPr>
                <a:xfrm>
                  <a:off x="3461294" y="1767016"/>
                  <a:ext cx="867545" cy="46166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80%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12BB8E9-F020-4BDB-BE08-EC24F9534C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1294" y="1767016"/>
                  <a:ext cx="867545" cy="461665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4E090DC-FA4B-4AD6-BD6B-EA99246A52C9}"/>
                    </a:ext>
                  </a:extLst>
                </p:cNvPr>
                <p:cNvSpPr txBox="1"/>
                <p:nvPr/>
              </p:nvSpPr>
              <p:spPr>
                <a:xfrm>
                  <a:off x="774656" y="1767016"/>
                  <a:ext cx="825867" cy="46166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.19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4E090DC-FA4B-4AD6-BD6B-EA99246A52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4656" y="1767016"/>
                  <a:ext cx="825867" cy="461665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3615CDB-B1A9-46D5-8C89-C3AC90A073E3}"/>
                    </a:ext>
                  </a:extLst>
                </p:cNvPr>
                <p:cNvSpPr txBox="1"/>
                <p:nvPr/>
              </p:nvSpPr>
              <p:spPr>
                <a:xfrm>
                  <a:off x="2234193" y="1604760"/>
                  <a:ext cx="593432" cy="786177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3615CDB-B1A9-46D5-8C89-C3AC90A073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4193" y="1604760"/>
                  <a:ext cx="593432" cy="78617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1BCBEEE7-7914-46F4-9426-FC7403E6F347}"/>
                </a:ext>
              </a:extLst>
            </p:cNvPr>
            <p:cNvSpPr/>
            <p:nvPr/>
          </p:nvSpPr>
          <p:spPr>
            <a:xfrm>
              <a:off x="402078" y="1504661"/>
              <a:ext cx="4210406" cy="970351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60EE0F6-BE47-433F-B6E8-5099B3CAB82F}"/>
                    </a:ext>
                  </a:extLst>
                </p:cNvPr>
                <p:cNvSpPr txBox="1"/>
                <p:nvPr/>
              </p:nvSpPr>
              <p:spPr>
                <a:xfrm>
                  <a:off x="3574305" y="2477596"/>
                  <a:ext cx="641522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80%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60EE0F6-BE47-433F-B6E8-5099B3CAB8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4305" y="2477596"/>
                  <a:ext cx="641522" cy="338554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CEC97EB-EB0E-46C0-A710-8FD62BCD86F6}"/>
                    </a:ext>
                  </a:extLst>
                </p:cNvPr>
                <p:cNvSpPr txBox="1"/>
                <p:nvPr/>
              </p:nvSpPr>
              <p:spPr>
                <a:xfrm>
                  <a:off x="866829" y="2477596"/>
                  <a:ext cx="641522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9%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CEC97EB-EB0E-46C0-A710-8FD62BCD86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829" y="2477596"/>
                  <a:ext cx="641522" cy="338554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C2F9D18-C38B-4370-9034-FBA65C61E548}"/>
                    </a:ext>
                  </a:extLst>
                </p:cNvPr>
                <p:cNvSpPr txBox="1"/>
                <p:nvPr/>
              </p:nvSpPr>
              <p:spPr>
                <a:xfrm>
                  <a:off x="2210148" y="2477596"/>
                  <a:ext cx="641522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70%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C2F9D18-C38B-4370-9034-FBA65C61E5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148" y="2477596"/>
                  <a:ext cx="641522" cy="338554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B9ABEC3-C2D0-4827-B902-F4A1758D368F}"/>
              </a:ext>
            </a:extLst>
          </p:cNvPr>
          <p:cNvGrpSpPr/>
          <p:nvPr/>
        </p:nvGrpSpPr>
        <p:grpSpPr>
          <a:xfrm>
            <a:off x="5198521" y="1504661"/>
            <a:ext cx="4552307" cy="1311489"/>
            <a:chOff x="5198521" y="1504661"/>
            <a:chExt cx="4552307" cy="13114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D25CF5E-4EB4-42D3-8C70-12F954706B78}"/>
                    </a:ext>
                  </a:extLst>
                </p:cNvPr>
                <p:cNvSpPr txBox="1"/>
                <p:nvPr/>
              </p:nvSpPr>
              <p:spPr>
                <a:xfrm>
                  <a:off x="5290252" y="1767016"/>
                  <a:ext cx="1099981" cy="46166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14.9%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D25CF5E-4EB4-42D3-8C70-12F954706B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0252" y="1767016"/>
                  <a:ext cx="1099981" cy="461665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C27814A-4F5F-41F7-A7F1-A17B6327ACDA}"/>
                    </a:ext>
                  </a:extLst>
                </p:cNvPr>
                <p:cNvSpPr txBox="1"/>
                <p:nvPr/>
              </p:nvSpPr>
              <p:spPr>
                <a:xfrm>
                  <a:off x="8945422" y="1767016"/>
                  <a:ext cx="655949" cy="46166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1.5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C27814A-4F5F-41F7-A7F1-A17B6327A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5422" y="1767016"/>
                  <a:ext cx="655949" cy="461665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1169954-B2BF-444A-B659-FFD36E593451}"/>
                    </a:ext>
                  </a:extLst>
                </p:cNvPr>
                <p:cNvSpPr txBox="1"/>
                <p:nvPr/>
              </p:nvSpPr>
              <p:spPr>
                <a:xfrm>
                  <a:off x="7870768" y="1605978"/>
                  <a:ext cx="593432" cy="783741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1169954-B2BF-444A-B659-FFD36E5934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0768" y="1605978"/>
                  <a:ext cx="593432" cy="783741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63CDD31-8633-4E3B-BBC4-D0C1DD074261}"/>
                    </a:ext>
                  </a:extLst>
                </p:cNvPr>
                <p:cNvSpPr txBox="1"/>
                <p:nvPr/>
              </p:nvSpPr>
              <p:spPr>
                <a:xfrm>
                  <a:off x="6738635" y="1604760"/>
                  <a:ext cx="593432" cy="786177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63CDD31-8633-4E3B-BBC4-D0C1DD0742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8635" y="1604760"/>
                  <a:ext cx="593432" cy="786177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6767EAEC-FEB9-4992-8BF5-66FA9B2C12B1}"/>
                </a:ext>
              </a:extLst>
            </p:cNvPr>
            <p:cNvSpPr/>
            <p:nvPr/>
          </p:nvSpPr>
          <p:spPr>
            <a:xfrm>
              <a:off x="5198521" y="1504661"/>
              <a:ext cx="4552307" cy="970351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D6742B1-5FF8-4201-98AD-BA2744C29EB1}"/>
                    </a:ext>
                  </a:extLst>
                </p:cNvPr>
                <p:cNvSpPr txBox="1"/>
                <p:nvPr/>
              </p:nvSpPr>
              <p:spPr>
                <a:xfrm>
                  <a:off x="5441736" y="2477596"/>
                  <a:ext cx="797013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14.9%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D6742B1-5FF8-4201-98AD-BA2744C29E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1736" y="2477596"/>
                  <a:ext cx="797013" cy="338554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6E2B8FE2-0772-44D8-9337-E944BB41A181}"/>
                    </a:ext>
                  </a:extLst>
                </p:cNvPr>
                <p:cNvSpPr txBox="1"/>
                <p:nvPr/>
              </p:nvSpPr>
              <p:spPr>
                <a:xfrm>
                  <a:off x="8895729" y="2477596"/>
                  <a:ext cx="755335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50%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6E2B8FE2-0772-44D8-9337-E944BB41A1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5729" y="2477596"/>
                  <a:ext cx="755335" cy="338554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B5DE79E-8498-4DC2-8A11-64FEB91962C2}"/>
                    </a:ext>
                  </a:extLst>
                </p:cNvPr>
                <p:cNvSpPr txBox="1"/>
                <p:nvPr/>
              </p:nvSpPr>
              <p:spPr>
                <a:xfrm>
                  <a:off x="7846723" y="2477596"/>
                  <a:ext cx="641522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16%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B5DE79E-8498-4DC2-8A11-64FEB91962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6723" y="2477596"/>
                  <a:ext cx="641522" cy="338554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1AD0C46C-0EC7-408A-8668-7C090591F599}"/>
                    </a:ext>
                  </a:extLst>
                </p:cNvPr>
                <p:cNvSpPr txBox="1"/>
                <p:nvPr/>
              </p:nvSpPr>
              <p:spPr>
                <a:xfrm>
                  <a:off x="6714590" y="2477596"/>
                  <a:ext cx="641522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15%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1AD0C46C-0EC7-408A-8668-7C090591F5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4590" y="2477596"/>
                  <a:ext cx="641522" cy="338554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7BD6EDB-E1BB-4264-8574-C0783D65BE50}"/>
              </a:ext>
            </a:extLst>
          </p:cNvPr>
          <p:cNvGrpSpPr/>
          <p:nvPr/>
        </p:nvGrpSpPr>
        <p:grpSpPr>
          <a:xfrm>
            <a:off x="260762" y="4821438"/>
            <a:ext cx="4210406" cy="1308672"/>
            <a:chOff x="260762" y="4821438"/>
            <a:chExt cx="4210406" cy="130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261E922D-8D00-4FE5-AF67-510D3A0D68AD}"/>
                    </a:ext>
                  </a:extLst>
                </p:cNvPr>
                <p:cNvSpPr txBox="1"/>
                <p:nvPr/>
              </p:nvSpPr>
              <p:spPr>
                <a:xfrm>
                  <a:off x="3233215" y="5084732"/>
                  <a:ext cx="1099981" cy="46166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65.5%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261E922D-8D00-4FE5-AF67-510D3A0D68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3215" y="5084732"/>
                  <a:ext cx="1099981" cy="461665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58CC5936-3B07-426F-A641-C9EDFEA5E860}"/>
                    </a:ext>
                  </a:extLst>
                </p:cNvPr>
                <p:cNvSpPr txBox="1"/>
                <p:nvPr/>
              </p:nvSpPr>
              <p:spPr>
                <a:xfrm>
                  <a:off x="393903" y="5084732"/>
                  <a:ext cx="995785" cy="46166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.088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58CC5936-3B07-426F-A641-C9EDFEA5E8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903" y="5084732"/>
                  <a:ext cx="995785" cy="461665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ED92CB03-3EE7-4B21-8935-B6122DCF0753}"/>
                    </a:ext>
                  </a:extLst>
                </p:cNvPr>
                <p:cNvSpPr txBox="1"/>
                <p:nvPr/>
              </p:nvSpPr>
              <p:spPr>
                <a:xfrm>
                  <a:off x="1551936" y="4923694"/>
                  <a:ext cx="593432" cy="783741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36</m:t>
                            </m:r>
                          </m:num>
                          <m:den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75</m:t>
                            </m:r>
                          </m:den>
                        </m:f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ED92CB03-3EE7-4B21-8935-B6122DCF07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1936" y="4923694"/>
                  <a:ext cx="593432" cy="783741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6A71F33F-6215-4667-AC45-8021441DDA99}"/>
                    </a:ext>
                  </a:extLst>
                </p:cNvPr>
                <p:cNvSpPr txBox="1"/>
                <p:nvPr/>
              </p:nvSpPr>
              <p:spPr>
                <a:xfrm>
                  <a:off x="2307616" y="4922476"/>
                  <a:ext cx="763351" cy="786177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78</m:t>
                            </m:r>
                          </m:num>
                          <m:den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120</m:t>
                            </m:r>
                          </m:den>
                        </m:f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6A71F33F-6215-4667-AC45-8021441DDA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7616" y="4922476"/>
                  <a:ext cx="763351" cy="786177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F783573C-5530-41DE-9885-B6459466CC1A}"/>
                </a:ext>
              </a:extLst>
            </p:cNvPr>
            <p:cNvSpPr/>
            <p:nvPr/>
          </p:nvSpPr>
          <p:spPr>
            <a:xfrm>
              <a:off x="260762" y="4821438"/>
              <a:ext cx="4210406" cy="970351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E5B29AF1-4D17-4BB4-802B-35F77816B120}"/>
                    </a:ext>
                  </a:extLst>
                </p:cNvPr>
                <p:cNvSpPr txBox="1"/>
                <p:nvPr/>
              </p:nvSpPr>
              <p:spPr>
                <a:xfrm>
                  <a:off x="3359760" y="5791556"/>
                  <a:ext cx="797013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65.5%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E5B29AF1-4D17-4BB4-802B-35F77816B1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760" y="5791556"/>
                  <a:ext cx="797013" cy="338554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8B3D7CC4-448C-4B7F-A11A-4229AED1EAAA}"/>
                    </a:ext>
                  </a:extLst>
                </p:cNvPr>
                <p:cNvSpPr txBox="1"/>
                <p:nvPr/>
              </p:nvSpPr>
              <p:spPr>
                <a:xfrm>
                  <a:off x="525256" y="5791556"/>
                  <a:ext cx="683200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8.8%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8B3D7CC4-448C-4B7F-A11A-4229AED1EA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256" y="5791556"/>
                  <a:ext cx="683200" cy="338554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3703035C-1708-42F6-A503-6B3F11A5360E}"/>
                    </a:ext>
                  </a:extLst>
                </p:cNvPr>
                <p:cNvSpPr txBox="1"/>
                <p:nvPr/>
              </p:nvSpPr>
              <p:spPr>
                <a:xfrm>
                  <a:off x="1558829" y="5791556"/>
                  <a:ext cx="641522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48%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3703035C-1708-42F6-A503-6B3F11A536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8829" y="5791556"/>
                  <a:ext cx="641522" cy="338554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D6A12689-391E-4155-8B75-066225A2C615}"/>
                    </a:ext>
                  </a:extLst>
                </p:cNvPr>
                <p:cNvSpPr txBox="1"/>
                <p:nvPr/>
              </p:nvSpPr>
              <p:spPr>
                <a:xfrm>
                  <a:off x="2394773" y="5791556"/>
                  <a:ext cx="641522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65%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D6A12689-391E-4155-8B75-066225A2C6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4773" y="5791556"/>
                  <a:ext cx="641522" cy="338554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0DAE205-06D8-44EF-86F8-89A05FA21AED}"/>
              </a:ext>
            </a:extLst>
          </p:cNvPr>
          <p:cNvGrpSpPr/>
          <p:nvPr/>
        </p:nvGrpSpPr>
        <p:grpSpPr>
          <a:xfrm>
            <a:off x="5048526" y="4821438"/>
            <a:ext cx="4812254" cy="1308672"/>
            <a:chOff x="5048526" y="4821438"/>
            <a:chExt cx="4812254" cy="130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81BB2DB2-8BCC-4787-B133-6CA927A7F675}"/>
                    </a:ext>
                  </a:extLst>
                </p:cNvPr>
                <p:cNvSpPr txBox="1"/>
                <p:nvPr/>
              </p:nvSpPr>
              <p:spPr>
                <a:xfrm>
                  <a:off x="6865742" y="5084732"/>
                  <a:ext cx="1269899" cy="46166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142.5%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81BB2DB2-8BCC-4787-B133-6CA927A7F6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5742" y="5084732"/>
                  <a:ext cx="1269899" cy="461665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FE557CC3-696E-4581-930D-FD45B9F6F59B}"/>
                    </a:ext>
                  </a:extLst>
                </p:cNvPr>
                <p:cNvSpPr txBox="1"/>
                <p:nvPr/>
              </p:nvSpPr>
              <p:spPr>
                <a:xfrm>
                  <a:off x="5999614" y="5084732"/>
                  <a:ext cx="825867" cy="46166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1.38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FE557CC3-696E-4581-930D-FD45B9F6F5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9614" y="5084732"/>
                  <a:ext cx="825867" cy="461665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62E7AD3E-A059-4C05-936A-511DE17E25A4}"/>
                    </a:ext>
                  </a:extLst>
                </p:cNvPr>
                <p:cNvSpPr txBox="1"/>
                <p:nvPr/>
              </p:nvSpPr>
              <p:spPr>
                <a:xfrm>
                  <a:off x="8995992" y="4922476"/>
                  <a:ext cx="763349" cy="786177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121</m:t>
                            </m:r>
                          </m:num>
                          <m:den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80</m:t>
                            </m:r>
                          </m:den>
                        </m:f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62E7AD3E-A059-4C05-936A-511DE17E25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5992" y="4922476"/>
                  <a:ext cx="763349" cy="786177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C43A8ECC-C6D6-4FE2-B891-E7E72AF95FB9}"/>
                    </a:ext>
                  </a:extLst>
                </p:cNvPr>
                <p:cNvSpPr txBox="1"/>
                <p:nvPr/>
              </p:nvSpPr>
              <p:spPr>
                <a:xfrm>
                  <a:off x="8133422" y="4918725"/>
                  <a:ext cx="763349" cy="786177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180</m:t>
                            </m:r>
                          </m:num>
                          <m:den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125</m:t>
                            </m:r>
                          </m:den>
                        </m:f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C43A8ECC-C6D6-4FE2-B891-E7E72AF95F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33422" y="4918725"/>
                  <a:ext cx="763349" cy="786177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396548C0-42E9-402A-B4B4-4AC0ECADA0C4}"/>
                    </a:ext>
                  </a:extLst>
                </p:cNvPr>
                <p:cNvSpPr txBox="1"/>
                <p:nvPr/>
              </p:nvSpPr>
              <p:spPr>
                <a:xfrm>
                  <a:off x="5181575" y="4922476"/>
                  <a:ext cx="644728" cy="786177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f>
                          <m:fPr>
                            <m:ctrlP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396548C0-42E9-402A-B4B4-4AC0ECADA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1575" y="4922476"/>
                  <a:ext cx="644728" cy="786177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12C0F53E-8992-4154-A2B6-91B84A8A8F0E}"/>
                </a:ext>
              </a:extLst>
            </p:cNvPr>
            <p:cNvSpPr/>
            <p:nvPr/>
          </p:nvSpPr>
          <p:spPr>
            <a:xfrm>
              <a:off x="5148644" y="4821438"/>
              <a:ext cx="4635435" cy="970351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5252BF8C-AE34-496A-BD45-D0D10E22A83B}"/>
                    </a:ext>
                  </a:extLst>
                </p:cNvPr>
                <p:cNvSpPr txBox="1"/>
                <p:nvPr/>
              </p:nvSpPr>
              <p:spPr>
                <a:xfrm>
                  <a:off x="7045278" y="5791556"/>
                  <a:ext cx="910827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142.5%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5252BF8C-AE34-496A-BD45-D0D10E22A8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5278" y="5791556"/>
                  <a:ext cx="910827" cy="338554"/>
                </a:xfrm>
                <a:prstGeom prst="rect">
                  <a:avLst/>
                </a:prstGeom>
                <a:blipFill>
                  <a:blip r:embed="rId56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F8D3BB35-283B-4E6A-A0B8-B2FAB6892973}"/>
                    </a:ext>
                  </a:extLst>
                </p:cNvPr>
                <p:cNvSpPr txBox="1"/>
                <p:nvPr/>
              </p:nvSpPr>
              <p:spPr>
                <a:xfrm>
                  <a:off x="6048574" y="5791556"/>
                  <a:ext cx="910827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40.9%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F8D3BB35-283B-4E6A-A0B8-B2FAB6892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8574" y="5791556"/>
                  <a:ext cx="910827" cy="338554"/>
                </a:xfrm>
                <a:prstGeom prst="rect">
                  <a:avLst/>
                </a:prstGeom>
                <a:blipFill>
                  <a:blip r:embed="rId57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0ADCE8F0-6B70-496D-A973-C27A8A4E5336}"/>
                    </a:ext>
                  </a:extLst>
                </p:cNvPr>
                <p:cNvSpPr txBox="1"/>
                <p:nvPr/>
              </p:nvSpPr>
              <p:spPr>
                <a:xfrm>
                  <a:off x="8894553" y="5791556"/>
                  <a:ext cx="966227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&gt;150%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0ADCE8F0-6B70-496D-A973-C27A8A4E53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4553" y="5791556"/>
                  <a:ext cx="966227" cy="338554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EFC07335-04EE-4ACA-8474-18671B47DE53}"/>
                    </a:ext>
                  </a:extLst>
                </p:cNvPr>
                <p:cNvSpPr txBox="1"/>
                <p:nvPr/>
              </p:nvSpPr>
              <p:spPr>
                <a:xfrm>
                  <a:off x="8062614" y="5791556"/>
                  <a:ext cx="755335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144%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EFC07335-04EE-4ACA-8474-18671B47DE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2614" y="5791556"/>
                  <a:ext cx="755335" cy="338554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288AAE03-546A-4A8A-AF5F-C4A1CDA15DA9}"/>
                    </a:ext>
                  </a:extLst>
                </p:cNvPr>
                <p:cNvSpPr txBox="1"/>
                <p:nvPr/>
              </p:nvSpPr>
              <p:spPr>
                <a:xfrm>
                  <a:off x="5048526" y="5791556"/>
                  <a:ext cx="910827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137.5%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288AAE03-546A-4A8A-AF5F-C4A1CDA15D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8526" y="5791556"/>
                  <a:ext cx="910827" cy="338554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BA79878-DA76-CECE-8C8E-2D376BAA09FF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22EB68A-36E7-A3F7-C17A-BB1F7D3AA594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0F8BD38-6A3B-6840-B3B8-C1222E101154}"/>
              </a:ext>
            </a:extLst>
          </p:cNvPr>
          <p:cNvSpPr txBox="1"/>
          <p:nvPr/>
        </p:nvSpPr>
        <p:spPr>
          <a:xfrm>
            <a:off x="11178" y="6707"/>
            <a:ext cx="3897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Берилген сандарды </a:t>
            </a:r>
            <a:r>
              <a:rPr lang="ru-RU" b="1" dirty="0"/>
              <a:t>кичинеден чоңго</a:t>
            </a:r>
          </a:p>
          <a:p>
            <a:r>
              <a:rPr lang="ru-RU" dirty="0"/>
              <a:t> карай ирээттеңиз.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9BC28B-5BC8-109D-DAA5-9CCB96AAF2A5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98B39B-61C9-4F7E-2C9D-5CEAA9271203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51D3B3-AF9E-DAE8-1EB1-92FA6A1B9921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C1F9AB-1F59-1EE7-844F-CB21D8F9A29C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9755EB-17DE-3822-0461-71EE82BEE03B}"/>
              </a:ext>
            </a:extLst>
          </p:cNvPr>
          <p:cNvSpPr txBox="1"/>
          <p:nvPr/>
        </p:nvSpPr>
        <p:spPr>
          <a:xfrm>
            <a:off x="4973876" y="6707"/>
            <a:ext cx="3897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Берилген сандарды </a:t>
            </a:r>
            <a:r>
              <a:rPr lang="ru-RU" b="1" dirty="0"/>
              <a:t>кичинеден чоңго</a:t>
            </a:r>
          </a:p>
          <a:p>
            <a:r>
              <a:rPr lang="ru-RU" dirty="0"/>
              <a:t> карай ирээттеңиз.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BF5EFFD-D771-BCF4-3085-7F8CFB84B3C5}"/>
                  </a:ext>
                </a:extLst>
              </p:cNvPr>
              <p:cNvSpPr txBox="1"/>
              <p:nvPr/>
            </p:nvSpPr>
            <p:spPr>
              <a:xfrm>
                <a:off x="848502" y="888958"/>
                <a:ext cx="75533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80%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BF5EFFD-D771-BCF4-3085-7F8CFB84B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502" y="888958"/>
                <a:ext cx="755335" cy="400110"/>
              </a:xfrm>
              <a:prstGeom prst="rect">
                <a:avLst/>
              </a:prstGeom>
              <a:blipFill>
                <a:blip r:embed="rId6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E0B57C5-87F6-9B56-320B-F82C8186E2D3}"/>
                  </a:ext>
                </a:extLst>
              </p:cNvPr>
              <p:cNvSpPr txBox="1"/>
              <p:nvPr/>
            </p:nvSpPr>
            <p:spPr>
              <a:xfrm>
                <a:off x="3598870" y="888958"/>
                <a:ext cx="7232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0.19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E0B57C5-87F6-9B56-320B-F82C8186E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8870" y="888958"/>
                <a:ext cx="723275" cy="400110"/>
              </a:xfrm>
              <a:prstGeom prst="rect">
                <a:avLst/>
              </a:prstGeom>
              <a:blipFill>
                <a:blip r:embed="rId6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8DA4928-B2B4-8019-EF2A-169C9568CC38}"/>
                  </a:ext>
                </a:extLst>
              </p:cNvPr>
              <p:cNvSpPr txBox="1"/>
              <p:nvPr/>
            </p:nvSpPr>
            <p:spPr>
              <a:xfrm>
                <a:off x="2337499" y="753729"/>
                <a:ext cx="527709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8DA4928-B2B4-8019-EF2A-169C9568C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499" y="753729"/>
                <a:ext cx="527709" cy="670568"/>
              </a:xfrm>
              <a:prstGeom prst="rect">
                <a:avLst/>
              </a:prstGeom>
              <a:blipFill>
                <a:blip r:embed="rId6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6B2CE70-D1E2-6F8F-BC14-21EFB5EBB8D2}"/>
                  </a:ext>
                </a:extLst>
              </p:cNvPr>
              <p:cNvSpPr txBox="1"/>
              <p:nvPr/>
            </p:nvSpPr>
            <p:spPr>
              <a:xfrm>
                <a:off x="6549594" y="888958"/>
                <a:ext cx="9509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14.9%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6B2CE70-D1E2-6F8F-BC14-21EFB5EBB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594" y="888958"/>
                <a:ext cx="950901" cy="400110"/>
              </a:xfrm>
              <a:prstGeom prst="rect">
                <a:avLst/>
              </a:prstGeom>
              <a:blipFill>
                <a:blip r:embed="rId6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BBD0029-5A88-7449-68F6-AB4F9D9FBA32}"/>
                  </a:ext>
                </a:extLst>
              </p:cNvPr>
              <p:cNvSpPr txBox="1"/>
              <p:nvPr/>
            </p:nvSpPr>
            <p:spPr>
              <a:xfrm>
                <a:off x="5458496" y="888958"/>
                <a:ext cx="5806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1.5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BBD0029-5A88-7449-68F6-AB4F9D9FB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496" y="888958"/>
                <a:ext cx="580608" cy="400110"/>
              </a:xfrm>
              <a:prstGeom prst="rect">
                <a:avLst/>
              </a:prstGeom>
              <a:blipFill>
                <a:blip r:embed="rId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6A5B581-0BA0-E5B2-193D-02C83D28C1DA}"/>
                  </a:ext>
                </a:extLst>
              </p:cNvPr>
              <p:cNvSpPr txBox="1"/>
              <p:nvPr/>
            </p:nvSpPr>
            <p:spPr>
              <a:xfrm>
                <a:off x="8010985" y="754306"/>
                <a:ext cx="527709" cy="6694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6A5B581-0BA0-E5B2-193D-02C83D28C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0985" y="754306"/>
                <a:ext cx="527709" cy="669414"/>
              </a:xfrm>
              <a:prstGeom prst="rect">
                <a:avLst/>
              </a:prstGeom>
              <a:blipFill>
                <a:blip r:embed="rId6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34F31CE-6C0C-100D-FD26-0A204D3F19DE}"/>
                  </a:ext>
                </a:extLst>
              </p:cNvPr>
              <p:cNvSpPr txBox="1"/>
              <p:nvPr/>
            </p:nvSpPr>
            <p:spPr>
              <a:xfrm>
                <a:off x="9049184" y="753729"/>
                <a:ext cx="527709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34F31CE-6C0C-100D-FD26-0A204D3F1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9184" y="753729"/>
                <a:ext cx="527709" cy="670568"/>
              </a:xfrm>
              <a:prstGeom prst="rect">
                <a:avLst/>
              </a:prstGeom>
              <a:blipFill>
                <a:blip r:embed="rId6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E7B07FEE-90B4-1C7F-F950-D1B9985CE94E}"/>
              </a:ext>
            </a:extLst>
          </p:cNvPr>
          <p:cNvSpPr txBox="1"/>
          <p:nvPr/>
        </p:nvSpPr>
        <p:spPr>
          <a:xfrm>
            <a:off x="7385" y="3449518"/>
            <a:ext cx="5013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Берилген сандарды </a:t>
            </a:r>
            <a:r>
              <a:rPr lang="ru-RU" b="1" dirty="0"/>
              <a:t>өсүү тартибинде </a:t>
            </a:r>
            <a:r>
              <a:rPr lang="ru-RU" dirty="0"/>
              <a:t>ирээттеңиз.</a:t>
            </a:r>
            <a:endParaRPr lang="en-GB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CFE459-E8B6-8BB3-9D7C-24CD05E299AD}"/>
              </a:ext>
            </a:extLst>
          </p:cNvPr>
          <p:cNvSpPr txBox="1"/>
          <p:nvPr/>
        </p:nvSpPr>
        <p:spPr>
          <a:xfrm>
            <a:off x="4978396" y="3449518"/>
            <a:ext cx="5048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Берилген сандарды </a:t>
            </a:r>
            <a:r>
              <a:rPr lang="ru-RU" b="1" dirty="0"/>
              <a:t>өсүү тартибинде </a:t>
            </a:r>
            <a:r>
              <a:rPr lang="ru-RU" dirty="0"/>
              <a:t>ирээттеңиз.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E07DA22-0C91-3EB0-9960-9BFDA6BFF20C}"/>
                  </a:ext>
                </a:extLst>
              </p:cNvPr>
              <p:cNvSpPr txBox="1"/>
              <p:nvPr/>
            </p:nvSpPr>
            <p:spPr>
              <a:xfrm>
                <a:off x="8768952" y="4169672"/>
                <a:ext cx="10935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142.5%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E07DA22-0C91-3EB0-9960-9BFDA6BFF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8952" y="4169672"/>
                <a:ext cx="1093569" cy="400110"/>
              </a:xfrm>
              <a:prstGeom prst="rect">
                <a:avLst/>
              </a:prstGeom>
              <a:blipFill>
                <a:blip r:embed="rId6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EAA8362-3B58-EBC3-67AF-87870509266E}"/>
                  </a:ext>
                </a:extLst>
              </p:cNvPr>
              <p:cNvSpPr txBox="1"/>
              <p:nvPr/>
            </p:nvSpPr>
            <p:spPr>
              <a:xfrm>
                <a:off x="5191457" y="4169672"/>
                <a:ext cx="7232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1.38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EAA8362-3B58-EBC3-67AF-878705092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457" y="4169672"/>
                <a:ext cx="723275" cy="400110"/>
              </a:xfrm>
              <a:prstGeom prst="rect">
                <a:avLst/>
              </a:prstGeom>
              <a:blipFill>
                <a:blip r:embed="rId6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6A02840-7204-6D60-116C-D2930D178FE8}"/>
                  </a:ext>
                </a:extLst>
              </p:cNvPr>
              <p:cNvSpPr txBox="1"/>
              <p:nvPr/>
            </p:nvSpPr>
            <p:spPr>
              <a:xfrm>
                <a:off x="7862829" y="4034443"/>
                <a:ext cx="670376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122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81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6A02840-7204-6D60-116C-D2930D178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2829" y="4034443"/>
                <a:ext cx="670376" cy="670568"/>
              </a:xfrm>
              <a:prstGeom prst="rect">
                <a:avLst/>
              </a:prstGeom>
              <a:blipFill>
                <a:blip r:embed="rId7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9D4AA08-120F-FC7A-5CC4-39467E314B07}"/>
                  </a:ext>
                </a:extLst>
              </p:cNvPr>
              <p:cNvSpPr txBox="1"/>
              <p:nvPr/>
            </p:nvSpPr>
            <p:spPr>
              <a:xfrm>
                <a:off x="6150480" y="4034443"/>
                <a:ext cx="670376" cy="670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180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9D4AA08-120F-FC7A-5CC4-39467E314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480" y="4034443"/>
                <a:ext cx="670376" cy="670505"/>
              </a:xfrm>
              <a:prstGeom prst="rect">
                <a:avLst/>
              </a:prstGeom>
              <a:blipFill>
                <a:blip r:embed="rId7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672EE06-2904-7EA4-612B-6A024F738942}"/>
                  </a:ext>
                </a:extLst>
              </p:cNvPr>
              <p:cNvSpPr txBox="1"/>
              <p:nvPr/>
            </p:nvSpPr>
            <p:spPr>
              <a:xfrm>
                <a:off x="7056604" y="4034443"/>
                <a:ext cx="570477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672EE06-2904-7EA4-612B-6A024F738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604" y="4034443"/>
                <a:ext cx="570477" cy="670568"/>
              </a:xfrm>
              <a:prstGeom prst="rect">
                <a:avLst/>
              </a:prstGeom>
              <a:blipFill>
                <a:blip r:embed="rId7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587AB5D-DC7C-DAE4-70FF-1B0EE1848618}"/>
                  </a:ext>
                </a:extLst>
              </p:cNvPr>
              <p:cNvSpPr txBox="1"/>
              <p:nvPr/>
            </p:nvSpPr>
            <p:spPr>
              <a:xfrm>
                <a:off x="1350388" y="4165550"/>
                <a:ext cx="950901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65.5%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587AB5D-DC7C-DAE4-70FF-1B0EE1848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388" y="4165550"/>
                <a:ext cx="950901" cy="400110"/>
              </a:xfrm>
              <a:prstGeom prst="rect">
                <a:avLst/>
              </a:prstGeom>
              <a:blipFill>
                <a:blip r:embed="rId73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4353DE6-D51C-64B1-DB52-1DAE5877FE4F}"/>
                  </a:ext>
                </a:extLst>
              </p:cNvPr>
              <p:cNvSpPr txBox="1"/>
              <p:nvPr/>
            </p:nvSpPr>
            <p:spPr>
              <a:xfrm>
                <a:off x="2439259" y="4165550"/>
                <a:ext cx="908710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. 088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4353DE6-D51C-64B1-DB52-1DAE5877F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259" y="4165550"/>
                <a:ext cx="908710" cy="400110"/>
              </a:xfrm>
              <a:prstGeom prst="rect">
                <a:avLst/>
              </a:prstGeom>
              <a:blipFill>
                <a:blip r:embed="rId74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BEFC2A0-CC98-3583-3A66-8112B3A0755A}"/>
                  </a:ext>
                </a:extLst>
              </p:cNvPr>
              <p:cNvSpPr txBox="1"/>
              <p:nvPr/>
            </p:nvSpPr>
            <p:spPr>
              <a:xfrm>
                <a:off x="684709" y="4004512"/>
                <a:ext cx="527709" cy="670505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BEFC2A0-CC98-3583-3A66-8112B3A07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709" y="4004512"/>
                <a:ext cx="527709" cy="670505"/>
              </a:xfrm>
              <a:prstGeom prst="rect">
                <a:avLst/>
              </a:prstGeom>
              <a:blipFill>
                <a:blip r:embed="rId75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37D1D2F-CA9E-4F38-D957-6F77A32D3F00}"/>
                  </a:ext>
                </a:extLst>
              </p:cNvPr>
              <p:cNvSpPr txBox="1"/>
              <p:nvPr/>
            </p:nvSpPr>
            <p:spPr>
              <a:xfrm>
                <a:off x="3485940" y="4003294"/>
                <a:ext cx="670376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78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37D1D2F-CA9E-4F38-D957-6F77A32D3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940" y="4003294"/>
                <a:ext cx="670376" cy="670568"/>
              </a:xfrm>
              <a:prstGeom prst="rect">
                <a:avLst/>
              </a:prstGeom>
              <a:blipFill>
                <a:blip r:embed="rId76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B4481E-9123-4979-8E7C-D5DFB6809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66342" y="1076393"/>
            <a:ext cx="6602775" cy="47052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F76470-05A7-7FB3-14B3-0C05D6B49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69568" y="1076393"/>
            <a:ext cx="6602775" cy="4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776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FF0000"/>
                </a:solidFill>
              </a:rPr>
              <a:t>mathematicskgz@gmail.com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765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10556</TotalTime>
  <Words>231</Words>
  <Application>Microsoft Office PowerPoint</Application>
  <PresentationFormat>A4 Paper (210x297 mm)</PresentationFormat>
  <Paragraphs>105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 Light</vt:lpstr>
      <vt:lpstr>Cambria Math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516</cp:revision>
  <cp:lastPrinted>2017-12-31T22:38:51Z</cp:lastPrinted>
  <dcterms:created xsi:type="dcterms:W3CDTF">2017-01-17T16:57:04Z</dcterms:created>
  <dcterms:modified xsi:type="dcterms:W3CDTF">2024-09-03T04:36:41Z</dcterms:modified>
</cp:coreProperties>
</file>