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9/4/2024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3437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Бөлчөк, ондук, пайыздык жана катыштын эквиваленттүүлүгү–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899AF6-C6EF-49C3-8898-D7790ECF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560"/>
            <a:ext cx="4971059" cy="64414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2DF50E-827F-42E6-B9F3-93B77F77A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416560"/>
            <a:ext cx="4952563" cy="64414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C3A91B-F854-48E6-B0DA-96434718B94B}"/>
              </a:ext>
            </a:extLst>
          </p:cNvPr>
          <p:cNvSpPr txBox="1"/>
          <p:nvPr/>
        </p:nvSpPr>
        <p:spPr>
          <a:xfrm>
            <a:off x="2816037" y="0"/>
            <a:ext cx="4273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Катыштын биринчи бөлүгүнө айландыр</a:t>
            </a:r>
          </a:p>
          <a:p>
            <a:pPr algn="ctr"/>
            <a:r>
              <a:rPr lang="ky-KG" dirty="0"/>
              <a:t>Катыштын биринчи бөлүгүнөн айландыр.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7CA7ACD-9C56-0CFE-2583-4127C0CAB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08687" y="1173477"/>
            <a:ext cx="6531623" cy="45110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1738BE-0D86-E555-4348-2BAE67134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91634" y="1190256"/>
            <a:ext cx="6531623" cy="451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3192B5-2F9D-4DE4-A124-B7B026B3F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8575"/>
            <a:ext cx="7867650" cy="68008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B0A704-FCFA-F109-8A96-E0EE3604810D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8368</TotalTime>
  <Words>162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2024-09-04T04:39:49Z</cp:lastPrinted>
  <dcterms:created xsi:type="dcterms:W3CDTF">2017-01-17T16:57:04Z</dcterms:created>
  <dcterms:modified xsi:type="dcterms:W3CDTF">2024-09-04T04:42:17Z</dcterms:modified>
</cp:coreProperties>
</file>