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257" r:id="rId3"/>
    <p:sldId id="915" r:id="rId4"/>
    <p:sldId id="917" r:id="rId5"/>
    <p:sldId id="912" r:id="rId6"/>
    <p:sldId id="918" r:id="rId7"/>
    <p:sldId id="919" r:id="rId8"/>
    <p:sldId id="274" r:id="rId9"/>
  </p:sldIdLst>
  <p:sldSz cx="9906000" cy="6858000" type="A4"/>
  <p:notesSz cx="7104063" cy="10234613"/>
  <p:embeddedFontLst>
    <p:embeddedFont>
      <p:font typeface="Aharoni" panose="02010803020104030203" pitchFamily="2" charset="-79"/>
      <p:bold r:id="rId11"/>
    </p:embeddedFont>
    <p:embeddedFont>
      <p:font typeface="Bahnschrift" panose="020B0502040204020203" pitchFamily="34" charset="0"/>
      <p:regular r:id="rId12"/>
      <p:bold r:id="rId13"/>
    </p:embeddedFont>
    <p:embeddedFont>
      <p:font typeface="Script MT Bold" panose="03040602040607080904" pitchFamily="66" charset="0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282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51089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36093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38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532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363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307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038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630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6113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863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932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16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9470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37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510665"/>
            <a:ext cx="8543925" cy="4351338"/>
          </a:xfrm>
        </p:spPr>
        <p:txBody>
          <a:bodyPr>
            <a:normAutofit/>
          </a:bodyPr>
          <a:lstStyle/>
          <a:p>
            <a:r>
              <a:rPr lang="ru-RU" sz="2400"/>
              <a:t>2 Орундуу </a:t>
            </a:r>
            <a:r>
              <a:rPr lang="ru-RU" sz="2400" dirty="0"/>
              <a:t>Ондуктар – Кошуу – Жооптор торчосу</a:t>
            </a:r>
            <a:endParaRPr lang="en-US" sz="2400" dirty="0"/>
          </a:p>
          <a:p>
            <a:endParaRPr lang="en-US" sz="2400" dirty="0"/>
          </a:p>
          <a:p>
            <a:r>
              <a:rPr lang="ru-RU" sz="2400" dirty="0"/>
              <a:t>Окуучулар жооптор торчосунда жоопторду сызып, калган беш сандардын суммасын чыгарышы керек.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Иш баракчасы ар кандай өлчөмдө/форматтарда берилет.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" y="244157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18F3C0-CB86-4363-8C1E-1F32D139DED0}"/>
              </a:ext>
            </a:extLst>
          </p:cNvPr>
          <p:cNvSpPr txBox="1"/>
          <p:nvPr/>
        </p:nvSpPr>
        <p:spPr>
          <a:xfrm>
            <a:off x="1547067" y="2084252"/>
            <a:ext cx="7179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жоопту ТОРЧОдон табыңыз!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152C6-FA9B-CCEA-65A2-D9050ECC73CD}"/>
              </a:ext>
            </a:extLst>
          </p:cNvPr>
          <p:cNvSpPr txBox="1"/>
          <p:nvPr/>
        </p:nvSpPr>
        <p:spPr>
          <a:xfrm>
            <a:off x="1270000" y="412596"/>
            <a:ext cx="7355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haroni" panose="02010803020104030203" pitchFamily="2" charset="-79"/>
              </a:rPr>
              <a:t>Жооп ТОРЧОсу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ript MT Bold" panose="03040602040607080904" pitchFamily="66" charset="0"/>
              <a:ea typeface="+mn-ea"/>
              <a:cs typeface="Aharoni" panose="02010803020104030203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9104F-92BB-7AEB-E9EF-40B6DEB0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68" y="3151655"/>
            <a:ext cx="8178102" cy="283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24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693782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9.82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14.02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11.81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5.85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12.19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367056"/>
              </p:ext>
            </p:extLst>
          </p:nvPr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2.4 + 3.7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0.7 + 5.81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5.2 + 4.62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3.48 + 2.37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8.21 + 7.06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4.90 + 10.3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1.11 + 5.62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8.07 + 0.05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4.99 + 7.2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5.8 + 3.3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6.07 + 0.09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7.9 + 6.31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6.67 + 4.14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1.9 + 4.3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0.58 + 4.06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7.32 + 4.49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2.1 + 3.6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13.07 + 0.95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0.73 + 4.07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12.4 + 3.57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754739"/>
              </p:ext>
            </p:extLst>
          </p:nvPr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304044" y="12149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D1C392-7230-263F-BA87-8164891C9154}"/>
              </a:ext>
            </a:extLst>
          </p:cNvPr>
          <p:cNvSpPr txBox="1"/>
          <p:nvPr/>
        </p:nvSpPr>
        <p:spPr>
          <a:xfrm>
            <a:off x="0" y="23778"/>
            <a:ext cx="2562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cs typeface="Aharoni" panose="02010803020104030203" pitchFamily="2" charset="-79"/>
              </a:rPr>
              <a:t>Жооп </a:t>
            </a:r>
            <a:r>
              <a:rPr lang="ru-RU" sz="28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8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55056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888592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9.82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14.02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15.27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11.81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5.85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12.19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10.81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484081"/>
              </p:ext>
            </p:extLst>
          </p:nvPr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2.4 + 3.7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0.7 + 5.81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5.2 + 4.62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3.48 + 2.37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8.21 + 7.06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4.90 + 10.3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1.11 + 5.62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8.07 + 0.05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4.99 + 7.2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5.8 + 3.3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6.07 + 0.09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7.9 + 6.31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6.67 + 4.14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1.9 + 4.3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0.58 + 4.06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7.32 + 4.49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2.1 + 3.6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13.07 + 0.95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0.73 + 4.07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12.4 + 3.57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/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32.36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Total: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163706" y="26847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86D735-EF3E-4AE4-A6B3-95A3EE61F723}"/>
              </a:ext>
            </a:extLst>
          </p:cNvPr>
          <p:cNvSpPr/>
          <p:nvPr/>
        </p:nvSpPr>
        <p:spPr>
          <a:xfrm>
            <a:off x="6707197" y="3411714"/>
            <a:ext cx="31005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Жооптор</a:t>
            </a:r>
            <a:endParaRPr lang="en-GB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91C84B-E172-BD38-6637-8981B96C71E5}"/>
              </a:ext>
            </a:extLst>
          </p:cNvPr>
          <p:cNvSpPr txBox="1"/>
          <p:nvPr/>
        </p:nvSpPr>
        <p:spPr>
          <a:xfrm>
            <a:off x="0" y="23778"/>
            <a:ext cx="2562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cs typeface="Aharoni" panose="02010803020104030203" pitchFamily="2" charset="-79"/>
              </a:rPr>
              <a:t>Жооп </a:t>
            </a:r>
            <a:r>
              <a:rPr lang="ru-RU" sz="28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8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1357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AB5123-19EF-F62F-5AC4-0B7DCB76D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5" y="65954"/>
            <a:ext cx="9713567" cy="3363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F9D059-A9DB-2CC2-4AC0-B489835D6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4" y="3606800"/>
            <a:ext cx="9713567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84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BBFC6B-BE59-0E80-8192-70DBC0C21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153545" y="2316853"/>
            <a:ext cx="6806451" cy="2275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15C0BA-57F6-299D-F22D-FE335C562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7075" y="2265303"/>
            <a:ext cx="6806451" cy="2275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00CFEB-1F53-5E54-7450-430B5C808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87696" y="2291078"/>
            <a:ext cx="6806451" cy="22758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34ECA3-D44B-DE13-283B-1FA779A4F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166736" y="2178944"/>
            <a:ext cx="6806451" cy="244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15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551" y="848185"/>
            <a:ext cx="8543925" cy="35354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8402</TotalTime>
  <Words>288</Words>
  <Application>Microsoft Office PowerPoint</Application>
  <PresentationFormat>A4 Paper (210x297 mm)</PresentationFormat>
  <Paragraphs>120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Bahnschrift</vt:lpstr>
      <vt:lpstr>Arial</vt:lpstr>
      <vt:lpstr>Calibri Light</vt:lpstr>
      <vt:lpstr>Script MT Bold</vt:lpstr>
      <vt:lpstr>Aharoni</vt:lpstr>
      <vt:lpstr>Calibri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368</cp:revision>
  <cp:lastPrinted>2020-10-07T11:43:04Z</cp:lastPrinted>
  <dcterms:created xsi:type="dcterms:W3CDTF">2017-01-17T16:57:04Z</dcterms:created>
  <dcterms:modified xsi:type="dcterms:W3CDTF">2024-05-15T07:46:14Z</dcterms:modified>
</cp:coreProperties>
</file>