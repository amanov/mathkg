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24"/>
  </p:notesMasterIdLst>
  <p:sldIdLst>
    <p:sldId id="979" r:id="rId3"/>
    <p:sldId id="978" r:id="rId4"/>
    <p:sldId id="851" r:id="rId5"/>
    <p:sldId id="874" r:id="rId6"/>
    <p:sldId id="945" r:id="rId7"/>
    <p:sldId id="950" r:id="rId8"/>
    <p:sldId id="955" r:id="rId9"/>
    <p:sldId id="941" r:id="rId10"/>
    <p:sldId id="944" r:id="rId11"/>
    <p:sldId id="951" r:id="rId12"/>
    <p:sldId id="942" r:id="rId13"/>
    <p:sldId id="948" r:id="rId14"/>
    <p:sldId id="952" r:id="rId15"/>
    <p:sldId id="943" r:id="rId16"/>
    <p:sldId id="946" r:id="rId17"/>
    <p:sldId id="949" r:id="rId18"/>
    <p:sldId id="947" r:id="rId19"/>
    <p:sldId id="953" r:id="rId20"/>
    <p:sldId id="954" r:id="rId21"/>
    <p:sldId id="940" r:id="rId22"/>
    <p:sldId id="274" r:id="rId23"/>
  </p:sldIdLst>
  <p:sldSz cx="9906000" cy="6858000" type="A4"/>
  <p:notesSz cx="6669088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79"/>
            <p14:sldId id="978"/>
          </p14:sldIdLst>
        </p14:section>
        <p14:section name="Сандарды тандаңыз…" id="{C9905531-21F4-4739-9781-312E283928B4}">
          <p14:sldIdLst>
            <p14:sldId id="851"/>
          </p14:sldIdLst>
        </p14:section>
        <p14:section name="Суроолор" id="{27E8BDD4-AEF9-42D7-8653-0FA4B14A353C}">
          <p14:sldIdLst>
            <p14:sldId id="874"/>
            <p14:sldId id="945"/>
            <p14:sldId id="950"/>
            <p14:sldId id="955"/>
            <p14:sldId id="941"/>
            <p14:sldId id="944"/>
            <p14:sldId id="951"/>
            <p14:sldId id="942"/>
            <p14:sldId id="948"/>
            <p14:sldId id="952"/>
            <p14:sldId id="943"/>
            <p14:sldId id="946"/>
            <p14:sldId id="949"/>
            <p14:sldId id="947"/>
            <p14:sldId id="953"/>
            <p14:sldId id="954"/>
          </p14:sldIdLst>
        </p14:section>
        <p14:section name="Бош чарчылар" id="{6E755883-6069-420B-9780-208DEDF6E016}">
          <p14:sldIdLst>
            <p14:sldId id="940"/>
          </p14:sldIdLst>
        </p14:section>
        <p14:section name="Кайтарым байланыш" id="{F3D720CF-F566-46A6-9361-125255B68FA6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9" d="100"/>
          <a:sy n="69" d="100"/>
        </p:scale>
        <p:origin x="1410" y="66"/>
      </p:cViewPr>
      <p:guideLst>
        <p:guide orient="horz" pos="2137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-547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03/06/2024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6/3/2024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0666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6/3/2024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005667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6/3/2024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831349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6/3/2024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5409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6/3/2024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0910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6/3/2024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0662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6/3/2024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1833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6/3/2024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4456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6/3/2024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2509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6/3/2024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46873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6/3/2024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02431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6/3/2024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97488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6/3/2024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9524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93631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6/3/2024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6/3/2024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8472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904922"/>
            <a:ext cx="9906000" cy="46474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орундуу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Ондуктар – Бөлүү</a:t>
            </a:r>
            <a:r>
              <a:rPr lang="en-US" sz="20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Бинго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жооптору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менен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тордон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тогуз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жоопту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тандап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аларды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дептериндеги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3х3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квадратка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туш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келди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жайгаштырышы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керек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Мугалим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оюн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учурундагы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кыйынчылыкка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суроолорду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тандаса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болот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Убакыттын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өтүшүнө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сызык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X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менен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жеңе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алышат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4796DCC9-7296-83D1-96A8-4127C71B8D1A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682681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34A0ED1-3629-4CDD-A58D-B95B3284C69E}"/>
              </a:ext>
            </a:extLst>
          </p:cNvPr>
          <p:cNvGraphicFramePr>
            <a:graphicFrameLocks noGrp="1"/>
          </p:cNvGraphicFramePr>
          <p:nvPr/>
        </p:nvGraphicFramePr>
        <p:xfrm>
          <a:off x="5400040" y="495497"/>
          <a:ext cx="3896361" cy="38963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787">
                  <a:extLst>
                    <a:ext uri="{9D8B030D-6E8A-4147-A177-3AD203B41FA5}">
                      <a16:colId xmlns:a16="http://schemas.microsoft.com/office/drawing/2014/main" val="115635351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2834483198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3183003522"/>
                    </a:ext>
                  </a:extLst>
                </a:gridCol>
              </a:tblGrid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45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54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273587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82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37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04411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76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91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2715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7B2AA45-FF2C-4A34-9A81-5A8EBE133E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40" y="495497"/>
            <a:ext cx="1328420" cy="13284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FCF7CF-6A6C-4477-AEEE-930530D46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46367">
            <a:off x="6721372" y="1804985"/>
            <a:ext cx="1189215" cy="11892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51917A-7ABA-4CF9-9A1E-DE9D9BF533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>
            <a:off x="8065365" y="3076658"/>
            <a:ext cx="1328420" cy="13284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58D772-7203-4047-B730-8A75F50264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 flipH="1" flipV="1">
            <a:off x="5322490" y="2932737"/>
            <a:ext cx="1526948" cy="15269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5FBB59-7545-4187-BFB5-71AAC1644F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70123">
            <a:off x="6753612" y="523758"/>
            <a:ext cx="1189215" cy="118921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BF76227-595D-492B-8E21-FFB692418519}"/>
              </a:ext>
            </a:extLst>
          </p:cNvPr>
          <p:cNvSpPr/>
          <p:nvPr/>
        </p:nvSpPr>
        <p:spPr>
          <a:xfrm>
            <a:off x="0" y="297064"/>
            <a:ext cx="7221249" cy="264687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Бинго</a:t>
            </a:r>
            <a:r>
              <a:rPr kumimoji="0" lang="en-US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E67413-2406-441B-89DC-A1394BD34636}"/>
              </a:ext>
            </a:extLst>
          </p:cNvPr>
          <p:cNvSpPr/>
          <p:nvPr/>
        </p:nvSpPr>
        <p:spPr>
          <a:xfrm>
            <a:off x="-626389" y="3429000"/>
            <a:ext cx="9811954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600" b="1" i="0" u="none" strike="noStrike" kern="1200" cap="none" spc="0" normalizeH="0" baseline="0" noProof="0" dirty="0">
                <a:ln w="3810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Ондуктарды Бөлүү</a:t>
            </a:r>
          </a:p>
        </p:txBody>
      </p:sp>
    </p:spTree>
    <p:extLst>
      <p:ext uri="{BB962C8B-B14F-4D97-AF65-F5344CB8AC3E}">
        <p14:creationId xmlns:p14="http://schemas.microsoft.com/office/powerpoint/2010/main" val="1810214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3751733"/>
              </p:ext>
            </p:extLst>
          </p:nvPr>
        </p:nvGraphicFramePr>
        <p:xfrm>
          <a:off x="292100" y="1544873"/>
          <a:ext cx="9321800" cy="3589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0450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772295460"/>
                    </a:ext>
                  </a:extLst>
                </a:gridCol>
              </a:tblGrid>
              <a:tr h="8972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8972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8972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  <a:tr h="8972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986472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726618" y="19616"/>
            <a:ext cx="8452763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600" b="1" i="0" u="none" strike="noStrike" kern="1200" cap="none" spc="0" normalizeH="0" baseline="0" noProof="0" dirty="0">
                <a:ln w="9525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Сандарды тандаңыз…</a:t>
            </a:r>
            <a:endParaRPr kumimoji="0" lang="en-US" sz="6600" b="1" i="0" u="none" strike="noStrike" kern="1200" cap="none" spc="0" normalizeH="0" baseline="0" noProof="0" dirty="0">
              <a:ln w="9525">
                <a:solidFill>
                  <a:sysClr val="windowText" lastClr="000000"/>
                </a:solidFill>
              </a:ln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F6707C-594E-4BE7-9A2A-69EC69C30D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246953"/>
              </p:ext>
            </p:extLst>
          </p:nvPr>
        </p:nvGraphicFramePr>
        <p:xfrm>
          <a:off x="5530918" y="5786675"/>
          <a:ext cx="879027" cy="879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009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</a:tblGrid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EDEA543-F1EE-4312-B1A0-843C76004B58}"/>
              </a:ext>
            </a:extLst>
          </p:cNvPr>
          <p:cNvSpPr txBox="1"/>
          <p:nvPr/>
        </p:nvSpPr>
        <p:spPr>
          <a:xfrm>
            <a:off x="1339457" y="6041522"/>
            <a:ext cx="4005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Китепке/дептерге 3х3 торчо тартыңыз.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3688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01122A5-929E-4DBC-B0B6-1C8BBCE99F86}"/>
              </a:ext>
            </a:extLst>
          </p:cNvPr>
          <p:cNvSpPr/>
          <p:nvPr/>
        </p:nvSpPr>
        <p:spPr>
          <a:xfrm>
            <a:off x="649224" y="1482694"/>
            <a:ext cx="8607552" cy="416829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8C11EC-DE5D-42DA-A6A3-D7E344E00A1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464" y="463394"/>
            <a:ext cx="2913576" cy="1936316"/>
          </a:xfrm>
          <a:prstGeom prst="rect">
            <a:avLst/>
          </a:prstGeom>
        </p:spPr>
      </p:pic>
      <p:sp>
        <p:nvSpPr>
          <p:cNvPr id="3" name="Arrow: Down 2">
            <a:extLst>
              <a:ext uri="{FF2B5EF4-FFF2-40B4-BE49-F238E27FC236}">
                <a16:creationId xmlns:a16="http://schemas.microsoft.com/office/drawing/2014/main" id="{746D0723-7B8C-4E3C-9404-CE3531A1ED18}"/>
              </a:ext>
            </a:extLst>
          </p:cNvPr>
          <p:cNvSpPr/>
          <p:nvPr/>
        </p:nvSpPr>
        <p:spPr>
          <a:xfrm>
            <a:off x="1878641" y="3230768"/>
            <a:ext cx="640080" cy="708724"/>
          </a:xfrm>
          <a:prstGeom prst="downArrow">
            <a:avLst/>
          </a:prstGeom>
          <a:solidFill>
            <a:srgbClr val="7030A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09261B-688C-4257-8358-B14FF0742317}"/>
              </a:ext>
            </a:extLst>
          </p:cNvPr>
          <p:cNvSpPr txBox="1"/>
          <p:nvPr/>
        </p:nvSpPr>
        <p:spPr>
          <a:xfrm>
            <a:off x="1457133" y="1895030"/>
            <a:ext cx="148309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3.9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B0CB5D-558B-4E13-A33E-C82FEA83A491}"/>
              </a:ext>
            </a:extLst>
          </p:cNvPr>
          <p:cNvSpPr txBox="1"/>
          <p:nvPr/>
        </p:nvSpPr>
        <p:spPr>
          <a:xfrm>
            <a:off x="3105576" y="1895030"/>
            <a:ext cx="69602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÷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C3990A-69D2-4075-97C5-A1866124E02F}"/>
              </a:ext>
            </a:extLst>
          </p:cNvPr>
          <p:cNvSpPr txBox="1"/>
          <p:nvPr/>
        </p:nvSpPr>
        <p:spPr>
          <a:xfrm>
            <a:off x="3987769" y="1895030"/>
            <a:ext cx="148309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0.3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8D8D9A-A06C-4091-B2A1-286A3B63E8DC}"/>
              </a:ext>
            </a:extLst>
          </p:cNvPr>
          <p:cNvSpPr txBox="1"/>
          <p:nvPr/>
        </p:nvSpPr>
        <p:spPr>
          <a:xfrm>
            <a:off x="5789243" y="1895030"/>
            <a:ext cx="928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=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FC7FDA-85DB-4F41-B0E7-535B1DAB079A}"/>
              </a:ext>
            </a:extLst>
          </p:cNvPr>
          <p:cNvSpPr txBox="1"/>
          <p:nvPr/>
        </p:nvSpPr>
        <p:spPr>
          <a:xfrm>
            <a:off x="1586976" y="3939492"/>
            <a:ext cx="122341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39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566396-A907-48AE-B811-D02F56CF0D55}"/>
              </a:ext>
            </a:extLst>
          </p:cNvPr>
          <p:cNvSpPr txBox="1"/>
          <p:nvPr/>
        </p:nvSpPr>
        <p:spPr>
          <a:xfrm>
            <a:off x="3105576" y="3939492"/>
            <a:ext cx="69602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÷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4F580E-1677-4777-B9CD-DF907658E0BC}"/>
              </a:ext>
            </a:extLst>
          </p:cNvPr>
          <p:cNvSpPr txBox="1"/>
          <p:nvPr/>
        </p:nvSpPr>
        <p:spPr>
          <a:xfrm>
            <a:off x="4377298" y="3939492"/>
            <a:ext cx="70404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8000" dirty="0"/>
              <a:t>3</a:t>
            </a:r>
            <a:endParaRPr lang="en-GB" sz="8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B085ED-4AFF-443D-B57F-5E7AC28AEC29}"/>
              </a:ext>
            </a:extLst>
          </p:cNvPr>
          <p:cNvSpPr txBox="1"/>
          <p:nvPr/>
        </p:nvSpPr>
        <p:spPr>
          <a:xfrm>
            <a:off x="5789243" y="3939492"/>
            <a:ext cx="928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= </a:t>
            </a: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8ABE610D-9897-4472-8F4F-93C7CB3BF903}"/>
              </a:ext>
            </a:extLst>
          </p:cNvPr>
          <p:cNvSpPr/>
          <p:nvPr/>
        </p:nvSpPr>
        <p:spPr>
          <a:xfrm>
            <a:off x="4409277" y="3218469"/>
            <a:ext cx="640080" cy="708724"/>
          </a:xfrm>
          <a:prstGeom prst="downArrow">
            <a:avLst/>
          </a:prstGeom>
          <a:solidFill>
            <a:srgbClr val="7030A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000910-9D21-4057-B64F-EFDFB5DDC114}"/>
              </a:ext>
            </a:extLst>
          </p:cNvPr>
          <p:cNvSpPr txBox="1"/>
          <p:nvPr/>
        </p:nvSpPr>
        <p:spPr>
          <a:xfrm>
            <a:off x="1138755" y="3351376"/>
            <a:ext cx="5549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x10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51A3F0-ECA4-48F6-9B63-DA0971A0862C}"/>
              </a:ext>
            </a:extLst>
          </p:cNvPr>
          <p:cNvSpPr txBox="1"/>
          <p:nvPr/>
        </p:nvSpPr>
        <p:spPr>
          <a:xfrm>
            <a:off x="5176288" y="3366788"/>
            <a:ext cx="5549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x10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EDEEEB-EC9E-4CB2-B832-D4F0BA796E95}"/>
              </a:ext>
            </a:extLst>
          </p:cNvPr>
          <p:cNvSpPr txBox="1"/>
          <p:nvPr/>
        </p:nvSpPr>
        <p:spPr>
          <a:xfrm>
            <a:off x="6977389" y="3939492"/>
            <a:ext cx="122341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872547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4" grpId="0"/>
      <p:bldP spid="15" grpId="0"/>
      <p:bldP spid="16" grpId="0"/>
      <p:bldP spid="17" grpId="0"/>
      <p:bldP spid="18" grpId="0" animBg="1"/>
      <p:bldP spid="19" grpId="0"/>
      <p:bldP spid="20" grpId="0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01122A5-929E-4DBC-B0B6-1C8BBCE99F86}"/>
              </a:ext>
            </a:extLst>
          </p:cNvPr>
          <p:cNvSpPr/>
          <p:nvPr/>
        </p:nvSpPr>
        <p:spPr>
          <a:xfrm>
            <a:off x="649224" y="1482694"/>
            <a:ext cx="8607552" cy="416829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8C11EC-DE5D-42DA-A6A3-D7E344E00A1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464" y="463394"/>
            <a:ext cx="2913576" cy="1936316"/>
          </a:xfrm>
          <a:prstGeom prst="rect">
            <a:avLst/>
          </a:prstGeom>
        </p:spPr>
      </p:pic>
      <p:sp>
        <p:nvSpPr>
          <p:cNvPr id="3" name="Arrow: Down 2">
            <a:extLst>
              <a:ext uri="{FF2B5EF4-FFF2-40B4-BE49-F238E27FC236}">
                <a16:creationId xmlns:a16="http://schemas.microsoft.com/office/drawing/2014/main" id="{746D0723-7B8C-4E3C-9404-CE3531A1ED18}"/>
              </a:ext>
            </a:extLst>
          </p:cNvPr>
          <p:cNvSpPr/>
          <p:nvPr/>
        </p:nvSpPr>
        <p:spPr>
          <a:xfrm>
            <a:off x="1878641" y="3230768"/>
            <a:ext cx="640080" cy="708724"/>
          </a:xfrm>
          <a:prstGeom prst="downArrow">
            <a:avLst/>
          </a:prstGeom>
          <a:solidFill>
            <a:srgbClr val="7030A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09261B-688C-4257-8358-B14FF0742317}"/>
              </a:ext>
            </a:extLst>
          </p:cNvPr>
          <p:cNvSpPr txBox="1"/>
          <p:nvPr/>
        </p:nvSpPr>
        <p:spPr>
          <a:xfrm>
            <a:off x="1586977" y="1895030"/>
            <a:ext cx="122341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16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B0CB5D-558B-4E13-A33E-C82FEA83A491}"/>
              </a:ext>
            </a:extLst>
          </p:cNvPr>
          <p:cNvSpPr txBox="1"/>
          <p:nvPr/>
        </p:nvSpPr>
        <p:spPr>
          <a:xfrm>
            <a:off x="3105576" y="1895030"/>
            <a:ext cx="69602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÷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C3990A-69D2-4075-97C5-A1866124E02F}"/>
              </a:ext>
            </a:extLst>
          </p:cNvPr>
          <p:cNvSpPr txBox="1"/>
          <p:nvPr/>
        </p:nvSpPr>
        <p:spPr>
          <a:xfrm>
            <a:off x="3987769" y="1895030"/>
            <a:ext cx="148309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0.5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8D8D9A-A06C-4091-B2A1-286A3B63E8DC}"/>
              </a:ext>
            </a:extLst>
          </p:cNvPr>
          <p:cNvSpPr txBox="1"/>
          <p:nvPr/>
        </p:nvSpPr>
        <p:spPr>
          <a:xfrm>
            <a:off x="5789243" y="1895030"/>
            <a:ext cx="928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=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FC7FDA-85DB-4F41-B0E7-535B1DAB079A}"/>
              </a:ext>
            </a:extLst>
          </p:cNvPr>
          <p:cNvSpPr txBox="1"/>
          <p:nvPr/>
        </p:nvSpPr>
        <p:spPr>
          <a:xfrm>
            <a:off x="1327289" y="3939492"/>
            <a:ext cx="174278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160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566396-A907-48AE-B811-D02F56CF0D55}"/>
              </a:ext>
            </a:extLst>
          </p:cNvPr>
          <p:cNvSpPr txBox="1"/>
          <p:nvPr/>
        </p:nvSpPr>
        <p:spPr>
          <a:xfrm>
            <a:off x="3105576" y="3939492"/>
            <a:ext cx="69602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÷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4F580E-1677-4777-B9CD-DF907658E0BC}"/>
              </a:ext>
            </a:extLst>
          </p:cNvPr>
          <p:cNvSpPr txBox="1"/>
          <p:nvPr/>
        </p:nvSpPr>
        <p:spPr>
          <a:xfrm>
            <a:off x="4377298" y="3939492"/>
            <a:ext cx="70403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B085ED-4AFF-443D-B57F-5E7AC28AEC29}"/>
              </a:ext>
            </a:extLst>
          </p:cNvPr>
          <p:cNvSpPr txBox="1"/>
          <p:nvPr/>
        </p:nvSpPr>
        <p:spPr>
          <a:xfrm>
            <a:off x="5789243" y="3939492"/>
            <a:ext cx="928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= </a:t>
            </a: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8ABE610D-9897-4472-8F4F-93C7CB3BF903}"/>
              </a:ext>
            </a:extLst>
          </p:cNvPr>
          <p:cNvSpPr/>
          <p:nvPr/>
        </p:nvSpPr>
        <p:spPr>
          <a:xfrm>
            <a:off x="4409277" y="3218469"/>
            <a:ext cx="640080" cy="708724"/>
          </a:xfrm>
          <a:prstGeom prst="downArrow">
            <a:avLst/>
          </a:prstGeom>
          <a:solidFill>
            <a:srgbClr val="7030A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000910-9D21-4057-B64F-EFDFB5DDC114}"/>
              </a:ext>
            </a:extLst>
          </p:cNvPr>
          <p:cNvSpPr txBox="1"/>
          <p:nvPr/>
        </p:nvSpPr>
        <p:spPr>
          <a:xfrm>
            <a:off x="1138755" y="3351376"/>
            <a:ext cx="5549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x10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51A3F0-ECA4-48F6-9B63-DA0971A0862C}"/>
              </a:ext>
            </a:extLst>
          </p:cNvPr>
          <p:cNvSpPr txBox="1"/>
          <p:nvPr/>
        </p:nvSpPr>
        <p:spPr>
          <a:xfrm>
            <a:off x="5176288" y="3366788"/>
            <a:ext cx="5549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x10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EDEEEB-EC9E-4CB2-B832-D4F0BA796E95}"/>
              </a:ext>
            </a:extLst>
          </p:cNvPr>
          <p:cNvSpPr txBox="1"/>
          <p:nvPr/>
        </p:nvSpPr>
        <p:spPr>
          <a:xfrm>
            <a:off x="6977389" y="3939492"/>
            <a:ext cx="122341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3925784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4" grpId="0"/>
      <p:bldP spid="15" grpId="0"/>
      <p:bldP spid="16" grpId="0"/>
      <p:bldP spid="17" grpId="0"/>
      <p:bldP spid="18" grpId="0" animBg="1"/>
      <p:bldP spid="19" grpId="0"/>
      <p:bldP spid="20" grpId="0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01122A5-929E-4DBC-B0B6-1C8BBCE99F86}"/>
              </a:ext>
            </a:extLst>
          </p:cNvPr>
          <p:cNvSpPr/>
          <p:nvPr/>
        </p:nvSpPr>
        <p:spPr>
          <a:xfrm>
            <a:off x="649224" y="1482694"/>
            <a:ext cx="8607552" cy="416829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8C11EC-DE5D-42DA-A6A3-D7E344E00A1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464" y="463394"/>
            <a:ext cx="2913576" cy="1936316"/>
          </a:xfrm>
          <a:prstGeom prst="rect">
            <a:avLst/>
          </a:prstGeom>
        </p:spPr>
      </p:pic>
      <p:sp>
        <p:nvSpPr>
          <p:cNvPr id="3" name="Arrow: Down 2">
            <a:extLst>
              <a:ext uri="{FF2B5EF4-FFF2-40B4-BE49-F238E27FC236}">
                <a16:creationId xmlns:a16="http://schemas.microsoft.com/office/drawing/2014/main" id="{746D0723-7B8C-4E3C-9404-CE3531A1ED18}"/>
              </a:ext>
            </a:extLst>
          </p:cNvPr>
          <p:cNvSpPr/>
          <p:nvPr/>
        </p:nvSpPr>
        <p:spPr>
          <a:xfrm>
            <a:off x="1878641" y="3230768"/>
            <a:ext cx="640080" cy="708724"/>
          </a:xfrm>
          <a:prstGeom prst="downArrow">
            <a:avLst/>
          </a:prstGeom>
          <a:solidFill>
            <a:srgbClr val="7030A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09261B-688C-4257-8358-B14FF0742317}"/>
              </a:ext>
            </a:extLst>
          </p:cNvPr>
          <p:cNvSpPr txBox="1"/>
          <p:nvPr/>
        </p:nvSpPr>
        <p:spPr>
          <a:xfrm>
            <a:off x="1197448" y="1895030"/>
            <a:ext cx="200247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1.08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B0CB5D-558B-4E13-A33E-C82FEA83A491}"/>
              </a:ext>
            </a:extLst>
          </p:cNvPr>
          <p:cNvSpPr txBox="1"/>
          <p:nvPr/>
        </p:nvSpPr>
        <p:spPr>
          <a:xfrm>
            <a:off x="3105576" y="1895030"/>
            <a:ext cx="69602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÷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C3990A-69D2-4075-97C5-A1866124E02F}"/>
              </a:ext>
            </a:extLst>
          </p:cNvPr>
          <p:cNvSpPr txBox="1"/>
          <p:nvPr/>
        </p:nvSpPr>
        <p:spPr>
          <a:xfrm>
            <a:off x="3728083" y="1895030"/>
            <a:ext cx="200247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0.04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8D8D9A-A06C-4091-B2A1-286A3B63E8DC}"/>
              </a:ext>
            </a:extLst>
          </p:cNvPr>
          <p:cNvSpPr txBox="1"/>
          <p:nvPr/>
        </p:nvSpPr>
        <p:spPr>
          <a:xfrm>
            <a:off x="5789243" y="1895030"/>
            <a:ext cx="928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=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FC7FDA-85DB-4F41-B0E7-535B1DAB079A}"/>
              </a:ext>
            </a:extLst>
          </p:cNvPr>
          <p:cNvSpPr txBox="1"/>
          <p:nvPr/>
        </p:nvSpPr>
        <p:spPr>
          <a:xfrm>
            <a:off x="1327289" y="3939492"/>
            <a:ext cx="174278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108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566396-A907-48AE-B811-D02F56CF0D55}"/>
              </a:ext>
            </a:extLst>
          </p:cNvPr>
          <p:cNvSpPr txBox="1"/>
          <p:nvPr/>
        </p:nvSpPr>
        <p:spPr>
          <a:xfrm>
            <a:off x="3105576" y="3939492"/>
            <a:ext cx="69602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÷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4F580E-1677-4777-B9CD-DF907658E0BC}"/>
              </a:ext>
            </a:extLst>
          </p:cNvPr>
          <p:cNvSpPr txBox="1"/>
          <p:nvPr/>
        </p:nvSpPr>
        <p:spPr>
          <a:xfrm>
            <a:off x="4377298" y="3939492"/>
            <a:ext cx="70403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B085ED-4AFF-443D-B57F-5E7AC28AEC29}"/>
              </a:ext>
            </a:extLst>
          </p:cNvPr>
          <p:cNvSpPr txBox="1"/>
          <p:nvPr/>
        </p:nvSpPr>
        <p:spPr>
          <a:xfrm>
            <a:off x="5789243" y="3939492"/>
            <a:ext cx="928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= </a:t>
            </a: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8ABE610D-9897-4472-8F4F-93C7CB3BF903}"/>
              </a:ext>
            </a:extLst>
          </p:cNvPr>
          <p:cNvSpPr/>
          <p:nvPr/>
        </p:nvSpPr>
        <p:spPr>
          <a:xfrm>
            <a:off x="4409277" y="3218469"/>
            <a:ext cx="640080" cy="708724"/>
          </a:xfrm>
          <a:prstGeom prst="downArrow">
            <a:avLst/>
          </a:prstGeom>
          <a:solidFill>
            <a:srgbClr val="7030A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000910-9D21-4057-B64F-EFDFB5DDC114}"/>
              </a:ext>
            </a:extLst>
          </p:cNvPr>
          <p:cNvSpPr txBox="1"/>
          <p:nvPr/>
        </p:nvSpPr>
        <p:spPr>
          <a:xfrm>
            <a:off x="1138755" y="3351376"/>
            <a:ext cx="6848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x100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51A3F0-ECA4-48F6-9B63-DA0971A0862C}"/>
              </a:ext>
            </a:extLst>
          </p:cNvPr>
          <p:cNvSpPr txBox="1"/>
          <p:nvPr/>
        </p:nvSpPr>
        <p:spPr>
          <a:xfrm>
            <a:off x="5176288" y="3366788"/>
            <a:ext cx="6848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x100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EDEEEB-EC9E-4CB2-B832-D4F0BA796E95}"/>
              </a:ext>
            </a:extLst>
          </p:cNvPr>
          <p:cNvSpPr txBox="1"/>
          <p:nvPr/>
        </p:nvSpPr>
        <p:spPr>
          <a:xfrm>
            <a:off x="6977389" y="3939492"/>
            <a:ext cx="122341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701721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4" grpId="0"/>
      <p:bldP spid="15" grpId="0"/>
      <p:bldP spid="16" grpId="0"/>
      <p:bldP spid="17" grpId="0"/>
      <p:bldP spid="18" grpId="0" animBg="1"/>
      <p:bldP spid="19" grpId="0"/>
      <p:bldP spid="20" grpId="0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01122A5-929E-4DBC-B0B6-1C8BBCE99F86}"/>
              </a:ext>
            </a:extLst>
          </p:cNvPr>
          <p:cNvSpPr/>
          <p:nvPr/>
        </p:nvSpPr>
        <p:spPr>
          <a:xfrm>
            <a:off x="649224" y="1482694"/>
            <a:ext cx="8607552" cy="416829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8C11EC-DE5D-42DA-A6A3-D7E344E00A1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464" y="463394"/>
            <a:ext cx="2913576" cy="1936316"/>
          </a:xfrm>
          <a:prstGeom prst="rect">
            <a:avLst/>
          </a:prstGeom>
        </p:spPr>
      </p:pic>
      <p:sp>
        <p:nvSpPr>
          <p:cNvPr id="3" name="Arrow: Down 2">
            <a:extLst>
              <a:ext uri="{FF2B5EF4-FFF2-40B4-BE49-F238E27FC236}">
                <a16:creationId xmlns:a16="http://schemas.microsoft.com/office/drawing/2014/main" id="{746D0723-7B8C-4E3C-9404-CE3531A1ED18}"/>
              </a:ext>
            </a:extLst>
          </p:cNvPr>
          <p:cNvSpPr/>
          <p:nvPr/>
        </p:nvSpPr>
        <p:spPr>
          <a:xfrm>
            <a:off x="1878641" y="3230768"/>
            <a:ext cx="640080" cy="708724"/>
          </a:xfrm>
          <a:prstGeom prst="downArrow">
            <a:avLst/>
          </a:prstGeom>
          <a:solidFill>
            <a:srgbClr val="7030A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09261B-688C-4257-8358-B14FF0742317}"/>
              </a:ext>
            </a:extLst>
          </p:cNvPr>
          <p:cNvSpPr txBox="1"/>
          <p:nvPr/>
        </p:nvSpPr>
        <p:spPr>
          <a:xfrm>
            <a:off x="1197446" y="1895030"/>
            <a:ext cx="200247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0.42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B0CB5D-558B-4E13-A33E-C82FEA83A491}"/>
              </a:ext>
            </a:extLst>
          </p:cNvPr>
          <p:cNvSpPr txBox="1"/>
          <p:nvPr/>
        </p:nvSpPr>
        <p:spPr>
          <a:xfrm>
            <a:off x="3105576" y="1895030"/>
            <a:ext cx="69602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÷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C3990A-69D2-4075-97C5-A1866124E02F}"/>
              </a:ext>
            </a:extLst>
          </p:cNvPr>
          <p:cNvSpPr txBox="1"/>
          <p:nvPr/>
        </p:nvSpPr>
        <p:spPr>
          <a:xfrm>
            <a:off x="3728082" y="1895030"/>
            <a:ext cx="200247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0.14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8D8D9A-A06C-4091-B2A1-286A3B63E8DC}"/>
              </a:ext>
            </a:extLst>
          </p:cNvPr>
          <p:cNvSpPr txBox="1"/>
          <p:nvPr/>
        </p:nvSpPr>
        <p:spPr>
          <a:xfrm>
            <a:off x="5789243" y="1895030"/>
            <a:ext cx="928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=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FC7FDA-85DB-4F41-B0E7-535B1DAB079A}"/>
              </a:ext>
            </a:extLst>
          </p:cNvPr>
          <p:cNvSpPr txBox="1"/>
          <p:nvPr/>
        </p:nvSpPr>
        <p:spPr>
          <a:xfrm>
            <a:off x="1586973" y="3939492"/>
            <a:ext cx="122341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42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566396-A907-48AE-B811-D02F56CF0D55}"/>
              </a:ext>
            </a:extLst>
          </p:cNvPr>
          <p:cNvSpPr txBox="1"/>
          <p:nvPr/>
        </p:nvSpPr>
        <p:spPr>
          <a:xfrm>
            <a:off x="3105576" y="3939492"/>
            <a:ext cx="69602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÷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4F580E-1677-4777-B9CD-DF907658E0BC}"/>
              </a:ext>
            </a:extLst>
          </p:cNvPr>
          <p:cNvSpPr txBox="1"/>
          <p:nvPr/>
        </p:nvSpPr>
        <p:spPr>
          <a:xfrm>
            <a:off x="4117612" y="3939492"/>
            <a:ext cx="122341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14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B085ED-4AFF-443D-B57F-5E7AC28AEC29}"/>
              </a:ext>
            </a:extLst>
          </p:cNvPr>
          <p:cNvSpPr txBox="1"/>
          <p:nvPr/>
        </p:nvSpPr>
        <p:spPr>
          <a:xfrm>
            <a:off x="5789243" y="3939492"/>
            <a:ext cx="928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= </a:t>
            </a: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8ABE610D-9897-4472-8F4F-93C7CB3BF903}"/>
              </a:ext>
            </a:extLst>
          </p:cNvPr>
          <p:cNvSpPr/>
          <p:nvPr/>
        </p:nvSpPr>
        <p:spPr>
          <a:xfrm>
            <a:off x="4409277" y="3218469"/>
            <a:ext cx="640080" cy="708724"/>
          </a:xfrm>
          <a:prstGeom prst="downArrow">
            <a:avLst/>
          </a:prstGeom>
          <a:solidFill>
            <a:srgbClr val="7030A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000910-9D21-4057-B64F-EFDFB5DDC114}"/>
              </a:ext>
            </a:extLst>
          </p:cNvPr>
          <p:cNvSpPr txBox="1"/>
          <p:nvPr/>
        </p:nvSpPr>
        <p:spPr>
          <a:xfrm>
            <a:off x="1138755" y="3351376"/>
            <a:ext cx="6848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x100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51A3F0-ECA4-48F6-9B63-DA0971A0862C}"/>
              </a:ext>
            </a:extLst>
          </p:cNvPr>
          <p:cNvSpPr txBox="1"/>
          <p:nvPr/>
        </p:nvSpPr>
        <p:spPr>
          <a:xfrm>
            <a:off x="5176288" y="3366788"/>
            <a:ext cx="6848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x100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EDEEEB-EC9E-4CB2-B832-D4F0BA796E95}"/>
              </a:ext>
            </a:extLst>
          </p:cNvPr>
          <p:cNvSpPr txBox="1"/>
          <p:nvPr/>
        </p:nvSpPr>
        <p:spPr>
          <a:xfrm>
            <a:off x="7237075" y="3939492"/>
            <a:ext cx="70403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931618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4" grpId="0"/>
      <p:bldP spid="15" grpId="0"/>
      <p:bldP spid="16" grpId="0"/>
      <p:bldP spid="17" grpId="0"/>
      <p:bldP spid="18" grpId="0" animBg="1"/>
      <p:bldP spid="19" grpId="0"/>
      <p:bldP spid="20" grpId="0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01122A5-929E-4DBC-B0B6-1C8BBCE99F86}"/>
              </a:ext>
            </a:extLst>
          </p:cNvPr>
          <p:cNvSpPr/>
          <p:nvPr/>
        </p:nvSpPr>
        <p:spPr>
          <a:xfrm>
            <a:off x="649224" y="1482694"/>
            <a:ext cx="8607552" cy="416829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8C11EC-DE5D-42DA-A6A3-D7E344E00A1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464" y="463394"/>
            <a:ext cx="2913576" cy="1936316"/>
          </a:xfrm>
          <a:prstGeom prst="rect">
            <a:avLst/>
          </a:prstGeom>
        </p:spPr>
      </p:pic>
      <p:sp>
        <p:nvSpPr>
          <p:cNvPr id="3" name="Arrow: Down 2">
            <a:extLst>
              <a:ext uri="{FF2B5EF4-FFF2-40B4-BE49-F238E27FC236}">
                <a16:creationId xmlns:a16="http://schemas.microsoft.com/office/drawing/2014/main" id="{746D0723-7B8C-4E3C-9404-CE3531A1ED18}"/>
              </a:ext>
            </a:extLst>
          </p:cNvPr>
          <p:cNvSpPr/>
          <p:nvPr/>
        </p:nvSpPr>
        <p:spPr>
          <a:xfrm>
            <a:off x="1878641" y="3230768"/>
            <a:ext cx="640080" cy="708724"/>
          </a:xfrm>
          <a:prstGeom prst="downArrow">
            <a:avLst/>
          </a:prstGeom>
          <a:solidFill>
            <a:srgbClr val="7030A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09261B-688C-4257-8358-B14FF0742317}"/>
              </a:ext>
            </a:extLst>
          </p:cNvPr>
          <p:cNvSpPr txBox="1"/>
          <p:nvPr/>
        </p:nvSpPr>
        <p:spPr>
          <a:xfrm>
            <a:off x="1457134" y="1895030"/>
            <a:ext cx="148309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5.6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B0CB5D-558B-4E13-A33E-C82FEA83A491}"/>
              </a:ext>
            </a:extLst>
          </p:cNvPr>
          <p:cNvSpPr txBox="1"/>
          <p:nvPr/>
        </p:nvSpPr>
        <p:spPr>
          <a:xfrm>
            <a:off x="3105576" y="1895030"/>
            <a:ext cx="69602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÷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C3990A-69D2-4075-97C5-A1866124E02F}"/>
              </a:ext>
            </a:extLst>
          </p:cNvPr>
          <p:cNvSpPr txBox="1"/>
          <p:nvPr/>
        </p:nvSpPr>
        <p:spPr>
          <a:xfrm>
            <a:off x="3987770" y="1895030"/>
            <a:ext cx="148309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0.4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8D8D9A-A06C-4091-B2A1-286A3B63E8DC}"/>
              </a:ext>
            </a:extLst>
          </p:cNvPr>
          <p:cNvSpPr txBox="1"/>
          <p:nvPr/>
        </p:nvSpPr>
        <p:spPr>
          <a:xfrm>
            <a:off x="5789243" y="1895030"/>
            <a:ext cx="928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=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FC7FDA-85DB-4F41-B0E7-535B1DAB079A}"/>
              </a:ext>
            </a:extLst>
          </p:cNvPr>
          <p:cNvSpPr txBox="1"/>
          <p:nvPr/>
        </p:nvSpPr>
        <p:spPr>
          <a:xfrm>
            <a:off x="1586976" y="3939492"/>
            <a:ext cx="122341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56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566396-A907-48AE-B811-D02F56CF0D55}"/>
              </a:ext>
            </a:extLst>
          </p:cNvPr>
          <p:cNvSpPr txBox="1"/>
          <p:nvPr/>
        </p:nvSpPr>
        <p:spPr>
          <a:xfrm>
            <a:off x="3105576" y="3939492"/>
            <a:ext cx="69602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÷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4F580E-1677-4777-B9CD-DF907658E0BC}"/>
              </a:ext>
            </a:extLst>
          </p:cNvPr>
          <p:cNvSpPr txBox="1"/>
          <p:nvPr/>
        </p:nvSpPr>
        <p:spPr>
          <a:xfrm>
            <a:off x="4377298" y="3939492"/>
            <a:ext cx="70403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B085ED-4AFF-443D-B57F-5E7AC28AEC29}"/>
              </a:ext>
            </a:extLst>
          </p:cNvPr>
          <p:cNvSpPr txBox="1"/>
          <p:nvPr/>
        </p:nvSpPr>
        <p:spPr>
          <a:xfrm>
            <a:off x="5789243" y="3939492"/>
            <a:ext cx="928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= </a:t>
            </a: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8ABE610D-9897-4472-8F4F-93C7CB3BF903}"/>
              </a:ext>
            </a:extLst>
          </p:cNvPr>
          <p:cNvSpPr/>
          <p:nvPr/>
        </p:nvSpPr>
        <p:spPr>
          <a:xfrm>
            <a:off x="4409277" y="3218469"/>
            <a:ext cx="640080" cy="708724"/>
          </a:xfrm>
          <a:prstGeom prst="downArrow">
            <a:avLst/>
          </a:prstGeom>
          <a:solidFill>
            <a:srgbClr val="7030A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000910-9D21-4057-B64F-EFDFB5DDC114}"/>
              </a:ext>
            </a:extLst>
          </p:cNvPr>
          <p:cNvSpPr txBox="1"/>
          <p:nvPr/>
        </p:nvSpPr>
        <p:spPr>
          <a:xfrm>
            <a:off x="1138755" y="3351376"/>
            <a:ext cx="5549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x10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51A3F0-ECA4-48F6-9B63-DA0971A0862C}"/>
              </a:ext>
            </a:extLst>
          </p:cNvPr>
          <p:cNvSpPr txBox="1"/>
          <p:nvPr/>
        </p:nvSpPr>
        <p:spPr>
          <a:xfrm>
            <a:off x="5176288" y="3366788"/>
            <a:ext cx="5549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x10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EDEEEB-EC9E-4CB2-B832-D4F0BA796E95}"/>
              </a:ext>
            </a:extLst>
          </p:cNvPr>
          <p:cNvSpPr txBox="1"/>
          <p:nvPr/>
        </p:nvSpPr>
        <p:spPr>
          <a:xfrm>
            <a:off x="6977389" y="3939492"/>
            <a:ext cx="122341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88921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4" grpId="0"/>
      <p:bldP spid="15" grpId="0"/>
      <p:bldP spid="16" grpId="0"/>
      <p:bldP spid="17" grpId="0"/>
      <p:bldP spid="18" grpId="0" animBg="1"/>
      <p:bldP spid="19" grpId="0"/>
      <p:bldP spid="20" grpId="0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01122A5-929E-4DBC-B0B6-1C8BBCE99F86}"/>
              </a:ext>
            </a:extLst>
          </p:cNvPr>
          <p:cNvSpPr/>
          <p:nvPr/>
        </p:nvSpPr>
        <p:spPr>
          <a:xfrm>
            <a:off x="649224" y="1482694"/>
            <a:ext cx="8607552" cy="416829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8C11EC-DE5D-42DA-A6A3-D7E344E00A1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464" y="463394"/>
            <a:ext cx="2913576" cy="1936316"/>
          </a:xfrm>
          <a:prstGeom prst="rect">
            <a:avLst/>
          </a:prstGeom>
        </p:spPr>
      </p:pic>
      <p:sp>
        <p:nvSpPr>
          <p:cNvPr id="3" name="Arrow: Down 2">
            <a:extLst>
              <a:ext uri="{FF2B5EF4-FFF2-40B4-BE49-F238E27FC236}">
                <a16:creationId xmlns:a16="http://schemas.microsoft.com/office/drawing/2014/main" id="{746D0723-7B8C-4E3C-9404-CE3531A1ED18}"/>
              </a:ext>
            </a:extLst>
          </p:cNvPr>
          <p:cNvSpPr/>
          <p:nvPr/>
        </p:nvSpPr>
        <p:spPr>
          <a:xfrm>
            <a:off x="1878641" y="3230768"/>
            <a:ext cx="640080" cy="708724"/>
          </a:xfrm>
          <a:prstGeom prst="downArrow">
            <a:avLst/>
          </a:prstGeom>
          <a:solidFill>
            <a:srgbClr val="7030A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09261B-688C-4257-8358-B14FF0742317}"/>
              </a:ext>
            </a:extLst>
          </p:cNvPr>
          <p:cNvSpPr txBox="1"/>
          <p:nvPr/>
        </p:nvSpPr>
        <p:spPr>
          <a:xfrm>
            <a:off x="1197448" y="1895030"/>
            <a:ext cx="200247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14.4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B0CB5D-558B-4E13-A33E-C82FEA83A491}"/>
              </a:ext>
            </a:extLst>
          </p:cNvPr>
          <p:cNvSpPr txBox="1"/>
          <p:nvPr/>
        </p:nvSpPr>
        <p:spPr>
          <a:xfrm>
            <a:off x="3105576" y="1895030"/>
            <a:ext cx="69602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÷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C3990A-69D2-4075-97C5-A1866124E02F}"/>
              </a:ext>
            </a:extLst>
          </p:cNvPr>
          <p:cNvSpPr txBox="1"/>
          <p:nvPr/>
        </p:nvSpPr>
        <p:spPr>
          <a:xfrm>
            <a:off x="3987770" y="1895030"/>
            <a:ext cx="148309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0.6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8D8D9A-A06C-4091-B2A1-286A3B63E8DC}"/>
              </a:ext>
            </a:extLst>
          </p:cNvPr>
          <p:cNvSpPr txBox="1"/>
          <p:nvPr/>
        </p:nvSpPr>
        <p:spPr>
          <a:xfrm>
            <a:off x="5789243" y="1895030"/>
            <a:ext cx="928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=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FC7FDA-85DB-4F41-B0E7-535B1DAB079A}"/>
              </a:ext>
            </a:extLst>
          </p:cNvPr>
          <p:cNvSpPr txBox="1"/>
          <p:nvPr/>
        </p:nvSpPr>
        <p:spPr>
          <a:xfrm>
            <a:off x="1327290" y="3939492"/>
            <a:ext cx="174278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144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566396-A907-48AE-B811-D02F56CF0D55}"/>
              </a:ext>
            </a:extLst>
          </p:cNvPr>
          <p:cNvSpPr txBox="1"/>
          <p:nvPr/>
        </p:nvSpPr>
        <p:spPr>
          <a:xfrm>
            <a:off x="3105576" y="3939492"/>
            <a:ext cx="69602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÷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4F580E-1677-4777-B9CD-DF907658E0BC}"/>
              </a:ext>
            </a:extLst>
          </p:cNvPr>
          <p:cNvSpPr txBox="1"/>
          <p:nvPr/>
        </p:nvSpPr>
        <p:spPr>
          <a:xfrm>
            <a:off x="4377298" y="3939492"/>
            <a:ext cx="70403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B085ED-4AFF-443D-B57F-5E7AC28AEC29}"/>
              </a:ext>
            </a:extLst>
          </p:cNvPr>
          <p:cNvSpPr txBox="1"/>
          <p:nvPr/>
        </p:nvSpPr>
        <p:spPr>
          <a:xfrm>
            <a:off x="5789243" y="3939492"/>
            <a:ext cx="928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= </a:t>
            </a: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8ABE610D-9897-4472-8F4F-93C7CB3BF903}"/>
              </a:ext>
            </a:extLst>
          </p:cNvPr>
          <p:cNvSpPr/>
          <p:nvPr/>
        </p:nvSpPr>
        <p:spPr>
          <a:xfrm>
            <a:off x="4409277" y="3218469"/>
            <a:ext cx="640080" cy="708724"/>
          </a:xfrm>
          <a:prstGeom prst="downArrow">
            <a:avLst/>
          </a:prstGeom>
          <a:solidFill>
            <a:srgbClr val="7030A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000910-9D21-4057-B64F-EFDFB5DDC114}"/>
              </a:ext>
            </a:extLst>
          </p:cNvPr>
          <p:cNvSpPr txBox="1"/>
          <p:nvPr/>
        </p:nvSpPr>
        <p:spPr>
          <a:xfrm>
            <a:off x="1138755" y="3351376"/>
            <a:ext cx="5549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x10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51A3F0-ECA4-48F6-9B63-DA0971A0862C}"/>
              </a:ext>
            </a:extLst>
          </p:cNvPr>
          <p:cNvSpPr txBox="1"/>
          <p:nvPr/>
        </p:nvSpPr>
        <p:spPr>
          <a:xfrm>
            <a:off x="5176288" y="3366788"/>
            <a:ext cx="5549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x10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EDEEEB-EC9E-4CB2-B832-D4F0BA796E95}"/>
              </a:ext>
            </a:extLst>
          </p:cNvPr>
          <p:cNvSpPr txBox="1"/>
          <p:nvPr/>
        </p:nvSpPr>
        <p:spPr>
          <a:xfrm>
            <a:off x="6977389" y="3939492"/>
            <a:ext cx="122341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501614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4" grpId="0"/>
      <p:bldP spid="15" grpId="0"/>
      <p:bldP spid="16" grpId="0"/>
      <p:bldP spid="17" grpId="0"/>
      <p:bldP spid="18" grpId="0" animBg="1"/>
      <p:bldP spid="19" grpId="0"/>
      <p:bldP spid="20" grpId="0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01122A5-929E-4DBC-B0B6-1C8BBCE99F86}"/>
              </a:ext>
            </a:extLst>
          </p:cNvPr>
          <p:cNvSpPr/>
          <p:nvPr/>
        </p:nvSpPr>
        <p:spPr>
          <a:xfrm>
            <a:off x="649224" y="1482694"/>
            <a:ext cx="8607552" cy="416829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8C11EC-DE5D-42DA-A6A3-D7E344E00A1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464" y="463394"/>
            <a:ext cx="2913576" cy="1936316"/>
          </a:xfrm>
          <a:prstGeom prst="rect">
            <a:avLst/>
          </a:prstGeom>
        </p:spPr>
      </p:pic>
      <p:sp>
        <p:nvSpPr>
          <p:cNvPr id="3" name="Arrow: Down 2">
            <a:extLst>
              <a:ext uri="{FF2B5EF4-FFF2-40B4-BE49-F238E27FC236}">
                <a16:creationId xmlns:a16="http://schemas.microsoft.com/office/drawing/2014/main" id="{746D0723-7B8C-4E3C-9404-CE3531A1ED18}"/>
              </a:ext>
            </a:extLst>
          </p:cNvPr>
          <p:cNvSpPr/>
          <p:nvPr/>
        </p:nvSpPr>
        <p:spPr>
          <a:xfrm>
            <a:off x="1878641" y="3230768"/>
            <a:ext cx="640080" cy="708724"/>
          </a:xfrm>
          <a:prstGeom prst="downArrow">
            <a:avLst/>
          </a:prstGeom>
          <a:solidFill>
            <a:srgbClr val="7030A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09261B-688C-4257-8358-B14FF0742317}"/>
              </a:ext>
            </a:extLst>
          </p:cNvPr>
          <p:cNvSpPr txBox="1"/>
          <p:nvPr/>
        </p:nvSpPr>
        <p:spPr>
          <a:xfrm>
            <a:off x="1197448" y="1895030"/>
            <a:ext cx="200247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3.15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B0CB5D-558B-4E13-A33E-C82FEA83A491}"/>
              </a:ext>
            </a:extLst>
          </p:cNvPr>
          <p:cNvSpPr txBox="1"/>
          <p:nvPr/>
        </p:nvSpPr>
        <p:spPr>
          <a:xfrm>
            <a:off x="3105576" y="1895030"/>
            <a:ext cx="69602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÷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C3990A-69D2-4075-97C5-A1866124E02F}"/>
              </a:ext>
            </a:extLst>
          </p:cNvPr>
          <p:cNvSpPr txBox="1"/>
          <p:nvPr/>
        </p:nvSpPr>
        <p:spPr>
          <a:xfrm>
            <a:off x="3728083" y="1895030"/>
            <a:ext cx="200247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0.05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8D8D9A-A06C-4091-B2A1-286A3B63E8DC}"/>
              </a:ext>
            </a:extLst>
          </p:cNvPr>
          <p:cNvSpPr txBox="1"/>
          <p:nvPr/>
        </p:nvSpPr>
        <p:spPr>
          <a:xfrm>
            <a:off x="5789243" y="1895030"/>
            <a:ext cx="928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=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FC7FDA-85DB-4F41-B0E7-535B1DAB079A}"/>
              </a:ext>
            </a:extLst>
          </p:cNvPr>
          <p:cNvSpPr txBox="1"/>
          <p:nvPr/>
        </p:nvSpPr>
        <p:spPr>
          <a:xfrm>
            <a:off x="1327288" y="3939492"/>
            <a:ext cx="174278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315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566396-A907-48AE-B811-D02F56CF0D55}"/>
              </a:ext>
            </a:extLst>
          </p:cNvPr>
          <p:cNvSpPr txBox="1"/>
          <p:nvPr/>
        </p:nvSpPr>
        <p:spPr>
          <a:xfrm>
            <a:off x="3105576" y="3939492"/>
            <a:ext cx="69602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÷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4F580E-1677-4777-B9CD-DF907658E0BC}"/>
              </a:ext>
            </a:extLst>
          </p:cNvPr>
          <p:cNvSpPr txBox="1"/>
          <p:nvPr/>
        </p:nvSpPr>
        <p:spPr>
          <a:xfrm>
            <a:off x="4377298" y="3939492"/>
            <a:ext cx="70403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B085ED-4AFF-443D-B57F-5E7AC28AEC29}"/>
              </a:ext>
            </a:extLst>
          </p:cNvPr>
          <p:cNvSpPr txBox="1"/>
          <p:nvPr/>
        </p:nvSpPr>
        <p:spPr>
          <a:xfrm>
            <a:off x="5789243" y="3939492"/>
            <a:ext cx="928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= </a:t>
            </a: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8ABE610D-9897-4472-8F4F-93C7CB3BF903}"/>
              </a:ext>
            </a:extLst>
          </p:cNvPr>
          <p:cNvSpPr/>
          <p:nvPr/>
        </p:nvSpPr>
        <p:spPr>
          <a:xfrm>
            <a:off x="4409277" y="3218469"/>
            <a:ext cx="640080" cy="708724"/>
          </a:xfrm>
          <a:prstGeom prst="downArrow">
            <a:avLst/>
          </a:prstGeom>
          <a:solidFill>
            <a:srgbClr val="7030A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000910-9D21-4057-B64F-EFDFB5DDC114}"/>
              </a:ext>
            </a:extLst>
          </p:cNvPr>
          <p:cNvSpPr txBox="1"/>
          <p:nvPr/>
        </p:nvSpPr>
        <p:spPr>
          <a:xfrm>
            <a:off x="1138755" y="3351376"/>
            <a:ext cx="6848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x100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51A3F0-ECA4-48F6-9B63-DA0971A0862C}"/>
              </a:ext>
            </a:extLst>
          </p:cNvPr>
          <p:cNvSpPr txBox="1"/>
          <p:nvPr/>
        </p:nvSpPr>
        <p:spPr>
          <a:xfrm>
            <a:off x="5176288" y="3366788"/>
            <a:ext cx="6848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x100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EDEEEB-EC9E-4CB2-B832-D4F0BA796E95}"/>
              </a:ext>
            </a:extLst>
          </p:cNvPr>
          <p:cNvSpPr txBox="1"/>
          <p:nvPr/>
        </p:nvSpPr>
        <p:spPr>
          <a:xfrm>
            <a:off x="6977389" y="3939492"/>
            <a:ext cx="122341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63</a:t>
            </a:r>
          </a:p>
        </p:txBody>
      </p:sp>
    </p:spTree>
    <p:extLst>
      <p:ext uri="{BB962C8B-B14F-4D97-AF65-F5344CB8AC3E}">
        <p14:creationId xmlns:p14="http://schemas.microsoft.com/office/powerpoint/2010/main" val="3619504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4" grpId="0"/>
      <p:bldP spid="15" grpId="0"/>
      <p:bldP spid="16" grpId="0"/>
      <p:bldP spid="17" grpId="0"/>
      <p:bldP spid="18" grpId="0" animBg="1"/>
      <p:bldP spid="19" grpId="0"/>
      <p:bldP spid="20" grpId="0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01122A5-929E-4DBC-B0B6-1C8BBCE99F86}"/>
              </a:ext>
            </a:extLst>
          </p:cNvPr>
          <p:cNvSpPr/>
          <p:nvPr/>
        </p:nvSpPr>
        <p:spPr>
          <a:xfrm>
            <a:off x="649224" y="1482694"/>
            <a:ext cx="8607552" cy="416829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8C11EC-DE5D-42DA-A6A3-D7E344E00A1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464" y="463394"/>
            <a:ext cx="2913576" cy="1936316"/>
          </a:xfrm>
          <a:prstGeom prst="rect">
            <a:avLst/>
          </a:prstGeom>
        </p:spPr>
      </p:pic>
      <p:sp>
        <p:nvSpPr>
          <p:cNvPr id="3" name="Arrow: Down 2">
            <a:extLst>
              <a:ext uri="{FF2B5EF4-FFF2-40B4-BE49-F238E27FC236}">
                <a16:creationId xmlns:a16="http://schemas.microsoft.com/office/drawing/2014/main" id="{746D0723-7B8C-4E3C-9404-CE3531A1ED18}"/>
              </a:ext>
            </a:extLst>
          </p:cNvPr>
          <p:cNvSpPr/>
          <p:nvPr/>
        </p:nvSpPr>
        <p:spPr>
          <a:xfrm>
            <a:off x="1878641" y="3230768"/>
            <a:ext cx="640080" cy="708724"/>
          </a:xfrm>
          <a:prstGeom prst="downArrow">
            <a:avLst/>
          </a:prstGeom>
          <a:solidFill>
            <a:srgbClr val="7030A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09261B-688C-4257-8358-B14FF0742317}"/>
              </a:ext>
            </a:extLst>
          </p:cNvPr>
          <p:cNvSpPr txBox="1"/>
          <p:nvPr/>
        </p:nvSpPr>
        <p:spPr>
          <a:xfrm>
            <a:off x="1197446" y="1895030"/>
            <a:ext cx="200247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15.4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B0CB5D-558B-4E13-A33E-C82FEA83A491}"/>
              </a:ext>
            </a:extLst>
          </p:cNvPr>
          <p:cNvSpPr txBox="1"/>
          <p:nvPr/>
        </p:nvSpPr>
        <p:spPr>
          <a:xfrm>
            <a:off x="3105576" y="1895030"/>
            <a:ext cx="69602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÷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C3990A-69D2-4075-97C5-A1866124E02F}"/>
              </a:ext>
            </a:extLst>
          </p:cNvPr>
          <p:cNvSpPr txBox="1"/>
          <p:nvPr/>
        </p:nvSpPr>
        <p:spPr>
          <a:xfrm>
            <a:off x="3987770" y="1895030"/>
            <a:ext cx="148309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0.7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8D8D9A-A06C-4091-B2A1-286A3B63E8DC}"/>
              </a:ext>
            </a:extLst>
          </p:cNvPr>
          <p:cNvSpPr txBox="1"/>
          <p:nvPr/>
        </p:nvSpPr>
        <p:spPr>
          <a:xfrm>
            <a:off x="5789243" y="1895030"/>
            <a:ext cx="928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=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FC7FDA-85DB-4F41-B0E7-535B1DAB079A}"/>
              </a:ext>
            </a:extLst>
          </p:cNvPr>
          <p:cNvSpPr txBox="1"/>
          <p:nvPr/>
        </p:nvSpPr>
        <p:spPr>
          <a:xfrm>
            <a:off x="1327290" y="3939492"/>
            <a:ext cx="174278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154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566396-A907-48AE-B811-D02F56CF0D55}"/>
              </a:ext>
            </a:extLst>
          </p:cNvPr>
          <p:cNvSpPr txBox="1"/>
          <p:nvPr/>
        </p:nvSpPr>
        <p:spPr>
          <a:xfrm>
            <a:off x="3105576" y="3939492"/>
            <a:ext cx="69602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÷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4F580E-1677-4777-B9CD-DF907658E0BC}"/>
              </a:ext>
            </a:extLst>
          </p:cNvPr>
          <p:cNvSpPr txBox="1"/>
          <p:nvPr/>
        </p:nvSpPr>
        <p:spPr>
          <a:xfrm>
            <a:off x="4377298" y="3939492"/>
            <a:ext cx="70403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B085ED-4AFF-443D-B57F-5E7AC28AEC29}"/>
              </a:ext>
            </a:extLst>
          </p:cNvPr>
          <p:cNvSpPr txBox="1"/>
          <p:nvPr/>
        </p:nvSpPr>
        <p:spPr>
          <a:xfrm>
            <a:off x="5789243" y="3939492"/>
            <a:ext cx="928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= </a:t>
            </a: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8ABE610D-9897-4472-8F4F-93C7CB3BF903}"/>
              </a:ext>
            </a:extLst>
          </p:cNvPr>
          <p:cNvSpPr/>
          <p:nvPr/>
        </p:nvSpPr>
        <p:spPr>
          <a:xfrm>
            <a:off x="4409277" y="3218469"/>
            <a:ext cx="640080" cy="708724"/>
          </a:xfrm>
          <a:prstGeom prst="downArrow">
            <a:avLst/>
          </a:prstGeom>
          <a:solidFill>
            <a:srgbClr val="7030A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000910-9D21-4057-B64F-EFDFB5DDC114}"/>
              </a:ext>
            </a:extLst>
          </p:cNvPr>
          <p:cNvSpPr txBox="1"/>
          <p:nvPr/>
        </p:nvSpPr>
        <p:spPr>
          <a:xfrm>
            <a:off x="1138755" y="3351376"/>
            <a:ext cx="5549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x10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51A3F0-ECA4-48F6-9B63-DA0971A0862C}"/>
              </a:ext>
            </a:extLst>
          </p:cNvPr>
          <p:cNvSpPr txBox="1"/>
          <p:nvPr/>
        </p:nvSpPr>
        <p:spPr>
          <a:xfrm>
            <a:off x="5176288" y="3366788"/>
            <a:ext cx="5549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x10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EDEEEB-EC9E-4CB2-B832-D4F0BA796E95}"/>
              </a:ext>
            </a:extLst>
          </p:cNvPr>
          <p:cNvSpPr txBox="1"/>
          <p:nvPr/>
        </p:nvSpPr>
        <p:spPr>
          <a:xfrm>
            <a:off x="6977389" y="3939492"/>
            <a:ext cx="122341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3532302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4" grpId="0"/>
      <p:bldP spid="15" grpId="0"/>
      <p:bldP spid="16" grpId="0"/>
      <p:bldP spid="17" grpId="0"/>
      <p:bldP spid="18" grpId="0" animBg="1"/>
      <p:bldP spid="19" grpId="0"/>
      <p:bldP spid="20" grpId="0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01122A5-929E-4DBC-B0B6-1C8BBCE99F86}"/>
              </a:ext>
            </a:extLst>
          </p:cNvPr>
          <p:cNvSpPr/>
          <p:nvPr/>
        </p:nvSpPr>
        <p:spPr>
          <a:xfrm>
            <a:off x="649224" y="1482694"/>
            <a:ext cx="8607552" cy="416829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8C11EC-DE5D-42DA-A6A3-D7E344E00A1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464" y="463394"/>
            <a:ext cx="2913576" cy="1936316"/>
          </a:xfrm>
          <a:prstGeom prst="rect">
            <a:avLst/>
          </a:prstGeom>
        </p:spPr>
      </p:pic>
      <p:sp>
        <p:nvSpPr>
          <p:cNvPr id="3" name="Arrow: Down 2">
            <a:extLst>
              <a:ext uri="{FF2B5EF4-FFF2-40B4-BE49-F238E27FC236}">
                <a16:creationId xmlns:a16="http://schemas.microsoft.com/office/drawing/2014/main" id="{746D0723-7B8C-4E3C-9404-CE3531A1ED18}"/>
              </a:ext>
            </a:extLst>
          </p:cNvPr>
          <p:cNvSpPr/>
          <p:nvPr/>
        </p:nvSpPr>
        <p:spPr>
          <a:xfrm>
            <a:off x="1878641" y="3230768"/>
            <a:ext cx="640080" cy="708724"/>
          </a:xfrm>
          <a:prstGeom prst="downArrow">
            <a:avLst/>
          </a:prstGeom>
          <a:solidFill>
            <a:srgbClr val="7030A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09261B-688C-4257-8358-B14FF0742317}"/>
              </a:ext>
            </a:extLst>
          </p:cNvPr>
          <p:cNvSpPr txBox="1"/>
          <p:nvPr/>
        </p:nvSpPr>
        <p:spPr>
          <a:xfrm>
            <a:off x="1197449" y="1895030"/>
            <a:ext cx="200247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1.26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B0CB5D-558B-4E13-A33E-C82FEA83A491}"/>
              </a:ext>
            </a:extLst>
          </p:cNvPr>
          <p:cNvSpPr txBox="1"/>
          <p:nvPr/>
        </p:nvSpPr>
        <p:spPr>
          <a:xfrm>
            <a:off x="3105576" y="1895030"/>
            <a:ext cx="69602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÷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C3990A-69D2-4075-97C5-A1866124E02F}"/>
              </a:ext>
            </a:extLst>
          </p:cNvPr>
          <p:cNvSpPr txBox="1"/>
          <p:nvPr/>
        </p:nvSpPr>
        <p:spPr>
          <a:xfrm>
            <a:off x="3728083" y="1895030"/>
            <a:ext cx="200247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0.03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8D8D9A-A06C-4091-B2A1-286A3B63E8DC}"/>
              </a:ext>
            </a:extLst>
          </p:cNvPr>
          <p:cNvSpPr txBox="1"/>
          <p:nvPr/>
        </p:nvSpPr>
        <p:spPr>
          <a:xfrm>
            <a:off x="5789243" y="1895030"/>
            <a:ext cx="928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=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FC7FDA-85DB-4F41-B0E7-535B1DAB079A}"/>
              </a:ext>
            </a:extLst>
          </p:cNvPr>
          <p:cNvSpPr txBox="1"/>
          <p:nvPr/>
        </p:nvSpPr>
        <p:spPr>
          <a:xfrm>
            <a:off x="1327289" y="3939492"/>
            <a:ext cx="174278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126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566396-A907-48AE-B811-D02F56CF0D55}"/>
              </a:ext>
            </a:extLst>
          </p:cNvPr>
          <p:cNvSpPr txBox="1"/>
          <p:nvPr/>
        </p:nvSpPr>
        <p:spPr>
          <a:xfrm>
            <a:off x="3105576" y="3939492"/>
            <a:ext cx="69602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÷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4F580E-1677-4777-B9CD-DF907658E0BC}"/>
              </a:ext>
            </a:extLst>
          </p:cNvPr>
          <p:cNvSpPr txBox="1"/>
          <p:nvPr/>
        </p:nvSpPr>
        <p:spPr>
          <a:xfrm>
            <a:off x="4377298" y="3939492"/>
            <a:ext cx="70403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B085ED-4AFF-443D-B57F-5E7AC28AEC29}"/>
              </a:ext>
            </a:extLst>
          </p:cNvPr>
          <p:cNvSpPr txBox="1"/>
          <p:nvPr/>
        </p:nvSpPr>
        <p:spPr>
          <a:xfrm>
            <a:off x="5789243" y="3939492"/>
            <a:ext cx="928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= </a:t>
            </a: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8ABE610D-9897-4472-8F4F-93C7CB3BF903}"/>
              </a:ext>
            </a:extLst>
          </p:cNvPr>
          <p:cNvSpPr/>
          <p:nvPr/>
        </p:nvSpPr>
        <p:spPr>
          <a:xfrm>
            <a:off x="4409277" y="3218469"/>
            <a:ext cx="640080" cy="708724"/>
          </a:xfrm>
          <a:prstGeom prst="downArrow">
            <a:avLst/>
          </a:prstGeom>
          <a:solidFill>
            <a:srgbClr val="7030A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000910-9D21-4057-B64F-EFDFB5DDC114}"/>
              </a:ext>
            </a:extLst>
          </p:cNvPr>
          <p:cNvSpPr txBox="1"/>
          <p:nvPr/>
        </p:nvSpPr>
        <p:spPr>
          <a:xfrm>
            <a:off x="1138755" y="3351376"/>
            <a:ext cx="6848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x100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51A3F0-ECA4-48F6-9B63-DA0971A0862C}"/>
              </a:ext>
            </a:extLst>
          </p:cNvPr>
          <p:cNvSpPr txBox="1"/>
          <p:nvPr/>
        </p:nvSpPr>
        <p:spPr>
          <a:xfrm>
            <a:off x="5176288" y="3366788"/>
            <a:ext cx="6848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x100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EDEEEB-EC9E-4CB2-B832-D4F0BA796E95}"/>
              </a:ext>
            </a:extLst>
          </p:cNvPr>
          <p:cNvSpPr txBox="1"/>
          <p:nvPr/>
        </p:nvSpPr>
        <p:spPr>
          <a:xfrm>
            <a:off x="6977389" y="3939492"/>
            <a:ext cx="122341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731709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4" grpId="0"/>
      <p:bldP spid="15" grpId="0"/>
      <p:bldP spid="16" grpId="0"/>
      <p:bldP spid="17" grpId="0"/>
      <p:bldP spid="18" grpId="0" animBg="1"/>
      <p:bldP spid="19" grpId="0"/>
      <p:bldP spid="20" grpId="0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01122A5-929E-4DBC-B0B6-1C8BBCE99F86}"/>
              </a:ext>
            </a:extLst>
          </p:cNvPr>
          <p:cNvSpPr/>
          <p:nvPr/>
        </p:nvSpPr>
        <p:spPr>
          <a:xfrm>
            <a:off x="649224" y="1482694"/>
            <a:ext cx="8607552" cy="416829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8C11EC-DE5D-42DA-A6A3-D7E344E00A1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464" y="463394"/>
            <a:ext cx="2913576" cy="1936316"/>
          </a:xfrm>
          <a:prstGeom prst="rect">
            <a:avLst/>
          </a:prstGeom>
        </p:spPr>
      </p:pic>
      <p:sp>
        <p:nvSpPr>
          <p:cNvPr id="3" name="Arrow: Down 2">
            <a:extLst>
              <a:ext uri="{FF2B5EF4-FFF2-40B4-BE49-F238E27FC236}">
                <a16:creationId xmlns:a16="http://schemas.microsoft.com/office/drawing/2014/main" id="{746D0723-7B8C-4E3C-9404-CE3531A1ED18}"/>
              </a:ext>
            </a:extLst>
          </p:cNvPr>
          <p:cNvSpPr/>
          <p:nvPr/>
        </p:nvSpPr>
        <p:spPr>
          <a:xfrm>
            <a:off x="1878641" y="3230768"/>
            <a:ext cx="640080" cy="708724"/>
          </a:xfrm>
          <a:prstGeom prst="downArrow">
            <a:avLst/>
          </a:prstGeom>
          <a:solidFill>
            <a:srgbClr val="7030A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09261B-688C-4257-8358-B14FF0742317}"/>
              </a:ext>
            </a:extLst>
          </p:cNvPr>
          <p:cNvSpPr txBox="1"/>
          <p:nvPr/>
        </p:nvSpPr>
        <p:spPr>
          <a:xfrm>
            <a:off x="1197447" y="1895030"/>
            <a:ext cx="200247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1.65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B0CB5D-558B-4E13-A33E-C82FEA83A491}"/>
              </a:ext>
            </a:extLst>
          </p:cNvPr>
          <p:cNvSpPr txBox="1"/>
          <p:nvPr/>
        </p:nvSpPr>
        <p:spPr>
          <a:xfrm>
            <a:off x="3105576" y="1895030"/>
            <a:ext cx="69602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÷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C3990A-69D2-4075-97C5-A1866124E02F}"/>
              </a:ext>
            </a:extLst>
          </p:cNvPr>
          <p:cNvSpPr txBox="1"/>
          <p:nvPr/>
        </p:nvSpPr>
        <p:spPr>
          <a:xfrm>
            <a:off x="3728083" y="1895030"/>
            <a:ext cx="200247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0.11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8D8D9A-A06C-4091-B2A1-286A3B63E8DC}"/>
              </a:ext>
            </a:extLst>
          </p:cNvPr>
          <p:cNvSpPr txBox="1"/>
          <p:nvPr/>
        </p:nvSpPr>
        <p:spPr>
          <a:xfrm>
            <a:off x="5789243" y="1895030"/>
            <a:ext cx="928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=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FC7FDA-85DB-4F41-B0E7-535B1DAB079A}"/>
              </a:ext>
            </a:extLst>
          </p:cNvPr>
          <p:cNvSpPr txBox="1"/>
          <p:nvPr/>
        </p:nvSpPr>
        <p:spPr>
          <a:xfrm>
            <a:off x="1327287" y="3939492"/>
            <a:ext cx="174278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165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566396-A907-48AE-B811-D02F56CF0D55}"/>
              </a:ext>
            </a:extLst>
          </p:cNvPr>
          <p:cNvSpPr txBox="1"/>
          <p:nvPr/>
        </p:nvSpPr>
        <p:spPr>
          <a:xfrm>
            <a:off x="3105576" y="3939492"/>
            <a:ext cx="69602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÷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4F580E-1677-4777-B9CD-DF907658E0BC}"/>
              </a:ext>
            </a:extLst>
          </p:cNvPr>
          <p:cNvSpPr txBox="1"/>
          <p:nvPr/>
        </p:nvSpPr>
        <p:spPr>
          <a:xfrm>
            <a:off x="4117612" y="3939492"/>
            <a:ext cx="122341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11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B085ED-4AFF-443D-B57F-5E7AC28AEC29}"/>
              </a:ext>
            </a:extLst>
          </p:cNvPr>
          <p:cNvSpPr txBox="1"/>
          <p:nvPr/>
        </p:nvSpPr>
        <p:spPr>
          <a:xfrm>
            <a:off x="5789243" y="3939492"/>
            <a:ext cx="928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= </a:t>
            </a: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8ABE610D-9897-4472-8F4F-93C7CB3BF903}"/>
              </a:ext>
            </a:extLst>
          </p:cNvPr>
          <p:cNvSpPr/>
          <p:nvPr/>
        </p:nvSpPr>
        <p:spPr>
          <a:xfrm>
            <a:off x="4409277" y="3218469"/>
            <a:ext cx="640080" cy="708724"/>
          </a:xfrm>
          <a:prstGeom prst="downArrow">
            <a:avLst/>
          </a:prstGeom>
          <a:solidFill>
            <a:srgbClr val="7030A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000910-9D21-4057-B64F-EFDFB5DDC114}"/>
              </a:ext>
            </a:extLst>
          </p:cNvPr>
          <p:cNvSpPr txBox="1"/>
          <p:nvPr/>
        </p:nvSpPr>
        <p:spPr>
          <a:xfrm>
            <a:off x="1138755" y="3351376"/>
            <a:ext cx="6848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x100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51A3F0-ECA4-48F6-9B63-DA0971A0862C}"/>
              </a:ext>
            </a:extLst>
          </p:cNvPr>
          <p:cNvSpPr txBox="1"/>
          <p:nvPr/>
        </p:nvSpPr>
        <p:spPr>
          <a:xfrm>
            <a:off x="5176288" y="3366788"/>
            <a:ext cx="6848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x100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EDEEEB-EC9E-4CB2-B832-D4F0BA796E95}"/>
              </a:ext>
            </a:extLst>
          </p:cNvPr>
          <p:cNvSpPr txBox="1"/>
          <p:nvPr/>
        </p:nvSpPr>
        <p:spPr>
          <a:xfrm>
            <a:off x="6977389" y="3939492"/>
            <a:ext cx="122341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202734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4" grpId="0"/>
      <p:bldP spid="15" grpId="0"/>
      <p:bldP spid="16" grpId="0"/>
      <p:bldP spid="17" grpId="0"/>
      <p:bldP spid="18" grpId="0" animBg="1"/>
      <p:bldP spid="19" grpId="0"/>
      <p:bldP spid="20" grpId="0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01122A5-929E-4DBC-B0B6-1C8BBCE99F86}"/>
              </a:ext>
            </a:extLst>
          </p:cNvPr>
          <p:cNvSpPr/>
          <p:nvPr/>
        </p:nvSpPr>
        <p:spPr>
          <a:xfrm>
            <a:off x="649224" y="1482694"/>
            <a:ext cx="8607552" cy="416829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8C11EC-DE5D-42DA-A6A3-D7E344E00A1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464" y="463394"/>
            <a:ext cx="2913576" cy="1936316"/>
          </a:xfrm>
          <a:prstGeom prst="rect">
            <a:avLst/>
          </a:prstGeom>
        </p:spPr>
      </p:pic>
      <p:sp>
        <p:nvSpPr>
          <p:cNvPr id="3" name="Arrow: Down 2">
            <a:extLst>
              <a:ext uri="{FF2B5EF4-FFF2-40B4-BE49-F238E27FC236}">
                <a16:creationId xmlns:a16="http://schemas.microsoft.com/office/drawing/2014/main" id="{746D0723-7B8C-4E3C-9404-CE3531A1ED18}"/>
              </a:ext>
            </a:extLst>
          </p:cNvPr>
          <p:cNvSpPr/>
          <p:nvPr/>
        </p:nvSpPr>
        <p:spPr>
          <a:xfrm>
            <a:off x="1878641" y="3230768"/>
            <a:ext cx="640080" cy="708724"/>
          </a:xfrm>
          <a:prstGeom prst="downArrow">
            <a:avLst/>
          </a:prstGeom>
          <a:solidFill>
            <a:srgbClr val="7030A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09261B-688C-4257-8358-B14FF0742317}"/>
              </a:ext>
            </a:extLst>
          </p:cNvPr>
          <p:cNvSpPr txBox="1"/>
          <p:nvPr/>
        </p:nvSpPr>
        <p:spPr>
          <a:xfrm>
            <a:off x="1457133" y="1895030"/>
            <a:ext cx="148309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3.8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B0CB5D-558B-4E13-A33E-C82FEA83A491}"/>
              </a:ext>
            </a:extLst>
          </p:cNvPr>
          <p:cNvSpPr txBox="1"/>
          <p:nvPr/>
        </p:nvSpPr>
        <p:spPr>
          <a:xfrm>
            <a:off x="3105576" y="1895030"/>
            <a:ext cx="69602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÷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C3990A-69D2-4075-97C5-A1866124E02F}"/>
              </a:ext>
            </a:extLst>
          </p:cNvPr>
          <p:cNvSpPr txBox="1"/>
          <p:nvPr/>
        </p:nvSpPr>
        <p:spPr>
          <a:xfrm>
            <a:off x="3987769" y="1895030"/>
            <a:ext cx="148309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0.2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8D8D9A-A06C-4091-B2A1-286A3B63E8DC}"/>
              </a:ext>
            </a:extLst>
          </p:cNvPr>
          <p:cNvSpPr txBox="1"/>
          <p:nvPr/>
        </p:nvSpPr>
        <p:spPr>
          <a:xfrm>
            <a:off x="5789243" y="1895030"/>
            <a:ext cx="928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=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FC7FDA-85DB-4F41-B0E7-535B1DAB079A}"/>
              </a:ext>
            </a:extLst>
          </p:cNvPr>
          <p:cNvSpPr txBox="1"/>
          <p:nvPr/>
        </p:nvSpPr>
        <p:spPr>
          <a:xfrm>
            <a:off x="1586976" y="3939492"/>
            <a:ext cx="122341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38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566396-A907-48AE-B811-D02F56CF0D55}"/>
              </a:ext>
            </a:extLst>
          </p:cNvPr>
          <p:cNvSpPr txBox="1"/>
          <p:nvPr/>
        </p:nvSpPr>
        <p:spPr>
          <a:xfrm>
            <a:off x="3105576" y="3939492"/>
            <a:ext cx="69602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÷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4F580E-1677-4777-B9CD-DF907658E0BC}"/>
              </a:ext>
            </a:extLst>
          </p:cNvPr>
          <p:cNvSpPr txBox="1"/>
          <p:nvPr/>
        </p:nvSpPr>
        <p:spPr>
          <a:xfrm>
            <a:off x="4377298" y="3939492"/>
            <a:ext cx="70403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B085ED-4AFF-443D-B57F-5E7AC28AEC29}"/>
              </a:ext>
            </a:extLst>
          </p:cNvPr>
          <p:cNvSpPr txBox="1"/>
          <p:nvPr/>
        </p:nvSpPr>
        <p:spPr>
          <a:xfrm>
            <a:off x="5789243" y="3939492"/>
            <a:ext cx="928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= </a:t>
            </a: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8ABE610D-9897-4472-8F4F-93C7CB3BF903}"/>
              </a:ext>
            </a:extLst>
          </p:cNvPr>
          <p:cNvSpPr/>
          <p:nvPr/>
        </p:nvSpPr>
        <p:spPr>
          <a:xfrm>
            <a:off x="4409277" y="3218469"/>
            <a:ext cx="640080" cy="708724"/>
          </a:xfrm>
          <a:prstGeom prst="downArrow">
            <a:avLst/>
          </a:prstGeom>
          <a:solidFill>
            <a:srgbClr val="7030A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000910-9D21-4057-B64F-EFDFB5DDC114}"/>
              </a:ext>
            </a:extLst>
          </p:cNvPr>
          <p:cNvSpPr txBox="1"/>
          <p:nvPr/>
        </p:nvSpPr>
        <p:spPr>
          <a:xfrm>
            <a:off x="1138755" y="3351376"/>
            <a:ext cx="5549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x10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51A3F0-ECA4-48F6-9B63-DA0971A0862C}"/>
              </a:ext>
            </a:extLst>
          </p:cNvPr>
          <p:cNvSpPr txBox="1"/>
          <p:nvPr/>
        </p:nvSpPr>
        <p:spPr>
          <a:xfrm>
            <a:off x="5176288" y="3366788"/>
            <a:ext cx="5549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x10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EDEEEB-EC9E-4CB2-B832-D4F0BA796E95}"/>
              </a:ext>
            </a:extLst>
          </p:cNvPr>
          <p:cNvSpPr txBox="1"/>
          <p:nvPr/>
        </p:nvSpPr>
        <p:spPr>
          <a:xfrm>
            <a:off x="6977389" y="3939492"/>
            <a:ext cx="122341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059339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4" grpId="0"/>
      <p:bldP spid="15" grpId="0"/>
      <p:bldP spid="16" grpId="0"/>
      <p:bldP spid="17" grpId="0"/>
      <p:bldP spid="18" grpId="0" animBg="1"/>
      <p:bldP spid="19" grpId="0"/>
      <p:bldP spid="20" grpId="0"/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01122A5-929E-4DBC-B0B6-1C8BBCE99F86}"/>
              </a:ext>
            </a:extLst>
          </p:cNvPr>
          <p:cNvSpPr/>
          <p:nvPr/>
        </p:nvSpPr>
        <p:spPr>
          <a:xfrm>
            <a:off x="649224" y="1482694"/>
            <a:ext cx="8607552" cy="416829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8C11EC-DE5D-42DA-A6A3-D7E344E00A1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464" y="463394"/>
            <a:ext cx="2913576" cy="1936316"/>
          </a:xfrm>
          <a:prstGeom prst="rect">
            <a:avLst/>
          </a:prstGeom>
        </p:spPr>
      </p:pic>
      <p:sp>
        <p:nvSpPr>
          <p:cNvPr id="3" name="Arrow: Down 2">
            <a:extLst>
              <a:ext uri="{FF2B5EF4-FFF2-40B4-BE49-F238E27FC236}">
                <a16:creationId xmlns:a16="http://schemas.microsoft.com/office/drawing/2014/main" id="{746D0723-7B8C-4E3C-9404-CE3531A1ED18}"/>
              </a:ext>
            </a:extLst>
          </p:cNvPr>
          <p:cNvSpPr/>
          <p:nvPr/>
        </p:nvSpPr>
        <p:spPr>
          <a:xfrm>
            <a:off x="1878641" y="3230768"/>
            <a:ext cx="640080" cy="708724"/>
          </a:xfrm>
          <a:prstGeom prst="downArrow">
            <a:avLst/>
          </a:prstGeom>
          <a:solidFill>
            <a:srgbClr val="7030A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09261B-688C-4257-8358-B14FF0742317}"/>
              </a:ext>
            </a:extLst>
          </p:cNvPr>
          <p:cNvSpPr txBox="1"/>
          <p:nvPr/>
        </p:nvSpPr>
        <p:spPr>
          <a:xfrm>
            <a:off x="1586977" y="1895030"/>
            <a:ext cx="122341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36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B0CB5D-558B-4E13-A33E-C82FEA83A491}"/>
              </a:ext>
            </a:extLst>
          </p:cNvPr>
          <p:cNvSpPr txBox="1"/>
          <p:nvPr/>
        </p:nvSpPr>
        <p:spPr>
          <a:xfrm>
            <a:off x="3105576" y="1895030"/>
            <a:ext cx="69602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÷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C3990A-69D2-4075-97C5-A1866124E02F}"/>
              </a:ext>
            </a:extLst>
          </p:cNvPr>
          <p:cNvSpPr txBox="1"/>
          <p:nvPr/>
        </p:nvSpPr>
        <p:spPr>
          <a:xfrm>
            <a:off x="3987770" y="1895030"/>
            <a:ext cx="148309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0.8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8D8D9A-A06C-4091-B2A1-286A3B63E8DC}"/>
              </a:ext>
            </a:extLst>
          </p:cNvPr>
          <p:cNvSpPr txBox="1"/>
          <p:nvPr/>
        </p:nvSpPr>
        <p:spPr>
          <a:xfrm>
            <a:off x="5789243" y="1895030"/>
            <a:ext cx="928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=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FC7FDA-85DB-4F41-B0E7-535B1DAB079A}"/>
              </a:ext>
            </a:extLst>
          </p:cNvPr>
          <p:cNvSpPr txBox="1"/>
          <p:nvPr/>
        </p:nvSpPr>
        <p:spPr>
          <a:xfrm>
            <a:off x="1327289" y="3939492"/>
            <a:ext cx="174278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360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566396-A907-48AE-B811-D02F56CF0D55}"/>
              </a:ext>
            </a:extLst>
          </p:cNvPr>
          <p:cNvSpPr txBox="1"/>
          <p:nvPr/>
        </p:nvSpPr>
        <p:spPr>
          <a:xfrm>
            <a:off x="3105576" y="3939492"/>
            <a:ext cx="69602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÷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4F580E-1677-4777-B9CD-DF907658E0BC}"/>
              </a:ext>
            </a:extLst>
          </p:cNvPr>
          <p:cNvSpPr txBox="1"/>
          <p:nvPr/>
        </p:nvSpPr>
        <p:spPr>
          <a:xfrm>
            <a:off x="4377298" y="3939492"/>
            <a:ext cx="70403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B085ED-4AFF-443D-B57F-5E7AC28AEC29}"/>
              </a:ext>
            </a:extLst>
          </p:cNvPr>
          <p:cNvSpPr txBox="1"/>
          <p:nvPr/>
        </p:nvSpPr>
        <p:spPr>
          <a:xfrm>
            <a:off x="5789243" y="3939492"/>
            <a:ext cx="928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= </a:t>
            </a: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8ABE610D-9897-4472-8F4F-93C7CB3BF903}"/>
              </a:ext>
            </a:extLst>
          </p:cNvPr>
          <p:cNvSpPr/>
          <p:nvPr/>
        </p:nvSpPr>
        <p:spPr>
          <a:xfrm>
            <a:off x="4409277" y="3218469"/>
            <a:ext cx="640080" cy="708724"/>
          </a:xfrm>
          <a:prstGeom prst="downArrow">
            <a:avLst/>
          </a:prstGeom>
          <a:solidFill>
            <a:srgbClr val="7030A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000910-9D21-4057-B64F-EFDFB5DDC114}"/>
              </a:ext>
            </a:extLst>
          </p:cNvPr>
          <p:cNvSpPr txBox="1"/>
          <p:nvPr/>
        </p:nvSpPr>
        <p:spPr>
          <a:xfrm>
            <a:off x="1138755" y="3351376"/>
            <a:ext cx="5549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x10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51A3F0-ECA4-48F6-9B63-DA0971A0862C}"/>
              </a:ext>
            </a:extLst>
          </p:cNvPr>
          <p:cNvSpPr txBox="1"/>
          <p:nvPr/>
        </p:nvSpPr>
        <p:spPr>
          <a:xfrm>
            <a:off x="5176288" y="3366788"/>
            <a:ext cx="5549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x10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EDEEEB-EC9E-4CB2-B832-D4F0BA796E95}"/>
              </a:ext>
            </a:extLst>
          </p:cNvPr>
          <p:cNvSpPr txBox="1"/>
          <p:nvPr/>
        </p:nvSpPr>
        <p:spPr>
          <a:xfrm>
            <a:off x="6977389" y="3939492"/>
            <a:ext cx="122341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3583500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4" grpId="0"/>
      <p:bldP spid="15" grpId="0"/>
      <p:bldP spid="16" grpId="0"/>
      <p:bldP spid="17" grpId="0"/>
      <p:bldP spid="18" grpId="0" animBg="1"/>
      <p:bldP spid="19" grpId="0"/>
      <p:bldP spid="20" grpId="0"/>
      <p:bldP spid="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01122A5-929E-4DBC-B0B6-1C8BBCE99F86}"/>
              </a:ext>
            </a:extLst>
          </p:cNvPr>
          <p:cNvSpPr/>
          <p:nvPr/>
        </p:nvSpPr>
        <p:spPr>
          <a:xfrm>
            <a:off x="649224" y="1482694"/>
            <a:ext cx="8607552" cy="416829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8C11EC-DE5D-42DA-A6A3-D7E344E00A1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464" y="463394"/>
            <a:ext cx="2913576" cy="1936316"/>
          </a:xfrm>
          <a:prstGeom prst="rect">
            <a:avLst/>
          </a:prstGeom>
        </p:spPr>
      </p:pic>
      <p:sp>
        <p:nvSpPr>
          <p:cNvPr id="3" name="Arrow: Down 2">
            <a:extLst>
              <a:ext uri="{FF2B5EF4-FFF2-40B4-BE49-F238E27FC236}">
                <a16:creationId xmlns:a16="http://schemas.microsoft.com/office/drawing/2014/main" id="{746D0723-7B8C-4E3C-9404-CE3531A1ED18}"/>
              </a:ext>
            </a:extLst>
          </p:cNvPr>
          <p:cNvSpPr/>
          <p:nvPr/>
        </p:nvSpPr>
        <p:spPr>
          <a:xfrm>
            <a:off x="1878641" y="3230768"/>
            <a:ext cx="640080" cy="708724"/>
          </a:xfrm>
          <a:prstGeom prst="downArrow">
            <a:avLst/>
          </a:prstGeom>
          <a:solidFill>
            <a:srgbClr val="7030A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09261B-688C-4257-8358-B14FF0742317}"/>
              </a:ext>
            </a:extLst>
          </p:cNvPr>
          <p:cNvSpPr txBox="1"/>
          <p:nvPr/>
        </p:nvSpPr>
        <p:spPr>
          <a:xfrm>
            <a:off x="1457135" y="1895030"/>
            <a:ext cx="148309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0.6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B0CB5D-558B-4E13-A33E-C82FEA83A491}"/>
              </a:ext>
            </a:extLst>
          </p:cNvPr>
          <p:cNvSpPr txBox="1"/>
          <p:nvPr/>
        </p:nvSpPr>
        <p:spPr>
          <a:xfrm>
            <a:off x="3105576" y="1895030"/>
            <a:ext cx="69602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÷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C3990A-69D2-4075-97C5-A1866124E02F}"/>
              </a:ext>
            </a:extLst>
          </p:cNvPr>
          <p:cNvSpPr txBox="1"/>
          <p:nvPr/>
        </p:nvSpPr>
        <p:spPr>
          <a:xfrm>
            <a:off x="3728083" y="1895030"/>
            <a:ext cx="200247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0.03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8D8D9A-A06C-4091-B2A1-286A3B63E8DC}"/>
              </a:ext>
            </a:extLst>
          </p:cNvPr>
          <p:cNvSpPr txBox="1"/>
          <p:nvPr/>
        </p:nvSpPr>
        <p:spPr>
          <a:xfrm>
            <a:off x="5789243" y="1895030"/>
            <a:ext cx="928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=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FC7FDA-85DB-4F41-B0E7-535B1DAB079A}"/>
              </a:ext>
            </a:extLst>
          </p:cNvPr>
          <p:cNvSpPr txBox="1"/>
          <p:nvPr/>
        </p:nvSpPr>
        <p:spPr>
          <a:xfrm>
            <a:off x="1586975" y="3939492"/>
            <a:ext cx="122341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60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566396-A907-48AE-B811-D02F56CF0D55}"/>
              </a:ext>
            </a:extLst>
          </p:cNvPr>
          <p:cNvSpPr txBox="1"/>
          <p:nvPr/>
        </p:nvSpPr>
        <p:spPr>
          <a:xfrm>
            <a:off x="3105576" y="3939492"/>
            <a:ext cx="69602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÷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4F580E-1677-4777-B9CD-DF907658E0BC}"/>
              </a:ext>
            </a:extLst>
          </p:cNvPr>
          <p:cNvSpPr txBox="1"/>
          <p:nvPr/>
        </p:nvSpPr>
        <p:spPr>
          <a:xfrm>
            <a:off x="4377298" y="3939492"/>
            <a:ext cx="70403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B085ED-4AFF-443D-B57F-5E7AC28AEC29}"/>
              </a:ext>
            </a:extLst>
          </p:cNvPr>
          <p:cNvSpPr txBox="1"/>
          <p:nvPr/>
        </p:nvSpPr>
        <p:spPr>
          <a:xfrm>
            <a:off x="5789243" y="3939492"/>
            <a:ext cx="928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= </a:t>
            </a: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8ABE610D-9897-4472-8F4F-93C7CB3BF903}"/>
              </a:ext>
            </a:extLst>
          </p:cNvPr>
          <p:cNvSpPr/>
          <p:nvPr/>
        </p:nvSpPr>
        <p:spPr>
          <a:xfrm>
            <a:off x="4409277" y="3218469"/>
            <a:ext cx="640080" cy="708724"/>
          </a:xfrm>
          <a:prstGeom prst="downArrow">
            <a:avLst/>
          </a:prstGeom>
          <a:solidFill>
            <a:srgbClr val="7030A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000910-9D21-4057-B64F-EFDFB5DDC114}"/>
              </a:ext>
            </a:extLst>
          </p:cNvPr>
          <p:cNvSpPr txBox="1"/>
          <p:nvPr/>
        </p:nvSpPr>
        <p:spPr>
          <a:xfrm>
            <a:off x="1138755" y="3351376"/>
            <a:ext cx="6848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x100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51A3F0-ECA4-48F6-9B63-DA0971A0862C}"/>
              </a:ext>
            </a:extLst>
          </p:cNvPr>
          <p:cNvSpPr txBox="1"/>
          <p:nvPr/>
        </p:nvSpPr>
        <p:spPr>
          <a:xfrm>
            <a:off x="5176288" y="3366788"/>
            <a:ext cx="6848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x100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EDEEEB-EC9E-4CB2-B832-D4F0BA796E95}"/>
              </a:ext>
            </a:extLst>
          </p:cNvPr>
          <p:cNvSpPr txBox="1"/>
          <p:nvPr/>
        </p:nvSpPr>
        <p:spPr>
          <a:xfrm>
            <a:off x="6977389" y="3939492"/>
            <a:ext cx="122341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402363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4" grpId="0"/>
      <p:bldP spid="15" grpId="0"/>
      <p:bldP spid="16" grpId="0"/>
      <p:bldP spid="17" grpId="0"/>
      <p:bldP spid="18" grpId="0" animBg="1"/>
      <p:bldP spid="19" grpId="0"/>
      <p:bldP spid="20" grpId="0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01122A5-929E-4DBC-B0B6-1C8BBCE99F86}"/>
              </a:ext>
            </a:extLst>
          </p:cNvPr>
          <p:cNvSpPr/>
          <p:nvPr/>
        </p:nvSpPr>
        <p:spPr>
          <a:xfrm>
            <a:off x="649224" y="1482694"/>
            <a:ext cx="8607552" cy="416829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8C11EC-DE5D-42DA-A6A3-D7E344E00A1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464" y="463394"/>
            <a:ext cx="2913576" cy="1936316"/>
          </a:xfrm>
          <a:prstGeom prst="rect">
            <a:avLst/>
          </a:prstGeom>
        </p:spPr>
      </p:pic>
      <p:sp>
        <p:nvSpPr>
          <p:cNvPr id="3" name="Arrow: Down 2">
            <a:extLst>
              <a:ext uri="{FF2B5EF4-FFF2-40B4-BE49-F238E27FC236}">
                <a16:creationId xmlns:a16="http://schemas.microsoft.com/office/drawing/2014/main" id="{746D0723-7B8C-4E3C-9404-CE3531A1ED18}"/>
              </a:ext>
            </a:extLst>
          </p:cNvPr>
          <p:cNvSpPr/>
          <p:nvPr/>
        </p:nvSpPr>
        <p:spPr>
          <a:xfrm>
            <a:off x="1878641" y="3230768"/>
            <a:ext cx="640080" cy="708724"/>
          </a:xfrm>
          <a:prstGeom prst="downArrow">
            <a:avLst/>
          </a:prstGeom>
          <a:solidFill>
            <a:srgbClr val="7030A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09261B-688C-4257-8358-B14FF0742317}"/>
              </a:ext>
            </a:extLst>
          </p:cNvPr>
          <p:cNvSpPr txBox="1"/>
          <p:nvPr/>
        </p:nvSpPr>
        <p:spPr>
          <a:xfrm>
            <a:off x="1197448" y="1895030"/>
            <a:ext cx="200247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23.4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B0CB5D-558B-4E13-A33E-C82FEA83A491}"/>
              </a:ext>
            </a:extLst>
          </p:cNvPr>
          <p:cNvSpPr txBox="1"/>
          <p:nvPr/>
        </p:nvSpPr>
        <p:spPr>
          <a:xfrm>
            <a:off x="3105576" y="1895030"/>
            <a:ext cx="69602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÷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C3990A-69D2-4075-97C5-A1866124E02F}"/>
              </a:ext>
            </a:extLst>
          </p:cNvPr>
          <p:cNvSpPr txBox="1"/>
          <p:nvPr/>
        </p:nvSpPr>
        <p:spPr>
          <a:xfrm>
            <a:off x="3987770" y="1895030"/>
            <a:ext cx="148309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0.9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8D8D9A-A06C-4091-B2A1-286A3B63E8DC}"/>
              </a:ext>
            </a:extLst>
          </p:cNvPr>
          <p:cNvSpPr txBox="1"/>
          <p:nvPr/>
        </p:nvSpPr>
        <p:spPr>
          <a:xfrm>
            <a:off x="5789243" y="1895030"/>
            <a:ext cx="928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=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FC7FDA-85DB-4F41-B0E7-535B1DAB079A}"/>
              </a:ext>
            </a:extLst>
          </p:cNvPr>
          <p:cNvSpPr txBox="1"/>
          <p:nvPr/>
        </p:nvSpPr>
        <p:spPr>
          <a:xfrm>
            <a:off x="1327290" y="3939492"/>
            <a:ext cx="174278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234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566396-A907-48AE-B811-D02F56CF0D55}"/>
              </a:ext>
            </a:extLst>
          </p:cNvPr>
          <p:cNvSpPr txBox="1"/>
          <p:nvPr/>
        </p:nvSpPr>
        <p:spPr>
          <a:xfrm>
            <a:off x="3105576" y="3939492"/>
            <a:ext cx="69602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÷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4F580E-1677-4777-B9CD-DF907658E0BC}"/>
              </a:ext>
            </a:extLst>
          </p:cNvPr>
          <p:cNvSpPr txBox="1"/>
          <p:nvPr/>
        </p:nvSpPr>
        <p:spPr>
          <a:xfrm>
            <a:off x="4377298" y="3939492"/>
            <a:ext cx="70403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B085ED-4AFF-443D-B57F-5E7AC28AEC29}"/>
              </a:ext>
            </a:extLst>
          </p:cNvPr>
          <p:cNvSpPr txBox="1"/>
          <p:nvPr/>
        </p:nvSpPr>
        <p:spPr>
          <a:xfrm>
            <a:off x="5789243" y="3939492"/>
            <a:ext cx="928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= </a:t>
            </a: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8ABE610D-9897-4472-8F4F-93C7CB3BF903}"/>
              </a:ext>
            </a:extLst>
          </p:cNvPr>
          <p:cNvSpPr/>
          <p:nvPr/>
        </p:nvSpPr>
        <p:spPr>
          <a:xfrm>
            <a:off x="4409277" y="3218469"/>
            <a:ext cx="640080" cy="708724"/>
          </a:xfrm>
          <a:prstGeom prst="downArrow">
            <a:avLst/>
          </a:prstGeom>
          <a:solidFill>
            <a:srgbClr val="7030A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000910-9D21-4057-B64F-EFDFB5DDC114}"/>
              </a:ext>
            </a:extLst>
          </p:cNvPr>
          <p:cNvSpPr txBox="1"/>
          <p:nvPr/>
        </p:nvSpPr>
        <p:spPr>
          <a:xfrm>
            <a:off x="1138755" y="3351376"/>
            <a:ext cx="5549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x10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51A3F0-ECA4-48F6-9B63-DA0971A0862C}"/>
              </a:ext>
            </a:extLst>
          </p:cNvPr>
          <p:cNvSpPr txBox="1"/>
          <p:nvPr/>
        </p:nvSpPr>
        <p:spPr>
          <a:xfrm>
            <a:off x="5176288" y="3366788"/>
            <a:ext cx="5549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x10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EDEEEB-EC9E-4CB2-B832-D4F0BA796E95}"/>
              </a:ext>
            </a:extLst>
          </p:cNvPr>
          <p:cNvSpPr txBox="1"/>
          <p:nvPr/>
        </p:nvSpPr>
        <p:spPr>
          <a:xfrm>
            <a:off x="6977389" y="3939492"/>
            <a:ext cx="122341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143918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4" grpId="0"/>
      <p:bldP spid="15" grpId="0"/>
      <p:bldP spid="16" grpId="0"/>
      <p:bldP spid="17" grpId="0"/>
      <p:bldP spid="18" grpId="0" animBg="1"/>
      <p:bldP spid="19" grpId="0"/>
      <p:bldP spid="20" grpId="0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01122A5-929E-4DBC-B0B6-1C8BBCE99F86}"/>
              </a:ext>
            </a:extLst>
          </p:cNvPr>
          <p:cNvSpPr/>
          <p:nvPr/>
        </p:nvSpPr>
        <p:spPr>
          <a:xfrm>
            <a:off x="649224" y="1482694"/>
            <a:ext cx="8607552" cy="416829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8C11EC-DE5D-42DA-A6A3-D7E344E00A1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464" y="463394"/>
            <a:ext cx="2913576" cy="1936316"/>
          </a:xfrm>
          <a:prstGeom prst="rect">
            <a:avLst/>
          </a:prstGeom>
        </p:spPr>
      </p:pic>
      <p:sp>
        <p:nvSpPr>
          <p:cNvPr id="3" name="Arrow: Down 2">
            <a:extLst>
              <a:ext uri="{FF2B5EF4-FFF2-40B4-BE49-F238E27FC236}">
                <a16:creationId xmlns:a16="http://schemas.microsoft.com/office/drawing/2014/main" id="{746D0723-7B8C-4E3C-9404-CE3531A1ED18}"/>
              </a:ext>
            </a:extLst>
          </p:cNvPr>
          <p:cNvSpPr/>
          <p:nvPr/>
        </p:nvSpPr>
        <p:spPr>
          <a:xfrm>
            <a:off x="1878641" y="3230768"/>
            <a:ext cx="640080" cy="708724"/>
          </a:xfrm>
          <a:prstGeom prst="downArrow">
            <a:avLst/>
          </a:prstGeom>
          <a:solidFill>
            <a:srgbClr val="7030A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09261B-688C-4257-8358-B14FF0742317}"/>
              </a:ext>
            </a:extLst>
          </p:cNvPr>
          <p:cNvSpPr txBox="1"/>
          <p:nvPr/>
        </p:nvSpPr>
        <p:spPr>
          <a:xfrm>
            <a:off x="1197448" y="1895030"/>
            <a:ext cx="200247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0.96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B0CB5D-558B-4E13-A33E-C82FEA83A491}"/>
              </a:ext>
            </a:extLst>
          </p:cNvPr>
          <p:cNvSpPr txBox="1"/>
          <p:nvPr/>
        </p:nvSpPr>
        <p:spPr>
          <a:xfrm>
            <a:off x="3105576" y="1895030"/>
            <a:ext cx="69602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÷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C3990A-69D2-4075-97C5-A1866124E02F}"/>
              </a:ext>
            </a:extLst>
          </p:cNvPr>
          <p:cNvSpPr txBox="1"/>
          <p:nvPr/>
        </p:nvSpPr>
        <p:spPr>
          <a:xfrm>
            <a:off x="3728083" y="1895030"/>
            <a:ext cx="200247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0.12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8D8D9A-A06C-4091-B2A1-286A3B63E8DC}"/>
              </a:ext>
            </a:extLst>
          </p:cNvPr>
          <p:cNvSpPr txBox="1"/>
          <p:nvPr/>
        </p:nvSpPr>
        <p:spPr>
          <a:xfrm>
            <a:off x="5789243" y="1895030"/>
            <a:ext cx="928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=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FC7FDA-85DB-4F41-B0E7-535B1DAB079A}"/>
              </a:ext>
            </a:extLst>
          </p:cNvPr>
          <p:cNvSpPr txBox="1"/>
          <p:nvPr/>
        </p:nvSpPr>
        <p:spPr>
          <a:xfrm>
            <a:off x="1586975" y="3939492"/>
            <a:ext cx="122341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96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566396-A907-48AE-B811-D02F56CF0D55}"/>
              </a:ext>
            </a:extLst>
          </p:cNvPr>
          <p:cNvSpPr txBox="1"/>
          <p:nvPr/>
        </p:nvSpPr>
        <p:spPr>
          <a:xfrm>
            <a:off x="3105576" y="3939492"/>
            <a:ext cx="69602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÷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4F580E-1677-4777-B9CD-DF907658E0BC}"/>
              </a:ext>
            </a:extLst>
          </p:cNvPr>
          <p:cNvSpPr txBox="1"/>
          <p:nvPr/>
        </p:nvSpPr>
        <p:spPr>
          <a:xfrm>
            <a:off x="4117612" y="3939492"/>
            <a:ext cx="122341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12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B085ED-4AFF-443D-B57F-5E7AC28AEC29}"/>
              </a:ext>
            </a:extLst>
          </p:cNvPr>
          <p:cNvSpPr txBox="1"/>
          <p:nvPr/>
        </p:nvSpPr>
        <p:spPr>
          <a:xfrm>
            <a:off x="5789243" y="3939492"/>
            <a:ext cx="928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= </a:t>
            </a: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8ABE610D-9897-4472-8F4F-93C7CB3BF903}"/>
              </a:ext>
            </a:extLst>
          </p:cNvPr>
          <p:cNvSpPr/>
          <p:nvPr/>
        </p:nvSpPr>
        <p:spPr>
          <a:xfrm>
            <a:off x="4409277" y="3218469"/>
            <a:ext cx="640080" cy="708724"/>
          </a:xfrm>
          <a:prstGeom prst="downArrow">
            <a:avLst/>
          </a:prstGeom>
          <a:solidFill>
            <a:srgbClr val="7030A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000910-9D21-4057-B64F-EFDFB5DDC114}"/>
              </a:ext>
            </a:extLst>
          </p:cNvPr>
          <p:cNvSpPr txBox="1"/>
          <p:nvPr/>
        </p:nvSpPr>
        <p:spPr>
          <a:xfrm>
            <a:off x="1138755" y="3351376"/>
            <a:ext cx="6848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x100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51A3F0-ECA4-48F6-9B63-DA0971A0862C}"/>
              </a:ext>
            </a:extLst>
          </p:cNvPr>
          <p:cNvSpPr txBox="1"/>
          <p:nvPr/>
        </p:nvSpPr>
        <p:spPr>
          <a:xfrm>
            <a:off x="5176288" y="3366788"/>
            <a:ext cx="6848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x100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EDEEEB-EC9E-4CB2-B832-D4F0BA796E95}"/>
              </a:ext>
            </a:extLst>
          </p:cNvPr>
          <p:cNvSpPr txBox="1"/>
          <p:nvPr/>
        </p:nvSpPr>
        <p:spPr>
          <a:xfrm>
            <a:off x="7237075" y="3939492"/>
            <a:ext cx="70403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569883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4" grpId="0"/>
      <p:bldP spid="15" grpId="0"/>
      <p:bldP spid="16" grpId="0"/>
      <p:bldP spid="17" grpId="0"/>
      <p:bldP spid="18" grpId="0" animBg="1"/>
      <p:bldP spid="19" grpId="0"/>
      <p:bldP spid="20" grpId="0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01122A5-929E-4DBC-B0B6-1C8BBCE99F86}"/>
              </a:ext>
            </a:extLst>
          </p:cNvPr>
          <p:cNvSpPr/>
          <p:nvPr/>
        </p:nvSpPr>
        <p:spPr>
          <a:xfrm>
            <a:off x="649224" y="1482694"/>
            <a:ext cx="8607552" cy="416829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8C11EC-DE5D-42DA-A6A3-D7E344E00A1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464" y="463394"/>
            <a:ext cx="2913576" cy="1936316"/>
          </a:xfrm>
          <a:prstGeom prst="rect">
            <a:avLst/>
          </a:prstGeom>
        </p:spPr>
      </p:pic>
      <p:sp>
        <p:nvSpPr>
          <p:cNvPr id="3" name="Arrow: Down 2">
            <a:extLst>
              <a:ext uri="{FF2B5EF4-FFF2-40B4-BE49-F238E27FC236}">
                <a16:creationId xmlns:a16="http://schemas.microsoft.com/office/drawing/2014/main" id="{746D0723-7B8C-4E3C-9404-CE3531A1ED18}"/>
              </a:ext>
            </a:extLst>
          </p:cNvPr>
          <p:cNvSpPr/>
          <p:nvPr/>
        </p:nvSpPr>
        <p:spPr>
          <a:xfrm>
            <a:off x="1878641" y="3230768"/>
            <a:ext cx="640080" cy="708724"/>
          </a:xfrm>
          <a:prstGeom prst="downArrow">
            <a:avLst/>
          </a:prstGeom>
          <a:solidFill>
            <a:srgbClr val="7030A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09261B-688C-4257-8358-B14FF0742317}"/>
              </a:ext>
            </a:extLst>
          </p:cNvPr>
          <p:cNvSpPr txBox="1"/>
          <p:nvPr/>
        </p:nvSpPr>
        <p:spPr>
          <a:xfrm>
            <a:off x="1197447" y="1895030"/>
            <a:ext cx="200247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1.05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B0CB5D-558B-4E13-A33E-C82FEA83A491}"/>
              </a:ext>
            </a:extLst>
          </p:cNvPr>
          <p:cNvSpPr txBox="1"/>
          <p:nvPr/>
        </p:nvSpPr>
        <p:spPr>
          <a:xfrm>
            <a:off x="3105576" y="1895030"/>
            <a:ext cx="69602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÷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C3990A-69D2-4075-97C5-A1866124E02F}"/>
              </a:ext>
            </a:extLst>
          </p:cNvPr>
          <p:cNvSpPr txBox="1"/>
          <p:nvPr/>
        </p:nvSpPr>
        <p:spPr>
          <a:xfrm>
            <a:off x="3728082" y="1895030"/>
            <a:ext cx="200247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0.15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8D8D9A-A06C-4091-B2A1-286A3B63E8DC}"/>
              </a:ext>
            </a:extLst>
          </p:cNvPr>
          <p:cNvSpPr txBox="1"/>
          <p:nvPr/>
        </p:nvSpPr>
        <p:spPr>
          <a:xfrm>
            <a:off x="5789243" y="1895030"/>
            <a:ext cx="928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=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FC7FDA-85DB-4F41-B0E7-535B1DAB079A}"/>
              </a:ext>
            </a:extLst>
          </p:cNvPr>
          <p:cNvSpPr txBox="1"/>
          <p:nvPr/>
        </p:nvSpPr>
        <p:spPr>
          <a:xfrm>
            <a:off x="1327287" y="3939492"/>
            <a:ext cx="174278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105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566396-A907-48AE-B811-D02F56CF0D55}"/>
              </a:ext>
            </a:extLst>
          </p:cNvPr>
          <p:cNvSpPr txBox="1"/>
          <p:nvPr/>
        </p:nvSpPr>
        <p:spPr>
          <a:xfrm>
            <a:off x="3105576" y="3939492"/>
            <a:ext cx="69602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÷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4F580E-1677-4777-B9CD-DF907658E0BC}"/>
              </a:ext>
            </a:extLst>
          </p:cNvPr>
          <p:cNvSpPr txBox="1"/>
          <p:nvPr/>
        </p:nvSpPr>
        <p:spPr>
          <a:xfrm>
            <a:off x="4117612" y="3939492"/>
            <a:ext cx="122341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15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B085ED-4AFF-443D-B57F-5E7AC28AEC29}"/>
              </a:ext>
            </a:extLst>
          </p:cNvPr>
          <p:cNvSpPr txBox="1"/>
          <p:nvPr/>
        </p:nvSpPr>
        <p:spPr>
          <a:xfrm>
            <a:off x="5789243" y="3939492"/>
            <a:ext cx="928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0" dirty="0"/>
              <a:t>= </a:t>
            </a: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8ABE610D-9897-4472-8F4F-93C7CB3BF903}"/>
              </a:ext>
            </a:extLst>
          </p:cNvPr>
          <p:cNvSpPr/>
          <p:nvPr/>
        </p:nvSpPr>
        <p:spPr>
          <a:xfrm>
            <a:off x="4409277" y="3218469"/>
            <a:ext cx="640080" cy="708724"/>
          </a:xfrm>
          <a:prstGeom prst="downArrow">
            <a:avLst/>
          </a:prstGeom>
          <a:solidFill>
            <a:srgbClr val="7030A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000910-9D21-4057-B64F-EFDFB5DDC114}"/>
              </a:ext>
            </a:extLst>
          </p:cNvPr>
          <p:cNvSpPr txBox="1"/>
          <p:nvPr/>
        </p:nvSpPr>
        <p:spPr>
          <a:xfrm>
            <a:off x="1138755" y="3351376"/>
            <a:ext cx="6848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x100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51A3F0-ECA4-48F6-9B63-DA0971A0862C}"/>
              </a:ext>
            </a:extLst>
          </p:cNvPr>
          <p:cNvSpPr txBox="1"/>
          <p:nvPr/>
        </p:nvSpPr>
        <p:spPr>
          <a:xfrm>
            <a:off x="5176288" y="3366788"/>
            <a:ext cx="6848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x100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EDEEEB-EC9E-4CB2-B832-D4F0BA796E95}"/>
              </a:ext>
            </a:extLst>
          </p:cNvPr>
          <p:cNvSpPr txBox="1"/>
          <p:nvPr/>
        </p:nvSpPr>
        <p:spPr>
          <a:xfrm>
            <a:off x="7237075" y="3939492"/>
            <a:ext cx="70403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542972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4" grpId="0"/>
      <p:bldP spid="15" grpId="0"/>
      <p:bldP spid="16" grpId="0"/>
      <p:bldP spid="17" grpId="0"/>
      <p:bldP spid="18" grpId="0" animBg="1"/>
      <p:bldP spid="19" grpId="0"/>
      <p:bldP spid="20" grpId="0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55F9FF-A775-44DB-99DD-42DDB47487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929352"/>
              </p:ext>
            </p:extLst>
          </p:nvPr>
        </p:nvGraphicFramePr>
        <p:xfrm>
          <a:off x="59945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AD8C36C-2AB2-44CF-BF97-992F65F82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891624"/>
              </p:ext>
            </p:extLst>
          </p:nvPr>
        </p:nvGraphicFramePr>
        <p:xfrm>
          <a:off x="2042419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773A22-7D82-4A6C-9386-8C73822F8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005975"/>
              </p:ext>
            </p:extLst>
          </p:nvPr>
        </p:nvGraphicFramePr>
        <p:xfrm>
          <a:off x="4024893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ACA04EB-1AF0-4BA4-B56C-D92E4B8FC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737508"/>
              </p:ext>
            </p:extLst>
          </p:nvPr>
        </p:nvGraphicFramePr>
        <p:xfrm>
          <a:off x="6007367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DD0CEA2-BF13-4F1F-BDF8-723774394B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065140"/>
              </p:ext>
            </p:extLst>
          </p:nvPr>
        </p:nvGraphicFramePr>
        <p:xfrm>
          <a:off x="7989841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217ECC1-187E-45C6-AAD9-69FCF451F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819278"/>
              </p:ext>
            </p:extLst>
          </p:nvPr>
        </p:nvGraphicFramePr>
        <p:xfrm>
          <a:off x="59945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8F2A369-4849-4D8C-9C48-42AC19EAC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002619"/>
              </p:ext>
            </p:extLst>
          </p:nvPr>
        </p:nvGraphicFramePr>
        <p:xfrm>
          <a:off x="2042419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CC34FD8-28B7-4290-89FF-C844EE6A1A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19173"/>
              </p:ext>
            </p:extLst>
          </p:nvPr>
        </p:nvGraphicFramePr>
        <p:xfrm>
          <a:off x="4024893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EE0B481-E5E6-4A56-A167-F7909231AE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41186"/>
              </p:ext>
            </p:extLst>
          </p:nvPr>
        </p:nvGraphicFramePr>
        <p:xfrm>
          <a:off x="6007367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04524C6-1AA7-41E4-A1BD-52B735BCF1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690728"/>
              </p:ext>
            </p:extLst>
          </p:nvPr>
        </p:nvGraphicFramePr>
        <p:xfrm>
          <a:off x="7989841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D378E7F-888B-451D-A437-1143E900F4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700732"/>
              </p:ext>
            </p:extLst>
          </p:nvPr>
        </p:nvGraphicFramePr>
        <p:xfrm>
          <a:off x="59945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D9438F2-5F7B-453A-9852-A5D953E26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154783"/>
              </p:ext>
            </p:extLst>
          </p:nvPr>
        </p:nvGraphicFramePr>
        <p:xfrm>
          <a:off x="2042419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E97513C-7184-48FD-B483-FD49969CA2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329546"/>
              </p:ext>
            </p:extLst>
          </p:nvPr>
        </p:nvGraphicFramePr>
        <p:xfrm>
          <a:off x="4024893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FE2DA72-78F4-437E-AA8B-E7D5DF47DE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55289"/>
              </p:ext>
            </p:extLst>
          </p:nvPr>
        </p:nvGraphicFramePr>
        <p:xfrm>
          <a:off x="6007367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BB7F846-3757-45E8-B86C-628E47A78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402805"/>
              </p:ext>
            </p:extLst>
          </p:nvPr>
        </p:nvGraphicFramePr>
        <p:xfrm>
          <a:off x="7989841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88449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Турдуу пикирлер учун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/>
              <a:t>mathematicskgz@</a:t>
            </a:r>
            <a:r>
              <a:rPr lang="en-US" dirty="0"/>
              <a:t>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8681</TotalTime>
  <Words>309</Words>
  <Application>Microsoft Office PowerPoint</Application>
  <PresentationFormat>A4 Paper (210x297 mm)</PresentationFormat>
  <Paragraphs>227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374</cp:revision>
  <cp:lastPrinted>2017-12-31T22:38:51Z</cp:lastPrinted>
  <dcterms:created xsi:type="dcterms:W3CDTF">2017-01-17T16:57:04Z</dcterms:created>
  <dcterms:modified xsi:type="dcterms:W3CDTF">2024-06-03T05:39:10Z</dcterms:modified>
</cp:coreProperties>
</file>