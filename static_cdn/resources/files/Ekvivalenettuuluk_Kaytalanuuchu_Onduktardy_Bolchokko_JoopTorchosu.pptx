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257" r:id="rId2"/>
    <p:sldId id="920" r:id="rId3"/>
    <p:sldId id="916" r:id="rId4"/>
    <p:sldId id="838" r:id="rId5"/>
    <p:sldId id="917" r:id="rId6"/>
    <p:sldId id="918" r:id="rId7"/>
    <p:sldId id="919" r:id="rId8"/>
    <p:sldId id="274" r:id="rId9"/>
  </p:sldIdLst>
  <p:sldSz cx="9906000" cy="6858000" type="A4"/>
  <p:notesSz cx="6669088" cy="9926638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Cambria Math" panose="02040503050406030204" pitchFamily="18" charset="0"/>
      <p:regular r:id="rId14"/>
    </p:embeddedFont>
    <p:embeddedFont>
      <p:font typeface="Script MT Bold" panose="03040602040607080904" pitchFamily="66" charset="0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Титулдук слайд" id="{FB592D55-1207-4A56-B587-CE877D79D7E8}">
          <p14:sldIdLst>
            <p14:sldId id="920"/>
          </p14:sldIdLst>
        </p14:section>
        <p14:section name="Көрсөтүү үчүн" id="{7C0E3A1B-500A-4602-B3A4-61EC1D99102D}">
          <p14:sldIdLst>
            <p14:sldId id="916"/>
          </p14:sldIdLst>
        </p14:section>
        <p14:section name="Жообу" id="{22D38B5C-BAA3-45B6-8360-EC82D2065FF3}">
          <p14:sldIdLst>
            <p14:sldId id="838"/>
          </p14:sldIdLst>
        </p14:section>
        <p14:section name="Иш кагаздары" id="{1D8C0968-4B11-474F-92AE-4DDCBDF03728}">
          <p14:sldIdLst>
            <p14:sldId id="917"/>
            <p14:sldId id="918"/>
            <p14:sldId id="919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5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Кайталануучу ондуктар – Айландыруу– Жооптор торчосу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7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6ECEF9F-434E-4379-BE8F-FC57D6668F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6ECEF9F-434E-4379-BE8F-FC57D6668F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471" r="-5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471" r="-4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471" r="-3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471" r="-206316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471" r="-104167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471" r="-4167" b="-3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01471" r="-5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01471" r="-4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01471" r="-3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01471" r="-206316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01471" r="-104167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01471" r="-4167" b="-2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201471" r="-5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201471" r="-4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201471" r="-3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201471" r="-206316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201471" r="-104167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201471" r="-4167" b="-1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301471" r="-5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301471" r="-4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301471" r="-3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301471" r="-206316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301471" r="-104167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301471" r="-4167" b="-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194475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895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0.159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E9F625A-1B68-40AB-9ADC-7932D09FF7CC}"/>
              </a:ext>
            </a:extLst>
          </p:cNvPr>
          <p:cNvSpPr/>
          <p:nvPr/>
        </p:nvSpPr>
        <p:spPr>
          <a:xfrm>
            <a:off x="55626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4AC1267-0E54-4CD0-A180-5232421291EB}"/>
              </a:ext>
            </a:extLst>
          </p:cNvPr>
          <p:cNvSpPr/>
          <p:nvPr/>
        </p:nvSpPr>
        <p:spPr>
          <a:xfrm>
            <a:off x="448627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765ABC-F017-43C7-A559-0D70A1B472FA}"/>
              </a:ext>
            </a:extLst>
          </p:cNvPr>
          <p:cNvSpPr/>
          <p:nvPr/>
        </p:nvSpPr>
        <p:spPr>
          <a:xfrm>
            <a:off x="3073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E6A87F-17CF-4E95-8788-FB4C370D6257}"/>
              </a:ext>
            </a:extLst>
          </p:cNvPr>
          <p:cNvSpPr/>
          <p:nvPr/>
        </p:nvSpPr>
        <p:spPr>
          <a:xfrm>
            <a:off x="193167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01CB96-509C-49B3-B6C4-50AD242638C3}"/>
              </a:ext>
            </a:extLst>
          </p:cNvPr>
          <p:cNvSpPr/>
          <p:nvPr/>
        </p:nvSpPr>
        <p:spPr>
          <a:xfrm>
            <a:off x="76962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90CA0F5-23FF-439E-92DA-704712FAA362}"/>
              </a:ext>
            </a:extLst>
          </p:cNvPr>
          <p:cNvSpPr/>
          <p:nvPr/>
        </p:nvSpPr>
        <p:spPr>
          <a:xfrm>
            <a:off x="579691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730E4C7-C5B0-41F7-AF06-ECE3B0E13045}"/>
              </a:ext>
            </a:extLst>
          </p:cNvPr>
          <p:cNvSpPr/>
          <p:nvPr/>
        </p:nvSpPr>
        <p:spPr>
          <a:xfrm>
            <a:off x="46424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3F00278-E46D-4737-A034-A4D4FE766B32}"/>
              </a:ext>
            </a:extLst>
          </p:cNvPr>
          <p:cNvSpPr/>
          <p:nvPr/>
        </p:nvSpPr>
        <p:spPr>
          <a:xfrm>
            <a:off x="3256280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F58488F-EEDC-47B8-9998-EFC3CFC9EBE3}"/>
              </a:ext>
            </a:extLst>
          </p:cNvPr>
          <p:cNvSpPr/>
          <p:nvPr/>
        </p:nvSpPr>
        <p:spPr>
          <a:xfrm>
            <a:off x="20097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DCF9FBF-AA4D-4822-A88C-3A0A9A2A68CE}"/>
              </a:ext>
            </a:extLst>
          </p:cNvPr>
          <p:cNvSpPr/>
          <p:nvPr/>
        </p:nvSpPr>
        <p:spPr>
          <a:xfrm>
            <a:off x="9048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A24A9ED-6ABD-4C37-BECA-B057898A9E27}"/>
              </a:ext>
            </a:extLst>
          </p:cNvPr>
          <p:cNvSpPr/>
          <p:nvPr/>
        </p:nvSpPr>
        <p:spPr>
          <a:xfrm>
            <a:off x="567499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F1996A-A0A7-49A8-ABCE-41FE7DC86CEC}"/>
              </a:ext>
            </a:extLst>
          </p:cNvPr>
          <p:cNvSpPr/>
          <p:nvPr/>
        </p:nvSpPr>
        <p:spPr>
          <a:xfrm>
            <a:off x="448627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EACC2D0-4315-4EB6-861D-EDF0250D04B1}"/>
              </a:ext>
            </a:extLst>
          </p:cNvPr>
          <p:cNvSpPr/>
          <p:nvPr/>
        </p:nvSpPr>
        <p:spPr>
          <a:xfrm>
            <a:off x="315722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CFE880-5FAD-47B4-97AD-51CC24907C15}"/>
              </a:ext>
            </a:extLst>
          </p:cNvPr>
          <p:cNvSpPr/>
          <p:nvPr/>
        </p:nvSpPr>
        <p:spPr>
          <a:xfrm>
            <a:off x="216789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0435F55-DF4F-463E-AA11-7FF2D8587B38}"/>
              </a:ext>
            </a:extLst>
          </p:cNvPr>
          <p:cNvSpPr/>
          <p:nvPr/>
        </p:nvSpPr>
        <p:spPr>
          <a:xfrm>
            <a:off x="82296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E0231F0-FB8E-464C-A255-3FA22A75EB6D}"/>
              </a:ext>
            </a:extLst>
          </p:cNvPr>
          <p:cNvSpPr/>
          <p:nvPr/>
        </p:nvSpPr>
        <p:spPr>
          <a:xfrm>
            <a:off x="557022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FD231EE-AD2E-4B1E-AE7F-6324EB686637}"/>
              </a:ext>
            </a:extLst>
          </p:cNvPr>
          <p:cNvSpPr/>
          <p:nvPr/>
        </p:nvSpPr>
        <p:spPr>
          <a:xfrm>
            <a:off x="456057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9EBEB3E-3528-4773-BF9D-E96018419B5D}"/>
              </a:ext>
            </a:extLst>
          </p:cNvPr>
          <p:cNvSpPr/>
          <p:nvPr/>
        </p:nvSpPr>
        <p:spPr>
          <a:xfrm>
            <a:off x="324675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20A5619-E07F-4A08-8C46-B23ED91FB220}"/>
              </a:ext>
            </a:extLst>
          </p:cNvPr>
          <p:cNvSpPr/>
          <p:nvPr/>
        </p:nvSpPr>
        <p:spPr>
          <a:xfrm>
            <a:off x="194881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DC1E0DA-37D6-4C4A-9664-A1679AF839EF}"/>
              </a:ext>
            </a:extLst>
          </p:cNvPr>
          <p:cNvSpPr/>
          <p:nvPr/>
        </p:nvSpPr>
        <p:spPr>
          <a:xfrm>
            <a:off x="6762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07D4575-B11D-47AD-8E44-CF61E5781374}"/>
              </a:ext>
            </a:extLst>
          </p:cNvPr>
          <p:cNvSpPr/>
          <p:nvPr/>
        </p:nvSpPr>
        <p:spPr>
          <a:xfrm>
            <a:off x="2057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70AB8DE-31DF-44C9-B668-16DE2A2F9001}"/>
              </a:ext>
            </a:extLst>
          </p:cNvPr>
          <p:cNvSpPr/>
          <p:nvPr/>
        </p:nvSpPr>
        <p:spPr>
          <a:xfrm>
            <a:off x="332295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071A886-F381-48B4-8179-08A8EA33984E}"/>
              </a:ext>
            </a:extLst>
          </p:cNvPr>
          <p:cNvSpPr/>
          <p:nvPr/>
        </p:nvSpPr>
        <p:spPr>
          <a:xfrm>
            <a:off x="20859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BE89202-0B57-4BB1-A614-005FE2EF19C1}"/>
              </a:ext>
            </a:extLst>
          </p:cNvPr>
          <p:cNvSpPr/>
          <p:nvPr/>
        </p:nvSpPr>
        <p:spPr>
          <a:xfrm>
            <a:off x="580453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F28DC06-CD7F-4044-8853-53FF6336E83B}"/>
              </a:ext>
            </a:extLst>
          </p:cNvPr>
          <p:cNvSpPr/>
          <p:nvPr/>
        </p:nvSpPr>
        <p:spPr>
          <a:xfrm>
            <a:off x="84772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C2E01A1-FE78-42B4-BCCB-A1BE48D83462}"/>
              </a:ext>
            </a:extLst>
          </p:cNvPr>
          <p:cNvSpPr/>
          <p:nvPr/>
        </p:nvSpPr>
        <p:spPr>
          <a:xfrm>
            <a:off x="339915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5D473B0-0DD3-45B3-9605-2FA5859605DD}"/>
              </a:ext>
            </a:extLst>
          </p:cNvPr>
          <p:cNvSpPr/>
          <p:nvPr/>
        </p:nvSpPr>
        <p:spPr>
          <a:xfrm>
            <a:off x="588264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DEAEAC3-8A60-409D-8137-2BA13C757793}"/>
              </a:ext>
            </a:extLst>
          </p:cNvPr>
          <p:cNvSpPr/>
          <p:nvPr/>
        </p:nvSpPr>
        <p:spPr>
          <a:xfrm>
            <a:off x="60769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ED754A0-5F42-43BA-B291-996C25D03FCB}"/>
              </a:ext>
            </a:extLst>
          </p:cNvPr>
          <p:cNvSpPr/>
          <p:nvPr/>
        </p:nvSpPr>
        <p:spPr>
          <a:xfrm>
            <a:off x="584644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47446DE-BA30-492F-8308-606CD38A2BDE}"/>
              </a:ext>
            </a:extLst>
          </p:cNvPr>
          <p:cNvSpPr/>
          <p:nvPr/>
        </p:nvSpPr>
        <p:spPr>
          <a:xfrm>
            <a:off x="431482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21B25FC-2D0A-4728-B8C5-E61646226621}"/>
              </a:ext>
            </a:extLst>
          </p:cNvPr>
          <p:cNvSpPr/>
          <p:nvPr/>
        </p:nvSpPr>
        <p:spPr>
          <a:xfrm>
            <a:off x="34105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9EBE2A9-3D44-4784-A2C7-CBDF1751ADE5}"/>
              </a:ext>
            </a:extLst>
          </p:cNvPr>
          <p:cNvSpPr/>
          <p:nvPr/>
        </p:nvSpPr>
        <p:spPr>
          <a:xfrm>
            <a:off x="464248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D4E201-101C-A5E0-E05A-CD80011F9062}"/>
              </a:ext>
            </a:extLst>
          </p:cNvPr>
          <p:cNvSpPr/>
          <p:nvPr/>
        </p:nvSpPr>
        <p:spPr>
          <a:xfrm>
            <a:off x="2120265" y="10875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андан кийин </a:t>
            </a:r>
          </a:p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калган 4 жоопту тегеректеңиз.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FD4EA-322F-F1FF-E7CA-652FF3A44627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903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6ECEF9F-434E-4379-BE8F-FC57D6668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4481588"/>
                  </p:ext>
                </p:extLst>
              </p:nvPr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6ECEF9F-434E-4379-BE8F-FC57D6668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4481588"/>
                  </p:ext>
                </p:extLst>
              </p:nvPr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471" r="-5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471" r="-4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471" r="-3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471" r="-206316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471" r="-104167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471" r="-4167" b="-3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01471" r="-5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01471" r="-4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01471" r="-3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01471" r="-206316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01471" r="-104167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01471" r="-4167" b="-2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201471" r="-5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201471" r="-4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201471" r="-3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201471" r="-206316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201471" r="-104167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201471" r="-4167" b="-1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301471" r="-5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301471" r="-4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301471" r="-3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301471" r="-206316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301471" r="-104167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301471" r="-4167" b="-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826339"/>
              </p:ext>
            </p:extLst>
          </p:nvPr>
        </p:nvGraphicFramePr>
        <p:xfrm>
          <a:off x="61545" y="617195"/>
          <a:ext cx="6194475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895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0.159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E9F625A-1B68-40AB-9ADC-7932D09FF7CC}"/>
              </a:ext>
            </a:extLst>
          </p:cNvPr>
          <p:cNvSpPr/>
          <p:nvPr/>
        </p:nvSpPr>
        <p:spPr>
          <a:xfrm>
            <a:off x="55626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4AC1267-0E54-4CD0-A180-5232421291EB}"/>
              </a:ext>
            </a:extLst>
          </p:cNvPr>
          <p:cNvSpPr/>
          <p:nvPr/>
        </p:nvSpPr>
        <p:spPr>
          <a:xfrm>
            <a:off x="448627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765ABC-F017-43C7-A559-0D70A1B472FA}"/>
              </a:ext>
            </a:extLst>
          </p:cNvPr>
          <p:cNvSpPr/>
          <p:nvPr/>
        </p:nvSpPr>
        <p:spPr>
          <a:xfrm>
            <a:off x="3073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E6A87F-17CF-4E95-8788-FB4C370D6257}"/>
              </a:ext>
            </a:extLst>
          </p:cNvPr>
          <p:cNvSpPr/>
          <p:nvPr/>
        </p:nvSpPr>
        <p:spPr>
          <a:xfrm>
            <a:off x="193167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01CB96-509C-49B3-B6C4-50AD242638C3}"/>
              </a:ext>
            </a:extLst>
          </p:cNvPr>
          <p:cNvSpPr/>
          <p:nvPr/>
        </p:nvSpPr>
        <p:spPr>
          <a:xfrm>
            <a:off x="76962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90CA0F5-23FF-439E-92DA-704712FAA362}"/>
              </a:ext>
            </a:extLst>
          </p:cNvPr>
          <p:cNvSpPr/>
          <p:nvPr/>
        </p:nvSpPr>
        <p:spPr>
          <a:xfrm>
            <a:off x="579691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730E4C7-C5B0-41F7-AF06-ECE3B0E13045}"/>
              </a:ext>
            </a:extLst>
          </p:cNvPr>
          <p:cNvSpPr/>
          <p:nvPr/>
        </p:nvSpPr>
        <p:spPr>
          <a:xfrm>
            <a:off x="46424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3F00278-E46D-4737-A034-A4D4FE766B32}"/>
              </a:ext>
            </a:extLst>
          </p:cNvPr>
          <p:cNvSpPr/>
          <p:nvPr/>
        </p:nvSpPr>
        <p:spPr>
          <a:xfrm>
            <a:off x="3256280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F58488F-EEDC-47B8-9998-EFC3CFC9EBE3}"/>
              </a:ext>
            </a:extLst>
          </p:cNvPr>
          <p:cNvSpPr/>
          <p:nvPr/>
        </p:nvSpPr>
        <p:spPr>
          <a:xfrm>
            <a:off x="20097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DCF9FBF-AA4D-4822-A88C-3A0A9A2A68CE}"/>
              </a:ext>
            </a:extLst>
          </p:cNvPr>
          <p:cNvSpPr/>
          <p:nvPr/>
        </p:nvSpPr>
        <p:spPr>
          <a:xfrm>
            <a:off x="9048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A24A9ED-6ABD-4C37-BECA-B057898A9E27}"/>
              </a:ext>
            </a:extLst>
          </p:cNvPr>
          <p:cNvSpPr/>
          <p:nvPr/>
        </p:nvSpPr>
        <p:spPr>
          <a:xfrm>
            <a:off x="567499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F1996A-A0A7-49A8-ABCE-41FE7DC86CEC}"/>
              </a:ext>
            </a:extLst>
          </p:cNvPr>
          <p:cNvSpPr/>
          <p:nvPr/>
        </p:nvSpPr>
        <p:spPr>
          <a:xfrm>
            <a:off x="448627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EACC2D0-4315-4EB6-861D-EDF0250D04B1}"/>
              </a:ext>
            </a:extLst>
          </p:cNvPr>
          <p:cNvSpPr/>
          <p:nvPr/>
        </p:nvSpPr>
        <p:spPr>
          <a:xfrm>
            <a:off x="315722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CFE880-5FAD-47B4-97AD-51CC24907C15}"/>
              </a:ext>
            </a:extLst>
          </p:cNvPr>
          <p:cNvSpPr/>
          <p:nvPr/>
        </p:nvSpPr>
        <p:spPr>
          <a:xfrm>
            <a:off x="216789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0435F55-DF4F-463E-AA11-7FF2D8587B38}"/>
              </a:ext>
            </a:extLst>
          </p:cNvPr>
          <p:cNvSpPr/>
          <p:nvPr/>
        </p:nvSpPr>
        <p:spPr>
          <a:xfrm>
            <a:off x="82296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E0231F0-FB8E-464C-A255-3FA22A75EB6D}"/>
              </a:ext>
            </a:extLst>
          </p:cNvPr>
          <p:cNvSpPr/>
          <p:nvPr/>
        </p:nvSpPr>
        <p:spPr>
          <a:xfrm>
            <a:off x="557022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FD231EE-AD2E-4B1E-AE7F-6324EB686637}"/>
              </a:ext>
            </a:extLst>
          </p:cNvPr>
          <p:cNvSpPr/>
          <p:nvPr/>
        </p:nvSpPr>
        <p:spPr>
          <a:xfrm>
            <a:off x="456057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9EBEB3E-3528-4773-BF9D-E96018419B5D}"/>
              </a:ext>
            </a:extLst>
          </p:cNvPr>
          <p:cNvSpPr/>
          <p:nvPr/>
        </p:nvSpPr>
        <p:spPr>
          <a:xfrm>
            <a:off x="324675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20A5619-E07F-4A08-8C46-B23ED91FB220}"/>
              </a:ext>
            </a:extLst>
          </p:cNvPr>
          <p:cNvSpPr/>
          <p:nvPr/>
        </p:nvSpPr>
        <p:spPr>
          <a:xfrm>
            <a:off x="194881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DC1E0DA-37D6-4C4A-9664-A1679AF839EF}"/>
              </a:ext>
            </a:extLst>
          </p:cNvPr>
          <p:cNvSpPr/>
          <p:nvPr/>
        </p:nvSpPr>
        <p:spPr>
          <a:xfrm>
            <a:off x="6762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07D4575-B11D-47AD-8E44-CF61E5781374}"/>
              </a:ext>
            </a:extLst>
          </p:cNvPr>
          <p:cNvSpPr/>
          <p:nvPr/>
        </p:nvSpPr>
        <p:spPr>
          <a:xfrm>
            <a:off x="2057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70AB8DE-31DF-44C9-B668-16DE2A2F9001}"/>
              </a:ext>
            </a:extLst>
          </p:cNvPr>
          <p:cNvSpPr/>
          <p:nvPr/>
        </p:nvSpPr>
        <p:spPr>
          <a:xfrm>
            <a:off x="332295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071A886-F381-48B4-8179-08A8EA33984E}"/>
              </a:ext>
            </a:extLst>
          </p:cNvPr>
          <p:cNvSpPr/>
          <p:nvPr/>
        </p:nvSpPr>
        <p:spPr>
          <a:xfrm>
            <a:off x="20859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BE89202-0B57-4BB1-A614-005FE2EF19C1}"/>
              </a:ext>
            </a:extLst>
          </p:cNvPr>
          <p:cNvSpPr/>
          <p:nvPr/>
        </p:nvSpPr>
        <p:spPr>
          <a:xfrm>
            <a:off x="580453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F28DC06-CD7F-4044-8853-53FF6336E83B}"/>
              </a:ext>
            </a:extLst>
          </p:cNvPr>
          <p:cNvSpPr/>
          <p:nvPr/>
        </p:nvSpPr>
        <p:spPr>
          <a:xfrm>
            <a:off x="84772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C2E01A1-FE78-42B4-BCCB-A1BE48D83462}"/>
              </a:ext>
            </a:extLst>
          </p:cNvPr>
          <p:cNvSpPr/>
          <p:nvPr/>
        </p:nvSpPr>
        <p:spPr>
          <a:xfrm>
            <a:off x="339915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5D473B0-0DD3-45B3-9605-2FA5859605DD}"/>
              </a:ext>
            </a:extLst>
          </p:cNvPr>
          <p:cNvSpPr/>
          <p:nvPr/>
        </p:nvSpPr>
        <p:spPr>
          <a:xfrm>
            <a:off x="588264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DEAEAC3-8A60-409D-8137-2BA13C757793}"/>
              </a:ext>
            </a:extLst>
          </p:cNvPr>
          <p:cNvSpPr/>
          <p:nvPr/>
        </p:nvSpPr>
        <p:spPr>
          <a:xfrm>
            <a:off x="60769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ED754A0-5F42-43BA-B291-996C25D03FCB}"/>
              </a:ext>
            </a:extLst>
          </p:cNvPr>
          <p:cNvSpPr/>
          <p:nvPr/>
        </p:nvSpPr>
        <p:spPr>
          <a:xfrm>
            <a:off x="584644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47446DE-BA30-492F-8308-606CD38A2BDE}"/>
              </a:ext>
            </a:extLst>
          </p:cNvPr>
          <p:cNvSpPr/>
          <p:nvPr/>
        </p:nvSpPr>
        <p:spPr>
          <a:xfrm>
            <a:off x="431482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21B25FC-2D0A-4728-B8C5-E61646226621}"/>
              </a:ext>
            </a:extLst>
          </p:cNvPr>
          <p:cNvSpPr/>
          <p:nvPr/>
        </p:nvSpPr>
        <p:spPr>
          <a:xfrm>
            <a:off x="34105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9EBE2A9-3D44-4784-A2C7-CBDF1751ADE5}"/>
              </a:ext>
            </a:extLst>
          </p:cNvPr>
          <p:cNvSpPr/>
          <p:nvPr/>
        </p:nvSpPr>
        <p:spPr>
          <a:xfrm>
            <a:off x="464248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655436C-B109-4FED-9E8D-BF36ABD89E01}"/>
              </a:ext>
            </a:extLst>
          </p:cNvPr>
          <p:cNvSpPr/>
          <p:nvPr/>
        </p:nvSpPr>
        <p:spPr>
          <a:xfrm>
            <a:off x="7438292" y="2573654"/>
            <a:ext cx="767422" cy="76742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ECE8BDC5-C36B-4A32-8CA5-35A7EE63C44A}"/>
              </a:ext>
            </a:extLst>
          </p:cNvPr>
          <p:cNvSpPr/>
          <p:nvPr/>
        </p:nvSpPr>
        <p:spPr>
          <a:xfrm>
            <a:off x="8021515" y="1723732"/>
            <a:ext cx="767422" cy="76742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C54F50A9-C09F-4EC5-8E75-812F6A4E5F5A}"/>
              </a:ext>
            </a:extLst>
          </p:cNvPr>
          <p:cNvSpPr/>
          <p:nvPr/>
        </p:nvSpPr>
        <p:spPr>
          <a:xfrm>
            <a:off x="9211407" y="1735455"/>
            <a:ext cx="767422" cy="76742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89CA435D-7D5F-4EE2-8BC9-8A35247825FC}"/>
              </a:ext>
            </a:extLst>
          </p:cNvPr>
          <p:cNvSpPr/>
          <p:nvPr/>
        </p:nvSpPr>
        <p:spPr>
          <a:xfrm>
            <a:off x="6277707" y="41470"/>
            <a:ext cx="767422" cy="76742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E72564-8AB4-53F0-B67E-ED5D1246D5BA}"/>
              </a:ext>
            </a:extLst>
          </p:cNvPr>
          <p:cNvSpPr/>
          <p:nvPr/>
        </p:nvSpPr>
        <p:spPr>
          <a:xfrm>
            <a:off x="2120265" y="10875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андан кийин </a:t>
            </a:r>
          </a:p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калган 4 жоопту тегеректеңиз.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3013E-84FE-BE4D-56FF-24682BE169C6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898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E4A19EC-63E5-09F3-9A3F-964DBAD6B08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E4A19EC-63E5-09F3-9A3F-964DBAD6B08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471" r="-5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471" r="-4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471" r="-3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471" r="-206316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471" r="-104167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471" r="-4167" b="-3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01471" r="-5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01471" r="-4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01471" r="-3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01471" r="-206316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01471" r="-104167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01471" r="-4167" b="-2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201471" r="-5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201471" r="-4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201471" r="-3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201471" r="-206316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201471" r="-104167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201471" r="-4167" b="-1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301471" r="-5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301471" r="-4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301471" r="-3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301471" r="-206316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301471" r="-104167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301471" r="-4167" b="-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718FE8-CF7E-D765-7CC1-07EA8FB612D3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194475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895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0.159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CCE0082F-A766-02AC-C64A-D2080E6B5BB6}"/>
              </a:ext>
            </a:extLst>
          </p:cNvPr>
          <p:cNvSpPr/>
          <p:nvPr/>
        </p:nvSpPr>
        <p:spPr>
          <a:xfrm>
            <a:off x="55626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CD1ADE-D534-C349-D6FC-99358D083BC8}"/>
              </a:ext>
            </a:extLst>
          </p:cNvPr>
          <p:cNvSpPr/>
          <p:nvPr/>
        </p:nvSpPr>
        <p:spPr>
          <a:xfrm>
            <a:off x="448627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E09144-7936-DDB7-28CA-F2AE3B1F71CD}"/>
              </a:ext>
            </a:extLst>
          </p:cNvPr>
          <p:cNvSpPr/>
          <p:nvPr/>
        </p:nvSpPr>
        <p:spPr>
          <a:xfrm>
            <a:off x="3073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AAF61B-E254-4F5D-9C33-F88E72F109FF}"/>
              </a:ext>
            </a:extLst>
          </p:cNvPr>
          <p:cNvSpPr/>
          <p:nvPr/>
        </p:nvSpPr>
        <p:spPr>
          <a:xfrm>
            <a:off x="193167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7AF899-8A39-9B73-1603-8D8AFEAE45E5}"/>
              </a:ext>
            </a:extLst>
          </p:cNvPr>
          <p:cNvSpPr/>
          <p:nvPr/>
        </p:nvSpPr>
        <p:spPr>
          <a:xfrm>
            <a:off x="76962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8DC987-34D8-908C-4DE4-591AE266065C}"/>
              </a:ext>
            </a:extLst>
          </p:cNvPr>
          <p:cNvSpPr/>
          <p:nvPr/>
        </p:nvSpPr>
        <p:spPr>
          <a:xfrm>
            <a:off x="579691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5572EE-0A9B-7F29-CA21-EA4A02BD1353}"/>
              </a:ext>
            </a:extLst>
          </p:cNvPr>
          <p:cNvSpPr/>
          <p:nvPr/>
        </p:nvSpPr>
        <p:spPr>
          <a:xfrm>
            <a:off x="46424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645D0B-5C1C-1A2D-3B6E-F01E53989205}"/>
              </a:ext>
            </a:extLst>
          </p:cNvPr>
          <p:cNvSpPr/>
          <p:nvPr/>
        </p:nvSpPr>
        <p:spPr>
          <a:xfrm>
            <a:off x="3256280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4166D4-BC2D-3029-3B8D-FD2CDA1ABC00}"/>
              </a:ext>
            </a:extLst>
          </p:cNvPr>
          <p:cNvSpPr/>
          <p:nvPr/>
        </p:nvSpPr>
        <p:spPr>
          <a:xfrm>
            <a:off x="20097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1D1A70-C72A-0EB0-B361-4BA471CC60D4}"/>
              </a:ext>
            </a:extLst>
          </p:cNvPr>
          <p:cNvSpPr/>
          <p:nvPr/>
        </p:nvSpPr>
        <p:spPr>
          <a:xfrm>
            <a:off x="9048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F09CAD-E2A7-31E1-2316-6D6FBF12C81F}"/>
              </a:ext>
            </a:extLst>
          </p:cNvPr>
          <p:cNvSpPr/>
          <p:nvPr/>
        </p:nvSpPr>
        <p:spPr>
          <a:xfrm>
            <a:off x="567499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D64ECC0-9A40-B36E-E33C-BF36C5CD08E7}"/>
              </a:ext>
            </a:extLst>
          </p:cNvPr>
          <p:cNvSpPr/>
          <p:nvPr/>
        </p:nvSpPr>
        <p:spPr>
          <a:xfrm>
            <a:off x="448627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E564FB7-F727-0EDE-5A68-5055855BBE0C}"/>
              </a:ext>
            </a:extLst>
          </p:cNvPr>
          <p:cNvSpPr/>
          <p:nvPr/>
        </p:nvSpPr>
        <p:spPr>
          <a:xfrm>
            <a:off x="315722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73C1AB-C759-E217-BFD9-10E4E818F30E}"/>
              </a:ext>
            </a:extLst>
          </p:cNvPr>
          <p:cNvSpPr/>
          <p:nvPr/>
        </p:nvSpPr>
        <p:spPr>
          <a:xfrm>
            <a:off x="216789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B6B3D1E-6F9E-829F-3773-30FC71AA9C3C}"/>
              </a:ext>
            </a:extLst>
          </p:cNvPr>
          <p:cNvSpPr/>
          <p:nvPr/>
        </p:nvSpPr>
        <p:spPr>
          <a:xfrm>
            <a:off x="82296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5E9391-ADD0-6A8B-1357-98EC28973210}"/>
              </a:ext>
            </a:extLst>
          </p:cNvPr>
          <p:cNvSpPr/>
          <p:nvPr/>
        </p:nvSpPr>
        <p:spPr>
          <a:xfrm>
            <a:off x="557022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40FAC7-5635-EABE-2680-EB9AE4A47388}"/>
              </a:ext>
            </a:extLst>
          </p:cNvPr>
          <p:cNvSpPr/>
          <p:nvPr/>
        </p:nvSpPr>
        <p:spPr>
          <a:xfrm>
            <a:off x="456057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C8D15AF-A4B4-C01A-EDEA-FED650D4582F}"/>
              </a:ext>
            </a:extLst>
          </p:cNvPr>
          <p:cNvSpPr/>
          <p:nvPr/>
        </p:nvSpPr>
        <p:spPr>
          <a:xfrm>
            <a:off x="324675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28D9BA-9DF3-8213-AE48-1F09B9B0A391}"/>
              </a:ext>
            </a:extLst>
          </p:cNvPr>
          <p:cNvSpPr/>
          <p:nvPr/>
        </p:nvSpPr>
        <p:spPr>
          <a:xfrm>
            <a:off x="194881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2D12C85-6C5B-698A-3298-457F37DF7394}"/>
              </a:ext>
            </a:extLst>
          </p:cNvPr>
          <p:cNvSpPr/>
          <p:nvPr/>
        </p:nvSpPr>
        <p:spPr>
          <a:xfrm>
            <a:off x="6762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A842815-DB80-8188-010C-384D352E6F33}"/>
              </a:ext>
            </a:extLst>
          </p:cNvPr>
          <p:cNvSpPr/>
          <p:nvPr/>
        </p:nvSpPr>
        <p:spPr>
          <a:xfrm>
            <a:off x="2057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557507E-F010-6FDC-7D44-3F1499E2F7A2}"/>
              </a:ext>
            </a:extLst>
          </p:cNvPr>
          <p:cNvSpPr/>
          <p:nvPr/>
        </p:nvSpPr>
        <p:spPr>
          <a:xfrm>
            <a:off x="332295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2918E3D-0AC7-2B1F-5336-552AA8D3405C}"/>
              </a:ext>
            </a:extLst>
          </p:cNvPr>
          <p:cNvSpPr/>
          <p:nvPr/>
        </p:nvSpPr>
        <p:spPr>
          <a:xfrm>
            <a:off x="20859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0B15AF2-D74B-39BD-3482-7434EE511AD6}"/>
              </a:ext>
            </a:extLst>
          </p:cNvPr>
          <p:cNvSpPr/>
          <p:nvPr/>
        </p:nvSpPr>
        <p:spPr>
          <a:xfrm>
            <a:off x="580453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A79978B-CA85-3CF4-3ACB-79BBD9854B1B}"/>
              </a:ext>
            </a:extLst>
          </p:cNvPr>
          <p:cNvSpPr/>
          <p:nvPr/>
        </p:nvSpPr>
        <p:spPr>
          <a:xfrm>
            <a:off x="84772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3D82045-BD2A-0075-2253-AACCDC73B8E5}"/>
              </a:ext>
            </a:extLst>
          </p:cNvPr>
          <p:cNvSpPr/>
          <p:nvPr/>
        </p:nvSpPr>
        <p:spPr>
          <a:xfrm>
            <a:off x="339915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A266CA1-B622-E2F6-BD10-60DB23B76472}"/>
              </a:ext>
            </a:extLst>
          </p:cNvPr>
          <p:cNvSpPr/>
          <p:nvPr/>
        </p:nvSpPr>
        <p:spPr>
          <a:xfrm>
            <a:off x="588264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C93A15F-3E3D-E981-5184-C75C1A4E0C0A}"/>
              </a:ext>
            </a:extLst>
          </p:cNvPr>
          <p:cNvSpPr/>
          <p:nvPr/>
        </p:nvSpPr>
        <p:spPr>
          <a:xfrm>
            <a:off x="60769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C374FDC-B595-71FA-0BBD-2F91A8F92292}"/>
              </a:ext>
            </a:extLst>
          </p:cNvPr>
          <p:cNvSpPr/>
          <p:nvPr/>
        </p:nvSpPr>
        <p:spPr>
          <a:xfrm>
            <a:off x="584644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B3C2DA9-0CE0-BB81-5902-DB57AE29B434}"/>
              </a:ext>
            </a:extLst>
          </p:cNvPr>
          <p:cNvSpPr/>
          <p:nvPr/>
        </p:nvSpPr>
        <p:spPr>
          <a:xfrm>
            <a:off x="431482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AAE635B-A039-FF0A-E74C-E73816CE2F9F}"/>
              </a:ext>
            </a:extLst>
          </p:cNvPr>
          <p:cNvSpPr/>
          <p:nvPr/>
        </p:nvSpPr>
        <p:spPr>
          <a:xfrm>
            <a:off x="34105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46EBBA6-901C-648C-B6F8-4EF35AE5BC0D}"/>
              </a:ext>
            </a:extLst>
          </p:cNvPr>
          <p:cNvSpPr/>
          <p:nvPr/>
        </p:nvSpPr>
        <p:spPr>
          <a:xfrm>
            <a:off x="464248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A000A2B-E821-0712-A042-E041B36E4653}"/>
              </a:ext>
            </a:extLst>
          </p:cNvPr>
          <p:cNvSpPr/>
          <p:nvPr/>
        </p:nvSpPr>
        <p:spPr>
          <a:xfrm>
            <a:off x="2120265" y="10875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андан кийин </a:t>
            </a:r>
          </a:p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калган 4 жоопту тегеректеңиз.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D25FA58-1B58-60BD-087F-CBD1F797F3A8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1" name="Table 110">
                <a:extLst>
                  <a:ext uri="{FF2B5EF4-FFF2-40B4-BE49-F238E27FC236}">
                    <a16:creationId xmlns:a16="http://schemas.microsoft.com/office/drawing/2014/main" id="{D68F43FC-BA81-B786-FE01-65F1517A23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653266"/>
                  </p:ext>
                </p:extLst>
              </p:nvPr>
            </p:nvGraphicFramePr>
            <p:xfrm>
              <a:off x="6355080" y="3495253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1" name="Table 110">
                <a:extLst>
                  <a:ext uri="{FF2B5EF4-FFF2-40B4-BE49-F238E27FC236}">
                    <a16:creationId xmlns:a16="http://schemas.microsoft.com/office/drawing/2014/main" id="{D68F43FC-BA81-B786-FE01-65F1517A23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653266"/>
                  </p:ext>
                </p:extLst>
              </p:nvPr>
            </p:nvGraphicFramePr>
            <p:xfrm>
              <a:off x="6355080" y="3495253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3" t="-1471" r="-5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083" t="-1471" r="-4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083" t="-1471" r="-3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263" t="-1471" r="-206316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042" t="-1471" r="-104167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042" t="-1471" r="-4167" b="-3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3" t="-101471" r="-5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083" t="-101471" r="-4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083" t="-101471" r="-3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263" t="-101471" r="-206316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042" t="-101471" r="-104167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042" t="-101471" r="-4167" b="-2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3" t="-201471" r="-5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083" t="-201471" r="-4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083" t="-201471" r="-3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263" t="-201471" r="-206316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042" t="-201471" r="-104167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042" t="-201471" r="-4167" b="-1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3" t="-301471" r="-5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083" t="-301471" r="-4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083" t="-301471" r="-3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263" t="-301471" r="-206316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042" t="-301471" r="-104167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042" t="-301471" r="-4167" b="-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35786724-85BC-25B2-2105-D487935FF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552599"/>
              </p:ext>
            </p:extLst>
          </p:nvPr>
        </p:nvGraphicFramePr>
        <p:xfrm>
          <a:off x="61545" y="4060933"/>
          <a:ext cx="6194475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895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0.159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sp>
        <p:nvSpPr>
          <p:cNvPr id="113" name="Oval 112">
            <a:extLst>
              <a:ext uri="{FF2B5EF4-FFF2-40B4-BE49-F238E27FC236}">
                <a16:creationId xmlns:a16="http://schemas.microsoft.com/office/drawing/2014/main" id="{185B3C25-D802-A33A-210C-A769DD0A7E2B}"/>
              </a:ext>
            </a:extLst>
          </p:cNvPr>
          <p:cNvSpPr/>
          <p:nvPr/>
        </p:nvSpPr>
        <p:spPr>
          <a:xfrm>
            <a:off x="5562600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94B8E2F-0A26-0089-9FF1-661C6DF70056}"/>
              </a:ext>
            </a:extLst>
          </p:cNvPr>
          <p:cNvSpPr/>
          <p:nvPr/>
        </p:nvSpPr>
        <p:spPr>
          <a:xfrm>
            <a:off x="4486275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9D41891B-2A2F-59DC-6AF2-C25081178B17}"/>
              </a:ext>
            </a:extLst>
          </p:cNvPr>
          <p:cNvSpPr/>
          <p:nvPr/>
        </p:nvSpPr>
        <p:spPr>
          <a:xfrm>
            <a:off x="3073400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0C22CC6-EF2E-0913-E0CE-9A30E3DEB766}"/>
              </a:ext>
            </a:extLst>
          </p:cNvPr>
          <p:cNvSpPr/>
          <p:nvPr/>
        </p:nvSpPr>
        <p:spPr>
          <a:xfrm>
            <a:off x="1931670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3B9CE6D4-D164-4FAE-0063-1EFB5F974464}"/>
              </a:ext>
            </a:extLst>
          </p:cNvPr>
          <p:cNvSpPr/>
          <p:nvPr/>
        </p:nvSpPr>
        <p:spPr>
          <a:xfrm>
            <a:off x="769620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62CB6815-E48D-4E1C-E80C-7DF335FC034A}"/>
              </a:ext>
            </a:extLst>
          </p:cNvPr>
          <p:cNvSpPr/>
          <p:nvPr/>
        </p:nvSpPr>
        <p:spPr>
          <a:xfrm>
            <a:off x="579691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295E30A1-BF84-1A5F-391C-30FF587FEDCC}"/>
              </a:ext>
            </a:extLst>
          </p:cNvPr>
          <p:cNvSpPr/>
          <p:nvPr/>
        </p:nvSpPr>
        <p:spPr>
          <a:xfrm>
            <a:off x="464248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88A766CE-F354-8685-A2FC-E86DE0044C6C}"/>
              </a:ext>
            </a:extLst>
          </p:cNvPr>
          <p:cNvSpPr/>
          <p:nvPr/>
        </p:nvSpPr>
        <p:spPr>
          <a:xfrm>
            <a:off x="3256280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6DE0F0E-D442-6927-486F-0678EEDFFBC7}"/>
              </a:ext>
            </a:extLst>
          </p:cNvPr>
          <p:cNvSpPr/>
          <p:nvPr/>
        </p:nvSpPr>
        <p:spPr>
          <a:xfrm>
            <a:off x="200977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85C4FF14-E1DB-2AB4-D414-B59BEDC36936}"/>
              </a:ext>
            </a:extLst>
          </p:cNvPr>
          <p:cNvSpPr/>
          <p:nvPr/>
        </p:nvSpPr>
        <p:spPr>
          <a:xfrm>
            <a:off x="90487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E455B2E9-75E3-4EE1-5F32-41F19DA601F8}"/>
              </a:ext>
            </a:extLst>
          </p:cNvPr>
          <p:cNvSpPr/>
          <p:nvPr/>
        </p:nvSpPr>
        <p:spPr>
          <a:xfrm>
            <a:off x="5674995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FB4AFB57-72E6-68C0-1EB6-64FA8967F7FB}"/>
              </a:ext>
            </a:extLst>
          </p:cNvPr>
          <p:cNvSpPr/>
          <p:nvPr/>
        </p:nvSpPr>
        <p:spPr>
          <a:xfrm>
            <a:off x="4486275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8871122-1610-030C-2D04-E5B3CD46338D}"/>
              </a:ext>
            </a:extLst>
          </p:cNvPr>
          <p:cNvSpPr/>
          <p:nvPr/>
        </p:nvSpPr>
        <p:spPr>
          <a:xfrm>
            <a:off x="3157220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F11B7DC3-595A-6E94-1F00-A421A38FF963}"/>
              </a:ext>
            </a:extLst>
          </p:cNvPr>
          <p:cNvSpPr/>
          <p:nvPr/>
        </p:nvSpPr>
        <p:spPr>
          <a:xfrm>
            <a:off x="2167890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BA4C22A5-914B-9D72-CCD4-5E6A2B19F784}"/>
              </a:ext>
            </a:extLst>
          </p:cNvPr>
          <p:cNvSpPr/>
          <p:nvPr/>
        </p:nvSpPr>
        <p:spPr>
          <a:xfrm>
            <a:off x="822960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916601E5-EE94-E77F-5053-A8BFBB8292C3}"/>
              </a:ext>
            </a:extLst>
          </p:cNvPr>
          <p:cNvSpPr/>
          <p:nvPr/>
        </p:nvSpPr>
        <p:spPr>
          <a:xfrm>
            <a:off x="5570220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1E8404FE-060B-77B5-4F41-69FBFDC021B1}"/>
              </a:ext>
            </a:extLst>
          </p:cNvPr>
          <p:cNvSpPr/>
          <p:nvPr/>
        </p:nvSpPr>
        <p:spPr>
          <a:xfrm>
            <a:off x="4560570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DFCEA430-B118-B5A3-5020-9489486B9207}"/>
              </a:ext>
            </a:extLst>
          </p:cNvPr>
          <p:cNvSpPr/>
          <p:nvPr/>
        </p:nvSpPr>
        <p:spPr>
          <a:xfrm>
            <a:off x="3246755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EDE570CE-1CE4-6C60-BD94-FE78D58BA6D9}"/>
              </a:ext>
            </a:extLst>
          </p:cNvPr>
          <p:cNvSpPr/>
          <p:nvPr/>
        </p:nvSpPr>
        <p:spPr>
          <a:xfrm>
            <a:off x="1948815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2014C0D2-5444-254E-9378-51C5A9A781A7}"/>
              </a:ext>
            </a:extLst>
          </p:cNvPr>
          <p:cNvSpPr/>
          <p:nvPr/>
        </p:nvSpPr>
        <p:spPr>
          <a:xfrm>
            <a:off x="676275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76A120DB-ACA6-90DA-829D-389D93DA9FCB}"/>
              </a:ext>
            </a:extLst>
          </p:cNvPr>
          <p:cNvSpPr/>
          <p:nvPr/>
        </p:nvSpPr>
        <p:spPr>
          <a:xfrm>
            <a:off x="2057400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0AF6B0FA-76C4-5DFF-7512-594C2465FF50}"/>
              </a:ext>
            </a:extLst>
          </p:cNvPr>
          <p:cNvSpPr/>
          <p:nvPr/>
        </p:nvSpPr>
        <p:spPr>
          <a:xfrm>
            <a:off x="3322955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8F43A80D-20C1-55A9-E856-708C9367472B}"/>
              </a:ext>
            </a:extLst>
          </p:cNvPr>
          <p:cNvSpPr/>
          <p:nvPr/>
        </p:nvSpPr>
        <p:spPr>
          <a:xfrm>
            <a:off x="2085975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7E6D2C0A-F396-AE7A-26B8-6F8D13CF66D0}"/>
              </a:ext>
            </a:extLst>
          </p:cNvPr>
          <p:cNvSpPr/>
          <p:nvPr/>
        </p:nvSpPr>
        <p:spPr>
          <a:xfrm>
            <a:off x="5804535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D05774E4-6C85-711D-0971-2BEF6FE05B91}"/>
              </a:ext>
            </a:extLst>
          </p:cNvPr>
          <p:cNvSpPr/>
          <p:nvPr/>
        </p:nvSpPr>
        <p:spPr>
          <a:xfrm>
            <a:off x="847725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B64EE072-99E6-D403-BDF2-D2F48512B5BE}"/>
              </a:ext>
            </a:extLst>
          </p:cNvPr>
          <p:cNvSpPr/>
          <p:nvPr/>
        </p:nvSpPr>
        <p:spPr>
          <a:xfrm>
            <a:off x="3399155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85476526-DB06-C2EC-4AC1-59FA48D25C80}"/>
              </a:ext>
            </a:extLst>
          </p:cNvPr>
          <p:cNvSpPr/>
          <p:nvPr/>
        </p:nvSpPr>
        <p:spPr>
          <a:xfrm>
            <a:off x="5882640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BB0A8471-6174-8F26-D9D1-7278234B85DA}"/>
              </a:ext>
            </a:extLst>
          </p:cNvPr>
          <p:cNvSpPr/>
          <p:nvPr/>
        </p:nvSpPr>
        <p:spPr>
          <a:xfrm>
            <a:off x="60769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C11EE715-1C06-60D1-5B27-CF1334DC0311}"/>
              </a:ext>
            </a:extLst>
          </p:cNvPr>
          <p:cNvSpPr/>
          <p:nvPr/>
        </p:nvSpPr>
        <p:spPr>
          <a:xfrm>
            <a:off x="5846445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64630866-C2BB-3FBF-82EF-B54130907F67}"/>
              </a:ext>
            </a:extLst>
          </p:cNvPr>
          <p:cNvSpPr/>
          <p:nvPr/>
        </p:nvSpPr>
        <p:spPr>
          <a:xfrm>
            <a:off x="431482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8DBAF162-C58A-B64C-0D2D-54D4A6CB9B54}"/>
              </a:ext>
            </a:extLst>
          </p:cNvPr>
          <p:cNvSpPr/>
          <p:nvPr/>
        </p:nvSpPr>
        <p:spPr>
          <a:xfrm>
            <a:off x="341058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585AA2B-7038-D302-A3E6-1CD449005F42}"/>
              </a:ext>
            </a:extLst>
          </p:cNvPr>
          <p:cNvSpPr/>
          <p:nvPr/>
        </p:nvSpPr>
        <p:spPr>
          <a:xfrm>
            <a:off x="4642485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F506F68-5D11-9F78-B3A4-825D92EA67E2}"/>
              </a:ext>
            </a:extLst>
          </p:cNvPr>
          <p:cNvSpPr/>
          <p:nvPr/>
        </p:nvSpPr>
        <p:spPr>
          <a:xfrm>
            <a:off x="2120265" y="3454613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андан кийин </a:t>
            </a:r>
          </a:p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калган 4 жоопту тегеректеңиз.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7CF03B5-3181-9ED1-B479-85A906D9822F}"/>
              </a:ext>
            </a:extLst>
          </p:cNvPr>
          <p:cNvSpPr txBox="1"/>
          <p:nvPr/>
        </p:nvSpPr>
        <p:spPr>
          <a:xfrm>
            <a:off x="0" y="3467516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61639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AE0CE-99BF-00D4-82D4-2BCB5F5BA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49603" y="1005499"/>
            <a:ext cx="6648175" cy="4744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ABD434-292E-5DCC-1579-4C8BAFE15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07430" y="1005499"/>
            <a:ext cx="6648175" cy="474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6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370BB8-02C4-0EE3-B618-B1A81DEEE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12"/>
            <a:ext cx="4876800" cy="335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D4D7BA-B32B-D651-2DB4-A30CA41E1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1512"/>
            <a:ext cx="4876800" cy="3350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3D6AE1-A771-F5DB-3575-3D02DF2C0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7262"/>
            <a:ext cx="4876800" cy="33507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EB27A3-3EC1-8A87-5C2F-62ADB740E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507262"/>
            <a:ext cx="4876800" cy="335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5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8503</TotalTime>
  <Words>314</Words>
  <Application>Microsoft Office PowerPoint</Application>
  <PresentationFormat>A4 Paper (210x297 mm)</PresentationFormat>
  <Paragraphs>209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Script MT Bold</vt:lpstr>
      <vt:lpstr>Aharoni</vt:lpstr>
      <vt:lpstr>Arial</vt:lpstr>
      <vt:lpstr>Calibri</vt:lpstr>
      <vt:lpstr>Bahnschrift</vt:lpstr>
      <vt:lpstr>Cambria Math</vt:lpstr>
      <vt:lpstr>Calibri Light</vt:lpstr>
      <vt:lpstr>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384</cp:revision>
  <cp:lastPrinted>2024-08-30T07:34:13Z</cp:lastPrinted>
  <dcterms:created xsi:type="dcterms:W3CDTF">2017-01-17T16:57:04Z</dcterms:created>
  <dcterms:modified xsi:type="dcterms:W3CDTF">2024-08-30T07:36:09Z</dcterms:modified>
</cp:coreProperties>
</file>