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50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64359083-B3E9-405A-9580-F6203F6620FC}">
          <p14:sldIdLst>
            <p14:sldId id="947"/>
          </p14:sldIdLst>
        </p14:section>
        <p14:section name="Титулдук слайд" id="{4914ABC9-49F1-4FCB-B30E-E12F89EA76BF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Мугалимдин жооп баракчасы" id="{411D3605-D9E8-4479-810F-9FCE82E3AFDB}">
          <p14:sldIdLst>
            <p14:sldId id="950"/>
          </p14:sldIdLst>
        </p14:section>
        <p14:section name="Таркатма иш кагаздар" id="{627A7875-ACBC-4333-B580-4A1285613FDF}">
          <p14:sldIdLst>
            <p14:sldId id="946"/>
          </p14:sldIdLst>
        </p14:section>
        <p14:section name="Кайтарым байланыш" id="{F3D720CF-F566-46A6-9361-125255B68FA6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Турмуштук маселелер – Калькулятор менен иштөө–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799398" y="909348"/>
            <a:ext cx="809228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Дүңүнөн сатып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алуулардагы арзандатуулар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FADC9F-DEFC-4CD1-9013-4508CCF9F62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980" y="71920"/>
            <a:ext cx="957874" cy="10443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83C8B0-FE69-4041-8CF7-25D4EB7E6E4A}"/>
              </a:ext>
            </a:extLst>
          </p:cNvPr>
          <p:cNvSpPr txBox="1"/>
          <p:nvPr/>
        </p:nvSpPr>
        <p:spPr>
          <a:xfrm>
            <a:off x="3800528" y="1048792"/>
            <a:ext cx="25455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 сатып алганга, </a:t>
            </a:r>
          </a:p>
          <a:p>
            <a:pPr algn="ctr"/>
            <a:r>
              <a:rPr lang="ky-KG" sz="2400" dirty="0"/>
              <a:t>төртүнчүсү бекер!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1CE796-02CF-4B52-9FF3-1782B43F553E}"/>
              </a:ext>
            </a:extLst>
          </p:cNvPr>
          <p:cNvSpPr txBox="1"/>
          <p:nvPr/>
        </p:nvSpPr>
        <p:spPr>
          <a:xfrm>
            <a:off x="3922533" y="1776047"/>
            <a:ext cx="2067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5 футболка = £</a:t>
            </a:r>
            <a:endParaRPr lang="en-GB"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238FF6-AF33-4971-9B35-47B64C58D914}"/>
              </a:ext>
            </a:extLst>
          </p:cNvPr>
          <p:cNvSpPr/>
          <p:nvPr/>
        </p:nvSpPr>
        <p:spPr>
          <a:xfrm>
            <a:off x="5328138" y="589085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£17.50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34D37-1217-4A84-B32F-54AE6FC081A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16" y="66314"/>
            <a:ext cx="902610" cy="7157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7C9E2E-9294-4A61-A483-9153D770533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107" y="15408"/>
            <a:ext cx="1334681" cy="855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976AAD-1720-423A-BA69-CA8E317AC2E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2181"/>
          <a:stretch/>
        </p:blipFill>
        <p:spPr>
          <a:xfrm>
            <a:off x="1253721" y="2340446"/>
            <a:ext cx="750925" cy="9900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F3D581-B566-4BD2-9030-AD5BFD055FF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41731">
            <a:off x="7746775" y="2308478"/>
            <a:ext cx="1074736" cy="11184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C2E935-9EE3-4AA6-9FA8-65983AC75D2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051" y="2244968"/>
            <a:ext cx="1138311" cy="11383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F70B49-4790-4160-B468-8585C2F191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25" y="4621843"/>
            <a:ext cx="1020509" cy="9173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3048A2-AE86-4501-ABD4-C04408D61601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175" y="4657011"/>
            <a:ext cx="1074679" cy="9672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031F15-6B3B-4212-BED7-C3569EF4B2E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672"/>
          <a:stretch/>
        </p:blipFill>
        <p:spPr>
          <a:xfrm>
            <a:off x="4303575" y="4683388"/>
            <a:ext cx="1298849" cy="9807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7491035-7652-4888-9242-59E3570107DE}"/>
              </a:ext>
            </a:extLst>
          </p:cNvPr>
          <p:cNvSpPr txBox="1"/>
          <p:nvPr/>
        </p:nvSpPr>
        <p:spPr>
          <a:xfrm>
            <a:off x="302407" y="1016737"/>
            <a:ext cx="27058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 сатып алып, </a:t>
            </a:r>
          </a:p>
          <a:p>
            <a:pPr algn="ctr"/>
            <a:r>
              <a:rPr lang="ky-KG" sz="2400" dirty="0"/>
              <a:t>1ди бекер алыңыз!</a:t>
            </a:r>
            <a:endParaRPr lang="en-GB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7FE85D-19C4-4A4E-A108-2208F3288313}"/>
              </a:ext>
            </a:extLst>
          </p:cNvPr>
          <p:cNvSpPr txBox="1"/>
          <p:nvPr/>
        </p:nvSpPr>
        <p:spPr>
          <a:xfrm>
            <a:off x="424841" y="1776047"/>
            <a:ext cx="2380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баш кийим = </a:t>
            </a:r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/>
              <a:t> </a:t>
            </a:r>
            <a:endParaRPr lang="en-GB" sz="2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849882E-EB21-422A-A86E-C2D123815156}"/>
              </a:ext>
            </a:extLst>
          </p:cNvPr>
          <p:cNvSpPr/>
          <p:nvPr/>
        </p:nvSpPr>
        <p:spPr>
          <a:xfrm>
            <a:off x="1784838" y="580292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£5.95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C84740-A70E-41C3-9507-29653B936999}"/>
              </a:ext>
            </a:extLst>
          </p:cNvPr>
          <p:cNvSpPr txBox="1"/>
          <p:nvPr/>
        </p:nvSpPr>
        <p:spPr>
          <a:xfrm>
            <a:off x="6794923" y="1040492"/>
            <a:ext cx="28869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1 жуп сатып алганга,</a:t>
            </a:r>
          </a:p>
          <a:p>
            <a:pPr algn="ctr"/>
            <a:r>
              <a:rPr lang="ky-KG" sz="2400" dirty="0"/>
              <a:t> 1 жуп бекер !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C9BCD4-4893-4D47-9F19-0A38F6CDA00F}"/>
              </a:ext>
            </a:extLst>
          </p:cNvPr>
          <p:cNvSpPr txBox="1"/>
          <p:nvPr/>
        </p:nvSpPr>
        <p:spPr>
          <a:xfrm>
            <a:off x="6838943" y="1776047"/>
            <a:ext cx="2776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жуп бут кийим = £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A8F1080-13FF-4576-A8D7-3520366DDDE3}"/>
              </a:ext>
            </a:extLst>
          </p:cNvPr>
          <p:cNvSpPr/>
          <p:nvPr/>
        </p:nvSpPr>
        <p:spPr>
          <a:xfrm>
            <a:off x="8458198" y="677008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£32.50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0B7DCC-EECA-45B4-9831-E4FC85928A6D}"/>
              </a:ext>
            </a:extLst>
          </p:cNvPr>
          <p:cNvSpPr txBox="1"/>
          <p:nvPr/>
        </p:nvSpPr>
        <p:spPr>
          <a:xfrm>
            <a:off x="3389242" y="3043549"/>
            <a:ext cx="23369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3 сатып алып, </a:t>
            </a:r>
          </a:p>
          <a:p>
            <a:pPr algn="ctr"/>
            <a:r>
              <a:rPr lang="ky-KG" sz="2000" dirty="0"/>
              <a:t>төртүнчүсүн жарым</a:t>
            </a:r>
          </a:p>
          <a:p>
            <a:pPr algn="ctr"/>
            <a:r>
              <a:rPr lang="ky-KG" sz="2000" dirty="0"/>
              <a:t> баада алыңыз!</a:t>
            </a:r>
            <a:endParaRPr lang="en-GB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ECF681-74DE-4453-BEFD-89AC66350A3C}"/>
              </a:ext>
            </a:extLst>
          </p:cNvPr>
          <p:cNvSpPr txBox="1"/>
          <p:nvPr/>
        </p:nvSpPr>
        <p:spPr>
          <a:xfrm>
            <a:off x="4186705" y="4053255"/>
            <a:ext cx="15392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юбка = £</a:t>
            </a:r>
            <a:endParaRPr lang="en-GB" sz="24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0857056-0B99-4A97-A4C1-8DEE8EB02804}"/>
              </a:ext>
            </a:extLst>
          </p:cNvPr>
          <p:cNvSpPr/>
          <p:nvPr/>
        </p:nvSpPr>
        <p:spPr>
          <a:xfrm>
            <a:off x="5328138" y="2866293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£14.96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96DA0C-2719-4485-B5B6-9D8B95DEA28A}"/>
              </a:ext>
            </a:extLst>
          </p:cNvPr>
          <p:cNvSpPr txBox="1"/>
          <p:nvPr/>
        </p:nvSpPr>
        <p:spPr>
          <a:xfrm>
            <a:off x="110488" y="3195991"/>
            <a:ext cx="29910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2ни сатып алып, </a:t>
            </a:r>
          </a:p>
          <a:p>
            <a:pPr algn="ctr"/>
            <a:r>
              <a:rPr lang="ru-RU" sz="2000" dirty="0"/>
              <a:t>дагы бирди жарым баада</a:t>
            </a:r>
          </a:p>
          <a:p>
            <a:pPr algn="ctr"/>
            <a:r>
              <a:rPr lang="ru-RU" sz="2000" dirty="0"/>
              <a:t> алыңыз!</a:t>
            </a:r>
            <a:endParaRPr lang="en-GB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0D2A5F-084C-4B85-98E6-8532A73088F5}"/>
              </a:ext>
            </a:extLst>
          </p:cNvPr>
          <p:cNvSpPr txBox="1"/>
          <p:nvPr/>
        </p:nvSpPr>
        <p:spPr>
          <a:xfrm>
            <a:off x="576965" y="4053255"/>
            <a:ext cx="2076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 капюшон = £</a:t>
            </a:r>
            <a:endParaRPr lang="en-GB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077ABDB-AC1D-46A3-9873-1048A726C0F9}"/>
              </a:ext>
            </a:extLst>
          </p:cNvPr>
          <p:cNvSpPr/>
          <p:nvPr/>
        </p:nvSpPr>
        <p:spPr>
          <a:xfrm>
            <a:off x="1951892" y="2848708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£32.40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5CD0B56-FFCF-4D6A-9630-BA4C51F0C512}"/>
              </a:ext>
            </a:extLst>
          </p:cNvPr>
          <p:cNvSpPr txBox="1"/>
          <p:nvPr/>
        </p:nvSpPr>
        <p:spPr>
          <a:xfrm>
            <a:off x="6444666" y="3262895"/>
            <a:ext cx="35874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 сатып алып,</a:t>
            </a:r>
          </a:p>
          <a:p>
            <a:pPr algn="ctr"/>
            <a:r>
              <a:rPr lang="ky-KG" sz="2400" dirty="0"/>
              <a:t> үчүнчүсүн бекер алыңыз!</a:t>
            </a:r>
            <a:endParaRPr lang="en-GB" sz="24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85EEE48-E530-4637-9945-783ACCE90BFF}"/>
              </a:ext>
            </a:extLst>
          </p:cNvPr>
          <p:cNvSpPr txBox="1"/>
          <p:nvPr/>
        </p:nvSpPr>
        <p:spPr>
          <a:xfrm>
            <a:off x="6971961" y="4053255"/>
            <a:ext cx="25101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жуп джинсы = £</a:t>
            </a:r>
            <a:endParaRPr lang="en-GB" sz="2400" dirty="0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70B42559-8A1A-48C0-9B78-4BF8630028D0}"/>
              </a:ext>
            </a:extLst>
          </p:cNvPr>
          <p:cNvSpPr/>
          <p:nvPr/>
        </p:nvSpPr>
        <p:spPr>
          <a:xfrm>
            <a:off x="8713175" y="2897794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£17.99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138D5E7-7A74-46C7-B20E-E21F03CCD95F}"/>
              </a:ext>
            </a:extLst>
          </p:cNvPr>
          <p:cNvSpPr txBox="1"/>
          <p:nvPr/>
        </p:nvSpPr>
        <p:spPr>
          <a:xfrm>
            <a:off x="3985709" y="5634391"/>
            <a:ext cx="1938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3</a:t>
            </a:r>
            <a:r>
              <a:rPr lang="ky-KG" sz="2400" dirty="0"/>
              <a:t>түн</a:t>
            </a:r>
            <a:r>
              <a:rPr lang="ru-RU" sz="2400" dirty="0"/>
              <a:t> баасына</a:t>
            </a:r>
          </a:p>
          <a:p>
            <a:pPr algn="ctr"/>
            <a:r>
              <a:rPr lang="ru-RU" sz="2400" dirty="0"/>
              <a:t> 4 сатып ал!</a:t>
            </a:r>
            <a:endParaRPr lang="en-GB" sz="24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8A656E6-A8F7-4CA5-AD20-976AB584FB14}"/>
              </a:ext>
            </a:extLst>
          </p:cNvPr>
          <p:cNvSpPr txBox="1"/>
          <p:nvPr/>
        </p:nvSpPr>
        <p:spPr>
          <a:xfrm>
            <a:off x="3999442" y="6383215"/>
            <a:ext cx="1913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7 жемпир = £</a:t>
            </a:r>
            <a:endParaRPr lang="en-GB" sz="2400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756C44C4-37A3-4646-A495-98EBE5C48657}"/>
              </a:ext>
            </a:extLst>
          </p:cNvPr>
          <p:cNvSpPr/>
          <p:nvPr/>
        </p:nvSpPr>
        <p:spPr>
          <a:xfrm>
            <a:off x="5328138" y="5196253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£31.50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DDEF4A8-B797-4441-A4AD-9A91D5A5A972}"/>
              </a:ext>
            </a:extLst>
          </p:cNvPr>
          <p:cNvSpPr txBox="1"/>
          <p:nvPr/>
        </p:nvSpPr>
        <p:spPr>
          <a:xfrm>
            <a:off x="83619" y="5387871"/>
            <a:ext cx="29810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жуп сатып алыңыз, </a:t>
            </a:r>
            <a:endParaRPr lang="en-US" sz="2400" dirty="0"/>
          </a:p>
          <a:p>
            <a:pPr algn="ctr"/>
            <a:r>
              <a:rPr lang="ky-KG" sz="2400" dirty="0"/>
              <a:t>дагы бирин бекер</a:t>
            </a:r>
            <a:endParaRPr lang="en-US" sz="2400" dirty="0"/>
          </a:p>
          <a:p>
            <a:pPr algn="ctr"/>
            <a:r>
              <a:rPr lang="ky-KG" sz="2400" dirty="0"/>
              <a:t> алыңыз!</a:t>
            </a:r>
            <a:endParaRPr lang="en-GB" sz="24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97C3A0D-7043-4BAD-9428-775CF4FAB3E9}"/>
              </a:ext>
            </a:extLst>
          </p:cNvPr>
          <p:cNvSpPr txBox="1"/>
          <p:nvPr/>
        </p:nvSpPr>
        <p:spPr>
          <a:xfrm>
            <a:off x="432858" y="6383215"/>
            <a:ext cx="2364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жуп байпак = £</a:t>
            </a:r>
            <a:endParaRPr lang="en-GB" sz="2400" dirty="0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3BD3DAF-ECBB-47DC-90A9-E9C8DD8D9C89}"/>
              </a:ext>
            </a:extLst>
          </p:cNvPr>
          <p:cNvSpPr/>
          <p:nvPr/>
        </p:nvSpPr>
        <p:spPr>
          <a:xfrm>
            <a:off x="1672460" y="4995982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£4.60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362B079-C08A-4B36-AD60-01B1AD0493A8}"/>
              </a:ext>
            </a:extLst>
          </p:cNvPr>
          <p:cNvSpPr txBox="1"/>
          <p:nvPr/>
        </p:nvSpPr>
        <p:spPr>
          <a:xfrm>
            <a:off x="7251271" y="5585251"/>
            <a:ext cx="19383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4</a:t>
            </a:r>
            <a:r>
              <a:rPr lang="ky-KG" sz="2400" dirty="0"/>
              <a:t>түн</a:t>
            </a:r>
            <a:r>
              <a:rPr lang="ru-RU" sz="2400" dirty="0"/>
              <a:t> баасына</a:t>
            </a:r>
          </a:p>
          <a:p>
            <a:pPr algn="ctr"/>
            <a:r>
              <a:rPr lang="ru-RU" sz="2400" dirty="0"/>
              <a:t> 6 сатып ал!</a:t>
            </a:r>
            <a:endParaRPr lang="en-GB" sz="24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2AD0188-8B07-46D0-86F8-B64362494390}"/>
              </a:ext>
            </a:extLst>
          </p:cNvPr>
          <p:cNvSpPr txBox="1"/>
          <p:nvPr/>
        </p:nvSpPr>
        <p:spPr>
          <a:xfrm>
            <a:off x="7328401" y="6383215"/>
            <a:ext cx="1797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көйнөк = £</a:t>
            </a:r>
            <a:endParaRPr lang="en-GB" sz="2400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BB39F778-FAF2-489C-8936-CD4A8EA792B9}"/>
              </a:ext>
            </a:extLst>
          </p:cNvPr>
          <p:cNvSpPr/>
          <p:nvPr/>
        </p:nvSpPr>
        <p:spPr>
          <a:xfrm>
            <a:off x="8598875" y="5196253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£9.99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70884" y="-8085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83817" y="-50288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603692" y="-38035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1462" y="2218513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486767" y="2294412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80731" y="4465214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59837" y="4496241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87163" y="4462446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11677" y="-7459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2442" y="2196109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585362" y="-63468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276334" y="2255866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85557" y="4455604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1995" y="4499366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2036" y="446518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3484" y="30558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13478" y="2269818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7340" y="2221326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FADC9F-DEFC-4CD1-9013-4508CCF9F62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980" y="71920"/>
            <a:ext cx="957874" cy="10443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83C8B0-FE69-4041-8CF7-25D4EB7E6E4A}"/>
              </a:ext>
            </a:extLst>
          </p:cNvPr>
          <p:cNvSpPr txBox="1"/>
          <p:nvPr/>
        </p:nvSpPr>
        <p:spPr>
          <a:xfrm>
            <a:off x="3800528" y="1048792"/>
            <a:ext cx="25455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 сатып алганга, </a:t>
            </a:r>
          </a:p>
          <a:p>
            <a:pPr algn="ctr"/>
            <a:r>
              <a:rPr lang="ky-KG" sz="2400" dirty="0"/>
              <a:t>төртүнчүсү бекер!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1CE796-02CF-4B52-9FF3-1782B43F553E}"/>
              </a:ext>
            </a:extLst>
          </p:cNvPr>
          <p:cNvSpPr txBox="1"/>
          <p:nvPr/>
        </p:nvSpPr>
        <p:spPr>
          <a:xfrm>
            <a:off x="3922533" y="1776047"/>
            <a:ext cx="2067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5 футболка = £</a:t>
            </a:r>
            <a:endParaRPr lang="en-GB"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238FF6-AF33-4971-9B35-47B64C58D914}"/>
              </a:ext>
            </a:extLst>
          </p:cNvPr>
          <p:cNvSpPr/>
          <p:nvPr/>
        </p:nvSpPr>
        <p:spPr>
          <a:xfrm>
            <a:off x="5328138" y="589085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£17.50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34D37-1217-4A84-B32F-54AE6FC081A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16" y="66314"/>
            <a:ext cx="902610" cy="7157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7C9E2E-9294-4A61-A483-9153D770533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107" y="15408"/>
            <a:ext cx="1334681" cy="855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976AAD-1720-423A-BA69-CA8E317AC2E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2181"/>
          <a:stretch/>
        </p:blipFill>
        <p:spPr>
          <a:xfrm>
            <a:off x="1253721" y="2340446"/>
            <a:ext cx="750925" cy="9900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F3D581-B566-4BD2-9030-AD5BFD055FF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41731">
            <a:off x="7746775" y="2308478"/>
            <a:ext cx="1074736" cy="11184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C2E935-9EE3-4AA6-9FA8-65983AC75D2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051" y="2244968"/>
            <a:ext cx="1138311" cy="11383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F70B49-4790-4160-B468-8585C2F191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25" y="4621843"/>
            <a:ext cx="1020509" cy="9173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3048A2-AE86-4501-ABD4-C04408D61601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175" y="4657011"/>
            <a:ext cx="1074679" cy="9672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031F15-6B3B-4212-BED7-C3569EF4B2E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672"/>
          <a:stretch/>
        </p:blipFill>
        <p:spPr>
          <a:xfrm>
            <a:off x="4303575" y="4683388"/>
            <a:ext cx="1298849" cy="9807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7491035-7652-4888-9242-59E3570107DE}"/>
              </a:ext>
            </a:extLst>
          </p:cNvPr>
          <p:cNvSpPr txBox="1"/>
          <p:nvPr/>
        </p:nvSpPr>
        <p:spPr>
          <a:xfrm>
            <a:off x="302407" y="1016737"/>
            <a:ext cx="27058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 сатып алып, </a:t>
            </a:r>
          </a:p>
          <a:p>
            <a:pPr algn="ctr"/>
            <a:r>
              <a:rPr lang="ky-KG" sz="2400" dirty="0"/>
              <a:t>1ди бекер алыңыз!</a:t>
            </a:r>
            <a:endParaRPr lang="en-GB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7FE85D-19C4-4A4E-A108-2208F3288313}"/>
              </a:ext>
            </a:extLst>
          </p:cNvPr>
          <p:cNvSpPr txBox="1"/>
          <p:nvPr/>
        </p:nvSpPr>
        <p:spPr>
          <a:xfrm>
            <a:off x="424841" y="1776047"/>
            <a:ext cx="2380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баш кийим = </a:t>
            </a:r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/>
              <a:t> </a:t>
            </a:r>
            <a:endParaRPr lang="en-GB" sz="2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849882E-EB21-422A-A86E-C2D123815156}"/>
              </a:ext>
            </a:extLst>
          </p:cNvPr>
          <p:cNvSpPr/>
          <p:nvPr/>
        </p:nvSpPr>
        <p:spPr>
          <a:xfrm>
            <a:off x="1784838" y="580292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£5.95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C84740-A70E-41C3-9507-29653B936999}"/>
              </a:ext>
            </a:extLst>
          </p:cNvPr>
          <p:cNvSpPr txBox="1"/>
          <p:nvPr/>
        </p:nvSpPr>
        <p:spPr>
          <a:xfrm>
            <a:off x="6794923" y="1040492"/>
            <a:ext cx="28869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1 жуп сатып алганга,</a:t>
            </a:r>
          </a:p>
          <a:p>
            <a:pPr algn="ctr"/>
            <a:r>
              <a:rPr lang="ky-KG" sz="2400" dirty="0"/>
              <a:t> 1 жуп бекер !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C9BCD4-4893-4D47-9F19-0A38F6CDA00F}"/>
              </a:ext>
            </a:extLst>
          </p:cNvPr>
          <p:cNvSpPr txBox="1"/>
          <p:nvPr/>
        </p:nvSpPr>
        <p:spPr>
          <a:xfrm>
            <a:off x="6838943" y="1776047"/>
            <a:ext cx="2776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жуп бут кийим = £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A8F1080-13FF-4576-A8D7-3520366DDDE3}"/>
              </a:ext>
            </a:extLst>
          </p:cNvPr>
          <p:cNvSpPr/>
          <p:nvPr/>
        </p:nvSpPr>
        <p:spPr>
          <a:xfrm>
            <a:off x="8458198" y="677008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£32.50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0B7DCC-EECA-45B4-9831-E4FC85928A6D}"/>
              </a:ext>
            </a:extLst>
          </p:cNvPr>
          <p:cNvSpPr txBox="1"/>
          <p:nvPr/>
        </p:nvSpPr>
        <p:spPr>
          <a:xfrm>
            <a:off x="3389242" y="3043549"/>
            <a:ext cx="23369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3 сатып алып, </a:t>
            </a:r>
          </a:p>
          <a:p>
            <a:pPr algn="ctr"/>
            <a:r>
              <a:rPr lang="ky-KG" sz="2000" dirty="0"/>
              <a:t>төртүнчүсүн жарым</a:t>
            </a:r>
          </a:p>
          <a:p>
            <a:pPr algn="ctr"/>
            <a:r>
              <a:rPr lang="ky-KG" sz="2000" dirty="0"/>
              <a:t> баада алыңыз!</a:t>
            </a:r>
            <a:endParaRPr lang="en-GB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ECF681-74DE-4453-BEFD-89AC66350A3C}"/>
              </a:ext>
            </a:extLst>
          </p:cNvPr>
          <p:cNvSpPr txBox="1"/>
          <p:nvPr/>
        </p:nvSpPr>
        <p:spPr>
          <a:xfrm>
            <a:off x="4186705" y="4053255"/>
            <a:ext cx="15392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юбка = £</a:t>
            </a:r>
            <a:endParaRPr lang="en-GB" sz="24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0857056-0B99-4A97-A4C1-8DEE8EB02804}"/>
              </a:ext>
            </a:extLst>
          </p:cNvPr>
          <p:cNvSpPr/>
          <p:nvPr/>
        </p:nvSpPr>
        <p:spPr>
          <a:xfrm>
            <a:off x="5328138" y="2866293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£14.96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96DA0C-2719-4485-B5B6-9D8B95DEA28A}"/>
              </a:ext>
            </a:extLst>
          </p:cNvPr>
          <p:cNvSpPr txBox="1"/>
          <p:nvPr/>
        </p:nvSpPr>
        <p:spPr>
          <a:xfrm>
            <a:off x="110488" y="3195991"/>
            <a:ext cx="29910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2ни сатып алып, </a:t>
            </a:r>
          </a:p>
          <a:p>
            <a:pPr algn="ctr"/>
            <a:r>
              <a:rPr lang="ru-RU" sz="2000" dirty="0"/>
              <a:t>дагы бирди жарым баада</a:t>
            </a:r>
          </a:p>
          <a:p>
            <a:pPr algn="ctr"/>
            <a:r>
              <a:rPr lang="ru-RU" sz="2000" dirty="0"/>
              <a:t> алыңыз!</a:t>
            </a:r>
            <a:endParaRPr lang="en-GB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0D2A5F-084C-4B85-98E6-8532A73088F5}"/>
              </a:ext>
            </a:extLst>
          </p:cNvPr>
          <p:cNvSpPr txBox="1"/>
          <p:nvPr/>
        </p:nvSpPr>
        <p:spPr>
          <a:xfrm>
            <a:off x="576965" y="4053255"/>
            <a:ext cx="2076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 капюшон = £</a:t>
            </a:r>
            <a:endParaRPr lang="en-GB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077ABDB-AC1D-46A3-9873-1048A726C0F9}"/>
              </a:ext>
            </a:extLst>
          </p:cNvPr>
          <p:cNvSpPr/>
          <p:nvPr/>
        </p:nvSpPr>
        <p:spPr>
          <a:xfrm>
            <a:off x="1951892" y="2848708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£32.40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5CD0B56-FFCF-4D6A-9630-BA4C51F0C512}"/>
              </a:ext>
            </a:extLst>
          </p:cNvPr>
          <p:cNvSpPr txBox="1"/>
          <p:nvPr/>
        </p:nvSpPr>
        <p:spPr>
          <a:xfrm>
            <a:off x="6444666" y="3262895"/>
            <a:ext cx="35874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 сатып алып,</a:t>
            </a:r>
          </a:p>
          <a:p>
            <a:pPr algn="ctr"/>
            <a:r>
              <a:rPr lang="ky-KG" sz="2400" dirty="0"/>
              <a:t> үчүнчүсүн бекер алыңыз!</a:t>
            </a:r>
            <a:endParaRPr lang="en-GB" sz="24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85EEE48-E530-4637-9945-783ACCE90BFF}"/>
              </a:ext>
            </a:extLst>
          </p:cNvPr>
          <p:cNvSpPr txBox="1"/>
          <p:nvPr/>
        </p:nvSpPr>
        <p:spPr>
          <a:xfrm>
            <a:off x="6971961" y="4053255"/>
            <a:ext cx="25101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жуп джинсы = £</a:t>
            </a:r>
            <a:endParaRPr lang="en-GB" sz="2400" dirty="0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70B42559-8A1A-48C0-9B78-4BF8630028D0}"/>
              </a:ext>
            </a:extLst>
          </p:cNvPr>
          <p:cNvSpPr/>
          <p:nvPr/>
        </p:nvSpPr>
        <p:spPr>
          <a:xfrm>
            <a:off x="8713175" y="2897794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£17.99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138D5E7-7A74-46C7-B20E-E21F03CCD95F}"/>
              </a:ext>
            </a:extLst>
          </p:cNvPr>
          <p:cNvSpPr txBox="1"/>
          <p:nvPr/>
        </p:nvSpPr>
        <p:spPr>
          <a:xfrm>
            <a:off x="3985709" y="5634391"/>
            <a:ext cx="1938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3</a:t>
            </a:r>
            <a:r>
              <a:rPr lang="ky-KG" sz="2400" dirty="0"/>
              <a:t>түн</a:t>
            </a:r>
            <a:r>
              <a:rPr lang="ru-RU" sz="2400" dirty="0"/>
              <a:t> баасына</a:t>
            </a:r>
          </a:p>
          <a:p>
            <a:pPr algn="ctr"/>
            <a:r>
              <a:rPr lang="ru-RU" sz="2400" dirty="0"/>
              <a:t> 4 сатып ал!</a:t>
            </a:r>
            <a:endParaRPr lang="en-GB" sz="24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8A656E6-A8F7-4CA5-AD20-976AB584FB14}"/>
              </a:ext>
            </a:extLst>
          </p:cNvPr>
          <p:cNvSpPr txBox="1"/>
          <p:nvPr/>
        </p:nvSpPr>
        <p:spPr>
          <a:xfrm>
            <a:off x="3999442" y="6383215"/>
            <a:ext cx="1913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7 жемпир = £</a:t>
            </a:r>
            <a:endParaRPr lang="en-GB" sz="2400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756C44C4-37A3-4646-A495-98EBE5C48657}"/>
              </a:ext>
            </a:extLst>
          </p:cNvPr>
          <p:cNvSpPr/>
          <p:nvPr/>
        </p:nvSpPr>
        <p:spPr>
          <a:xfrm>
            <a:off x="5328138" y="5196253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£31.50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DDEF4A8-B797-4441-A4AD-9A91D5A5A972}"/>
              </a:ext>
            </a:extLst>
          </p:cNvPr>
          <p:cNvSpPr txBox="1"/>
          <p:nvPr/>
        </p:nvSpPr>
        <p:spPr>
          <a:xfrm>
            <a:off x="83619" y="5387871"/>
            <a:ext cx="29810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жуп сатып алыңыз, </a:t>
            </a:r>
            <a:endParaRPr lang="en-US" sz="2400" dirty="0"/>
          </a:p>
          <a:p>
            <a:pPr algn="ctr"/>
            <a:r>
              <a:rPr lang="ky-KG" sz="2400" dirty="0"/>
              <a:t>дагы бирин бекер</a:t>
            </a:r>
            <a:endParaRPr lang="en-US" sz="2400" dirty="0"/>
          </a:p>
          <a:p>
            <a:pPr algn="ctr"/>
            <a:r>
              <a:rPr lang="ky-KG" sz="2400" dirty="0"/>
              <a:t> алыңыз!</a:t>
            </a:r>
            <a:endParaRPr lang="en-GB" sz="24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97C3A0D-7043-4BAD-9428-775CF4FAB3E9}"/>
              </a:ext>
            </a:extLst>
          </p:cNvPr>
          <p:cNvSpPr txBox="1"/>
          <p:nvPr/>
        </p:nvSpPr>
        <p:spPr>
          <a:xfrm>
            <a:off x="432858" y="6383215"/>
            <a:ext cx="2364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жуп байпак = £</a:t>
            </a:r>
            <a:endParaRPr lang="en-GB" sz="2400" dirty="0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3BD3DAF-ECBB-47DC-90A9-E9C8DD8D9C89}"/>
              </a:ext>
            </a:extLst>
          </p:cNvPr>
          <p:cNvSpPr/>
          <p:nvPr/>
        </p:nvSpPr>
        <p:spPr>
          <a:xfrm>
            <a:off x="1672460" y="4995982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£4.60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362B079-C08A-4B36-AD60-01B1AD0493A8}"/>
              </a:ext>
            </a:extLst>
          </p:cNvPr>
          <p:cNvSpPr txBox="1"/>
          <p:nvPr/>
        </p:nvSpPr>
        <p:spPr>
          <a:xfrm>
            <a:off x="7251271" y="5585251"/>
            <a:ext cx="19383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4</a:t>
            </a:r>
            <a:r>
              <a:rPr lang="ky-KG" sz="2400" dirty="0"/>
              <a:t>түн</a:t>
            </a:r>
            <a:r>
              <a:rPr lang="ru-RU" sz="2400" dirty="0"/>
              <a:t> баасына</a:t>
            </a:r>
          </a:p>
          <a:p>
            <a:pPr algn="ctr"/>
            <a:r>
              <a:rPr lang="ru-RU" sz="2400" dirty="0"/>
              <a:t> 6 сатып ал!</a:t>
            </a:r>
            <a:endParaRPr lang="en-GB" sz="24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2AD0188-8B07-46D0-86F8-B64362494390}"/>
              </a:ext>
            </a:extLst>
          </p:cNvPr>
          <p:cNvSpPr txBox="1"/>
          <p:nvPr/>
        </p:nvSpPr>
        <p:spPr>
          <a:xfrm>
            <a:off x="7328401" y="6383215"/>
            <a:ext cx="1797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көйнөк = £</a:t>
            </a:r>
            <a:endParaRPr lang="en-GB" sz="2400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BB39F778-FAF2-489C-8936-CD4A8EA792B9}"/>
              </a:ext>
            </a:extLst>
          </p:cNvPr>
          <p:cNvSpPr/>
          <p:nvPr/>
        </p:nvSpPr>
        <p:spPr>
          <a:xfrm>
            <a:off x="8598875" y="5196253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£9.99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5D69EEA-4BBF-50AC-2ECC-5EA8991F76D4}"/>
              </a:ext>
            </a:extLst>
          </p:cNvPr>
          <p:cNvSpPr/>
          <p:nvPr/>
        </p:nvSpPr>
        <p:spPr>
          <a:xfrm>
            <a:off x="76867" y="682407"/>
            <a:ext cx="1134207" cy="422031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>
                <a:solidFill>
                  <a:schemeClr val="tx1"/>
                </a:solidFill>
              </a:rPr>
              <a:t>23</a:t>
            </a:r>
            <a:r>
              <a:rPr lang="en-GB" sz="2400" dirty="0">
                <a:solidFill>
                  <a:schemeClr val="tx1"/>
                </a:solidFill>
              </a:rPr>
              <a:t>.</a:t>
            </a:r>
            <a:r>
              <a:rPr lang="ky-KG" sz="2400" dirty="0">
                <a:solidFill>
                  <a:schemeClr val="tx1"/>
                </a:solidFill>
              </a:rPr>
              <a:t>80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31DF1C3A-C38E-A113-1A64-C96EB3F3ED06}"/>
              </a:ext>
            </a:extLst>
          </p:cNvPr>
          <p:cNvSpPr/>
          <p:nvPr/>
        </p:nvSpPr>
        <p:spPr>
          <a:xfrm>
            <a:off x="3399189" y="672208"/>
            <a:ext cx="1134207" cy="422031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>
                <a:solidFill>
                  <a:schemeClr val="tx1"/>
                </a:solidFill>
              </a:rPr>
              <a:t>70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F387DB7-1166-3018-6A8B-4160F274D559}"/>
              </a:ext>
            </a:extLst>
          </p:cNvPr>
          <p:cNvSpPr/>
          <p:nvPr/>
        </p:nvSpPr>
        <p:spPr>
          <a:xfrm>
            <a:off x="6875101" y="651235"/>
            <a:ext cx="1134207" cy="422031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>
                <a:solidFill>
                  <a:schemeClr val="tx1"/>
                </a:solidFill>
              </a:rPr>
              <a:t>65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4C46FD03-A40F-3AB9-298E-F87EF8D1CC9B}"/>
              </a:ext>
            </a:extLst>
          </p:cNvPr>
          <p:cNvSpPr/>
          <p:nvPr/>
        </p:nvSpPr>
        <p:spPr>
          <a:xfrm>
            <a:off x="-5625" y="2805632"/>
            <a:ext cx="1134207" cy="422031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>
                <a:solidFill>
                  <a:schemeClr val="tx1"/>
                </a:solidFill>
              </a:rPr>
              <a:t>81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3288071-44A4-2E3D-9C45-1D400CD5F023}"/>
              </a:ext>
            </a:extLst>
          </p:cNvPr>
          <p:cNvSpPr/>
          <p:nvPr/>
        </p:nvSpPr>
        <p:spPr>
          <a:xfrm>
            <a:off x="3247373" y="2674013"/>
            <a:ext cx="1219607" cy="422031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>
                <a:solidFill>
                  <a:schemeClr val="tx1"/>
                </a:solidFill>
              </a:rPr>
              <a:t>82.28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E4BA433-4834-431D-EA16-1C35F466CFAA}"/>
              </a:ext>
            </a:extLst>
          </p:cNvPr>
          <p:cNvSpPr/>
          <p:nvPr/>
        </p:nvSpPr>
        <p:spPr>
          <a:xfrm>
            <a:off x="6640946" y="2928459"/>
            <a:ext cx="1134207" cy="422031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>
                <a:solidFill>
                  <a:schemeClr val="tx1"/>
                </a:solidFill>
              </a:rPr>
              <a:t>53</a:t>
            </a:r>
            <a:r>
              <a:rPr lang="en-GB" sz="2400" dirty="0">
                <a:solidFill>
                  <a:schemeClr val="tx1"/>
                </a:solidFill>
              </a:rPr>
              <a:t>.</a:t>
            </a:r>
            <a:r>
              <a:rPr lang="ky-KG" sz="2400" dirty="0">
                <a:solidFill>
                  <a:schemeClr val="tx1"/>
                </a:solidFill>
              </a:rPr>
              <a:t>97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09A25F0-344E-ED2F-93D0-DD9E6CF02762}"/>
              </a:ext>
            </a:extLst>
          </p:cNvPr>
          <p:cNvSpPr/>
          <p:nvPr/>
        </p:nvSpPr>
        <p:spPr>
          <a:xfrm>
            <a:off x="99572" y="4999801"/>
            <a:ext cx="1134207" cy="422031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>
                <a:solidFill>
                  <a:schemeClr val="tx1"/>
                </a:solidFill>
              </a:rPr>
              <a:t>32.20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6ABCE8E5-9E6D-438C-A3F9-F19DD375DD53}"/>
              </a:ext>
            </a:extLst>
          </p:cNvPr>
          <p:cNvSpPr/>
          <p:nvPr/>
        </p:nvSpPr>
        <p:spPr>
          <a:xfrm>
            <a:off x="3423496" y="5212360"/>
            <a:ext cx="1134207" cy="422031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>
                <a:solidFill>
                  <a:schemeClr val="tx1"/>
                </a:solidFill>
              </a:rPr>
              <a:t>189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8497D4C-FDD0-D792-E959-0EAE1C8A6E44}"/>
              </a:ext>
            </a:extLst>
          </p:cNvPr>
          <p:cNvSpPr/>
          <p:nvPr/>
        </p:nvSpPr>
        <p:spPr>
          <a:xfrm>
            <a:off x="6711965" y="5250354"/>
            <a:ext cx="1134207" cy="422031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>
                <a:solidFill>
                  <a:schemeClr val="tx1"/>
                </a:solidFill>
              </a:rPr>
              <a:t>59.94</a:t>
            </a:r>
            <a:endParaRPr lang="en-GB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85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DC9B3A-A638-EDAD-8FB4-581FF86CB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889633" cy="33522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8B1F6B-5A22-1E0F-49CF-BD0821EBD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960" y="31044"/>
            <a:ext cx="4765038" cy="33522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FBE868-A782-9692-1062-B34B884A8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3474721"/>
            <a:ext cx="4889633" cy="33522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9CA1C5-E610-4E7E-6709-0630710B8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962" y="3505764"/>
            <a:ext cx="4765038" cy="335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8413</TotalTime>
  <Words>425</Words>
  <Application>Microsoft Office PowerPoint</Application>
  <PresentationFormat>A4 Paper (210x297 mm)</PresentationFormat>
  <Paragraphs>114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377</cp:revision>
  <cp:lastPrinted>2017-12-31T22:38:51Z</cp:lastPrinted>
  <dcterms:created xsi:type="dcterms:W3CDTF">2017-01-17T16:57:04Z</dcterms:created>
  <dcterms:modified xsi:type="dcterms:W3CDTF">2024-09-06T01:51:13Z</dcterms:modified>
</cp:coreProperties>
</file>