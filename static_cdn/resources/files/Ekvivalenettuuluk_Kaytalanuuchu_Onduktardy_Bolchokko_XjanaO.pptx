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8" r:id="rId3"/>
    <p:sldId id="943" r:id="rId4"/>
    <p:sldId id="941" r:id="rId5"/>
    <p:sldId id="946" r:id="rId6"/>
    <p:sldId id="949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64359083-B3E9-405A-9580-F6203F6620FC}">
          <p14:sldIdLst>
            <p14:sldId id="947"/>
          </p14:sldIdLst>
        </p14:section>
        <p14:section name="Титулдук слайд" id="{4914ABC9-49F1-4FCB-B30E-E12F89EA76BF}">
          <p14:sldIdLst>
            <p14:sldId id="948"/>
          </p14:sldIdLst>
        </p14:section>
        <p14:section name="Оюн" id="{197FF5E7-57A8-40D7-8FA0-8A089C366947}">
          <p14:sldIdLst>
            <p14:sldId id="943"/>
          </p14:sldIdLst>
        </p14:section>
        <p14:section name="Жооп барагы" id="{411D3605-D9E8-4479-810F-9FCE82E3AFDB}">
          <p14:sldIdLst>
            <p14:sldId id="941"/>
          </p14:sldIdLst>
        </p14:section>
        <p14:section name="Таркатмалар" id="{627A7875-ACBC-4333-B580-4A1285613FDF}">
          <p14:sldIdLst>
            <p14:sldId id="946"/>
          </p14:sldIdLst>
        </p14:section>
        <p14:section name="Кайтарым байланыш" id="{F3D720CF-F566-46A6-9361-125255B68FA6}">
          <p14:sldIdLst>
            <p14:sldId id="9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7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31/08/2024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Кайталануучу ондуктарды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бөлчөккө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айландыруу––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баракчасы жана таратма материалдар камтылган.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Кайсы команда туура жооп бергенине жараша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басыңыз/тийип коюңуз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120996"/>
            <a:ext cx="6751875" cy="4737004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3E7979F-C685-CF9A-03AA-6516B053CF61}"/>
              </a:ext>
            </a:extLst>
          </p:cNvPr>
          <p:cNvSpPr txBox="1"/>
          <p:nvPr/>
        </p:nvSpPr>
        <p:spPr>
          <a:xfrm>
            <a:off x="2056618" y="0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600" b="1" dirty="0">
                <a:latin typeface="Comic Sans MS" panose="030F0702030302020204" pitchFamily="66" charset="0"/>
              </a:rPr>
              <a:t>Х жана О </a:t>
            </a:r>
            <a:endParaRPr lang="en-GB" sz="6600" b="1" dirty="0">
              <a:latin typeface="Comic Sans MS" panose="030F0702030302020204" pitchFamily="66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1074373" y="920730"/>
            <a:ext cx="775725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ru-RU" sz="4400" b="1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cs typeface="Arial" panose="020B0604020202020204" pitchFamily="34" charset="0"/>
              </a:rPr>
              <a:t>Кайталануучу ондуктарды</a:t>
            </a:r>
            <a:r>
              <a:rPr kumimoji="0" lang="en-US" sz="4400" b="1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  <a:endParaRPr kumimoji="0" lang="ky-KG" sz="4400" b="1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cs typeface="Arial" panose="020B0604020202020204" pitchFamily="34" charset="0"/>
            </a:endParaRPr>
          </a:p>
          <a:p>
            <a:pPr algn="ctr"/>
            <a:r>
              <a:rPr kumimoji="0" lang="ky-KG" sz="4400" b="1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cs typeface="Arial" panose="020B0604020202020204" pitchFamily="34" charset="0"/>
              </a:rPr>
              <a:t>бөлчөккө</a:t>
            </a:r>
            <a:r>
              <a:rPr kumimoji="0" lang="ru-RU" sz="4400" b="1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cs typeface="Arial" panose="020B0604020202020204" pitchFamily="34" charset="0"/>
              </a:rPr>
              <a:t> айландыруу</a:t>
            </a:r>
            <a:endParaRPr lang="en-GB" sz="44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938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>
            <a:extLst>
              <a:ext uri="{FF2B5EF4-FFF2-40B4-BE49-F238E27FC236}">
                <a16:creationId xmlns:a16="http://schemas.microsoft.com/office/drawing/2014/main" id="{48BE7CB9-7760-496C-B9DF-E51BFC43A17F}"/>
              </a:ext>
            </a:extLst>
          </p:cNvPr>
          <p:cNvSpPr txBox="1"/>
          <p:nvPr/>
        </p:nvSpPr>
        <p:spPr>
          <a:xfrm>
            <a:off x="987677" y="764931"/>
            <a:ext cx="1227900" cy="8309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5400" dirty="0"/>
              <a:t>0.27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4E2B81A3-50C4-426B-935E-336B404EA881}"/>
              </a:ext>
            </a:extLst>
          </p:cNvPr>
          <p:cNvSpPr/>
          <p:nvPr/>
        </p:nvSpPr>
        <p:spPr>
          <a:xfrm>
            <a:off x="1597123" y="698403"/>
            <a:ext cx="159287" cy="15928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E6ED160-981B-4F46-9395-3768B95737E3}"/>
              </a:ext>
            </a:extLst>
          </p:cNvPr>
          <p:cNvSpPr txBox="1"/>
          <p:nvPr/>
        </p:nvSpPr>
        <p:spPr>
          <a:xfrm>
            <a:off x="4289677" y="764931"/>
            <a:ext cx="1227900" cy="8309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5400" dirty="0"/>
              <a:t>0.26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F9D928F-B43D-46AD-AA2D-52E7CC7293D8}"/>
              </a:ext>
            </a:extLst>
          </p:cNvPr>
          <p:cNvSpPr/>
          <p:nvPr/>
        </p:nvSpPr>
        <p:spPr>
          <a:xfrm>
            <a:off x="5291553" y="698403"/>
            <a:ext cx="159287" cy="15928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7BDA6C1-D885-4375-AD24-533B39437B82}"/>
              </a:ext>
            </a:extLst>
          </p:cNvPr>
          <p:cNvSpPr txBox="1"/>
          <p:nvPr/>
        </p:nvSpPr>
        <p:spPr>
          <a:xfrm>
            <a:off x="7466948" y="764931"/>
            <a:ext cx="1578957" cy="8309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5400" dirty="0"/>
              <a:t>0.081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030E91A7-5EF3-40B6-ACCF-30BCD81B634D}"/>
              </a:ext>
            </a:extLst>
          </p:cNvPr>
          <p:cNvSpPr/>
          <p:nvPr/>
        </p:nvSpPr>
        <p:spPr>
          <a:xfrm>
            <a:off x="8076663" y="698403"/>
            <a:ext cx="159287" cy="15928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8E39FD0-FF49-4DC7-AE71-E7480BF7CDD5}"/>
              </a:ext>
            </a:extLst>
          </p:cNvPr>
          <p:cNvSpPr txBox="1"/>
          <p:nvPr/>
        </p:nvSpPr>
        <p:spPr>
          <a:xfrm>
            <a:off x="1163205" y="3061091"/>
            <a:ext cx="876842" cy="8309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5400" dirty="0"/>
              <a:t>0.5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E2684DC1-E5C7-4E55-A33E-C631E3F2EB73}"/>
              </a:ext>
            </a:extLst>
          </p:cNvPr>
          <p:cNvSpPr/>
          <p:nvPr/>
        </p:nvSpPr>
        <p:spPr>
          <a:xfrm>
            <a:off x="1773653" y="2994563"/>
            <a:ext cx="159287" cy="15928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5B7AA6D-0D75-48D3-93B9-D33E3EB460CD}"/>
              </a:ext>
            </a:extLst>
          </p:cNvPr>
          <p:cNvSpPr txBox="1"/>
          <p:nvPr/>
        </p:nvSpPr>
        <p:spPr>
          <a:xfrm>
            <a:off x="4114149" y="3061091"/>
            <a:ext cx="1578957" cy="8309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5400" dirty="0"/>
              <a:t>0.413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C14111E7-B568-4CA8-89D6-E43E2E1C56BB}"/>
              </a:ext>
            </a:extLst>
          </p:cNvPr>
          <p:cNvSpPr/>
          <p:nvPr/>
        </p:nvSpPr>
        <p:spPr>
          <a:xfrm>
            <a:off x="5416013" y="2994563"/>
            <a:ext cx="159287" cy="15928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2EDCFE6-B6FC-4B1B-961A-F4F78C32B909}"/>
              </a:ext>
            </a:extLst>
          </p:cNvPr>
          <p:cNvSpPr txBox="1"/>
          <p:nvPr/>
        </p:nvSpPr>
        <p:spPr>
          <a:xfrm>
            <a:off x="7818005" y="3061091"/>
            <a:ext cx="876842" cy="8309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5400" dirty="0"/>
              <a:t>1.2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DC9CE234-F997-419D-A50E-968617AEACC3}"/>
              </a:ext>
            </a:extLst>
          </p:cNvPr>
          <p:cNvSpPr/>
          <p:nvPr/>
        </p:nvSpPr>
        <p:spPr>
          <a:xfrm>
            <a:off x="8436708" y="2994563"/>
            <a:ext cx="159287" cy="15928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79CF3B9-C541-43C1-B4DC-87DDDB225ECB}"/>
              </a:ext>
            </a:extLst>
          </p:cNvPr>
          <p:cNvSpPr txBox="1"/>
          <p:nvPr/>
        </p:nvSpPr>
        <p:spPr>
          <a:xfrm>
            <a:off x="812149" y="5357251"/>
            <a:ext cx="1578957" cy="8309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5400" dirty="0"/>
              <a:t>0.195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3EBB82B2-60BC-4624-89F9-4340D28348E4}"/>
              </a:ext>
            </a:extLst>
          </p:cNvPr>
          <p:cNvSpPr/>
          <p:nvPr/>
        </p:nvSpPr>
        <p:spPr>
          <a:xfrm>
            <a:off x="1429483" y="5290723"/>
            <a:ext cx="159287" cy="15928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60CD120-3C3C-48AA-94F4-32799AFFA995}"/>
              </a:ext>
            </a:extLst>
          </p:cNvPr>
          <p:cNvSpPr txBox="1"/>
          <p:nvPr/>
        </p:nvSpPr>
        <p:spPr>
          <a:xfrm>
            <a:off x="4289677" y="5357251"/>
            <a:ext cx="1227900" cy="8309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5400" dirty="0"/>
              <a:t>0.23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429BAFBF-21E4-4F2B-B5CE-4F3594732055}"/>
              </a:ext>
            </a:extLst>
          </p:cNvPr>
          <p:cNvSpPr/>
          <p:nvPr/>
        </p:nvSpPr>
        <p:spPr>
          <a:xfrm>
            <a:off x="5253453" y="5290723"/>
            <a:ext cx="159287" cy="15928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FB7B214-0D2B-4232-8721-7BBDA77A44E2}"/>
              </a:ext>
            </a:extLst>
          </p:cNvPr>
          <p:cNvSpPr txBox="1"/>
          <p:nvPr/>
        </p:nvSpPr>
        <p:spPr>
          <a:xfrm>
            <a:off x="7642477" y="5357251"/>
            <a:ext cx="1227900" cy="8309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5400" dirty="0"/>
              <a:t>0.63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B00907AB-1474-4BD8-BB95-0DED1D3B2E69}"/>
              </a:ext>
            </a:extLst>
          </p:cNvPr>
          <p:cNvSpPr/>
          <p:nvPr/>
        </p:nvSpPr>
        <p:spPr>
          <a:xfrm>
            <a:off x="8276688" y="5290723"/>
            <a:ext cx="159287" cy="15928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B515AA5E-3754-4E9E-AFB0-746D2157D1DB}"/>
              </a:ext>
            </a:extLst>
          </p:cNvPr>
          <p:cNvSpPr/>
          <p:nvPr/>
        </p:nvSpPr>
        <p:spPr>
          <a:xfrm>
            <a:off x="1947643" y="698403"/>
            <a:ext cx="159287" cy="15928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ED06074-47B0-441F-90EA-9A3E9D2B066F}"/>
              </a:ext>
            </a:extLst>
          </p:cNvPr>
          <p:cNvSpPr/>
          <p:nvPr/>
        </p:nvSpPr>
        <p:spPr>
          <a:xfrm>
            <a:off x="8611968" y="5290723"/>
            <a:ext cx="159287" cy="15928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6AB8B10E-B757-49E7-8DA5-BEF771196307}"/>
              </a:ext>
            </a:extLst>
          </p:cNvPr>
          <p:cNvSpPr/>
          <p:nvPr/>
        </p:nvSpPr>
        <p:spPr>
          <a:xfrm>
            <a:off x="2115283" y="5290723"/>
            <a:ext cx="159287" cy="15928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CF721464-7803-442C-BC0C-C7512BF92DFC}"/>
              </a:ext>
            </a:extLst>
          </p:cNvPr>
          <p:cNvSpPr/>
          <p:nvPr/>
        </p:nvSpPr>
        <p:spPr>
          <a:xfrm>
            <a:off x="8777703" y="698403"/>
            <a:ext cx="159287" cy="15928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19643" y="-29860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22496" y="-33156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2877" y="-43757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2692" y="2321441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3790" y="2312844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7307" y="4601523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47691" y="4578155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6077" y="4582111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21772" y="-23428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4370" y="2292931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8360" y="1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1726" y="2285877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7801" y="4585686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9508" y="4589392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3917" y="4562173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45353" y="-5581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55499" y="2279116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2413" y="2293384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u="sng" dirty="0"/>
              <a:t>Мугалимдин жооп барагы</a:t>
            </a:r>
            <a:endParaRPr lang="en-GB" sz="2000" u="sn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6B550D4-2912-44D5-BC68-6B98136EA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580" y="0"/>
            <a:ext cx="9255269" cy="6421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01F7CFE-C4CD-47AC-B221-08876648A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" y="0"/>
            <a:ext cx="4854901" cy="33682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3F473E-5529-4BA9-A546-2C0325B15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" y="3472405"/>
            <a:ext cx="4854901" cy="33682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35DCEF5-91D3-407F-A767-3C0761BA1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7072" y="0"/>
            <a:ext cx="4854901" cy="33682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38099B-5669-4B6C-84AA-58C829046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7072" y="3472405"/>
            <a:ext cx="4854901" cy="336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C66140-230E-635B-419F-DA2044B4AAA1}"/>
              </a:ext>
            </a:extLst>
          </p:cNvPr>
          <p:cNvSpPr txBox="1">
            <a:spLocks/>
          </p:cNvSpPr>
          <p:nvPr/>
        </p:nvSpPr>
        <p:spPr>
          <a:xfrm>
            <a:off x="261257" y="715282"/>
            <a:ext cx="8649063" cy="5607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dirty="0"/>
              <a:t>Сунуштар?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dirty="0"/>
          </a:p>
          <a:p>
            <a:pPr marL="0" indent="0" algn="ctr" defTabSz="45720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Түрдүү пикирлер үчүн ыраазычылык билдиребиз.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8376</TotalTime>
  <Words>129</Words>
  <Application>Microsoft Office PowerPoint</Application>
  <PresentationFormat>A4 Paper (210x297 mm)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 Light</vt:lpstr>
      <vt:lpstr>Comic Sans MS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373</cp:revision>
  <cp:lastPrinted>2017-12-31T22:38:51Z</cp:lastPrinted>
  <dcterms:created xsi:type="dcterms:W3CDTF">2017-01-17T16:57:04Z</dcterms:created>
  <dcterms:modified xsi:type="dcterms:W3CDTF">2024-08-31T16:30:57Z</dcterms:modified>
</cp:coreProperties>
</file>