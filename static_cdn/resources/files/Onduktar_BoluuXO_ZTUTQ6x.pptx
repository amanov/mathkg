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0" r:id="rId3"/>
    <p:sldId id="943" r:id="rId4"/>
    <p:sldId id="941" r:id="rId5"/>
    <p:sldId id="946" r:id="rId6"/>
    <p:sldId id="94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444" y="2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–– Бөлүү 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382692" y="1186222"/>
            <a:ext cx="51651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Ондуктарга бөлүү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E7979F-C685-CF9A-03AA-6516B053CF61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76538-1573-DFFD-1FB6-7501E20C0245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9C1CA-050F-62EF-F8C7-112C195A2393}"/>
              </a:ext>
            </a:extLst>
          </p:cNvPr>
          <p:cNvSpPr txBox="1"/>
          <p:nvPr/>
        </p:nvSpPr>
        <p:spPr>
          <a:xfrm>
            <a:off x="834190" y="752426"/>
            <a:ext cx="1720343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÷ 0.2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D6997-8AF9-DD8C-158E-0CF3F25CC90E}"/>
              </a:ext>
            </a:extLst>
          </p:cNvPr>
          <p:cNvSpPr txBox="1"/>
          <p:nvPr/>
        </p:nvSpPr>
        <p:spPr>
          <a:xfrm>
            <a:off x="3815756" y="752426"/>
            <a:ext cx="2291012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18 ÷ 0.18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2D708-29EA-B361-48ED-4C7E06A4737F}"/>
              </a:ext>
            </a:extLst>
          </p:cNvPr>
          <p:cNvSpPr txBox="1"/>
          <p:nvPr/>
        </p:nvSpPr>
        <p:spPr>
          <a:xfrm>
            <a:off x="7241949" y="752426"/>
            <a:ext cx="2005677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14 ÷ 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29DA9-CEC3-A3C4-5452-7872F9B6E4AE}"/>
              </a:ext>
            </a:extLst>
          </p:cNvPr>
          <p:cNvSpPr txBox="1"/>
          <p:nvPr/>
        </p:nvSpPr>
        <p:spPr>
          <a:xfrm>
            <a:off x="620190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7.8 ÷ 0.6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27E09F-355D-F953-A0E4-2C6AC4A8F31E}"/>
              </a:ext>
            </a:extLst>
          </p:cNvPr>
          <p:cNvSpPr txBox="1"/>
          <p:nvPr/>
        </p:nvSpPr>
        <p:spPr>
          <a:xfrm>
            <a:off x="3744422" y="3055052"/>
            <a:ext cx="2433679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/>
              <a:t>92.3 </a:t>
            </a:r>
            <a:r>
              <a:rPr lang="en-GB" sz="4400" dirty="0"/>
              <a:t>÷ 1.3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F5DAD-E129-7639-3326-D317C689FB95}"/>
              </a:ext>
            </a:extLst>
          </p:cNvPr>
          <p:cNvSpPr txBox="1"/>
          <p:nvPr/>
        </p:nvSpPr>
        <p:spPr>
          <a:xfrm>
            <a:off x="7170617" y="3055052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8.4 ÷ 1.2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9F977-2453-843B-4DA5-FD2A5C25BD0F}"/>
              </a:ext>
            </a:extLst>
          </p:cNvPr>
          <p:cNvSpPr txBox="1"/>
          <p:nvPr/>
        </p:nvSpPr>
        <p:spPr>
          <a:xfrm>
            <a:off x="620190" y="5332739"/>
            <a:ext cx="2148345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2.1 ÷ 0.7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F24D5-CE81-7057-DB58-FBF1CD040409}"/>
              </a:ext>
            </a:extLst>
          </p:cNvPr>
          <p:cNvSpPr txBox="1"/>
          <p:nvPr/>
        </p:nvSpPr>
        <p:spPr>
          <a:xfrm>
            <a:off x="3744421" y="5332739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21.6 ÷ 0.9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79691C-EA6E-0CC3-449C-CA703915DC65}"/>
              </a:ext>
            </a:extLst>
          </p:cNvPr>
          <p:cNvSpPr txBox="1"/>
          <p:nvPr/>
        </p:nvSpPr>
        <p:spPr>
          <a:xfrm>
            <a:off x="7384617" y="5332739"/>
            <a:ext cx="1720343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2.4 ÷ 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12956" y="-32523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6764" y="30841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B72028-4A98-6F37-A1E8-92DB7E75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0"/>
            <a:ext cx="9258466" cy="648424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4461FD-A83B-8461-76CF-E1B5FFDD1709}"/>
              </a:ext>
            </a:extLst>
          </p:cNvPr>
          <p:cNvSpPr/>
          <p:nvPr/>
        </p:nvSpPr>
        <p:spPr>
          <a:xfrm>
            <a:off x="1320800" y="142240"/>
            <a:ext cx="1320800" cy="42672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4535D-7611-526B-1F38-E613712754A3}"/>
              </a:ext>
            </a:extLst>
          </p:cNvPr>
          <p:cNvSpPr txBox="1"/>
          <p:nvPr/>
        </p:nvSpPr>
        <p:spPr>
          <a:xfrm>
            <a:off x="1219200" y="91880"/>
            <a:ext cx="152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Эсептеңиз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065FC-D008-E8EF-347F-8981AD892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3000" cy="3419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A43F8B-8D79-72CC-B6EB-B300CDB0F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53000" cy="3419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D4A145-D103-245E-9640-172A5988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0"/>
            <a:ext cx="4953000" cy="3419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1438BF-0684-211D-FADD-2C0C37BBB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70103"/>
            <a:ext cx="4953000" cy="3419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34C320-0650-0549-456C-0362480D5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19303"/>
            <a:ext cx="4953000" cy="341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66140-230E-635B-419F-DA2044B4AAA1}"/>
              </a:ext>
            </a:extLst>
          </p:cNvPr>
          <p:cNvSpPr txBox="1">
            <a:spLocks/>
          </p:cNvSpPr>
          <p:nvPr/>
        </p:nvSpPr>
        <p:spPr>
          <a:xfrm>
            <a:off x="261257" y="715282"/>
            <a:ext cx="8649063" cy="5607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ru-RU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mathematicskgz@gmail.com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9667</TotalTime>
  <Words>149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Comic Sans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384</cp:revision>
  <cp:lastPrinted>2017-12-31T22:38:51Z</cp:lastPrinted>
  <dcterms:created xsi:type="dcterms:W3CDTF">2017-01-17T16:57:04Z</dcterms:created>
  <dcterms:modified xsi:type="dcterms:W3CDTF">2023-10-08T13:02:30Z</dcterms:modified>
</cp:coreProperties>
</file>