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7"/>
  </p:notesMasterIdLst>
  <p:sldIdLst>
    <p:sldId id="983" r:id="rId2"/>
    <p:sldId id="984" r:id="rId3"/>
    <p:sldId id="995" r:id="rId4"/>
    <p:sldId id="996" r:id="rId5"/>
    <p:sldId id="944" r:id="rId6"/>
    <p:sldId id="997" r:id="rId7"/>
    <p:sldId id="945" r:id="rId8"/>
    <p:sldId id="998" r:id="rId9"/>
    <p:sldId id="946" r:id="rId10"/>
    <p:sldId id="999" r:id="rId11"/>
    <p:sldId id="954" r:id="rId12"/>
    <p:sldId id="1000" r:id="rId13"/>
    <p:sldId id="955" r:id="rId14"/>
    <p:sldId id="1001" r:id="rId15"/>
    <p:sldId id="947" r:id="rId16"/>
    <p:sldId id="1002" r:id="rId17"/>
    <p:sldId id="948" r:id="rId18"/>
    <p:sldId id="1003" r:id="rId19"/>
    <p:sldId id="956" r:id="rId20"/>
    <p:sldId id="1004" r:id="rId21"/>
    <p:sldId id="957" r:id="rId22"/>
    <p:sldId id="1005" r:id="rId23"/>
    <p:sldId id="949" r:id="rId24"/>
    <p:sldId id="1006" r:id="rId25"/>
    <p:sldId id="958" r:id="rId26"/>
    <p:sldId id="1007" r:id="rId27"/>
    <p:sldId id="959" r:id="rId28"/>
    <p:sldId id="1008" r:id="rId29"/>
    <p:sldId id="950" r:id="rId30"/>
    <p:sldId id="1009" r:id="rId31"/>
    <p:sldId id="951" r:id="rId32"/>
    <p:sldId id="1010" r:id="rId33"/>
    <p:sldId id="960" r:id="rId34"/>
    <p:sldId id="1011" r:id="rId35"/>
    <p:sldId id="952" r:id="rId36"/>
    <p:sldId id="1012" r:id="rId37"/>
    <p:sldId id="961" r:id="rId38"/>
    <p:sldId id="1013" r:id="rId39"/>
    <p:sldId id="953" r:id="rId40"/>
    <p:sldId id="1014" r:id="rId41"/>
    <p:sldId id="962" r:id="rId42"/>
    <p:sldId id="1015" r:id="rId43"/>
    <p:sldId id="963" r:id="rId44"/>
    <p:sldId id="833" r:id="rId45"/>
    <p:sldId id="993" r:id="rId4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8"/>
    </p:embeddedFont>
    <p:embeddedFont>
      <p:font typeface="Bernard MT Condensed" panose="02050806060905020404" pitchFamily="18" charset="0"/>
      <p:regular r:id="rId49"/>
    </p:embeddedFont>
    <p:embeddedFont>
      <p:font typeface="Cambria Math" panose="02040503050406030204" pitchFamily="18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83"/>
          </p14:sldIdLst>
        </p14:section>
        <p14:section name="Титулдук слайд" id="{942499A6-327B-410B-9EF0-9C14FB66AB89}">
          <p14:sldIdLst>
            <p14:sldId id="984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5"/>
            <p14:sldId id="998"/>
            <p14:sldId id="946"/>
            <p14:sldId id="999"/>
            <p14:sldId id="954"/>
            <p14:sldId id="1000"/>
            <p14:sldId id="955"/>
            <p14:sldId id="1001"/>
            <p14:sldId id="947"/>
            <p14:sldId id="1002"/>
            <p14:sldId id="948"/>
            <p14:sldId id="1003"/>
            <p14:sldId id="956"/>
            <p14:sldId id="1004"/>
            <p14:sldId id="957"/>
            <p14:sldId id="1005"/>
            <p14:sldId id="949"/>
            <p14:sldId id="1006"/>
            <p14:sldId id="958"/>
            <p14:sldId id="1007"/>
            <p14:sldId id="959"/>
            <p14:sldId id="1008"/>
            <p14:sldId id="950"/>
            <p14:sldId id="1009"/>
            <p14:sldId id="951"/>
            <p14:sldId id="1010"/>
            <p14:sldId id="960"/>
            <p14:sldId id="1011"/>
            <p14:sldId id="952"/>
            <p14:sldId id="1012"/>
            <p14:sldId id="961"/>
            <p14:sldId id="1013"/>
            <p14:sldId id="953"/>
            <p14:sldId id="1014"/>
            <p14:sldId id="962"/>
            <p14:sldId id="1015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-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жана пайызга айландыруу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бөлчөктөргө жана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7" y="542840"/>
            <a:ext cx="4009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5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3" y="542840"/>
            <a:ext cx="4066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019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59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5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1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65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70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38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4" y="542840"/>
            <a:ext cx="40669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22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84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42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41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40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07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337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295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66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45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72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8360</TotalTime>
  <Words>386</Words>
  <Application>Microsoft Office PowerPoint</Application>
  <PresentationFormat>A4 Paper (210x297 mm)</PresentationFormat>
  <Paragraphs>147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2024-08-29T17:04:20Z</dcterms:modified>
</cp:coreProperties>
</file>