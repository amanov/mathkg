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23"/>
  </p:notesMasterIdLst>
  <p:sldIdLst>
    <p:sldId id="981" r:id="rId2"/>
    <p:sldId id="982" r:id="rId3"/>
    <p:sldId id="851" r:id="rId4"/>
    <p:sldId id="952" r:id="rId5"/>
    <p:sldId id="949" r:id="rId6"/>
    <p:sldId id="955" r:id="rId7"/>
    <p:sldId id="958" r:id="rId8"/>
    <p:sldId id="960" r:id="rId9"/>
    <p:sldId id="954" r:id="rId10"/>
    <p:sldId id="956" r:id="rId11"/>
    <p:sldId id="963" r:id="rId12"/>
    <p:sldId id="953" r:id="rId13"/>
    <p:sldId id="959" r:id="rId14"/>
    <p:sldId id="957" r:id="rId15"/>
    <p:sldId id="961" r:id="rId16"/>
    <p:sldId id="964" r:id="rId17"/>
    <p:sldId id="966" r:id="rId18"/>
    <p:sldId id="962" r:id="rId19"/>
    <p:sldId id="965" r:id="rId20"/>
    <p:sldId id="940" r:id="rId21"/>
    <p:sldId id="274" r:id="rId22"/>
  </p:sldIdLst>
  <p:sldSz cx="9906000" cy="6858000" type="A4"/>
  <p:notesSz cx="6669088" cy="9926638"/>
  <p:embeddedFontLst>
    <p:embeddedFont>
      <p:font typeface="Cambria Math" panose="02040503050406030204" pitchFamily="18" charset="0"/>
      <p:regular r:id="rId2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981"/>
          </p14:sldIdLst>
        </p14:section>
        <p14:section name="Титулдук слайд" id="{195A40EB-42C5-4819-BF1F-D64913D96EEB}">
          <p14:sldIdLst>
            <p14:sldId id="982"/>
          </p14:sldIdLst>
        </p14:section>
        <p14:section name="Сандарды тандоо" id="{C9905531-21F4-4739-9781-312E283928B4}">
          <p14:sldIdLst>
            <p14:sldId id="851"/>
          </p14:sldIdLst>
        </p14:section>
        <p14:section name="Суроолор" id="{27E8BDD4-AEF9-42D7-8653-0FA4B14A353C}">
          <p14:sldIdLst>
            <p14:sldId id="952"/>
            <p14:sldId id="949"/>
            <p14:sldId id="955"/>
            <p14:sldId id="958"/>
            <p14:sldId id="960"/>
            <p14:sldId id="954"/>
            <p14:sldId id="956"/>
            <p14:sldId id="963"/>
            <p14:sldId id="953"/>
            <p14:sldId id="959"/>
            <p14:sldId id="957"/>
            <p14:sldId id="961"/>
            <p14:sldId id="964"/>
            <p14:sldId id="966"/>
            <p14:sldId id="962"/>
            <p14:sldId id="965"/>
          </p14:sldIdLst>
        </p14:section>
        <p14:section name="Бош торчолор" id="{6E755883-6069-420B-9780-208DEDF6E016}">
          <p14:sldIdLst>
            <p14:sldId id="940"/>
          </p14:sldIdLst>
        </p14:section>
        <p14:section name="Кайтарым байлагыш" id="{F3D720CF-F566-46A6-9361-125255B68FA6}">
          <p14:sldIdLst>
            <p14:sldId id="27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00FF00"/>
    <a:srgbClr val="C55A11"/>
    <a:srgbClr val="FF33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-500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28/09/2024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9/28/2024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9/28/2024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272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025EA81-A56A-F313-A57E-1902D826223E}"/>
              </a:ext>
            </a:extLst>
          </p:cNvPr>
          <p:cNvSpPr txBox="1"/>
          <p:nvPr/>
        </p:nvSpPr>
        <p:spPr>
          <a:xfrm>
            <a:off x="71120" y="1557973"/>
            <a:ext cx="9404350" cy="4955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Ондуктар – Орундук мааниси – Бинго  жооптору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менен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тордон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тогуз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жоопту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тандап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аларды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дептериндеги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3х3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квадратка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туш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келди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жайгаштырышы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керек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Мугалим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оюн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учурундагы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кыйынчылыкка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жараша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суроолорду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тандаса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болот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Убакыттын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өтүшүнө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жараша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сызык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X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бардыгы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менен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жеңе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алышат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A5549679-E227-A24B-8160-3267950C6BC5}"/>
              </a:ext>
            </a:extLst>
          </p:cNvPr>
          <p:cNvSpPr txBox="1">
            <a:spLocks/>
          </p:cNvSpPr>
          <p:nvPr/>
        </p:nvSpPr>
        <p:spPr>
          <a:xfrm>
            <a:off x="71120" y="15779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35210373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34A0ED1-3629-4CDD-A58D-B95B3284C69E}"/>
              </a:ext>
            </a:extLst>
          </p:cNvPr>
          <p:cNvGraphicFramePr>
            <a:graphicFrameLocks noGrp="1"/>
          </p:cNvGraphicFramePr>
          <p:nvPr/>
        </p:nvGraphicFramePr>
        <p:xfrm>
          <a:off x="5400040" y="495497"/>
          <a:ext cx="3896361" cy="38963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8787">
                  <a:extLst>
                    <a:ext uri="{9D8B030D-6E8A-4147-A177-3AD203B41FA5}">
                      <a16:colId xmlns:a16="http://schemas.microsoft.com/office/drawing/2014/main" val="115635351"/>
                    </a:ext>
                  </a:extLst>
                </a:gridCol>
                <a:gridCol w="1298787">
                  <a:extLst>
                    <a:ext uri="{9D8B030D-6E8A-4147-A177-3AD203B41FA5}">
                      <a16:colId xmlns:a16="http://schemas.microsoft.com/office/drawing/2014/main" val="2834483198"/>
                    </a:ext>
                  </a:extLst>
                </a:gridCol>
                <a:gridCol w="1298787">
                  <a:extLst>
                    <a:ext uri="{9D8B030D-6E8A-4147-A177-3AD203B41FA5}">
                      <a16:colId xmlns:a16="http://schemas.microsoft.com/office/drawing/2014/main" val="3183003522"/>
                    </a:ext>
                  </a:extLst>
                </a:gridCol>
              </a:tblGrid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45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54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2735878"/>
                  </a:ext>
                </a:extLst>
              </a:tr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82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37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7044118"/>
                  </a:ext>
                </a:extLst>
              </a:tr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76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25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91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527153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A7B2AA45-FF2C-4A34-9A81-5A8EBE133E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040" y="495497"/>
            <a:ext cx="1328420" cy="13284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FCF7CF-6A6C-4477-AEEE-930530D464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46367">
            <a:off x="6721372" y="1804985"/>
            <a:ext cx="1189215" cy="11892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A51917A-7ABA-4CF9-9A1E-DE9D9BF533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7761">
            <a:off x="8065365" y="3076658"/>
            <a:ext cx="1328420" cy="13284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58D772-7203-4047-B730-8A75F50264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7761" flipH="1" flipV="1">
            <a:off x="5322490" y="2932737"/>
            <a:ext cx="1526948" cy="15269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D5FBB59-7545-4187-BFB5-71AAC1644F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70123">
            <a:off x="6753612" y="523758"/>
            <a:ext cx="1189215" cy="118921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BF76227-595D-492B-8E21-FFB692418519}"/>
              </a:ext>
            </a:extLst>
          </p:cNvPr>
          <p:cNvSpPr/>
          <p:nvPr/>
        </p:nvSpPr>
        <p:spPr>
          <a:xfrm>
            <a:off x="0" y="297064"/>
            <a:ext cx="7221249" cy="264687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600" b="1" i="0" u="none" strike="noStrike" kern="1200" cap="none" spc="0" normalizeH="0" baseline="0" noProof="0" dirty="0">
                <a:ln w="5715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Бинго</a:t>
            </a:r>
            <a:r>
              <a:rPr kumimoji="0" lang="en-US" sz="16600" b="1" i="0" u="none" strike="noStrike" kern="1200" cap="none" spc="0" normalizeH="0" baseline="0" noProof="0" dirty="0">
                <a:ln w="5715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!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E67413-2406-441B-89DC-A1394BD34636}"/>
              </a:ext>
            </a:extLst>
          </p:cNvPr>
          <p:cNvSpPr/>
          <p:nvPr/>
        </p:nvSpPr>
        <p:spPr>
          <a:xfrm>
            <a:off x="-71120" y="2559173"/>
            <a:ext cx="9811954" cy="452431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600" b="1" i="0" u="none" strike="noStrike" kern="1200" cap="none" spc="0" normalizeH="0" baseline="0" noProof="0" dirty="0">
                <a:ln w="3810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Ондук</a:t>
            </a:r>
            <a:r>
              <a:rPr lang="ky-KG" sz="9600" b="1" dirty="0">
                <a:ln w="3810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latin typeface="Calibri" panose="020F0502020204030204"/>
              </a:rPr>
              <a:t>тардын орундук м</a:t>
            </a:r>
            <a:r>
              <a:rPr kumimoji="0" lang="ru-RU" sz="9600" b="1" i="0" u="none" strike="noStrike" kern="1200" cap="none" spc="0" normalizeH="0" baseline="0" noProof="0" dirty="0">
                <a:ln w="3810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аанилери</a:t>
            </a:r>
            <a:endParaRPr kumimoji="0" lang="en-US" sz="9600" b="1" i="0" u="none" strike="noStrike" kern="1200" cap="none" spc="0" normalizeH="0" baseline="0" noProof="0" dirty="0">
              <a:ln w="38100">
                <a:solidFill>
                  <a:sysClr val="windowText" lastClr="000000"/>
                </a:solidFill>
              </a:ln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1868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7595893"/>
                  </p:ext>
                </p:extLst>
              </p:nvPr>
            </p:nvGraphicFramePr>
            <p:xfrm>
              <a:off x="292100" y="904875"/>
              <a:ext cx="9321800" cy="479107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30450">
                      <a:extLst>
                        <a:ext uri="{9D8B030D-6E8A-4147-A177-3AD203B41FA5}">
                          <a16:colId xmlns:a16="http://schemas.microsoft.com/office/drawing/2014/main" val="62045395"/>
                        </a:ext>
                      </a:extLst>
                    </a:gridCol>
                    <a:gridCol w="2330450">
                      <a:extLst>
                        <a:ext uri="{9D8B030D-6E8A-4147-A177-3AD203B41FA5}">
                          <a16:colId xmlns:a16="http://schemas.microsoft.com/office/drawing/2014/main" val="2161216684"/>
                        </a:ext>
                      </a:extLst>
                    </a:gridCol>
                    <a:gridCol w="2330450">
                      <a:extLst>
                        <a:ext uri="{9D8B030D-6E8A-4147-A177-3AD203B41FA5}">
                          <a16:colId xmlns:a16="http://schemas.microsoft.com/office/drawing/2014/main" val="2924408573"/>
                        </a:ext>
                      </a:extLst>
                    </a:gridCol>
                    <a:gridCol w="2330450">
                      <a:extLst>
                        <a:ext uri="{9D8B030D-6E8A-4147-A177-3AD203B41FA5}">
                          <a16:colId xmlns:a16="http://schemas.microsoft.com/office/drawing/2014/main" val="2772295460"/>
                        </a:ext>
                      </a:extLst>
                    </a:gridCol>
                  </a:tblGrid>
                  <a:tr h="1224876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4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4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4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4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4658278"/>
                      </a:ext>
                    </a:extLst>
                  </a:tr>
                  <a:tr h="1188733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11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4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23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4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31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4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4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0458257"/>
                      </a:ext>
                    </a:extLst>
                  </a:tr>
                  <a:tr h="1188733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4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4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6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4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4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32040813"/>
                      </a:ext>
                    </a:extLst>
                  </a:tr>
                  <a:tr h="1188733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4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27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4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19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4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4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2898647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7595893"/>
                  </p:ext>
                </p:extLst>
              </p:nvPr>
            </p:nvGraphicFramePr>
            <p:xfrm>
              <a:off x="292100" y="904875"/>
              <a:ext cx="9321800" cy="479107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30450">
                      <a:extLst>
                        <a:ext uri="{9D8B030D-6E8A-4147-A177-3AD203B41FA5}">
                          <a16:colId xmlns:a16="http://schemas.microsoft.com/office/drawing/2014/main" val="62045395"/>
                        </a:ext>
                      </a:extLst>
                    </a:gridCol>
                    <a:gridCol w="2330450">
                      <a:extLst>
                        <a:ext uri="{9D8B030D-6E8A-4147-A177-3AD203B41FA5}">
                          <a16:colId xmlns:a16="http://schemas.microsoft.com/office/drawing/2014/main" val="2161216684"/>
                        </a:ext>
                      </a:extLst>
                    </a:gridCol>
                    <a:gridCol w="2330450">
                      <a:extLst>
                        <a:ext uri="{9D8B030D-6E8A-4147-A177-3AD203B41FA5}">
                          <a16:colId xmlns:a16="http://schemas.microsoft.com/office/drawing/2014/main" val="2924408573"/>
                        </a:ext>
                      </a:extLst>
                    </a:gridCol>
                    <a:gridCol w="2330450">
                      <a:extLst>
                        <a:ext uri="{9D8B030D-6E8A-4147-A177-3AD203B41FA5}">
                          <a16:colId xmlns:a16="http://schemas.microsoft.com/office/drawing/2014/main" val="2772295460"/>
                        </a:ext>
                      </a:extLst>
                    </a:gridCol>
                  </a:tblGrid>
                  <a:tr h="122487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61" t="-498" r="-300261" b="-2925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261" t="-498" r="-200261" b="-2925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785" t="-498" r="-100785" b="-2925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000" t="-498" r="-522" b="-2925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4658278"/>
                      </a:ext>
                    </a:extLst>
                  </a:tr>
                  <a:tr h="118873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61" t="-103590" r="-300261" b="-201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261" t="-103590" r="-200261" b="-201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785" t="-103590" r="-100785" b="-201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000" t="-103590" r="-522" b="-2015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0458257"/>
                      </a:ext>
                    </a:extLst>
                  </a:tr>
                  <a:tr h="118873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61" t="-202551" r="-300261" b="-1005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261" t="-202551" r="-200261" b="-1005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785" t="-202551" r="-100785" b="-1005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000" t="-202551" r="-522" b="-10051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32040813"/>
                      </a:ext>
                    </a:extLst>
                  </a:tr>
                  <a:tr h="118873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61" t="-304103" r="-300261" b="-10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261" t="-304103" r="-200261" b="-10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785" t="-304103" r="-100785" b="-10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000" t="-304103" r="-522" b="-10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2898647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Rectangle 2"/>
          <p:cNvSpPr/>
          <p:nvPr/>
        </p:nvSpPr>
        <p:spPr>
          <a:xfrm>
            <a:off x="793465" y="19616"/>
            <a:ext cx="8319073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6600" b="1" cap="none" spc="0" dirty="0">
                <a:ln w="9525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</a:rPr>
              <a:t>Сандарды тандаңыз…</a:t>
            </a:r>
            <a:endParaRPr lang="en-US" sz="6600" b="1" cap="none" spc="0" dirty="0">
              <a:ln w="9525">
                <a:solidFill>
                  <a:sysClr val="windowText" lastClr="000000"/>
                </a:solidFill>
              </a:ln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5F6707C-594E-4BE7-9A2A-69EC69C30D43}"/>
              </a:ext>
            </a:extLst>
          </p:cNvPr>
          <p:cNvGraphicFramePr>
            <a:graphicFrameLocks noGrp="1"/>
          </p:cNvGraphicFramePr>
          <p:nvPr/>
        </p:nvGraphicFramePr>
        <p:xfrm>
          <a:off x="5530918" y="5786675"/>
          <a:ext cx="879027" cy="879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009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</a:tblGrid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EDEA543-F1EE-4312-B1A0-843C76004B58}"/>
              </a:ext>
            </a:extLst>
          </p:cNvPr>
          <p:cNvSpPr txBox="1"/>
          <p:nvPr/>
        </p:nvSpPr>
        <p:spPr>
          <a:xfrm>
            <a:off x="1973072" y="6041522"/>
            <a:ext cx="3143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Де</a:t>
            </a:r>
            <a:r>
              <a:rPr lang="ky-KG" dirty="0"/>
              <a:t>п</a:t>
            </a:r>
            <a:r>
              <a:rPr lang="ru-RU" dirty="0"/>
              <a:t>терге 3х3 торчо тартыңыз.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3688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924250" y="472607"/>
            <a:ext cx="4057521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spc="800" dirty="0"/>
              <a:t>6.681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900EE2-72C9-4390-92F9-26E78AB31680}"/>
              </a:ext>
            </a:extLst>
          </p:cNvPr>
          <p:cNvSpPr txBox="1"/>
          <p:nvPr/>
        </p:nvSpPr>
        <p:spPr>
          <a:xfrm>
            <a:off x="719455" y="2904774"/>
            <a:ext cx="848379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Белгиленген сандардын маанисин </a:t>
            </a:r>
          </a:p>
          <a:p>
            <a:pPr algn="ctr"/>
            <a:r>
              <a:rPr lang="ky-KG" sz="3200" dirty="0"/>
              <a:t>жөнөкөйлөштүрүлгөн бөлчөк катары туюнкула.</a:t>
            </a:r>
            <a:endParaRPr lang="en-GB" sz="32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C5EC7DE-E46E-46F2-808E-EB05470AD980}"/>
              </a:ext>
            </a:extLst>
          </p:cNvPr>
          <p:cNvSpPr/>
          <p:nvPr/>
        </p:nvSpPr>
        <p:spPr>
          <a:xfrm>
            <a:off x="4242434" y="790574"/>
            <a:ext cx="948691" cy="1304926"/>
          </a:xfrm>
          <a:prstGeom prst="round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/>
              <p:nvPr/>
            </p:nvSpPr>
            <p:spPr>
              <a:xfrm>
                <a:off x="3640601" y="4574716"/>
                <a:ext cx="2641492" cy="18269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6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0601" y="4574716"/>
                <a:ext cx="2641492" cy="18269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416388E-ADFF-49F3-9134-E49B0AD49F9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1592041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924250" y="472607"/>
            <a:ext cx="4057521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spc="800" dirty="0"/>
              <a:t>4.519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C5EC7DE-E46E-46F2-808E-EB05470AD980}"/>
              </a:ext>
            </a:extLst>
          </p:cNvPr>
          <p:cNvSpPr/>
          <p:nvPr/>
        </p:nvSpPr>
        <p:spPr>
          <a:xfrm>
            <a:off x="4242434" y="790574"/>
            <a:ext cx="948691" cy="1304926"/>
          </a:xfrm>
          <a:prstGeom prst="round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/>
              <p:nvPr/>
            </p:nvSpPr>
            <p:spPr>
              <a:xfrm>
                <a:off x="3640601" y="4574716"/>
                <a:ext cx="2641492" cy="18457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6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0601" y="4574716"/>
                <a:ext cx="2641492" cy="184576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E6D8995-32AA-4332-8C63-DE1697A33DD8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6384B8-62BD-1723-DC5B-59D44D96EAD6}"/>
              </a:ext>
            </a:extLst>
          </p:cNvPr>
          <p:cNvSpPr txBox="1"/>
          <p:nvPr/>
        </p:nvSpPr>
        <p:spPr>
          <a:xfrm>
            <a:off x="719455" y="2904774"/>
            <a:ext cx="848379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Белгиленген сандардын маанисин </a:t>
            </a:r>
          </a:p>
          <a:p>
            <a:pPr algn="ctr"/>
            <a:r>
              <a:rPr lang="ky-KG" sz="3200" dirty="0"/>
              <a:t>жөнөкөйлөштүрүлгөн бөлчөк катары туюнкула.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245909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924250" y="472607"/>
            <a:ext cx="4057521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spc="800" dirty="0"/>
              <a:t>3.029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C5EC7DE-E46E-46F2-808E-EB05470AD980}"/>
              </a:ext>
            </a:extLst>
          </p:cNvPr>
          <p:cNvSpPr/>
          <p:nvPr/>
        </p:nvSpPr>
        <p:spPr>
          <a:xfrm>
            <a:off x="5080634" y="790574"/>
            <a:ext cx="948691" cy="1304926"/>
          </a:xfrm>
          <a:prstGeom prst="round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/>
              <p:nvPr/>
            </p:nvSpPr>
            <p:spPr>
              <a:xfrm>
                <a:off x="3214203" y="4574716"/>
                <a:ext cx="3494290" cy="18269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6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4203" y="4574716"/>
                <a:ext cx="3494290" cy="18269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4C6CC12-6BB0-466E-AEAF-4FD8AE7AA9F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992E3A-C47E-16EA-5F94-CBA1171C0C24}"/>
              </a:ext>
            </a:extLst>
          </p:cNvPr>
          <p:cNvSpPr txBox="1"/>
          <p:nvPr/>
        </p:nvSpPr>
        <p:spPr>
          <a:xfrm>
            <a:off x="719455" y="2904774"/>
            <a:ext cx="848379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Белгиленген сандардын маанисин </a:t>
            </a:r>
          </a:p>
          <a:p>
            <a:pPr algn="ctr"/>
            <a:r>
              <a:rPr lang="ky-KG" sz="3200" dirty="0"/>
              <a:t>жөнөкөйлөштүрүлгөн бөлчөк катары туюнкула.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13441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924250" y="472607"/>
            <a:ext cx="4057521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spc="800" dirty="0"/>
              <a:t>0.423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C5EC7DE-E46E-46F2-808E-EB05470AD980}"/>
              </a:ext>
            </a:extLst>
          </p:cNvPr>
          <p:cNvSpPr/>
          <p:nvPr/>
        </p:nvSpPr>
        <p:spPr>
          <a:xfrm>
            <a:off x="4242434" y="790574"/>
            <a:ext cx="948691" cy="1304926"/>
          </a:xfrm>
          <a:prstGeom prst="round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/>
              <p:nvPr/>
            </p:nvSpPr>
            <p:spPr>
              <a:xfrm>
                <a:off x="3640601" y="4574716"/>
                <a:ext cx="2641492" cy="18269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6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0601" y="4574716"/>
                <a:ext cx="2641492" cy="18269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687CB8F-E201-4F72-BE68-92104B37A248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EE7BFB-DF69-AEA7-F288-AAD356A5EC84}"/>
              </a:ext>
            </a:extLst>
          </p:cNvPr>
          <p:cNvSpPr txBox="1"/>
          <p:nvPr/>
        </p:nvSpPr>
        <p:spPr>
          <a:xfrm>
            <a:off x="719455" y="2904774"/>
            <a:ext cx="848379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Белгиленген сандардын маанисин </a:t>
            </a:r>
          </a:p>
          <a:p>
            <a:pPr algn="ctr"/>
            <a:r>
              <a:rPr lang="ky-KG" sz="3200" dirty="0"/>
              <a:t>жөнөкөйлөштүрүлгөн бөлчөк катары туюнкула.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127011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924250" y="472607"/>
            <a:ext cx="4057521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spc="800" dirty="0"/>
              <a:t>2.577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C5EC7DE-E46E-46F2-808E-EB05470AD980}"/>
              </a:ext>
            </a:extLst>
          </p:cNvPr>
          <p:cNvSpPr/>
          <p:nvPr/>
        </p:nvSpPr>
        <p:spPr>
          <a:xfrm>
            <a:off x="2985134" y="790574"/>
            <a:ext cx="2110741" cy="1304926"/>
          </a:xfrm>
          <a:prstGeom prst="round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/>
              <p:nvPr/>
            </p:nvSpPr>
            <p:spPr>
              <a:xfrm>
                <a:off x="3640601" y="4574716"/>
                <a:ext cx="2641492" cy="18457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6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0601" y="4574716"/>
                <a:ext cx="2641492" cy="184576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378300A-DD32-4893-A516-2A629954272D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6A50C44-35B3-5276-5F60-4F2CB8494E52}"/>
              </a:ext>
            </a:extLst>
          </p:cNvPr>
          <p:cNvSpPr txBox="1"/>
          <p:nvPr/>
        </p:nvSpPr>
        <p:spPr>
          <a:xfrm>
            <a:off x="719455" y="2904774"/>
            <a:ext cx="848379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Белгиленген сандардын маанисин </a:t>
            </a:r>
          </a:p>
          <a:p>
            <a:pPr algn="ctr"/>
            <a:r>
              <a:rPr lang="ky-KG" sz="3200" dirty="0"/>
              <a:t>жөнөкөйлөштүрүлгөн бөлчөк катары туюнкула.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3029810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924250" y="472607"/>
            <a:ext cx="4057521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spc="800" dirty="0"/>
              <a:t>0.464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C5EC7DE-E46E-46F2-808E-EB05470AD980}"/>
              </a:ext>
            </a:extLst>
          </p:cNvPr>
          <p:cNvSpPr/>
          <p:nvPr/>
        </p:nvSpPr>
        <p:spPr>
          <a:xfrm>
            <a:off x="5080634" y="790574"/>
            <a:ext cx="948691" cy="1304926"/>
          </a:xfrm>
          <a:prstGeom prst="round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/>
              <p:nvPr/>
            </p:nvSpPr>
            <p:spPr>
              <a:xfrm>
                <a:off x="3214203" y="4574716"/>
                <a:ext cx="3494290" cy="18269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6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4203" y="4574716"/>
                <a:ext cx="3494290" cy="18269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EE2C276-0486-4CB6-A43B-FBAA6D116A36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CCFF25-10E2-CAE8-9EC9-E7202D380A3B}"/>
              </a:ext>
            </a:extLst>
          </p:cNvPr>
          <p:cNvSpPr txBox="1"/>
          <p:nvPr/>
        </p:nvSpPr>
        <p:spPr>
          <a:xfrm>
            <a:off x="719455" y="2904774"/>
            <a:ext cx="848379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Белгиленген сандардын маанисин </a:t>
            </a:r>
          </a:p>
          <a:p>
            <a:pPr algn="ctr"/>
            <a:r>
              <a:rPr lang="ky-KG" sz="3200" dirty="0"/>
              <a:t>жөнөкөйлөштүрүлгөн бөлчөк катары туюнкула.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2004630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924250" y="472607"/>
            <a:ext cx="4057521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spc="800" dirty="0"/>
              <a:t>8.132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C5EC7DE-E46E-46F2-808E-EB05470AD980}"/>
              </a:ext>
            </a:extLst>
          </p:cNvPr>
          <p:cNvSpPr/>
          <p:nvPr/>
        </p:nvSpPr>
        <p:spPr>
          <a:xfrm>
            <a:off x="5956934" y="790574"/>
            <a:ext cx="948691" cy="1304926"/>
          </a:xfrm>
          <a:prstGeom prst="round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/>
              <p:nvPr/>
            </p:nvSpPr>
            <p:spPr>
              <a:xfrm>
                <a:off x="2787805" y="4574716"/>
                <a:ext cx="4347087" cy="18269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  <m:r>
                        <a:rPr lang="en-GB" sz="6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500</m:t>
                          </m:r>
                        </m:den>
                      </m:f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7805" y="4574716"/>
                <a:ext cx="4347087" cy="18269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6E16814-892D-4F1F-87E8-A5895100B870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E6045A-420C-2166-3A25-40A359CF9CFA}"/>
              </a:ext>
            </a:extLst>
          </p:cNvPr>
          <p:cNvSpPr txBox="1"/>
          <p:nvPr/>
        </p:nvSpPr>
        <p:spPr>
          <a:xfrm>
            <a:off x="719455" y="2904774"/>
            <a:ext cx="848379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Белгиленген сандардын маанисин </a:t>
            </a:r>
          </a:p>
          <a:p>
            <a:pPr algn="ctr"/>
            <a:r>
              <a:rPr lang="ky-KG" sz="3200" dirty="0"/>
              <a:t>жөнөкөйлөштүрүлгөн бөлчөк катары туюнкула.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1038982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924250" y="472607"/>
            <a:ext cx="4057521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spc="800" dirty="0"/>
              <a:t>5.461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C5EC7DE-E46E-46F2-808E-EB05470AD980}"/>
              </a:ext>
            </a:extLst>
          </p:cNvPr>
          <p:cNvSpPr/>
          <p:nvPr/>
        </p:nvSpPr>
        <p:spPr>
          <a:xfrm>
            <a:off x="4290059" y="790574"/>
            <a:ext cx="1710691" cy="1304926"/>
          </a:xfrm>
          <a:prstGeom prst="round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/>
              <p:nvPr/>
            </p:nvSpPr>
            <p:spPr>
              <a:xfrm>
                <a:off x="3214203" y="4574716"/>
                <a:ext cx="3494290" cy="18269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46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6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23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4203" y="4574716"/>
                <a:ext cx="3494290" cy="18269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0CE9DAF-360C-4D30-97E8-18DFDB66A9F1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645507-D2B8-C6E3-2783-CF81733E7161}"/>
              </a:ext>
            </a:extLst>
          </p:cNvPr>
          <p:cNvSpPr txBox="1"/>
          <p:nvPr/>
        </p:nvSpPr>
        <p:spPr>
          <a:xfrm>
            <a:off x="719455" y="2904774"/>
            <a:ext cx="848379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Белгиленген сандардын маанисин </a:t>
            </a:r>
          </a:p>
          <a:p>
            <a:pPr algn="ctr"/>
            <a:r>
              <a:rPr lang="ky-KG" sz="3200" dirty="0"/>
              <a:t>жөнөкөйлөштүрүлгөн бөлчөк катары туюнкула.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2249185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924250" y="472607"/>
            <a:ext cx="4057522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spc="800" dirty="0"/>
              <a:t>1.897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C5EC7DE-E46E-46F2-808E-EB05470AD980}"/>
              </a:ext>
            </a:extLst>
          </p:cNvPr>
          <p:cNvSpPr/>
          <p:nvPr/>
        </p:nvSpPr>
        <p:spPr>
          <a:xfrm>
            <a:off x="4242434" y="790574"/>
            <a:ext cx="948691" cy="1304926"/>
          </a:xfrm>
          <a:prstGeom prst="round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/>
              <p:nvPr/>
            </p:nvSpPr>
            <p:spPr>
              <a:xfrm>
                <a:off x="3640601" y="4574716"/>
                <a:ext cx="2641492" cy="18269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6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0601" y="4574716"/>
                <a:ext cx="2641492" cy="18269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47E3A58-7CCA-4B77-B740-891D21CC7BF7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ACAAC1-153D-6670-A1FB-B3BC8F20EEB4}"/>
              </a:ext>
            </a:extLst>
          </p:cNvPr>
          <p:cNvSpPr txBox="1"/>
          <p:nvPr/>
        </p:nvSpPr>
        <p:spPr>
          <a:xfrm>
            <a:off x="719455" y="2904774"/>
            <a:ext cx="848379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Белгиленген сандардын маанисин </a:t>
            </a:r>
          </a:p>
          <a:p>
            <a:pPr algn="ctr"/>
            <a:r>
              <a:rPr lang="ky-KG" sz="3200" dirty="0"/>
              <a:t>жөнөкөйлөштүрүлгөн бөлчөк катары туюнкула.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1002479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924250" y="472607"/>
            <a:ext cx="4057521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spc="800" dirty="0"/>
              <a:t>1.245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C5EC7DE-E46E-46F2-808E-EB05470AD980}"/>
              </a:ext>
            </a:extLst>
          </p:cNvPr>
          <p:cNvSpPr/>
          <p:nvPr/>
        </p:nvSpPr>
        <p:spPr>
          <a:xfrm>
            <a:off x="2985134" y="790574"/>
            <a:ext cx="2110741" cy="1304926"/>
          </a:xfrm>
          <a:prstGeom prst="round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/>
              <p:nvPr/>
            </p:nvSpPr>
            <p:spPr>
              <a:xfrm>
                <a:off x="3640601" y="4574716"/>
                <a:ext cx="2641492" cy="18269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6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0601" y="4574716"/>
                <a:ext cx="2641492" cy="18269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348A35A-6856-49CC-AC1D-451F77D59B66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270109-8E96-2C02-1DBE-12139D438F6B}"/>
              </a:ext>
            </a:extLst>
          </p:cNvPr>
          <p:cNvSpPr txBox="1"/>
          <p:nvPr/>
        </p:nvSpPr>
        <p:spPr>
          <a:xfrm>
            <a:off x="719455" y="2904774"/>
            <a:ext cx="848379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Белгиленген сандардын маанисин </a:t>
            </a:r>
          </a:p>
          <a:p>
            <a:pPr algn="ctr"/>
            <a:r>
              <a:rPr lang="ky-KG" sz="3200" dirty="0"/>
              <a:t>жөнөкөйлөштүрүлгөн бөлчөк катары туюнкула.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3176943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924250" y="472607"/>
            <a:ext cx="4057521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spc="800" dirty="0"/>
              <a:t>3.726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C5EC7DE-E46E-46F2-808E-EB05470AD980}"/>
              </a:ext>
            </a:extLst>
          </p:cNvPr>
          <p:cNvSpPr/>
          <p:nvPr/>
        </p:nvSpPr>
        <p:spPr>
          <a:xfrm>
            <a:off x="5956934" y="790574"/>
            <a:ext cx="948691" cy="1304926"/>
          </a:xfrm>
          <a:prstGeom prst="round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/>
              <p:nvPr/>
            </p:nvSpPr>
            <p:spPr>
              <a:xfrm>
                <a:off x="2787805" y="4574716"/>
                <a:ext cx="4347087" cy="18269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  <m:r>
                        <a:rPr lang="en-GB" sz="6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500</m:t>
                          </m:r>
                        </m:den>
                      </m:f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7805" y="4574716"/>
                <a:ext cx="4347087" cy="18269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3296A7E-1AD6-4823-BE6B-625C94289865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BD162A4-5FDD-1451-54D9-E622285077BF}"/>
              </a:ext>
            </a:extLst>
          </p:cNvPr>
          <p:cNvSpPr txBox="1"/>
          <p:nvPr/>
        </p:nvSpPr>
        <p:spPr>
          <a:xfrm>
            <a:off x="719455" y="2904774"/>
            <a:ext cx="848379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Белгиленген сандардын маанисин </a:t>
            </a:r>
          </a:p>
          <a:p>
            <a:pPr algn="ctr"/>
            <a:r>
              <a:rPr lang="ky-KG" sz="3200" dirty="0"/>
              <a:t>жөнөкөйлөштүрүлгөн бөлчөк катары туюнкула.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2265075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924250" y="472607"/>
            <a:ext cx="4057521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spc="800" dirty="0"/>
              <a:t>4.221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C5EC7DE-E46E-46F2-808E-EB05470AD980}"/>
              </a:ext>
            </a:extLst>
          </p:cNvPr>
          <p:cNvSpPr/>
          <p:nvPr/>
        </p:nvSpPr>
        <p:spPr>
          <a:xfrm>
            <a:off x="4290059" y="790574"/>
            <a:ext cx="1710691" cy="1304926"/>
          </a:xfrm>
          <a:prstGeom prst="round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/>
              <p:nvPr/>
            </p:nvSpPr>
            <p:spPr>
              <a:xfrm>
                <a:off x="3214203" y="4574716"/>
                <a:ext cx="3494290" cy="18457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6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4203" y="4574716"/>
                <a:ext cx="3494290" cy="184576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8D2C555-E1D5-4C50-9898-46784D3D40D0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697C50-22CA-3E82-3FD3-00E74435FBA1}"/>
              </a:ext>
            </a:extLst>
          </p:cNvPr>
          <p:cNvSpPr txBox="1"/>
          <p:nvPr/>
        </p:nvSpPr>
        <p:spPr>
          <a:xfrm>
            <a:off x="719455" y="2904774"/>
            <a:ext cx="848379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Белгиленген сандардын маанисин </a:t>
            </a:r>
          </a:p>
          <a:p>
            <a:pPr algn="ctr"/>
            <a:r>
              <a:rPr lang="ky-KG" sz="3200" dirty="0"/>
              <a:t>жөнөкөйлөштүрүлгөн бөлчөк катары туюнкула.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3002275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924250" y="472607"/>
            <a:ext cx="4057521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spc="800" dirty="0"/>
              <a:t>7.214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C5EC7DE-E46E-46F2-808E-EB05470AD980}"/>
              </a:ext>
            </a:extLst>
          </p:cNvPr>
          <p:cNvSpPr/>
          <p:nvPr/>
        </p:nvSpPr>
        <p:spPr>
          <a:xfrm>
            <a:off x="5118734" y="790574"/>
            <a:ext cx="1710691" cy="1304926"/>
          </a:xfrm>
          <a:prstGeom prst="round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/>
              <p:nvPr/>
            </p:nvSpPr>
            <p:spPr>
              <a:xfrm>
                <a:off x="2787805" y="4574716"/>
                <a:ext cx="4347087" cy="18269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14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  <m:r>
                        <a:rPr lang="en-GB" sz="6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500</m:t>
                          </m:r>
                        </m:den>
                      </m:f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7805" y="4574716"/>
                <a:ext cx="4347087" cy="18269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1C70CF0-79AD-46BC-A28A-2781156B95F7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F0827B-CB59-B792-6662-692613037EE2}"/>
              </a:ext>
            </a:extLst>
          </p:cNvPr>
          <p:cNvSpPr txBox="1"/>
          <p:nvPr/>
        </p:nvSpPr>
        <p:spPr>
          <a:xfrm>
            <a:off x="719455" y="2904774"/>
            <a:ext cx="848379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Белгиленген сандардын маанисин </a:t>
            </a:r>
          </a:p>
          <a:p>
            <a:pPr algn="ctr"/>
            <a:r>
              <a:rPr lang="ky-KG" sz="3200" dirty="0"/>
              <a:t>жөнөкөйлөштүрүлгөн бөлчөк катары туюнкула.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3997278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924250" y="472607"/>
            <a:ext cx="4057521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spc="800" dirty="0"/>
              <a:t>8.124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C5EC7DE-E46E-46F2-808E-EB05470AD980}"/>
              </a:ext>
            </a:extLst>
          </p:cNvPr>
          <p:cNvSpPr/>
          <p:nvPr/>
        </p:nvSpPr>
        <p:spPr>
          <a:xfrm>
            <a:off x="4248150" y="790574"/>
            <a:ext cx="2581275" cy="1304926"/>
          </a:xfrm>
          <a:prstGeom prst="round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/>
              <p:nvPr/>
            </p:nvSpPr>
            <p:spPr>
              <a:xfrm>
                <a:off x="2787805" y="4574716"/>
                <a:ext cx="4347087" cy="18269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124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  <m:r>
                        <a:rPr lang="en-GB" sz="6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31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250</m:t>
                          </m:r>
                        </m:den>
                      </m:f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7805" y="4574716"/>
                <a:ext cx="4347087" cy="18269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8729190-AF74-4EBD-A36A-65D4043C33AD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675714-5444-14B0-3CAD-630187704CBC}"/>
              </a:ext>
            </a:extLst>
          </p:cNvPr>
          <p:cNvSpPr txBox="1"/>
          <p:nvPr/>
        </p:nvSpPr>
        <p:spPr>
          <a:xfrm>
            <a:off x="719455" y="2904774"/>
            <a:ext cx="848379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Белгиленген сандардын маанисин </a:t>
            </a:r>
          </a:p>
          <a:p>
            <a:pPr algn="ctr"/>
            <a:r>
              <a:rPr lang="ky-KG" sz="3200" dirty="0"/>
              <a:t>жөнөкөйлөштүрүлгөн бөлчөк катары туюнкула.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1743292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924250" y="472607"/>
            <a:ext cx="4057521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spc="800" dirty="0"/>
              <a:t>3.384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C5EC7DE-E46E-46F2-808E-EB05470AD980}"/>
              </a:ext>
            </a:extLst>
          </p:cNvPr>
          <p:cNvSpPr/>
          <p:nvPr/>
        </p:nvSpPr>
        <p:spPr>
          <a:xfrm>
            <a:off x="4290059" y="790574"/>
            <a:ext cx="1710691" cy="1304926"/>
          </a:xfrm>
          <a:prstGeom prst="round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/>
              <p:nvPr/>
            </p:nvSpPr>
            <p:spPr>
              <a:xfrm>
                <a:off x="3214203" y="4574716"/>
                <a:ext cx="3494290" cy="18269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38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6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19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4203" y="4574716"/>
                <a:ext cx="3494290" cy="18269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9400D42-8146-4FB3-9B73-AB80EA5DE3D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0A2FFA-E984-3FE6-1D93-5D8812EBD7ED}"/>
              </a:ext>
            </a:extLst>
          </p:cNvPr>
          <p:cNvSpPr txBox="1"/>
          <p:nvPr/>
        </p:nvSpPr>
        <p:spPr>
          <a:xfrm>
            <a:off x="719455" y="2904774"/>
            <a:ext cx="848379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Белгиленген сандардын маанисин </a:t>
            </a:r>
          </a:p>
          <a:p>
            <a:pPr algn="ctr"/>
            <a:r>
              <a:rPr lang="ky-KG" sz="3200" dirty="0"/>
              <a:t>жөнөкөйлөштүрүлгөн бөлчөк катары туюнкула.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463561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924250" y="472607"/>
            <a:ext cx="4057521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spc="800" dirty="0"/>
              <a:t>6.354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C5EC7DE-E46E-46F2-808E-EB05470AD980}"/>
              </a:ext>
            </a:extLst>
          </p:cNvPr>
          <p:cNvSpPr/>
          <p:nvPr/>
        </p:nvSpPr>
        <p:spPr>
          <a:xfrm>
            <a:off x="5118734" y="790574"/>
            <a:ext cx="1710691" cy="1304926"/>
          </a:xfrm>
          <a:prstGeom prst="round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/>
              <p:nvPr/>
            </p:nvSpPr>
            <p:spPr>
              <a:xfrm>
                <a:off x="2787805" y="4574716"/>
                <a:ext cx="4347087" cy="18457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54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  <m:r>
                        <a:rPr lang="en-GB" sz="6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27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500</m:t>
                          </m:r>
                        </m:den>
                      </m:f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7805" y="4574716"/>
                <a:ext cx="4347087" cy="184576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DE75CBB-60F1-469B-9A0D-1BDF56F681F4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42A236-9079-7FDF-73FA-09A8016A6BA9}"/>
              </a:ext>
            </a:extLst>
          </p:cNvPr>
          <p:cNvSpPr txBox="1"/>
          <p:nvPr/>
        </p:nvSpPr>
        <p:spPr>
          <a:xfrm>
            <a:off x="719455" y="2904774"/>
            <a:ext cx="848379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Белгиленген сандардын маанисин </a:t>
            </a:r>
          </a:p>
          <a:p>
            <a:pPr algn="ctr"/>
            <a:r>
              <a:rPr lang="ky-KG" sz="3200" dirty="0"/>
              <a:t>жөнөкөйлөштүрүлгөн бөлчөк катары туюнкула.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504130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455F9FF-A775-44DB-99DD-42DDB47487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929352"/>
              </p:ext>
            </p:extLst>
          </p:nvPr>
        </p:nvGraphicFramePr>
        <p:xfrm>
          <a:off x="59945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AD8C36C-2AB2-44CF-BF97-992F65F82F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1891624"/>
              </p:ext>
            </p:extLst>
          </p:nvPr>
        </p:nvGraphicFramePr>
        <p:xfrm>
          <a:off x="2042419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2773A22-7D82-4A6C-9386-8C73822F86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8005975"/>
              </p:ext>
            </p:extLst>
          </p:nvPr>
        </p:nvGraphicFramePr>
        <p:xfrm>
          <a:off x="4024893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ACA04EB-1AF0-4BA4-B56C-D92E4B8FC6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8737508"/>
              </p:ext>
            </p:extLst>
          </p:nvPr>
        </p:nvGraphicFramePr>
        <p:xfrm>
          <a:off x="6007367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DD0CEA2-BF13-4F1F-BDF8-723774394B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2065140"/>
              </p:ext>
            </p:extLst>
          </p:nvPr>
        </p:nvGraphicFramePr>
        <p:xfrm>
          <a:off x="7989841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217ECC1-187E-45C6-AAD9-69FCF451F4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819278"/>
              </p:ext>
            </p:extLst>
          </p:nvPr>
        </p:nvGraphicFramePr>
        <p:xfrm>
          <a:off x="59945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8F2A369-4849-4D8C-9C48-42AC19EAC6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3002619"/>
              </p:ext>
            </p:extLst>
          </p:nvPr>
        </p:nvGraphicFramePr>
        <p:xfrm>
          <a:off x="2042419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CC34FD8-28B7-4290-89FF-C844EE6A1A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619173"/>
              </p:ext>
            </p:extLst>
          </p:nvPr>
        </p:nvGraphicFramePr>
        <p:xfrm>
          <a:off x="4024893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EE0B481-E5E6-4A56-A167-F7909231AE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741186"/>
              </p:ext>
            </p:extLst>
          </p:nvPr>
        </p:nvGraphicFramePr>
        <p:xfrm>
          <a:off x="6007367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04524C6-1AA7-41E4-A1BD-52B735BCF1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8690728"/>
              </p:ext>
            </p:extLst>
          </p:nvPr>
        </p:nvGraphicFramePr>
        <p:xfrm>
          <a:off x="7989841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D378E7F-888B-451D-A437-1143E900F4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700732"/>
              </p:ext>
            </p:extLst>
          </p:nvPr>
        </p:nvGraphicFramePr>
        <p:xfrm>
          <a:off x="59945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D9438F2-5F7B-453A-9852-A5D953E267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7154783"/>
              </p:ext>
            </p:extLst>
          </p:nvPr>
        </p:nvGraphicFramePr>
        <p:xfrm>
          <a:off x="2042419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8E97513C-7184-48FD-B483-FD49969CA2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9329546"/>
              </p:ext>
            </p:extLst>
          </p:nvPr>
        </p:nvGraphicFramePr>
        <p:xfrm>
          <a:off x="4024893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FE2DA72-78F4-437E-AA8B-E7D5DF47DE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355289"/>
              </p:ext>
            </p:extLst>
          </p:nvPr>
        </p:nvGraphicFramePr>
        <p:xfrm>
          <a:off x="6007367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6BB7F846-3757-45E8-B86C-628E47A78F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4402805"/>
              </p:ext>
            </p:extLst>
          </p:nvPr>
        </p:nvGraphicFramePr>
        <p:xfrm>
          <a:off x="7989841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88449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037" y="1022985"/>
            <a:ext cx="8543925" cy="4351338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 dirty="0"/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8826</TotalTime>
  <Words>329</Words>
  <Application>Microsoft Office PowerPoint</Application>
  <PresentationFormat>A4 Paper (210x297 mm)</PresentationFormat>
  <Paragraphs>115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Calibri</vt:lpstr>
      <vt:lpstr>Calibri Light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398</cp:revision>
  <cp:lastPrinted>2017-12-31T22:38:51Z</cp:lastPrinted>
  <dcterms:created xsi:type="dcterms:W3CDTF">2017-01-17T16:57:04Z</dcterms:created>
  <dcterms:modified xsi:type="dcterms:W3CDTF">2024-09-28T16:28:51Z</dcterms:modified>
</cp:coreProperties>
</file>