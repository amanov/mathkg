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0"/>
  </p:notesMasterIdLst>
  <p:sldIdLst>
    <p:sldId id="848" r:id="rId3"/>
    <p:sldId id="281" r:id="rId4"/>
    <p:sldId id="835" r:id="rId5"/>
    <p:sldId id="939" r:id="rId6"/>
    <p:sldId id="833" r:id="rId7"/>
    <p:sldId id="834" r:id="rId8"/>
    <p:sldId id="938" r:id="rId9"/>
  </p:sldIdLst>
  <p:sldSz cx="9906000" cy="6858000" type="A4"/>
  <p:notesSz cx="7104063" cy="10234613"/>
  <p:embeddedFontLst>
    <p:embeddedFont>
      <p:font typeface="Verdana" panose="020B0604030504040204" pitchFamily="3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08/05/2024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0647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295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1136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2882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294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7388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2207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3526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1256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1499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2721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10654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368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36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0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Көбөйтүү – Тарсиа </a:t>
            </a:r>
            <a:r>
              <a:rPr lang="ru-RU" sz="2000" dirty="0">
                <a:solidFill>
                  <a:prstClr val="black"/>
                </a:solidFill>
                <a:latin typeface="Calibri" panose="020F0502020204030204"/>
              </a:rPr>
              <a:t>Курак</a:t>
            </a:r>
            <a:endParaRPr kumimoji="0" lang="ru-RU" sz="20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025854"/>
            <a:ext cx="42733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1.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Үч бурчтуктарды бөлүп кесип алгыла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586293" y="2222097"/>
            <a:ext cx="43667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-23532" y="3113031"/>
            <a:ext cx="50152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Сиз баш катырманы аягына</a:t>
            </a:r>
          </a:p>
          <a:p>
            <a:pPr algn="ctr"/>
            <a:r>
              <a:rPr lang="ru-RU" sz="3200" dirty="0"/>
              <a:t> чыгара аласызбы?</a:t>
            </a:r>
            <a:endParaRPr lang="en-GB" sz="3200" dirty="0"/>
          </a:p>
          <a:p>
            <a:pPr algn="ctr"/>
            <a:endParaRPr lang="en-GB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2A22C0-678C-6EC5-6ACF-F914426D1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AD029E8-3989-4F87-A2AB-446120DBF8A8}"/>
              </a:ext>
            </a:extLst>
          </p:cNvPr>
          <p:cNvGrpSpPr/>
          <p:nvPr/>
        </p:nvGrpSpPr>
        <p:grpSpPr>
          <a:xfrm>
            <a:off x="0" y="0"/>
            <a:ext cx="9906000" cy="6858000"/>
            <a:chOff x="0" y="0"/>
            <a:chExt cx="9906000" cy="68580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279951A6-4990-4926-9738-BC606761D3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4985482" cy="68580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3D47F51-D991-4042-808E-67ECFA315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46408" y="0"/>
              <a:ext cx="4959592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F80DCE19-A67B-4472-A9AE-DEBB324E4774}"/>
              </a:ext>
            </a:extLst>
          </p:cNvPr>
          <p:cNvGrpSpPr/>
          <p:nvPr/>
        </p:nvGrpSpPr>
        <p:grpSpPr>
          <a:xfrm rot="16200000">
            <a:off x="-1055076" y="1055077"/>
            <a:ext cx="6858002" cy="4747848"/>
            <a:chOff x="0" y="0"/>
            <a:chExt cx="9906000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3486F21-8CDB-4F23-9FDC-D34BC2F7EC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85482" cy="6858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A9B8F74-9A55-4BBE-BB12-6C27C472F1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46408" y="0"/>
              <a:ext cx="4959592" cy="6858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1321E7E-D4B2-4A70-A366-95C8A7DE094A}"/>
              </a:ext>
            </a:extLst>
          </p:cNvPr>
          <p:cNvGrpSpPr/>
          <p:nvPr/>
        </p:nvGrpSpPr>
        <p:grpSpPr>
          <a:xfrm rot="16200000">
            <a:off x="4103074" y="1055075"/>
            <a:ext cx="6858002" cy="4747848"/>
            <a:chOff x="0" y="0"/>
            <a:chExt cx="990600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3750974-3AC3-4ABD-B80F-5BE6824CD1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85482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E5CC384-ABD7-418A-B211-3AF7E95BD0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46408" y="0"/>
              <a:ext cx="4959592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3D87FF-B2F5-4143-A55A-2A699AC82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864" y="0"/>
            <a:ext cx="79248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E941A6E-7240-878B-444C-D6FE6D2F2B95}"/>
              </a:ext>
            </a:extLst>
          </p:cNvPr>
          <p:cNvSpPr/>
          <p:nvPr/>
        </p:nvSpPr>
        <p:spPr>
          <a:xfrm>
            <a:off x="198324" y="213975"/>
            <a:ext cx="41501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616B4D03-765D-3C43-9ABB-37A694BD2487}"/>
              </a:ext>
            </a:extLst>
          </p:cNvPr>
          <p:cNvSpPr txBox="1">
            <a:spLocks/>
          </p:cNvSpPr>
          <p:nvPr/>
        </p:nvSpPr>
        <p:spPr>
          <a:xfrm>
            <a:off x="91440" y="5689600"/>
            <a:ext cx="2101944" cy="116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8386</TotalTime>
  <Words>152</Words>
  <Application>Microsoft Office PowerPoint</Application>
  <PresentationFormat>A4 Paper (210x297 mm)</PresentationFormat>
  <Paragraphs>35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Verdana</vt:lpstr>
      <vt:lpstr>Calibri</vt:lpstr>
      <vt:lpstr>Arial</vt:lpstr>
      <vt:lpstr>Calibri Light</vt:lpstr>
      <vt:lpstr>Office Theme</vt:lpstr>
      <vt:lpstr>1_Office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360</cp:revision>
  <cp:lastPrinted>2024-05-08T09:00:00Z</cp:lastPrinted>
  <dcterms:created xsi:type="dcterms:W3CDTF">2017-01-17T16:57:04Z</dcterms:created>
  <dcterms:modified xsi:type="dcterms:W3CDTF">2024-05-08T09:09:01Z</dcterms:modified>
</cp:coreProperties>
</file>