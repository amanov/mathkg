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3"/>
  </p:notesMasterIdLst>
  <p:sldIdLst>
    <p:sldId id="945" r:id="rId2"/>
    <p:sldId id="946" r:id="rId3"/>
    <p:sldId id="939" r:id="rId4"/>
    <p:sldId id="941" r:id="rId5"/>
    <p:sldId id="833" r:id="rId6"/>
    <p:sldId id="940" r:id="rId7"/>
    <p:sldId id="832" r:id="rId8"/>
    <p:sldId id="942" r:id="rId9"/>
    <p:sldId id="943" r:id="rId10"/>
    <p:sldId id="944" r:id="rId11"/>
    <p:sldId id="947" r:id="rId12"/>
  </p:sldIdLst>
  <p:sldSz cx="9906000" cy="6858000" type="A4"/>
  <p:notesSz cx="6669088" cy="9926638"/>
  <p:embeddedFontLst>
    <p:embeddedFont>
      <p:font typeface="Fira Code" panose="020B0809050000020004" pitchFamily="49" charset="0"/>
      <p:regular r:id="rId14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B448B5C-C6CF-422B-AAF2-DB5112525722}">
          <p14:sldIdLst>
            <p14:sldId id="945"/>
          </p14:sldIdLst>
        </p14:section>
        <p14:section name="Титулдук слайд" id="{02CB43F0-372F-48F5-8ECE-4146E631948D}">
          <p14:sldIdLst>
            <p14:sldId id="946"/>
          </p14:sldIdLst>
        </p14:section>
        <p14:section name="Көрсөтүү үчүн" id="{CA0B4A51-1C5A-4331-831D-7D5748F4CE7C}">
          <p14:sldIdLst>
            <p14:sldId id="939"/>
            <p14:sldId id="941"/>
          </p14:sldIdLst>
        </p14:section>
        <p14:section name="Жообу" id="{4A1CF18F-CBD8-4CE8-9034-4022B8261C24}">
          <p14:sldIdLst>
            <p14:sldId id="833"/>
            <p14:sldId id="940"/>
          </p14:sldIdLst>
        </p14:section>
        <p14:section name="Таркатма иш кагаздар" id="{45D3F427-FE2C-4E31-94DD-C39B49B018A8}">
          <p14:sldIdLst>
            <p14:sldId id="832"/>
            <p14:sldId id="942"/>
            <p14:sldId id="943"/>
            <p14:sldId id="944"/>
          </p14:sldIdLst>
        </p14:section>
        <p14:section name="Кайтарым байланыш" id="{F3D720CF-F566-46A6-9361-125255B68FA6}">
          <p14:sldIdLst>
            <p14:sldId id="9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9606280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сандар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Орундук мааниси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Катаны тапкыла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2 өлчөмдө.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Үч бурчтукта </a:t>
            </a:r>
            <a:endParaRPr lang="en-US" sz="2800" dirty="0"/>
          </a:p>
          <a:p>
            <a:pPr algn="ctr"/>
            <a:r>
              <a:rPr lang="ru-RU" sz="2800" dirty="0"/>
              <a:t>айрым каталар бар!</a:t>
            </a:r>
          </a:p>
          <a:p>
            <a:pPr algn="ctr"/>
            <a:endParaRPr lang="ru-RU" sz="2800" dirty="0"/>
          </a:p>
          <a:p>
            <a:pPr algn="ctr"/>
            <a:r>
              <a:rPr lang="ru-RU" sz="2800" dirty="0"/>
              <a:t>Сен алардын </a:t>
            </a:r>
            <a:endParaRPr lang="en-US" sz="2800" dirty="0"/>
          </a:p>
          <a:p>
            <a:pPr algn="ctr"/>
            <a:r>
              <a:rPr lang="ru-RU" sz="2800" dirty="0"/>
              <a:t>баарын таба аласынбы?</a:t>
            </a:r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9DFD38-76F5-9C8F-1CEB-A1BA100B80B1}"/>
              </a:ext>
            </a:extLst>
          </p:cNvPr>
          <p:cNvSpPr txBox="1"/>
          <p:nvPr/>
        </p:nvSpPr>
        <p:spPr>
          <a:xfrm>
            <a:off x="356981" y="114336"/>
            <a:ext cx="8453120" cy="181588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ru-RU" sz="8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reflection blurRad="6350" stA="55000" endA="50" endPos="85000" dist="29997" dir="5400000" sy="-100000" algn="bl" rotWithShape="0"/>
                </a:effectLst>
                <a:latin typeface="+mj-lt"/>
              </a:rPr>
              <a:t>Катаны тап</a:t>
            </a:r>
          </a:p>
          <a:p>
            <a:endParaRPr lang="ru-RU" sz="2400" b="0" dirty="0"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latin typeface="Fira Code" panose="020F0502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345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29D140C-91FC-4682-8EB6-2410E9FD03E1}"/>
              </a:ext>
            </a:extLst>
          </p:cNvPr>
          <p:cNvGrpSpPr/>
          <p:nvPr/>
        </p:nvGrpSpPr>
        <p:grpSpPr>
          <a:xfrm>
            <a:off x="237031" y="99665"/>
            <a:ext cx="9623249" cy="6758335"/>
            <a:chOff x="2682240" y="2961099"/>
            <a:chExt cx="5059680" cy="355337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F557DAC-F8AA-4991-9B6D-34F11B1B9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82240" y="4312206"/>
              <a:ext cx="5059680" cy="220226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5AB535B-7EEB-4FC7-B15D-52B7B0B96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15410" y="2961099"/>
              <a:ext cx="2602230" cy="1368946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D6F21C1-34E9-4685-B532-15A60AE3DE99}"/>
              </a:ext>
            </a:extLst>
          </p:cNvPr>
          <p:cNvSpPr txBox="1"/>
          <p:nvPr/>
        </p:nvSpPr>
        <p:spPr>
          <a:xfrm>
            <a:off x="-78328" y="1504384"/>
            <a:ext cx="315592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Ар бир ондуктун </a:t>
            </a:r>
            <a:r>
              <a:rPr lang="ky-KG" sz="1600" u="sng" dirty="0"/>
              <a:t>асты сызылган </a:t>
            </a:r>
          </a:p>
          <a:p>
            <a:pPr algn="ctr"/>
            <a:r>
              <a:rPr lang="ky-KG" sz="1600" dirty="0"/>
              <a:t>сандар бөлчөккө айландырылган.</a:t>
            </a:r>
          </a:p>
          <a:p>
            <a:pPr algn="ctr"/>
            <a:endParaRPr lang="ky-KG" sz="1600" dirty="0"/>
          </a:p>
          <a:p>
            <a:pPr algn="ctr"/>
            <a:r>
              <a:rPr lang="ky-KG" sz="1600" dirty="0"/>
              <a:t>Каталарды таап !</a:t>
            </a:r>
          </a:p>
          <a:p>
            <a:pPr algn="ctr"/>
            <a:endParaRPr lang="ky-KG" sz="1600" dirty="0"/>
          </a:p>
          <a:p>
            <a:pPr algn="ctr"/>
            <a:r>
              <a:rPr lang="ky-KG" sz="1600" dirty="0"/>
              <a:t>Аларды оңдо!</a:t>
            </a:r>
            <a:endParaRPr lang="en-GB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BF1871-97DF-4A1C-8FC7-A750D47ADC3F}"/>
              </a:ext>
            </a:extLst>
          </p:cNvPr>
          <p:cNvSpPr txBox="1"/>
          <p:nvPr/>
        </p:nvSpPr>
        <p:spPr>
          <a:xfrm>
            <a:off x="9355465" y="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8EC09B-DD3F-2CF7-84E1-192B77035945}"/>
              </a:ext>
            </a:extLst>
          </p:cNvPr>
          <p:cNvSpPr txBox="1"/>
          <p:nvPr/>
        </p:nvSpPr>
        <p:spPr>
          <a:xfrm>
            <a:off x="233937" y="12442"/>
            <a:ext cx="376910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</a:t>
            </a:r>
            <a:r>
              <a:rPr lang="ru-RU" sz="36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издеп - тап</a:t>
            </a:r>
            <a:endParaRPr lang="en-US" sz="36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50145A5-AE92-42D8-9013-C1A0BE665346}"/>
              </a:ext>
            </a:extLst>
          </p:cNvPr>
          <p:cNvGrpSpPr/>
          <p:nvPr/>
        </p:nvGrpSpPr>
        <p:grpSpPr>
          <a:xfrm>
            <a:off x="275492" y="26377"/>
            <a:ext cx="9604004" cy="6831623"/>
            <a:chOff x="1066800" y="2204094"/>
            <a:chExt cx="5922327" cy="421273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B5A4367-D57D-437D-ABA5-5F602700E8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6336"/>
            <a:stretch/>
          </p:blipFill>
          <p:spPr>
            <a:xfrm>
              <a:off x="2494916" y="2204094"/>
              <a:ext cx="3029584" cy="164337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35406B7-32DD-46B8-94F5-EE61447D1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6800" y="3828284"/>
              <a:ext cx="5922327" cy="2588543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1D068FC-3698-4211-BE4A-1E469AD37D13}"/>
              </a:ext>
            </a:extLst>
          </p:cNvPr>
          <p:cNvSpPr txBox="1"/>
          <p:nvPr/>
        </p:nvSpPr>
        <p:spPr>
          <a:xfrm>
            <a:off x="9355465" y="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D7A10-49AD-AE22-CFCA-E0132DC55DF9}"/>
              </a:ext>
            </a:extLst>
          </p:cNvPr>
          <p:cNvSpPr txBox="1"/>
          <p:nvPr/>
        </p:nvSpPr>
        <p:spPr>
          <a:xfrm>
            <a:off x="-52680" y="1504384"/>
            <a:ext cx="310463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Ар бир ондуктун </a:t>
            </a:r>
            <a:r>
              <a:rPr lang="ky-KG" sz="1600" u="sng" dirty="0"/>
              <a:t>асты сызылган </a:t>
            </a:r>
          </a:p>
          <a:p>
            <a:pPr algn="ctr"/>
            <a:r>
              <a:rPr lang="ky-KG" sz="1600" dirty="0"/>
              <a:t>сандар бөлчөккө айландырылган</a:t>
            </a:r>
          </a:p>
          <a:p>
            <a:pPr algn="ctr"/>
            <a:r>
              <a:rPr lang="ky-KG" sz="1600" dirty="0"/>
              <a:t>жана жөнөкөйлөштүрүлгөн.</a:t>
            </a:r>
          </a:p>
          <a:p>
            <a:pPr algn="ctr"/>
            <a:endParaRPr lang="ky-KG" sz="1600" dirty="0"/>
          </a:p>
          <a:p>
            <a:pPr algn="ctr"/>
            <a:r>
              <a:rPr lang="ky-KG" sz="1600" dirty="0"/>
              <a:t>Каталарды таап !</a:t>
            </a:r>
          </a:p>
          <a:p>
            <a:pPr algn="ctr"/>
            <a:endParaRPr lang="ky-KG" sz="1600" dirty="0"/>
          </a:p>
          <a:p>
            <a:pPr algn="ctr"/>
            <a:r>
              <a:rPr lang="ky-KG" sz="1600" dirty="0"/>
              <a:t>Аларды оңдо!</a:t>
            </a:r>
            <a:endParaRPr lang="en-GB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50AA63-866E-D450-54BB-F21EF0410F18}"/>
              </a:ext>
            </a:extLst>
          </p:cNvPr>
          <p:cNvSpPr txBox="1"/>
          <p:nvPr/>
        </p:nvSpPr>
        <p:spPr>
          <a:xfrm>
            <a:off x="233937" y="12442"/>
            <a:ext cx="376910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</a:t>
            </a:r>
            <a:r>
              <a:rPr lang="ru-RU" sz="36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издеп - тап</a:t>
            </a:r>
            <a:endParaRPr lang="en-US" sz="36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24079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2B6AABC-ABEB-4117-ABA5-433E1E9197C9}"/>
              </a:ext>
            </a:extLst>
          </p:cNvPr>
          <p:cNvGrpSpPr/>
          <p:nvPr/>
        </p:nvGrpSpPr>
        <p:grpSpPr>
          <a:xfrm>
            <a:off x="243839" y="60960"/>
            <a:ext cx="9623249" cy="6758335"/>
            <a:chOff x="2682240" y="2961099"/>
            <a:chExt cx="5059680" cy="355337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954BE61-3013-4ADD-B61E-D40E57C07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82240" y="4312206"/>
              <a:ext cx="5059680" cy="2202268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37C0E79-DB05-4E77-B358-7A23D62B8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15410" y="2961099"/>
              <a:ext cx="2602230" cy="1368946"/>
            </a:xfrm>
            <a:prstGeom prst="rect">
              <a:avLst/>
            </a:prstGeom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3144909" y="1968836"/>
            <a:ext cx="1458567" cy="13839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1802037-0E66-48AD-B116-CDD3D5593712}"/>
              </a:ext>
            </a:extLst>
          </p:cNvPr>
          <p:cNvSpPr/>
          <p:nvPr/>
        </p:nvSpPr>
        <p:spPr>
          <a:xfrm>
            <a:off x="2474349" y="5077796"/>
            <a:ext cx="1458567" cy="13839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A39A0CB-54B9-46CC-B561-EA9F7D4EFD3C}"/>
              </a:ext>
            </a:extLst>
          </p:cNvPr>
          <p:cNvSpPr/>
          <p:nvPr/>
        </p:nvSpPr>
        <p:spPr>
          <a:xfrm>
            <a:off x="7320669" y="5087956"/>
            <a:ext cx="1458567" cy="13839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8D254C4-6A7D-49D5-BFA9-0F285B195A6C}"/>
              </a:ext>
            </a:extLst>
          </p:cNvPr>
          <p:cNvSpPr/>
          <p:nvPr/>
        </p:nvSpPr>
        <p:spPr>
          <a:xfrm>
            <a:off x="6751709" y="3929716"/>
            <a:ext cx="1458567" cy="13839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89CD380-F68A-4B5F-9937-9A36B4E075E1}"/>
              </a:ext>
            </a:extLst>
          </p:cNvPr>
          <p:cNvSpPr/>
          <p:nvPr/>
        </p:nvSpPr>
        <p:spPr>
          <a:xfrm>
            <a:off x="5542669" y="1938356"/>
            <a:ext cx="1458567" cy="13839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9251192-2363-483A-BF29-205300D7BA4A}"/>
              </a:ext>
            </a:extLst>
          </p:cNvPr>
          <p:cNvSpPr/>
          <p:nvPr/>
        </p:nvSpPr>
        <p:spPr>
          <a:xfrm>
            <a:off x="4922909" y="2964516"/>
            <a:ext cx="1458567" cy="13839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F655AD-937D-49D4-BD71-BED1632DBBD4}"/>
              </a:ext>
            </a:extLst>
          </p:cNvPr>
          <p:cNvSpPr txBox="1"/>
          <p:nvPr/>
        </p:nvSpPr>
        <p:spPr>
          <a:xfrm>
            <a:off x="9355465" y="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42DDB9-C98E-3A93-0951-C2120FCE9E94}"/>
              </a:ext>
            </a:extLst>
          </p:cNvPr>
          <p:cNvSpPr txBox="1"/>
          <p:nvPr/>
        </p:nvSpPr>
        <p:spPr>
          <a:xfrm>
            <a:off x="0" y="8021"/>
            <a:ext cx="46024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80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20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2E4AA26-3BE6-4ABF-82F6-A7C0F5DBD3BB}"/>
              </a:ext>
            </a:extLst>
          </p:cNvPr>
          <p:cNvGrpSpPr/>
          <p:nvPr/>
        </p:nvGrpSpPr>
        <p:grpSpPr>
          <a:xfrm>
            <a:off x="275492" y="26377"/>
            <a:ext cx="9604004" cy="6831623"/>
            <a:chOff x="1066800" y="2204094"/>
            <a:chExt cx="5922327" cy="4212733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10C3243-6B15-4BE9-87C1-6BDD52CFE3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6336"/>
            <a:stretch/>
          </p:blipFill>
          <p:spPr>
            <a:xfrm>
              <a:off x="2494916" y="2204094"/>
              <a:ext cx="3029584" cy="164337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F860604-04D4-4491-9AA7-EB54A9A1B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6800" y="3828284"/>
              <a:ext cx="5922327" cy="2588543"/>
            </a:xfrm>
            <a:prstGeom prst="rect">
              <a:avLst/>
            </a:prstGeom>
          </p:spPr>
        </p:pic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A1EB0C8E-78F5-4792-9FCE-132ABC2A428C}"/>
              </a:ext>
            </a:extLst>
          </p:cNvPr>
          <p:cNvSpPr/>
          <p:nvPr/>
        </p:nvSpPr>
        <p:spPr>
          <a:xfrm>
            <a:off x="3681240" y="966512"/>
            <a:ext cx="1458567" cy="13839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789F6A6-14C9-4168-9C7C-D8507EDF329D}"/>
              </a:ext>
            </a:extLst>
          </p:cNvPr>
          <p:cNvSpPr/>
          <p:nvPr/>
        </p:nvSpPr>
        <p:spPr>
          <a:xfrm>
            <a:off x="2576340" y="2991673"/>
            <a:ext cx="1458567" cy="13839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BA8DD21-12C4-4DA0-9C81-E64E77C58C28}"/>
              </a:ext>
            </a:extLst>
          </p:cNvPr>
          <p:cNvSpPr/>
          <p:nvPr/>
        </p:nvSpPr>
        <p:spPr>
          <a:xfrm>
            <a:off x="2491348" y="5122343"/>
            <a:ext cx="1458567" cy="13839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7D6017-4588-4CCF-90FA-FD778FD95318}"/>
              </a:ext>
            </a:extLst>
          </p:cNvPr>
          <p:cNvSpPr/>
          <p:nvPr/>
        </p:nvSpPr>
        <p:spPr>
          <a:xfrm>
            <a:off x="6099125" y="5081312"/>
            <a:ext cx="1458567" cy="13839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8247FE2-A3DA-4E47-A2B2-2AFB0CD1CD6B}"/>
              </a:ext>
            </a:extLst>
          </p:cNvPr>
          <p:cNvSpPr/>
          <p:nvPr/>
        </p:nvSpPr>
        <p:spPr>
          <a:xfrm>
            <a:off x="6093263" y="3000466"/>
            <a:ext cx="1458567" cy="13839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81AC962-36D9-4B99-9293-9F0AB188FB76}"/>
              </a:ext>
            </a:extLst>
          </p:cNvPr>
          <p:cNvSpPr/>
          <p:nvPr/>
        </p:nvSpPr>
        <p:spPr>
          <a:xfrm>
            <a:off x="3660724" y="3029774"/>
            <a:ext cx="1458567" cy="13839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26375D-BE69-448F-9F43-76B2B5F8574B}"/>
              </a:ext>
            </a:extLst>
          </p:cNvPr>
          <p:cNvSpPr txBox="1"/>
          <p:nvPr/>
        </p:nvSpPr>
        <p:spPr>
          <a:xfrm>
            <a:off x="9355465" y="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A7682E-9CA7-5B21-1E2D-32263FE4ADF1}"/>
              </a:ext>
            </a:extLst>
          </p:cNvPr>
          <p:cNvSpPr txBox="1"/>
          <p:nvPr/>
        </p:nvSpPr>
        <p:spPr>
          <a:xfrm>
            <a:off x="0" y="105782"/>
            <a:ext cx="46024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80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20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71155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8061AA-96DA-8462-33FA-57D5407C2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960804" y="1024535"/>
            <a:ext cx="6778090" cy="47752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484158-4EEF-FF82-A3A8-17E9C114A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88715" y="1001444"/>
            <a:ext cx="6778090" cy="4775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5B3353-5221-29CB-E905-4531599AA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69716" y="1092200"/>
            <a:ext cx="6776375" cy="46736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430FE7-C420-43A1-A465-A1B919D68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99344" y="1051387"/>
            <a:ext cx="6776375" cy="467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587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E9F7C46-9A36-3426-6BD9-3A5616A69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61"/>
            <a:ext cx="4903296" cy="32918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00A45A-661F-B23C-5354-4202F82FA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296" y="10161"/>
            <a:ext cx="4903296" cy="32918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8A4E4A-8724-E37E-9573-281861681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8" y="3556000"/>
            <a:ext cx="4903296" cy="32918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5BA2A3-D16F-74AD-09E1-5030B52E2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704" y="3556000"/>
            <a:ext cx="4903296" cy="329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710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7EC150-A70D-4D08-B59F-5C508FB51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8252"/>
            <a:ext cx="4846320" cy="33267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572E72-2252-A286-760F-3D9E39829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846320" cy="33550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8E97FF-DC7B-9EEA-E1DA-E22908A67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502971"/>
            <a:ext cx="4846320" cy="33267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D18B1C-AD43-9443-EC89-A4B965DC4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474719"/>
            <a:ext cx="4846320" cy="335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416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145095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8373</TotalTime>
  <Words>148</Words>
  <Application>Microsoft Office PowerPoint</Application>
  <PresentationFormat>A4 Paper (210x297 mm)</PresentationFormat>
  <Paragraphs>51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Fira Code</vt:lpstr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365</cp:revision>
  <cp:lastPrinted>2024-09-22T18:17:10Z</cp:lastPrinted>
  <dcterms:created xsi:type="dcterms:W3CDTF">2017-01-17T16:57:04Z</dcterms:created>
  <dcterms:modified xsi:type="dcterms:W3CDTF">2024-09-22T18:18:54Z</dcterms:modified>
</cp:coreProperties>
</file>