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848" r:id="rId2"/>
    <p:sldId id="278" r:id="rId3"/>
    <p:sldId id="281" r:id="rId4"/>
    <p:sldId id="275" r:id="rId5"/>
    <p:sldId id="277" r:id="rId6"/>
    <p:sldId id="279" r:id="rId7"/>
    <p:sldId id="280" r:id="rId8"/>
    <p:sldId id="276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848"/>
            <p14:sldId id="278"/>
            <p14:sldId id="281"/>
            <p14:sldId id="275"/>
            <p14:sldId id="277"/>
            <p14:sldId id="279"/>
            <p14:sldId id="280"/>
            <p14:sldId id="276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11.7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 1 24575,'26'2'0,"0"0"0,0 2 0,0 1 0,-1 1 0,25 10 0,-5-3 0,-7-6 0,-28-6 0,1 0 0,-1 1 0,1 0 0,16 7 0,-25-8 0,0 0 0,0 0 0,-1 0 0,1 0 0,-1 0 0,1 0 0,-1 0 0,1 0 0,-1 0 0,1 1 0,-1-1 0,0 1 0,0-1 0,0 1 0,0-1 0,0 1 0,0 0 0,0 0 0,-1-1 0,1 1 0,0 0 0,-1 0 0,0 0 0,1 0 0,-1-1 0,0 1 0,0 0 0,0 0 0,0 0 0,0 0 0,-1 2 0,0-1 0,0 0 0,0 0 0,-1 0 0,1 0 0,0 0 0,-1 0 0,0 0 0,0-1 0,0 1 0,0-1 0,0 1 0,0-1 0,-1 0 0,-3 3 0,3-3 0,0 1 0,0 0 0,0 0 0,0 0 0,0 1 0,-3 6 0,5-10 0,1 1 0,0 0 0,0-1 0,0 1 0,0-1 0,0 1 0,0 0 0,0-1 0,0 1 0,0-1 0,0 1 0,0 0 0,0-1 0,0 1 0,0-1 0,1 1 0,-1-1 0,0 1 0,0 0 0,1-1 0,-1 1 0,0-1 0,1 1 0,-1-1 0,0 0 0,1 1 0,-1-1 0,1 1 0,-1-1 0,1 0 0,-1 1 0,1-1 0,-1 0 0,1 1 0,-1-1 0,1 0 0,0 0 0,-1 0 0,1 1 0,-1-1 0,1 0 0,0 0 0,-1 0 0,1 0 0,0 0 0,34 3 0,-32-3 0,247-4 0,-204-3 0,-1-2 0,0-2 0,0-2 0,52-22 0,55-17 0,196-30 0,-428 80 0,-774 3 0,842 0 0,-1-1 0,0 2 0,0 0 0,1 0 0,-1 1 0,-14 6 0,-1 3 0,-40 22 0,55-27 0,-1-2 0,-1 0 0,1 0 0,-1-2 0,-28 5 0,-4 0 0,4 0 0,23-5 0,1 1 0,0 1 0,0 0 0,-24 11 0,38-14 0,1 1 0,-1 0 0,0 0 0,1 0 0,-1 0 0,1 1 0,0 0 0,0 0 0,0 0 0,1 0 0,-1 1 0,1-1 0,0 1 0,0 0 0,1 0 0,0 0 0,-1 0 0,2 0 0,-4 11 0,5-14 0,-1 0 0,1 0 0,0 0 0,0 0 0,0 0 0,0 0 0,0 0 0,0 0 0,1 0 0,-1 0 0,0 1 0,1-1 0,0 0 0,-1-1 0,1 1 0,0 0 0,0 0 0,0 0 0,1 0 0,-1-1 0,0 1 0,0-1 0,1 1 0,-1-1 0,1 1 0,0-1 0,-1 0 0,1 0 0,0 1 0,0-1 0,0-1 0,-1 1 0,1 0 0,0 0 0,0-1 0,4 1 0,7 2 0,0 0 0,0-1 0,1-1 0,19-1 0,-27 0 0,271-6 0,-159-7 0,37-3 0,-111 13 0,49-9 0,-52 5 0,63-2 0,-83 7 0,-1 0 0,0-2 0,0 0 0,39-14 0,-37 11 0,-1 0 0,1 2 0,44-6 0,18 10 0,-53 2 0,-1-1 0,1-2 0,36-7 0,-27 2 0,68-3 0,-46 6 0,12-9 0,-54 8 0,39-4 0,246 7 0,-157 4 0,-122-3 0,-1-2 0,39-8 0,-34 4 0,37-1 0,259 5 0,-168 5 0,446-2 0,-578-1 0,-1-2 0,39-8 0,-33 5 0,35-3 0,-16 6 0,81 6 0,-129-3 18,1 0 1,0 0-1,-1 1 0,1 0 0,0-1 1,-1 1-1,1 0 0,-1 0 0,0 0 0,1 1 1,-1-1-1,0 1 0,0-1 0,0 1 1,0 0-1,0-1 0,3 4 0,-1 1-165,-1 0-1,0 0 1,0 0-1,-1 0 1,4 9-1,-2-1-660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56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17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1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1 157 24575,'908'0'0,"-889"2"0,-1-1 0,0 2 0,25 7 0,-22-5 0,42 5 0,-26-7 0,58 13 0,-54-10 0,1-2 0,0-1 0,60-4 0,-38 0 0,-56 1 0,1 0 0,-1-1 0,1 0 0,0-1 0,-1 1 0,13-5 0,-18 5 0,0-1 0,-1 1 0,1-1 0,0 1 0,-1-1 0,1 0 0,-1 0 0,1 0 0,-1 0 0,0-1 0,0 1 0,0-1 0,0 1 0,0-1 0,0 1 0,-1-1 0,0 0 0,1 0 0,-1 0 0,1-6 0,16-94 0,-9 53-1365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7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0 156 24575,'108'2'0,"119"-5"0,-141-11 0,-57 8 0,38-3 0,105 9 0,19-2 0,-179 0 0,0 0 0,1-1 0,-1-1 0,0 0 0,0 0 0,-1-2 0,1 1 0,-1-1 0,0-1 0,16-13 0,30-16 0,-48 32 0,0 0 0,0 0 0,0 1 0,0 1 0,1-1 0,-1 1 0,1 1 0,11-1 0,82 4 0,-51 0 0,-25-2 0,7 0 0,0 2 0,54 9 0,41 9 0,-17-3 0,-66-11 0,-34-6 0,1 2 0,-1 0 0,19 5 0,-30-7 0,0 0 0,0 1 0,-1-1 0,1 0 0,0 0 0,0 0 0,0 1 0,-1-1 0,1 0 0,0 1 0,-1-1 0,1 0 0,0 1 0,-1-1 0,1 1 0,0 0 0,-1-1 0,1 1 0,-1-1 0,1 1 0,-1 0 0,1-1 0,-1 1 0,0 0 0,1-1 0,-1 1 0,0 0 0,0 0 0,1-1 0,-1 1 0,0 0 0,0 0 0,0 0 0,0-1 0,0 1 0,0 0 0,0 0 0,0 0 0,0-1 0,0 1 0,-1 0 0,1 0 0,0-1 0,0 1 0,-1 0 0,1 0 0,-1-1 0,1 1 0,-1 0 0,1-1 0,-2 2 0,-1 2 0,0-1 0,-1 1 0,0-1 0,1 0 0,-1 0 0,-1 0 0,-3 2 0,-4 0 0,0 0 0,-1-1 0,1 0 0,-1-1 0,0 0 0,1-1 0,-19 1 0,-96-4 0,65-2 0,54 3 0,-11-1 0,1 1 0,-1 1 0,0 1 0,0 0 0,-18 6 0,-3 1 0,28-7 0,1 0 0,0 1 0,-11 4 0,21-7 0,0 0 0,1 0 0,-1 0 0,1 1 0,-1-1 0,1 0 0,-1 0 0,1 0 0,0 0 0,-1 1 0,1-1 0,-1 0 0,1 0 0,-1 1 0,1-1 0,0 0 0,-1 1 0,1-1 0,-1 1 0,1-1 0,0 0 0,0 1 0,-1-1 0,1 1 0,0-1 0,0 1 0,-1-1 0,1 1 0,0-1 0,0 1 0,0-1 0,0 1 0,0 0 0,1 0 0,-1-1 0,1 1 0,0 0 0,0-1 0,0 1 0,0-1 0,0 1 0,0-1 0,0 1 0,0-1 0,0 0 0,0 1 0,2-1 0,41 6 0,282-4 0,-158-4 0,-148 1 83,0-1 0,0-1 0,19-6 0,-15 4-931,34-4-1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33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1 127 24575,'1647'0'0,"-1642"1"0,0-1 0,0 0 0,0-1 0,0 1 0,0-1 0,0 0 0,0-1 0,0 1 0,0-1 0,-1 0 0,1 0 0,0 0 0,-1-1 0,0 1 0,0-1 0,1 0 0,-2 0 0,1-1 0,0 1 0,-1-1 0,1 0 0,-1 0 0,5-8 0,-4 6 32,5-8-498,1 0 1,19-21-1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40.9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82 24575,'1120'0'0,"-1102"-1"0,1-1 0,-1-1 0,24-6 0,-20 4 0,41-5 0,-28 8 0,-16 2 0,0-1 0,0-1 0,26-7 0,-11 3 0,0 0 0,1 2 0,-1 2 0,62 3 0,46-2 0,-98-9 0,-37 7 0,1 1 0,0 0 0,13-1 0,-19 3 0,1 0 0,0 1 0,0-1 0,0 0 0,-1 1 0,1-1 0,0 1 0,-1 0 0,1 0 0,0 0 0,-1 0 0,1 1 0,-1-1 0,4 3 0,1 1 34,0-1 0,0 0 0,1 0 0,0 0 0,0-1 0,0 0 0,0-1 0,0 1 0,14 0 0,6 0-732,44-1 0,-64-3 389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  <p:sldLayoutId id="2147484055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19" Type="http://schemas.openxmlformats.org/officeDocument/2006/relationships/customXml" Target="../ink/ink11.xml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2.xml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8404" y="1151249"/>
            <a:ext cx="9906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Анимацияларды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230599" y="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62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5500" y="27564"/>
            <a:ext cx="9404350" cy="140017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6241479" y="528019"/>
            <a:ext cx="1877067" cy="2078427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18389" y="597140"/>
            <a:ext cx="436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418390" y="1620455"/>
            <a:ext cx="3948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41" y="2674544"/>
            <a:ext cx="5401343" cy="41702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4424141" y="3763514"/>
            <a:ext cx="1277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Ката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65520" y="865391"/>
            <a:ext cx="3382974" cy="23927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8797069" y="5114347"/>
            <a:ext cx="188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Туура</a:t>
            </a:r>
            <a:endParaRPr lang="en-US" sz="32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4333115" y="5016508"/>
            <a:ext cx="1911934" cy="452388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8090924" y="3464714"/>
            <a:ext cx="394674" cy="2904591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411560" y="2584263"/>
            <a:ext cx="4651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519CB-0380-E166-1631-BA8FFEB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93996"/>
            <a:ext cx="9906000" cy="6764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14:cNvPr>
              <p14:cNvContentPartPr/>
              <p14:nvPr/>
            </p14:nvContentPartPr>
            <p14:xfrm>
              <a:off x="1416463" y="358800"/>
              <a:ext cx="1461600" cy="11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823" y="295800"/>
                <a:ext cx="1587240" cy="236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6F06AD1-4DE7-C3FE-59B2-A43EED64B67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547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60542"/>
            <a:ext cx="9524999" cy="6736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124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356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9" y="3459946"/>
            <a:ext cx="4804343" cy="339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74" y="175550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7943" y="355200"/>
                <a:ext cx="25704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90183" y="377520"/>
                <a:ext cx="22464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14:cNvPr>
              <p14:cNvContentPartPr/>
              <p14:nvPr/>
            </p14:nvContentPartPr>
            <p14:xfrm>
              <a:off x="685663" y="28629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663" y="279996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8C74B52-AEA7-9EBE-2FF8-9EA6A51A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97" y="3459947"/>
            <a:ext cx="4804343" cy="339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A3115-31E0-020E-133D-18BE36CE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897" y="61892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14:cNvPr>
              <p14:cNvContentPartPr/>
              <p14:nvPr/>
            </p14:nvContentPartPr>
            <p14:xfrm>
              <a:off x="489823" y="23928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183" y="1766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14:cNvPr>
              <p14:cNvContentPartPr/>
              <p14:nvPr/>
            </p14:nvContentPartPr>
            <p14:xfrm>
              <a:off x="489823" y="269880"/>
              <a:ext cx="597240" cy="79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7183" y="207240"/>
                <a:ext cx="722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14:cNvPr>
              <p14:cNvContentPartPr/>
              <p14:nvPr/>
            </p14:nvContentPartPr>
            <p14:xfrm>
              <a:off x="6552943" y="150720"/>
              <a:ext cx="730440" cy="78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89943" y="87720"/>
                <a:ext cx="856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14:cNvPr>
              <p14:cNvContentPartPr/>
              <p14:nvPr/>
            </p14:nvContentPartPr>
            <p14:xfrm>
              <a:off x="6618103" y="3589800"/>
              <a:ext cx="651600" cy="46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5463" y="3526800"/>
                <a:ext cx="777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14:cNvPr>
              <p14:cNvContentPartPr/>
              <p14:nvPr/>
            </p14:nvContentPartPr>
            <p14:xfrm>
              <a:off x="435463" y="3595560"/>
              <a:ext cx="77220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2823" y="3532560"/>
                <a:ext cx="89784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6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89317" y="1277455"/>
            <a:ext cx="6515461" cy="4608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22008" y="1253073"/>
            <a:ext cx="6515459" cy="4657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8115" y="354840"/>
                <a:ext cx="256697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89823" y="377136"/>
                <a:ext cx="224640" cy="1075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66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7D1F-0CA0-5BC7-C2DC-047EE031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8528"/>
            <a:ext cx="7805057" cy="6642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29783A-1FE4-48E5-57BC-C508F1873176}"/>
              </a:ext>
            </a:extLst>
          </p:cNvPr>
          <p:cNvSpPr txBox="1"/>
          <p:nvPr/>
        </p:nvSpPr>
        <p:spPr>
          <a:xfrm>
            <a:off x="-1" y="0"/>
            <a:ext cx="4976261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9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00B05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жооптор</a:t>
            </a:r>
            <a:endParaRPr lang="en-US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00B05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925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633</TotalTime>
  <Words>180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Office Theme</vt:lpstr>
      <vt:lpstr>PowerPoint Presentation</vt:lpstr>
      <vt:lpstr>MathKGZ  --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21</cp:revision>
  <cp:lastPrinted>2023-09-21T09:22:28Z</cp:lastPrinted>
  <dcterms:created xsi:type="dcterms:W3CDTF">2023-06-07T11:18:56Z</dcterms:created>
  <dcterms:modified xsi:type="dcterms:W3CDTF">2024-04-30T07:25:41Z</dcterms:modified>
</cp:coreProperties>
</file>