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9" r:id="rId3"/>
    <p:sldId id="944" r:id="rId4"/>
    <p:sldId id="943" r:id="rId5"/>
    <p:sldId id="945" r:id="rId6"/>
    <p:sldId id="950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5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0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кошуу жана кемитүү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987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0.16 + 0.23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0.86 − 0.24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0.28 + 0.34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0.43 − 0.07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2.37 + 1.18 + 0.2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6.45 − 3.58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8.52 + 3.791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7.63 − 1.85 + 1.5 – 0.003 = </a:t>
            </a:r>
          </a:p>
        </p:txBody>
      </p:sp>
    </p:spTree>
    <p:extLst>
      <p:ext uri="{BB962C8B-B14F-4D97-AF65-F5344CB8AC3E}">
        <p14:creationId xmlns:p14="http://schemas.microsoft.com/office/powerpoint/2010/main" val="33864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0.16 + 0.23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3226775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0.86 − 0.24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3831A-BDAE-87F9-B0A4-CEF6685159A0}"/>
              </a:ext>
            </a:extLst>
          </p:cNvPr>
          <p:cNvSpPr txBox="1"/>
          <p:nvPr/>
        </p:nvSpPr>
        <p:spPr>
          <a:xfrm>
            <a:off x="3226775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0.28 + 0.34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4F1BD-7D04-DC10-5329-CAEB6D211754}"/>
              </a:ext>
            </a:extLst>
          </p:cNvPr>
          <p:cNvSpPr txBox="1"/>
          <p:nvPr/>
        </p:nvSpPr>
        <p:spPr>
          <a:xfrm>
            <a:off x="8189473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0.43 − 0.07 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79191-0A4C-44F8-2D2A-B761D8C93416}"/>
              </a:ext>
            </a:extLst>
          </p:cNvPr>
          <p:cNvSpPr txBox="1"/>
          <p:nvPr/>
        </p:nvSpPr>
        <p:spPr>
          <a:xfrm>
            <a:off x="8189473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2.37 + 1.18 + 0.2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F2478-448A-DB96-E674-8025389FFC21}"/>
              </a:ext>
            </a:extLst>
          </p:cNvPr>
          <p:cNvSpPr txBox="1"/>
          <p:nvPr/>
        </p:nvSpPr>
        <p:spPr>
          <a:xfrm>
            <a:off x="3226775" y="395726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6.45 − 3.58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3FBEC-238B-A236-67FD-857A17A7E7E2}"/>
              </a:ext>
            </a:extLst>
          </p:cNvPr>
          <p:cNvSpPr txBox="1"/>
          <p:nvPr/>
        </p:nvSpPr>
        <p:spPr>
          <a:xfrm>
            <a:off x="3226775" y="530392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2.87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8.52 + 3.791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2276A-7EA6-245B-EEC2-F0D7A618C2CD}"/>
              </a:ext>
            </a:extLst>
          </p:cNvPr>
          <p:cNvSpPr txBox="1"/>
          <p:nvPr/>
        </p:nvSpPr>
        <p:spPr>
          <a:xfrm>
            <a:off x="8059630" y="395726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12.311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7.63 − 1.85 + 1.5 – 0.003 =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A76A60-FEF7-4AF8-ADBD-986D8977F337}"/>
              </a:ext>
            </a:extLst>
          </p:cNvPr>
          <p:cNvSpPr txBox="1"/>
          <p:nvPr/>
        </p:nvSpPr>
        <p:spPr>
          <a:xfrm>
            <a:off x="8623315" y="530392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7.277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7" grpId="0" animBg="1"/>
      <p:bldP spid="9" grpId="0" animBg="1"/>
      <p:bldP spid="12" grpId="0" animBg="1"/>
      <p:bldP spid="17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A201-F182-8B6B-7E06-F17940779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5352" y="1033779"/>
            <a:ext cx="6728880" cy="4790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FFCA64-BC5E-CE6F-EF5A-59194F37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2473" y="1033779"/>
            <a:ext cx="6728880" cy="479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14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172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2024-05-18T16:32:12Z</dcterms:modified>
</cp:coreProperties>
</file>