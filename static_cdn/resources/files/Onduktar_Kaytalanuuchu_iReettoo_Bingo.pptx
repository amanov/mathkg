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93" r:id="rId2"/>
    <p:sldId id="994" r:id="rId3"/>
    <p:sldId id="851" r:id="rId4"/>
    <p:sldId id="979" r:id="rId5"/>
    <p:sldId id="982" r:id="rId6"/>
    <p:sldId id="977" r:id="rId7"/>
    <p:sldId id="983" r:id="rId8"/>
    <p:sldId id="978" r:id="rId9"/>
    <p:sldId id="980" r:id="rId10"/>
    <p:sldId id="985" r:id="rId11"/>
    <p:sldId id="981" r:id="rId12"/>
    <p:sldId id="984" r:id="rId13"/>
    <p:sldId id="986" r:id="rId14"/>
    <p:sldId id="987" r:id="rId15"/>
    <p:sldId id="990" r:id="rId16"/>
    <p:sldId id="988" r:id="rId17"/>
    <p:sldId id="989" r:id="rId18"/>
    <p:sldId id="991" r:id="rId19"/>
    <p:sldId id="992" r:id="rId20"/>
    <p:sldId id="940" r:id="rId21"/>
    <p:sldId id="968" r:id="rId22"/>
  </p:sldIdLst>
  <p:sldSz cx="9906000" cy="6858000" type="A4"/>
  <p:notesSz cx="6669088" cy="9926638"/>
  <p:embeddedFontLs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93"/>
          </p14:sldIdLst>
        </p14:section>
        <p14:section name="Титулдук слайд" id="{195A40EB-42C5-4819-BF1F-D64913D96EEB}">
          <p14:sldIdLst>
            <p14:sldId id="994"/>
          </p14:sldIdLst>
        </p14:section>
        <p14:section name="Сандарды тандаңыз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79"/>
            <p14:sldId id="982"/>
            <p14:sldId id="977"/>
            <p14:sldId id="983"/>
            <p14:sldId id="978"/>
            <p14:sldId id="980"/>
            <p14:sldId id="985"/>
            <p14:sldId id="981"/>
            <p14:sldId id="984"/>
            <p14:sldId id="986"/>
            <p14:sldId id="987"/>
            <p14:sldId id="990"/>
            <p14:sldId id="988"/>
            <p14:sldId id="989"/>
            <p14:sldId id="991"/>
            <p14:sldId id="992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F3D720CF-F566-46A6-9361-125255B68FA6}">
          <p14:sldIdLst>
            <p14:sldId id="9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C55A11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8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Кайталануучу ондуктар – 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161800" y="2792502"/>
            <a:ext cx="9811954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Кайталануучу ондуктарды иреттөө</a:t>
            </a:r>
          </a:p>
        </p:txBody>
      </p:sp>
    </p:spTree>
    <p:extLst>
      <p:ext uri="{BB962C8B-B14F-4D97-AF65-F5344CB8AC3E}">
        <p14:creationId xmlns:p14="http://schemas.microsoft.com/office/powerpoint/2010/main" val="280370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92100" y="1197032"/>
              <a:ext cx="9321800" cy="44306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107671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0.767</m:t>
                                </m:r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07671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e>
                                </m:acc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07671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0.70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0.50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07671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0.78</m:t>
                                </m:r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0.6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92100" y="1197032"/>
              <a:ext cx="9321800" cy="44306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1076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549" r="-300261" b="-3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549" r="-200261" b="-3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549" r="-100785" b="-3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549" r="-522" b="-30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076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00549" r="-300261" b="-2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100549" r="-200261" b="-2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100549" r="-100785" b="-2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00549" r="-522" b="-20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076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200549" r="-300261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200549" r="-200261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200549" r="-100785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200549" r="-522" b="-10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076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300549" r="-300261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300549" r="-200261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300549" r="-100785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300549" r="-522" b="-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731075" y="19616"/>
            <a:ext cx="8443851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840992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696673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1704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1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78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014803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80910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9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3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814280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7805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4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3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787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835916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27520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4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3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127045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7043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65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261812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77100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8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3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543398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1704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739793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88530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2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7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26664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73290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6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3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767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218670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2085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1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70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r>
                        <a:rPr lang="en-GB" sz="7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342136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1704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82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3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371332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7805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29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368933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1704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7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6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074124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84720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2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4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787500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1704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495905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90435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94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8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8781</TotalTime>
  <Words>533</Words>
  <Application>Microsoft Office PowerPoint</Application>
  <PresentationFormat>A4 Paper (210x297 mm)</PresentationFormat>
  <Paragraphs>312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405</cp:revision>
  <cp:lastPrinted>2017-12-31T22:38:51Z</cp:lastPrinted>
  <dcterms:created xsi:type="dcterms:W3CDTF">2017-01-17T16:57:04Z</dcterms:created>
  <dcterms:modified xsi:type="dcterms:W3CDTF">2024-10-22T08:35:11Z</dcterms:modified>
</cp:coreProperties>
</file>