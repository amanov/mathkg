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3FC69DB-E2C3-459F-AF24-54A41796DE8D}">
          <p14:sldIdLst>
            <p14:sldId id="947"/>
          </p14:sldIdLst>
        </p14:section>
        <p14:section name="Титулдук слайд" id="{4526232E-BE25-4629-85A8-49CC3B4A2D28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кчасы" id="{411D3605-D9E8-4479-810F-9FCE82E3AFDB}">
          <p14:sldIdLst>
            <p14:sldId id="941"/>
          </p14:sldIdLst>
        </p14:section>
        <p14:section name="Чыгарып таратуу үчүн" id="{627A7875-ACBC-4333-B580-4A1285613FDF}">
          <p14:sldIdLst>
            <p14:sldId id="946"/>
          </p14:sldIdLst>
        </p14:section>
        <p14:section name="Кайтарым байланыш" id="{AB07A4C2-769B-44EC-86CC-DF7BF6CEE6B9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Ондуктар – бүтүн сандар менен – </a:t>
            </a:r>
            <a:r>
              <a:rPr lang="ru-RU" sz="2000" b="1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аралаш арифметика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377664"/>
            <a:ext cx="6751875" cy="4480335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352006" y="1057850"/>
            <a:ext cx="658385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Бүтүн жана ондук 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сандар менен </a:t>
            </a:r>
            <a:r>
              <a:rPr lang="ky-KG" sz="4400" b="1" dirty="0">
                <a:solidFill>
                  <a:prstClr val="black"/>
                </a:solidFill>
                <a:latin typeface="Comic Sans MS" panose="030F0702030302020204" pitchFamily="66" charset="0"/>
              </a:rPr>
              <a:t>амалдар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EA26369E-A791-4EA4-A0D5-0BF1F0F2CB61}"/>
              </a:ext>
            </a:extLst>
          </p:cNvPr>
          <p:cNvSpPr txBox="1"/>
          <p:nvPr/>
        </p:nvSpPr>
        <p:spPr>
          <a:xfrm>
            <a:off x="133519" y="671146"/>
            <a:ext cx="29738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0.91 + 3 + 1.8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552229A-B774-4137-B3EE-9949E79D73FA}"/>
              </a:ext>
            </a:extLst>
          </p:cNvPr>
          <p:cNvSpPr txBox="1"/>
          <p:nvPr/>
        </p:nvSpPr>
        <p:spPr>
          <a:xfrm>
            <a:off x="7554897" y="671146"/>
            <a:ext cx="15792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7 </a:t>
            </a:r>
            <a:r>
              <a:rPr lang="en-GB" sz="40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GB" sz="4000" dirty="0"/>
              <a:t> 3.2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9AF517A-978C-453D-BB3E-8EA68EF1FB67}"/>
              </a:ext>
            </a:extLst>
          </p:cNvPr>
          <p:cNvSpPr txBox="1"/>
          <p:nvPr/>
        </p:nvSpPr>
        <p:spPr>
          <a:xfrm>
            <a:off x="4033517" y="2952523"/>
            <a:ext cx="1838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 × 1.34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8BA7205-A0A2-4CF3-8560-82476A78F976}"/>
              </a:ext>
            </a:extLst>
          </p:cNvPr>
          <p:cNvSpPr txBox="1"/>
          <p:nvPr/>
        </p:nvSpPr>
        <p:spPr>
          <a:xfrm>
            <a:off x="774873" y="5243146"/>
            <a:ext cx="1838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 </a:t>
            </a:r>
            <a:r>
              <a:rPr lang="en-GB" sz="40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GB" sz="4000" dirty="0"/>
              <a:t> 3.76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5DF7492-6764-4326-93DA-F2237069E752}"/>
              </a:ext>
            </a:extLst>
          </p:cNvPr>
          <p:cNvSpPr txBox="1"/>
          <p:nvPr/>
        </p:nvSpPr>
        <p:spPr>
          <a:xfrm>
            <a:off x="6857591" y="5243146"/>
            <a:ext cx="29738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7 + 1.7 + 3.51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5B717A-FA0E-4F50-A1BF-A7E86ECCBC84}"/>
              </a:ext>
            </a:extLst>
          </p:cNvPr>
          <p:cNvSpPr txBox="1"/>
          <p:nvPr/>
        </p:nvSpPr>
        <p:spPr>
          <a:xfrm>
            <a:off x="4035312" y="671146"/>
            <a:ext cx="1838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3.13 × 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53B234E-582F-47EB-A238-65AF0933BB25}"/>
              </a:ext>
            </a:extLst>
          </p:cNvPr>
          <p:cNvSpPr txBox="1"/>
          <p:nvPr/>
        </p:nvSpPr>
        <p:spPr>
          <a:xfrm>
            <a:off x="4165155" y="5261619"/>
            <a:ext cx="15792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6.4 ÷ 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F1EFB56-4986-4CC1-A1A2-2E1FED13890A}"/>
              </a:ext>
            </a:extLst>
          </p:cNvPr>
          <p:cNvSpPr txBox="1"/>
          <p:nvPr/>
        </p:nvSpPr>
        <p:spPr>
          <a:xfrm>
            <a:off x="821592" y="2998710"/>
            <a:ext cx="15792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2.6 × 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D53EC7A-29FC-4BDF-B603-064D24F83F6F}"/>
              </a:ext>
            </a:extLst>
          </p:cNvPr>
          <p:cNvSpPr txBox="1"/>
          <p:nvPr/>
        </p:nvSpPr>
        <p:spPr>
          <a:xfrm>
            <a:off x="7425058" y="2998710"/>
            <a:ext cx="1838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12 ÷ 0.4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C12D73-9A16-46BD-AE94-5E269B053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28" y="0"/>
            <a:ext cx="9314344" cy="657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823729-63BA-4224-843D-1C6E6EA2D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0"/>
            <a:ext cx="4854901" cy="33682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060A64-33D1-4259-BB0C-04701E5A4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646" y="0"/>
            <a:ext cx="4854901" cy="3368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51ABD7-AB1E-45EB-B40D-3C5E3EC57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3489767"/>
            <a:ext cx="4854901" cy="33682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57DEDE-4E09-47E9-ACB4-3682B177D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646" y="3489767"/>
            <a:ext cx="4854901" cy="336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8370</TotalTime>
  <Words>157</Words>
  <Application>Microsoft Office PowerPoint</Application>
  <PresentationFormat>A4 Paper (210x297 mm)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379</cp:revision>
  <cp:lastPrinted>2017-12-31T22:38:51Z</cp:lastPrinted>
  <dcterms:created xsi:type="dcterms:W3CDTF">2017-01-17T16:57:04Z</dcterms:created>
  <dcterms:modified xsi:type="dcterms:W3CDTF">2024-08-28T10:48:50Z</dcterms:modified>
</cp:coreProperties>
</file>