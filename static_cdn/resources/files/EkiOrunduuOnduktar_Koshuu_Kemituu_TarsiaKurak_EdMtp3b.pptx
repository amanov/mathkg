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4" r:id="rId6"/>
    <p:sldId id="833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5/22/2024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98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кошуу жана кемитүү – Тарсиа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280EA1B-53A8-4841-A34E-0E3D8E21EC7D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9DDBEA-B618-47AF-981B-371DFF68298B}"/>
                </a:ext>
              </a:extLst>
            </p:cNvPr>
            <p:cNvGrpSpPr/>
            <p:nvPr/>
          </p:nvGrpSpPr>
          <p:grpSpPr>
            <a:xfrm>
              <a:off x="0" y="0"/>
              <a:ext cx="9906000" cy="6858000"/>
              <a:chOff x="0" y="0"/>
              <a:chExt cx="9906000" cy="685800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4BE77098-EF60-40B0-A4AA-CC32AE0F06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4991232" cy="6858000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AA31D73-CF07-40A5-ACC3-EB62B41A2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0138" y="0"/>
                <a:ext cx="4935862" cy="6858000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10B5613-B240-4324-876E-B634EE302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660552">
              <a:off x="8807494" y="2079107"/>
              <a:ext cx="212494" cy="12332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2B3F8E-354D-4877-9187-9DEEF8683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4215253">
              <a:off x="8644024" y="2169544"/>
              <a:ext cx="209739" cy="136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52AB6D-2A36-40AD-93B8-627EE5E994A3}"/>
              </a:ext>
            </a:extLst>
          </p:cNvPr>
          <p:cNvGrpSpPr/>
          <p:nvPr/>
        </p:nvGrpSpPr>
        <p:grpSpPr>
          <a:xfrm>
            <a:off x="1990725" y="28575"/>
            <a:ext cx="7915275" cy="6829425"/>
            <a:chOff x="1990725" y="28575"/>
            <a:chExt cx="7915275" cy="68294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E381AB-0169-48E7-AF14-C280BE3AA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0725" y="28575"/>
              <a:ext cx="7915275" cy="68294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6CE6D6-76A1-4DBC-959E-3E5AD017F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4453316">
              <a:off x="5447903" y="5653959"/>
              <a:ext cx="135263" cy="21724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430400-3C26-4C16-8414-3409A7D08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4508146">
              <a:off x="5535149" y="5807165"/>
              <a:ext cx="116885" cy="198705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6D53241-E68A-43AD-284A-BDCBA3B083D9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F346A3-B171-4B0D-B0DB-23385F54001D}"/>
              </a:ext>
            </a:extLst>
          </p:cNvPr>
          <p:cNvGrpSpPr/>
          <p:nvPr/>
        </p:nvGrpSpPr>
        <p:grpSpPr>
          <a:xfrm rot="16200000">
            <a:off x="-1053514" y="1053512"/>
            <a:ext cx="6847841" cy="4740813"/>
            <a:chOff x="0" y="0"/>
            <a:chExt cx="9906000" cy="6858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53DF7E8-AFAB-4E50-B98D-156E862F79F4}"/>
                </a:ext>
              </a:extLst>
            </p:cNvPr>
            <p:cNvGrpSpPr/>
            <p:nvPr/>
          </p:nvGrpSpPr>
          <p:grpSpPr>
            <a:xfrm>
              <a:off x="0" y="0"/>
              <a:ext cx="9906000" cy="6858000"/>
              <a:chOff x="0" y="0"/>
              <a:chExt cx="9906000" cy="68580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243F449-3D44-4AD3-A0F8-5E2D4F5129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4991232" cy="68580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9C333B2-F340-412C-97B7-51BE523ED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0138" y="0"/>
                <a:ext cx="4935862" cy="6858000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DF623F9-4143-4A15-A003-24B4B1747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660552">
              <a:off x="8807494" y="2079107"/>
              <a:ext cx="212494" cy="12332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CBC90F1-4CA7-4D5D-B0B2-DFC1B9F9C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4215253">
              <a:off x="8644024" y="2169544"/>
              <a:ext cx="209739" cy="13604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4619B1-330D-4C99-8F05-A2B512808F8E}"/>
              </a:ext>
            </a:extLst>
          </p:cNvPr>
          <p:cNvGrpSpPr/>
          <p:nvPr/>
        </p:nvGrpSpPr>
        <p:grpSpPr>
          <a:xfrm rot="16200000">
            <a:off x="4036646" y="1041665"/>
            <a:ext cx="6847841" cy="4740813"/>
            <a:chOff x="0" y="0"/>
            <a:chExt cx="9906000" cy="68580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230D0C3-6761-455F-949C-26794898E005}"/>
                </a:ext>
              </a:extLst>
            </p:cNvPr>
            <p:cNvGrpSpPr/>
            <p:nvPr/>
          </p:nvGrpSpPr>
          <p:grpSpPr>
            <a:xfrm>
              <a:off x="0" y="0"/>
              <a:ext cx="9906000" cy="6858000"/>
              <a:chOff x="0" y="0"/>
              <a:chExt cx="9906000" cy="6858000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F31C77A-61CB-4DED-8C06-A4E5852F3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4991232" cy="685800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2E91620F-BBF9-4D7F-B221-7C0E7CCA63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0138" y="0"/>
                <a:ext cx="4935862" cy="6858000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DD9A872-3056-4958-9BBC-16BE077BA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660552">
              <a:off x="8807494" y="2079107"/>
              <a:ext cx="212494" cy="12332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C6358D4-0049-4188-8EE5-DA68C57AE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4215253">
              <a:off x="8644024" y="2169544"/>
              <a:ext cx="209739" cy="136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8374</TotalTime>
  <Words>152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Calibri 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2024-05-22T10:54:12Z</cp:lastPrinted>
  <dcterms:created xsi:type="dcterms:W3CDTF">2017-01-17T16:57:04Z</dcterms:created>
  <dcterms:modified xsi:type="dcterms:W3CDTF">2024-05-22T10:54:53Z</dcterms:modified>
</cp:coreProperties>
</file>