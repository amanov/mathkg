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5"/>
  </p:notesMasterIdLst>
  <p:sldIdLst>
    <p:sldId id="1059" r:id="rId2"/>
    <p:sldId id="1060" r:id="rId3"/>
    <p:sldId id="951" r:id="rId4"/>
    <p:sldId id="962" r:id="rId5"/>
    <p:sldId id="955" r:id="rId6"/>
    <p:sldId id="956" r:id="rId7"/>
    <p:sldId id="958" r:id="rId8"/>
    <p:sldId id="961" r:id="rId9"/>
    <p:sldId id="953" r:id="rId10"/>
    <p:sldId id="963" r:id="rId11"/>
    <p:sldId id="954" r:id="rId12"/>
    <p:sldId id="950" r:id="rId13"/>
    <p:sldId id="957" r:id="rId14"/>
    <p:sldId id="964" r:id="rId15"/>
    <p:sldId id="952" r:id="rId16"/>
    <p:sldId id="960" r:id="rId17"/>
    <p:sldId id="965" r:id="rId18"/>
    <p:sldId id="959" r:id="rId19"/>
    <p:sldId id="947" r:id="rId20"/>
    <p:sldId id="889" r:id="rId21"/>
    <p:sldId id="1061" r:id="rId22"/>
    <p:sldId id="1062" r:id="rId23"/>
    <p:sldId id="967" r:id="rId24"/>
  </p:sldIdLst>
  <p:sldSz cx="9906000" cy="6858000" type="A4"/>
  <p:notesSz cx="6669088" cy="9926638"/>
  <p:embeddedFontLst>
    <p:embeddedFont>
      <p:font typeface="Algerian" panose="04020705040A02060702" pitchFamily="82" charset="0"/>
      <p:regular r:id="rId26"/>
    </p:embeddedFont>
    <p:embeddedFont>
      <p:font typeface="Cambria Math" panose="02040503050406030204" pitchFamily="18" charset="0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7BC8FAF0-C320-415E-87E9-1C6F0587BAEF}">
          <p14:sldIdLst>
            <p14:sldId id="1059"/>
          </p14:sldIdLst>
        </p14:section>
        <p14:section name="Титулдук слайд" id="{BD3F2AD0-4D3E-4999-8D3C-DC4D710531BD}">
          <p14:sldIdLst>
            <p14:sldId id="1060"/>
          </p14:sldIdLst>
        </p14:section>
        <p14:section name="А4 форматындагы плакаттар" id="{03DD8F7C-D35F-4E4B-9282-6A82783B2D88}">
          <p14:sldIdLst>
            <p14:sldId id="951"/>
            <p14:sldId id="962"/>
            <p14:sldId id="955"/>
            <p14:sldId id="956"/>
            <p14:sldId id="958"/>
            <p14:sldId id="961"/>
            <p14:sldId id="953"/>
            <p14:sldId id="963"/>
            <p14:sldId id="954"/>
            <p14:sldId id="950"/>
            <p14:sldId id="957"/>
            <p14:sldId id="964"/>
            <p14:sldId id="952"/>
            <p14:sldId id="960"/>
            <p14:sldId id="965"/>
            <p14:sldId id="959"/>
          </p14:sldIdLst>
        </p14:section>
        <p14:section name="Мугалимдин жооп баракчасы" id="{64D9EF62-CF08-4BFF-B5AD-DEFE555334F2}">
          <p14:sldIdLst>
            <p14:sldId id="947"/>
          </p14:sldIdLst>
        </p14:section>
        <p14:section name="Жооптор" id="{4DCA0740-8998-4120-8F8E-E137F33F62AA}">
          <p14:sldIdLst>
            <p14:sldId id="889"/>
          </p14:sldIdLst>
        </p14:section>
        <p14:section name="Окуучулардын жооп баракчасы" id="{3A740BE4-45AA-4B49-A62A-26F002944D9D}">
          <p14:sldIdLst>
            <p14:sldId id="1061"/>
            <p14:sldId id="1062"/>
          </p14:sldIdLst>
        </p14:section>
        <p14:section name="Кайтарым байланыш" id="{42C022F1-9868-458C-8D47-B0F178A496EE}">
          <p14:sldIdLst>
            <p14:sldId id="9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0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30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96A19-4AB1-E647-240D-F68B9B60A45B}"/>
              </a:ext>
            </a:extLst>
          </p:cNvPr>
          <p:cNvSpPr txBox="1"/>
          <p:nvPr/>
        </p:nvSpPr>
        <p:spPr>
          <a:xfrm>
            <a:off x="314960" y="856357"/>
            <a:ext cx="95910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b="1" dirty="0"/>
              <a:t>Ондуктан Бөлчөккө</a:t>
            </a:r>
            <a:r>
              <a:rPr lang="en-US" sz="2400" b="1" dirty="0"/>
              <a:t>  </a:t>
            </a:r>
            <a:r>
              <a:rPr lang="en-US" sz="2400" dirty="0"/>
              <a:t>– </a:t>
            </a:r>
            <a:r>
              <a:rPr lang="ky-KG" sz="2400" b="1" dirty="0"/>
              <a:t>Казынанын Издөө көндүмү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 ж</a:t>
            </a:r>
            <a:r>
              <a:rPr lang="en-US" sz="2400" dirty="0" err="1"/>
              <a:t>еке</a:t>
            </a:r>
            <a:r>
              <a:rPr lang="en-US" sz="2400" dirty="0"/>
              <a:t>  (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жуп</a:t>
            </a:r>
            <a:r>
              <a:rPr lang="ky-KG" sz="2400" dirty="0"/>
              <a:t> болуп</a:t>
            </a:r>
            <a:r>
              <a:rPr lang="en-US" sz="2400" dirty="0"/>
              <a:t>) </a:t>
            </a:r>
            <a:r>
              <a:rPr lang="en-US" sz="2400" dirty="0" err="1"/>
              <a:t>каалаган</a:t>
            </a:r>
            <a:r>
              <a:rPr lang="en-US" sz="2400" dirty="0"/>
              <a:t> </a:t>
            </a:r>
            <a:r>
              <a:rPr lang="en-US" sz="2400" dirty="0" err="1"/>
              <a:t>суроо</a:t>
            </a:r>
            <a:r>
              <a:rPr lang="en-US" sz="2400" dirty="0"/>
              <a:t> </a:t>
            </a:r>
            <a:r>
              <a:rPr lang="en-US" sz="2400" dirty="0" err="1"/>
              <a:t>плакатта</a:t>
            </a:r>
            <a:r>
              <a:rPr lang="ky-KG" sz="2400" dirty="0"/>
              <a:t>н</a:t>
            </a:r>
            <a:r>
              <a:rPr lang="en-US" sz="2400" dirty="0"/>
              <a:t> </a:t>
            </a:r>
            <a:r>
              <a:rPr lang="en-US" sz="2400" dirty="0" err="1"/>
              <a:t>баштай</a:t>
            </a:r>
            <a:r>
              <a:rPr lang="en-US" sz="2400" dirty="0"/>
              <a:t> </a:t>
            </a:r>
            <a:r>
              <a:rPr lang="en-US" sz="2400" dirty="0" err="1"/>
              <a:t>алышат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Алар</a:t>
            </a:r>
            <a:r>
              <a:rPr lang="en-US" sz="2400" dirty="0"/>
              <a:t> </a:t>
            </a:r>
            <a:r>
              <a:rPr lang="en-US" sz="2400" dirty="0" err="1"/>
              <a:t>жоопту</a:t>
            </a:r>
            <a:r>
              <a:rPr lang="en-US" sz="2400" dirty="0"/>
              <a:t> </a:t>
            </a:r>
            <a:r>
              <a:rPr lang="en-US" sz="2400" dirty="0" err="1"/>
              <a:t>эсептеп</a:t>
            </a:r>
            <a:r>
              <a:rPr lang="en-US" sz="2400" dirty="0"/>
              <a:t> </a:t>
            </a:r>
            <a:r>
              <a:rPr lang="en-US" sz="2400" dirty="0" err="1"/>
              <a:t>чыккандан</a:t>
            </a:r>
            <a:r>
              <a:rPr lang="en-US" sz="2400" dirty="0"/>
              <a:t> </a:t>
            </a:r>
            <a:r>
              <a:rPr lang="en-US" sz="2400" dirty="0" err="1"/>
              <a:t>кийин</a:t>
            </a:r>
            <a:r>
              <a:rPr lang="en-US" sz="2400" dirty="0"/>
              <a:t>,  </a:t>
            </a:r>
            <a:r>
              <a:rPr lang="en-US" sz="2400" dirty="0" err="1"/>
              <a:t>ошол</a:t>
            </a:r>
            <a:r>
              <a:rPr lang="en-US" sz="2400" dirty="0"/>
              <a:t> </a:t>
            </a:r>
            <a:r>
              <a:rPr lang="en-US" sz="2400" dirty="0" err="1"/>
              <a:t>жооп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 </a:t>
            </a:r>
            <a:r>
              <a:rPr lang="en-US" sz="2400" dirty="0" err="1"/>
              <a:t>плакатты</a:t>
            </a:r>
            <a:r>
              <a:rPr lang="en-US" sz="2400" dirty="0"/>
              <a:t> </a:t>
            </a:r>
            <a:r>
              <a:rPr lang="en-US" sz="2400" dirty="0" err="1"/>
              <a:t>табышы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 </a:t>
            </a: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en-US" sz="2400" dirty="0" err="1"/>
              <a:t>бир</a:t>
            </a:r>
            <a:r>
              <a:rPr lang="en-US" sz="2400" dirty="0"/>
              <a:t> </a:t>
            </a:r>
            <a:r>
              <a:rPr lang="en-US" sz="2400" dirty="0" err="1"/>
              <a:t>суроодон</a:t>
            </a:r>
            <a:r>
              <a:rPr lang="en-US" sz="2400" dirty="0"/>
              <a:t> </a:t>
            </a:r>
            <a:r>
              <a:rPr lang="en-US" sz="2400" dirty="0" err="1"/>
              <a:t>экинчи</a:t>
            </a:r>
            <a:r>
              <a:rPr lang="en-US" sz="2400" dirty="0"/>
              <a:t> </a:t>
            </a:r>
            <a:r>
              <a:rPr lang="en-US" sz="2400" dirty="0" err="1"/>
              <a:t>суроого</a:t>
            </a:r>
            <a:r>
              <a:rPr lang="en-US" sz="2400" dirty="0"/>
              <a:t> </a:t>
            </a:r>
            <a:r>
              <a:rPr lang="en-US" sz="2400" dirty="0" err="1"/>
              <a:t>толук</a:t>
            </a:r>
            <a:r>
              <a:rPr lang="en-US" sz="2400" dirty="0"/>
              <a:t> </a:t>
            </a:r>
            <a:r>
              <a:rPr lang="en-US" sz="2400" dirty="0" err="1"/>
              <a:t>тегере</a:t>
            </a:r>
            <a:r>
              <a:rPr lang="ky-KG" sz="2400" dirty="0"/>
              <a:t>нип</a:t>
            </a:r>
            <a:r>
              <a:rPr lang="en-US" sz="2400" dirty="0"/>
              <a:t> </a:t>
            </a:r>
            <a:r>
              <a:rPr lang="en-US" sz="2400" dirty="0" err="1"/>
              <a:t>жолду</a:t>
            </a:r>
            <a:r>
              <a:rPr lang="en-US" sz="2400" dirty="0"/>
              <a:t> </a:t>
            </a:r>
            <a:r>
              <a:rPr lang="en-US" sz="2400" dirty="0" err="1"/>
              <a:t>бүтүргөнгө</a:t>
            </a:r>
            <a:r>
              <a:rPr lang="en-US" sz="2400" dirty="0"/>
              <a:t> </a:t>
            </a:r>
            <a:r>
              <a:rPr lang="en-US" sz="2400" dirty="0" err="1"/>
              <a:t>чейин</a:t>
            </a:r>
            <a:r>
              <a:rPr lang="en-US" sz="2400" dirty="0"/>
              <a:t> </a:t>
            </a:r>
            <a:r>
              <a:rPr lang="ky-KG" sz="2400" dirty="0"/>
              <a:t>улантышат</a:t>
            </a:r>
            <a:r>
              <a:rPr lang="en-US" sz="2400" dirty="0"/>
              <a:t>.</a:t>
            </a:r>
            <a:endParaRPr lang="ky-K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ky-KG" sz="2400" dirty="0"/>
              <a:t>чыгарган </a:t>
            </a:r>
            <a:r>
              <a:rPr lang="en-US" sz="2400" dirty="0" err="1"/>
              <a:t>суроолорунун</a:t>
            </a:r>
            <a:r>
              <a:rPr lang="en-US" sz="2400" dirty="0"/>
              <a:t> </a:t>
            </a:r>
            <a:r>
              <a:rPr lang="en-US" sz="2400" dirty="0" err="1"/>
              <a:t>тамгаларын</a:t>
            </a:r>
            <a:r>
              <a:rPr lang="en-US" sz="2400" dirty="0"/>
              <a:t> </a:t>
            </a:r>
            <a:r>
              <a:rPr lang="en-US" sz="2400" dirty="0" err="1"/>
              <a:t>жазып</a:t>
            </a:r>
            <a:r>
              <a:rPr lang="en-US" sz="2400" dirty="0"/>
              <a:t> </a:t>
            </a:r>
            <a:r>
              <a:rPr lang="en-US" sz="2400" dirty="0" err="1"/>
              <a:t>алышы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</a:t>
            </a:r>
            <a:r>
              <a:rPr lang="ky-KG" sz="2400" dirty="0"/>
              <a:t>Унутуп калбаш учун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ru-RU" sz="2400" dirty="0"/>
              <a:t>ачык пластик файл </a:t>
            </a:r>
            <a:r>
              <a:rPr lang="en-US" sz="2400" dirty="0" err="1"/>
              <a:t>капчыктар</a:t>
            </a:r>
            <a:r>
              <a:rPr lang="ky-KG" sz="2400" dirty="0"/>
              <a:t>га</a:t>
            </a:r>
            <a:r>
              <a:rPr lang="en-US" sz="2400" dirty="0"/>
              <a:t> </a:t>
            </a:r>
            <a:r>
              <a:rPr lang="en-US" sz="2400" dirty="0" err="1"/>
              <a:t>плакаттарды</a:t>
            </a:r>
            <a:r>
              <a:rPr lang="ky-KG" sz="2400" dirty="0"/>
              <a:t> салып кою</a:t>
            </a:r>
            <a:r>
              <a:rPr lang="en-US" sz="2400" dirty="0"/>
              <a:t>ң</a:t>
            </a:r>
            <a:r>
              <a:rPr lang="ky-KG" sz="2400" dirty="0"/>
              <a:t>уз алар сизге</a:t>
            </a:r>
            <a:r>
              <a:rPr lang="en-US" sz="2400" dirty="0"/>
              <a:t> </a:t>
            </a:r>
            <a:r>
              <a:rPr lang="en-US" sz="2400" dirty="0" err="1"/>
              <a:t>тез</a:t>
            </a:r>
            <a:r>
              <a:rPr lang="en-US" sz="2400" dirty="0"/>
              <a:t> </a:t>
            </a:r>
            <a:r>
              <a:rPr lang="en-US" sz="2400" dirty="0" err="1"/>
              <a:t>жана</a:t>
            </a:r>
            <a:r>
              <a:rPr lang="en-US" sz="2400" dirty="0"/>
              <a:t> </a:t>
            </a:r>
            <a:r>
              <a:rPr lang="en-US" sz="2400" dirty="0" err="1"/>
              <a:t>оңой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жардам</a:t>
            </a:r>
            <a:r>
              <a:rPr lang="en-US" sz="2400" dirty="0"/>
              <a:t> </a:t>
            </a:r>
            <a:r>
              <a:rPr lang="en-US" sz="2400" dirty="0" err="1"/>
              <a:t>берет</a:t>
            </a:r>
            <a:r>
              <a:rPr lang="en-US" sz="2400" dirty="0"/>
              <a:t>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99591-3D8C-E2DD-A4E5-9EA7F9F029AB}"/>
              </a:ext>
            </a:extLst>
          </p:cNvPr>
          <p:cNvSpPr txBox="1">
            <a:spLocks/>
          </p:cNvSpPr>
          <p:nvPr/>
        </p:nvSpPr>
        <p:spPr>
          <a:xfrm>
            <a:off x="314960" y="3101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8994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E86785-CDEF-406A-A298-F25D7037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50" y="2515032"/>
            <a:ext cx="4361156" cy="4143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257175" y="4962525"/>
            <a:ext cx="9394585" cy="1728376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ондуктарды бөлчөккө айландыруу</a:t>
            </a:r>
            <a:endParaRPr lang="en-US" sz="14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68791-4F03-2200-21A7-04930DF426F3}"/>
              </a:ext>
            </a:extLst>
          </p:cNvPr>
          <p:cNvSpPr/>
          <p:nvPr/>
        </p:nvSpPr>
        <p:spPr>
          <a:xfrm>
            <a:off x="712443" y="199870"/>
            <a:ext cx="7931980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800" b="0" i="0" dirty="0">
                <a:solidFill>
                  <a:srgbClr val="FFDE59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КАЗЫНА ИЗДӨӨ</a:t>
            </a:r>
            <a:endParaRPr lang="en-US" sz="8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609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K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66E282-D345-6F7A-FE55-DCCECDD18E4B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66E282-D345-6F7A-FE55-DCCECDD18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A5D8CD-AD5E-75F3-613F-25325C3B48AC}"/>
                  </a:ext>
                </a:extLst>
              </p:cNvPr>
              <p:cNvSpPr txBox="1"/>
              <p:nvPr/>
            </p:nvSpPr>
            <p:spPr>
              <a:xfrm>
                <a:off x="352390" y="2799999"/>
                <a:ext cx="3886000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0.35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A5D8CD-AD5E-75F3-613F-25325C3B4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90" y="2799999"/>
                <a:ext cx="3886000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AB5D0A5-4E98-1823-747F-ADF0E2D905BC}"/>
              </a:ext>
            </a:extLst>
          </p:cNvPr>
          <p:cNvSpPr txBox="1"/>
          <p:nvPr/>
        </p:nvSpPr>
        <p:spPr>
          <a:xfrm>
            <a:off x="3891894" y="3591531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0975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G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31E6CF-36F1-FC72-9700-AFF1FCC3397F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31E6CF-36F1-FC72-9700-AFF1FCC33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127FAA-5261-3B92-AF44-FEBF26A89740}"/>
                  </a:ext>
                </a:extLst>
              </p:cNvPr>
              <p:cNvSpPr txBox="1"/>
              <p:nvPr/>
            </p:nvSpPr>
            <p:spPr>
              <a:xfrm>
                <a:off x="257008" y="3167806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0.14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127FAA-5261-3B92-AF44-FEBF26A89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08" y="3167806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1FACD4A-1CA3-4528-880A-2922F7039653}"/>
              </a:ext>
            </a:extLst>
          </p:cNvPr>
          <p:cNvSpPr txBox="1"/>
          <p:nvPr/>
        </p:nvSpPr>
        <p:spPr>
          <a:xfrm>
            <a:off x="3891894" y="3983413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т</a:t>
            </a:r>
            <a:r>
              <a:rPr lang="ky-KG" sz="3200" dirty="0"/>
              <a:t>ү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5639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O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736589-7EE4-81F7-32C5-D99FC9466735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736589-7EE4-81F7-32C5-D99FC9466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9862AC-D21C-D106-3498-DB8E09807717}"/>
                  </a:ext>
                </a:extLst>
              </p:cNvPr>
              <p:cNvSpPr txBox="1"/>
              <p:nvPr/>
            </p:nvSpPr>
            <p:spPr>
              <a:xfrm>
                <a:off x="69595" y="3359504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0.28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9862AC-D21C-D106-3498-DB8E09807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" y="3359504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F03C0F7-57F6-09DB-28FC-A54D94FA04A8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ди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2058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703A29-FCF5-E98D-DD90-A0EE0C1D32B7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703A29-FCF5-E98D-DD90-A0EE0C1D3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FDF662-40DF-0BAA-93A3-E0BA2AAA49A1}"/>
                  </a:ext>
                </a:extLst>
              </p:cNvPr>
              <p:cNvSpPr txBox="1"/>
              <p:nvPr/>
            </p:nvSpPr>
            <p:spPr>
              <a:xfrm>
                <a:off x="504364" y="3359504"/>
                <a:ext cx="2906565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0.9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FDF662-40DF-0BAA-93A3-E0BA2AAA4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64" y="3359504"/>
                <a:ext cx="2906565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E09D493-28E1-30B8-9FF4-6082E0A84F01}"/>
              </a:ext>
            </a:extLst>
          </p:cNvPr>
          <p:cNvSpPr txBox="1"/>
          <p:nvPr/>
        </p:nvSpPr>
        <p:spPr>
          <a:xfrm>
            <a:off x="3221125" y="4124438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ду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9534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U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DB2956-2199-8EBA-663D-C354066E4950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DB2956-2199-8EBA-663D-C354066E4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995B02-F8F2-735D-2C95-85340981FE3F}"/>
                  </a:ext>
                </a:extLst>
              </p:cNvPr>
              <p:cNvSpPr txBox="1"/>
              <p:nvPr/>
            </p:nvSpPr>
            <p:spPr>
              <a:xfrm>
                <a:off x="982882" y="3429000"/>
                <a:ext cx="2906565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995B02-F8F2-735D-2C95-85340981F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82" y="3429000"/>
                <a:ext cx="2906565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ACD6674-91A4-4B9E-F977-910C85C5F7E5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1756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E7ACCC-978A-35B7-39D3-9581C284E8F7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E7ACCC-978A-35B7-39D3-9581C284E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1A5AF8-ADC7-B1FD-8F02-D7CE4A9097CE}"/>
                  </a:ext>
                </a:extLst>
              </p:cNvPr>
              <p:cNvSpPr txBox="1"/>
              <p:nvPr/>
            </p:nvSpPr>
            <p:spPr>
              <a:xfrm>
                <a:off x="893694" y="3359504"/>
                <a:ext cx="2906565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1A5AF8-ADC7-B1FD-8F02-D7CE4A909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694" y="3359504"/>
                <a:ext cx="2906565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70D9126-1930-F53C-42B1-9BC5210E5C10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ди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7769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B11E0D-D8C9-A871-ED86-3D4EEAEE1B26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B11E0D-D8C9-A871-ED86-3D4EEAEE1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37BCC1-AA05-34F5-B513-B21989DF5552}"/>
                  </a:ext>
                </a:extLst>
              </p:cNvPr>
              <p:cNvSpPr txBox="1"/>
              <p:nvPr/>
            </p:nvSpPr>
            <p:spPr>
              <a:xfrm>
                <a:off x="68829" y="3348720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0.42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37BCC1-AA05-34F5-B513-B21989DF5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9" y="3348720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693361C-A3B7-CDDD-58D6-A1A4E42577E3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1117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B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D196AA-33AA-A89F-4F4B-62AAE7EADB32}"/>
                  </a:ext>
                </a:extLst>
              </p:cNvPr>
              <p:cNvSpPr txBox="1"/>
              <p:nvPr/>
            </p:nvSpPr>
            <p:spPr>
              <a:xfrm>
                <a:off x="3608700" y="130110"/>
                <a:ext cx="1107996" cy="1648143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D196AA-33AA-A89F-4F4B-62AAE7EAD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30110"/>
                <a:ext cx="1107996" cy="16481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260AC6-4D7B-F83C-845C-25ACD8BCF615}"/>
                  </a:ext>
                </a:extLst>
              </p:cNvPr>
              <p:cNvSpPr txBox="1"/>
              <p:nvPr/>
            </p:nvSpPr>
            <p:spPr>
              <a:xfrm>
                <a:off x="404213" y="3429000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0.22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260AC6-4D7B-F83C-845C-25ACD8BCF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3" y="3429000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6D9ED1E-4F2F-8714-A06C-BCD68B0DF430}"/>
              </a:ext>
            </a:extLst>
          </p:cNvPr>
          <p:cNvSpPr txBox="1"/>
          <p:nvPr/>
        </p:nvSpPr>
        <p:spPr>
          <a:xfrm>
            <a:off x="4045229" y="4244607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7143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I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CC8E9E-FCDE-C837-DA57-8F40EE6B3758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CC8E9E-FCDE-C837-DA57-8F40EE6B3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C14F67-B09F-8DA9-C8F4-406D90A11EE8}"/>
                  </a:ext>
                </a:extLst>
              </p:cNvPr>
              <p:cNvSpPr txBox="1"/>
              <p:nvPr/>
            </p:nvSpPr>
            <p:spPr>
              <a:xfrm>
                <a:off x="145474" y="3359504"/>
                <a:ext cx="3886000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0.45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C14F67-B09F-8DA9-C8F4-406D90A11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74" y="3359504"/>
                <a:ext cx="3886000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75131D8-1ADF-7A9F-3EF6-42AF271ACADB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8578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M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A93357-9DDA-750E-5D62-347F9DB49770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A93357-9DDA-750E-5D62-347F9DB49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35809D-6D5D-5E44-B4A1-1496E12B68F3}"/>
                  </a:ext>
                </a:extLst>
              </p:cNvPr>
              <p:cNvSpPr txBox="1"/>
              <p:nvPr/>
            </p:nvSpPr>
            <p:spPr>
              <a:xfrm>
                <a:off x="404213" y="3429000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0.12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35809D-6D5D-5E44-B4A1-1496E12B6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3" y="3429000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820DA74-6FF7-1720-A384-3A75FC6592EE}"/>
              </a:ext>
            </a:extLst>
          </p:cNvPr>
          <p:cNvSpPr txBox="1"/>
          <p:nvPr/>
        </p:nvSpPr>
        <p:spPr>
          <a:xfrm>
            <a:off x="3891894" y="4209944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2774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A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1E781F-0557-F4B6-6BAC-376D1D05D821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1E781F-0557-F4B6-6BAC-376D1D05D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5F78F4-449A-4A24-B005-CE4865BF60D3}"/>
                  </a:ext>
                </a:extLst>
              </p:cNvPr>
              <p:cNvSpPr txBox="1"/>
              <p:nvPr/>
            </p:nvSpPr>
            <p:spPr>
              <a:xfrm>
                <a:off x="1011111" y="3348720"/>
                <a:ext cx="2906565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0.6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5F78F4-449A-4A24-B005-CE4865BF6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111" y="3348720"/>
                <a:ext cx="2906565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2A1F066-CA19-9968-5834-A381686BDEEE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ны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003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V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16FB1C-6DF1-B3D6-FB2F-95A685B82943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16FB1C-6DF1-B3D6-FB2F-95A685B82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CAE60B-4107-AA1B-1A4C-E2D5638CE941}"/>
                  </a:ext>
                </a:extLst>
              </p:cNvPr>
              <p:cNvSpPr txBox="1"/>
              <p:nvPr/>
            </p:nvSpPr>
            <p:spPr>
              <a:xfrm>
                <a:off x="404213" y="3359504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0.15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CAE60B-4107-AA1B-1A4C-E2D5638CE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3" y="3359504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9B25866-E469-1C2A-C044-FAA75B9DD0AA}"/>
              </a:ext>
            </a:extLst>
          </p:cNvPr>
          <p:cNvSpPr txBox="1"/>
          <p:nvPr/>
        </p:nvSpPr>
        <p:spPr>
          <a:xfrm>
            <a:off x="4091053" y="4209944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1361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C6E84C-9E11-FC31-3BB0-DF0AD59C81D4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C6E84C-9E11-FC31-3BB0-DF0AD59C8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C44418-29D5-9E00-FF17-6B02AF0399AC}"/>
                  </a:ext>
                </a:extLst>
              </p:cNvPr>
              <p:cNvSpPr txBox="1"/>
              <p:nvPr/>
            </p:nvSpPr>
            <p:spPr>
              <a:xfrm>
                <a:off x="165794" y="3359504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0.75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C44418-29D5-9E00-FF17-6B02AF039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94" y="3359504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124657E-2E89-4A40-BD8A-186DB96A5300}"/>
              </a:ext>
            </a:extLst>
          </p:cNvPr>
          <p:cNvSpPr txBox="1"/>
          <p:nvPr/>
        </p:nvSpPr>
        <p:spPr>
          <a:xfrm>
            <a:off x="3891894" y="4120137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5394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Z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A614D8-445D-8C8A-31CE-6845F2F76200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A614D8-445D-8C8A-31CE-6845F2F76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1E836D-CBFF-2961-07E6-EE7299431F60}"/>
                  </a:ext>
                </a:extLst>
              </p:cNvPr>
              <p:cNvSpPr txBox="1"/>
              <p:nvPr/>
            </p:nvSpPr>
            <p:spPr>
              <a:xfrm>
                <a:off x="145474" y="3454400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0.25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1E836D-CBFF-2961-07E6-EE7299431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74" y="3454400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C3F7AAB-8CB3-9BED-9A83-E41D1DF98F3E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1766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9CFFC6-4612-C406-804C-D63F27A1090C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9CFFC6-4612-C406-804C-D63F27A10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2F747F-D546-689D-B427-2B0749EB2AEE}"/>
                  </a:ext>
                </a:extLst>
              </p:cNvPr>
              <p:cNvSpPr txBox="1"/>
              <p:nvPr/>
            </p:nvSpPr>
            <p:spPr>
              <a:xfrm>
                <a:off x="504364" y="3359504"/>
                <a:ext cx="2906565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2F747F-D546-689D-B427-2B0749EB2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64" y="3359504"/>
                <a:ext cx="2906565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ED77372-8123-DAB3-EDB1-A1970EC7F80E}"/>
              </a:ext>
            </a:extLst>
          </p:cNvPr>
          <p:cNvSpPr txBox="1"/>
          <p:nvPr/>
        </p:nvSpPr>
        <p:spPr>
          <a:xfrm>
            <a:off x="3514256" y="4175111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885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X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1355C7-43ED-17DC-BDDE-96C18BC0A869}"/>
                  </a:ext>
                </a:extLst>
              </p:cNvPr>
              <p:cNvSpPr txBox="1"/>
              <p:nvPr/>
            </p:nvSpPr>
            <p:spPr>
              <a:xfrm>
                <a:off x="3608700" y="128956"/>
                <a:ext cx="1107996" cy="165045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1355C7-43ED-17DC-BDDE-96C18BC0A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8956"/>
                <a:ext cx="1107996" cy="16504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4696CE-01B7-6AA7-DA95-98370411EBF8}"/>
                  </a:ext>
                </a:extLst>
              </p:cNvPr>
              <p:cNvSpPr txBox="1"/>
              <p:nvPr/>
            </p:nvSpPr>
            <p:spPr>
              <a:xfrm>
                <a:off x="579120" y="3464560"/>
                <a:ext cx="2906565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4696CE-01B7-6AA7-DA95-98370411E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" y="3464560"/>
                <a:ext cx="2906565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887C246-1FB4-7B7C-426A-02E53BF44C85}"/>
              </a:ext>
            </a:extLst>
          </p:cNvPr>
          <p:cNvSpPr txBox="1"/>
          <p:nvPr/>
        </p:nvSpPr>
        <p:spPr>
          <a:xfrm>
            <a:off x="3410929" y="4209944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тү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0968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8311654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I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U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8311654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30579" r="-477912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I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30579" r="-318876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U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30579" r="-159839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30579" r="-803" b="-300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130579" r="-477912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130579" r="-318876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130579" r="-159839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130579" r="-803" b="-200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231535" r="-477912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231535" r="-318876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231535" r="-159839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231535" r="-803" b="-1012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330165" r="-477912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330165" r="-318876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330165" r="-159839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330165" r="-803" b="-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543F6E-4978-46E1-B062-F1D3A5125429}"/>
              </a:ext>
            </a:extLst>
          </p:cNvPr>
          <p:cNvSpPr txBox="1"/>
          <p:nvPr/>
        </p:nvSpPr>
        <p:spPr>
          <a:xfrm>
            <a:off x="-31342" y="-26118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</p:spTree>
    <p:extLst>
      <p:ext uri="{BB962C8B-B14F-4D97-AF65-F5344CB8AC3E}">
        <p14:creationId xmlns:p14="http://schemas.microsoft.com/office/powerpoint/2010/main" val="1745807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250829"/>
              </p:ext>
            </p:extLst>
          </p:nvPr>
        </p:nvGraphicFramePr>
        <p:xfrm>
          <a:off x="1524440" y="1162106"/>
          <a:ext cx="6857120" cy="549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424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m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k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e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I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O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L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A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V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U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b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g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n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z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x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3196846" y="54354"/>
            <a:ext cx="351230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cap="none" spc="0" dirty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жооптор</a:t>
            </a:r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1780645" y="2299063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F3053-918E-491C-ABAD-C495771EB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/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575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Жооп кагазы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474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FBF105-B54A-9D9D-8DA2-DA815EC9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568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3111D-B603-120F-393E-38B9E63B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3045"/>
            <a:ext cx="5011616" cy="3395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12CB95-5463-1993-8693-ED09E4F2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05680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296664-37F6-D67F-E2D4-695CBBED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462045"/>
            <a:ext cx="5011616" cy="339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33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2780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9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8351</TotalTime>
  <Words>297</Words>
  <Application>Microsoft Office PowerPoint</Application>
  <PresentationFormat>A4 Paper (210x297 mm)</PresentationFormat>
  <Paragraphs>155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Cambria Math</vt:lpstr>
      <vt:lpstr>Calibri Light</vt:lpstr>
      <vt:lpstr>Arial</vt:lpstr>
      <vt:lpstr>Algerian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374</cp:revision>
  <cp:lastPrinted>2024-01-15T07:36:56Z</cp:lastPrinted>
  <dcterms:created xsi:type="dcterms:W3CDTF">2017-01-17T16:57:04Z</dcterms:created>
  <dcterms:modified xsi:type="dcterms:W3CDTF">2024-08-29T08:46:29Z</dcterms:modified>
</cp:coreProperties>
</file>