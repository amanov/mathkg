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6" r:id="rId2"/>
    <p:sldId id="957" r:id="rId3"/>
    <p:sldId id="951" r:id="rId4"/>
    <p:sldId id="952" r:id="rId5"/>
    <p:sldId id="948" r:id="rId6"/>
    <p:sldId id="950" r:id="rId7"/>
    <p:sldId id="949" r:id="rId8"/>
    <p:sldId id="958" r:id="rId9"/>
    <p:sldId id="954" r:id="rId10"/>
    <p:sldId id="955" r:id="rId11"/>
    <p:sldId id="959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6"/>
            <p14:sldId id="957"/>
          </p14:sldIdLst>
        </p14:section>
        <p14:section name="Көрсөтүү үчүн" id="{91E5D3AE-98A5-4142-A6A0-0008D84B5D0E}">
          <p14:sldIdLst>
            <p14:sldId id="951"/>
            <p14:sldId id="952"/>
            <p14:sldId id="948"/>
            <p14:sldId id="950"/>
            <p14:sldId id="949"/>
            <p14:sldId id="958"/>
            <p14:sldId id="954"/>
            <p14:sldId id="955"/>
            <p14:sldId id="9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- 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u-RU" dirty="0"/>
              <a:t>Бул карталарды кесип кереги жок.</a:t>
            </a:r>
          </a:p>
          <a:p>
            <a:endParaRPr lang="ru-RU" dirty="0"/>
          </a:p>
          <a:p>
            <a:r>
              <a:rPr lang="ru-RU" dirty="0"/>
              <a:t>Карталар 3 өлчөмдө болот.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ECC43-8B03-A82E-1C15-9830F929F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6" r="2447" b="1"/>
          <a:stretch/>
        </p:blipFill>
        <p:spPr>
          <a:xfrm>
            <a:off x="122236" y="152400"/>
            <a:ext cx="9702484" cy="67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</p:spTree>
    <p:extLst>
      <p:ext uri="{BB962C8B-B14F-4D97-AF65-F5344CB8AC3E}">
        <p14:creationId xmlns:p14="http://schemas.microsoft.com/office/powerpoint/2010/main" val="287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31515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54167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65891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4506" y="170240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94170" y="554044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31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26826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83388" y="592803"/>
            <a:ext cx="1074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13651" y="381671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95828" y="168293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9723"/>
              </p:ext>
            </p:extLst>
          </p:nvPr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09607" y="54139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53824" y="38564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158" y="16817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0.01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0.02 = 200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442444" y="1382749"/>
            <a:ext cx="393056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0.2 = 25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611049" y="313026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13014" y="4644109"/>
            <a:ext cx="80983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875860" y="5761709"/>
            <a:ext cx="101822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56250" y="578202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25687" y="4186909"/>
            <a:ext cx="1200970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 ÷ 2</a:t>
            </a:r>
          </a:p>
        </p:txBody>
      </p:sp>
    </p:spTree>
    <p:extLst>
      <p:ext uri="{BB962C8B-B14F-4D97-AF65-F5344CB8AC3E}">
        <p14:creationId xmlns:p14="http://schemas.microsoft.com/office/powerpoint/2010/main" val="214314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2.4 ÷ 0.2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÷ 0.6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0.5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0.8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 ÷ 0.9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0.25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÷ 0.01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0.02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0.2 = 25</a:t>
            </a:r>
          </a:p>
        </p:txBody>
      </p:sp>
    </p:spTree>
    <p:extLst>
      <p:ext uri="{BB962C8B-B14F-4D97-AF65-F5344CB8AC3E}">
        <p14:creationId xmlns:p14="http://schemas.microsoft.com/office/powerpoint/2010/main" val="18918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BB3D4-F180-B004-622C-FC994E5E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9482" y="1031078"/>
            <a:ext cx="6876403" cy="4777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1055F-CCE6-B846-1F91-FC033304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081" y="1031077"/>
            <a:ext cx="6876403" cy="47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4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C70D9C-8F1C-0759-BD5E-19A3F478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0"/>
            <a:ext cx="4825850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288C29-C87C-53D1-A213-075953FA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07" y="0"/>
            <a:ext cx="4825850" cy="335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5289B8-A853-5336-3EC6-296A1C7A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3429000"/>
            <a:ext cx="4825850" cy="335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F76B8-C7BC-BE47-FE10-873EAE43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62" y="3429000"/>
            <a:ext cx="48258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10464</TotalTime>
  <Words>579</Words>
  <Application>Microsoft Office PowerPoint</Application>
  <PresentationFormat>A4 Paper (210x297 mm)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2021-03-01T03:48:28Z</cp:lastPrinted>
  <dcterms:created xsi:type="dcterms:W3CDTF">2017-01-17T16:57:04Z</dcterms:created>
  <dcterms:modified xsi:type="dcterms:W3CDTF">2024-09-20T17:37:32Z</dcterms:modified>
</cp:coreProperties>
</file>