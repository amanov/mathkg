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831" r:id="rId3"/>
    <p:sldId id="939" r:id="rId4"/>
    <p:sldId id="940" r:id="rId5"/>
    <p:sldId id="947" r:id="rId6"/>
    <p:sldId id="942" r:id="rId7"/>
    <p:sldId id="943" r:id="rId8"/>
    <p:sldId id="946" r:id="rId9"/>
  </p:sldIdLst>
  <p:sldSz cx="9906000" cy="6858000" type="A4"/>
  <p:notesSz cx="6669088" cy="9926638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02CB43F0-372F-48F5-8ECE-4146E631948D}">
          <p14:sldIdLst>
            <p14:sldId id="83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7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Бөлүү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066F7-102E-A5D7-9E26-BD40B5FD0555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AB0B2-3D43-D9D3-4C0F-CFEC85F7CE7B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90103" y="52560"/>
            <a:ext cx="9525793" cy="6754639"/>
            <a:chOff x="34767" y="-118332"/>
            <a:chExt cx="9838437" cy="697633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891" y="-118332"/>
              <a:ext cx="4979038" cy="2722911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7" y="2581719"/>
              <a:ext cx="9838437" cy="427628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9E654CD-80E1-FBA8-328B-015E910DD383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C9433-D9C5-C56F-3EAE-AD1FE68F01F8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90103" y="52560"/>
            <a:ext cx="9525793" cy="6754639"/>
            <a:chOff x="34767" y="-118332"/>
            <a:chExt cx="9838437" cy="697633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891" y="-118332"/>
              <a:ext cx="4979038" cy="272291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7" y="2581719"/>
              <a:ext cx="9838437" cy="4276281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40318" y="-97292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61198" y="939028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450558" y="5063988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629118" y="5145268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945598" y="5206228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539198" y="2137908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649438" y="3021828"/>
            <a:ext cx="1247682" cy="124768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231CD-BF8E-150E-8D0A-84D644F7F55E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90103" y="52560"/>
            <a:ext cx="9525793" cy="6754639"/>
            <a:chOff x="34767" y="-118332"/>
            <a:chExt cx="9838437" cy="697633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891" y="-118332"/>
              <a:ext cx="4979038" cy="2722911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67" y="2581719"/>
              <a:ext cx="9838437" cy="427628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9E654CD-80E1-FBA8-328B-015E910DD383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C9433-D9C5-C56F-3EAE-AD1FE68F01F8}"/>
              </a:ext>
            </a:extLst>
          </p:cNvPr>
          <p:cNvSpPr txBox="1"/>
          <p:nvPr/>
        </p:nvSpPr>
        <p:spPr>
          <a:xfrm>
            <a:off x="223520" y="146212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61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48B8C3-28AF-7EE2-9260-6989AEC78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5252" y="1014370"/>
            <a:ext cx="6804086" cy="48021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791B2F-D4E3-CB4A-3D25-ABD20D66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7168" y="1054883"/>
            <a:ext cx="6804086" cy="480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618743-E530-6347-67DC-C0666872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60"/>
            <a:ext cx="4953000" cy="3345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EEEA33-59DD-BC91-33BC-E6E3C2CF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667" y="0"/>
            <a:ext cx="4953000" cy="33450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83BAB5-4EA9-950D-9CB4-53CA9B167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" y="3495556"/>
            <a:ext cx="4953000" cy="33450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7A52F5-4A74-25FA-1B81-5BF9EFD9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78196"/>
            <a:ext cx="4953000" cy="334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95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рдүү сунуштар үчүн ар дайым даярбыз.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8335</TotalTime>
  <Words>129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Fira Code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2024-08-28T07:49:46Z</cp:lastPrinted>
  <dcterms:created xsi:type="dcterms:W3CDTF">2017-01-17T16:57:04Z</dcterms:created>
  <dcterms:modified xsi:type="dcterms:W3CDTF">2024-08-28T07:51:15Z</dcterms:modified>
</cp:coreProperties>
</file>