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7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C2776275-125F-40A2-99AC-54B9C9535547}">
          <p14:sldIdLst>
            <p14:sldId id="945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7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Көбөйтүү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23520" y="114313"/>
            <a:ext cx="9608180" cy="6775305"/>
            <a:chOff x="51844" y="-22072"/>
            <a:chExt cx="9740337" cy="686849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0913" y="-22072"/>
              <a:ext cx="4970647" cy="263639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44" y="2580583"/>
              <a:ext cx="9740337" cy="426584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FF9138-BE7F-D094-D0B9-820584FF3B68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C6695-3CE1-0C71-644C-4252F66CBF55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48910" y="71120"/>
            <a:ext cx="9608180" cy="6775305"/>
            <a:chOff x="51844" y="-22072"/>
            <a:chExt cx="9740337" cy="68684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0913" y="-22072"/>
              <a:ext cx="4970647" cy="263639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44" y="2580583"/>
              <a:ext cx="9740337" cy="4265842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822158" y="98039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161758" y="197607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383758" y="518663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38158" y="513583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46078" y="517647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169118" y="318511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88958" y="3134310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3BB57-C58E-F1DB-E756-2ED640A162CC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23520" y="114313"/>
            <a:ext cx="9608180" cy="6775305"/>
            <a:chOff x="51844" y="-22072"/>
            <a:chExt cx="9740337" cy="686849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0913" y="-22072"/>
              <a:ext cx="4970647" cy="263639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44" y="2580583"/>
              <a:ext cx="9740337" cy="426584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FF9138-BE7F-D094-D0B9-820584FF3B68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C6695-3CE1-0C71-644C-4252F66CBF55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309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1BAA9F-BCA8-4791-2CC6-9F0471869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1127" y="1060553"/>
            <a:ext cx="6786880" cy="4808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EB64D4-6041-CC59-85AA-088EAF68C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34688" y="1024992"/>
            <a:ext cx="6857999" cy="480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6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5ACDBD-AF82-1825-BF94-CD829B10C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5" y="20320"/>
            <a:ext cx="4811506" cy="3323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4316D-5FFD-36A9-8C3D-FB7F8EDF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0"/>
            <a:ext cx="4811506" cy="3323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D64A72-A395-BA30-29C7-35BFC571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9" y="3514269"/>
            <a:ext cx="4811506" cy="3323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B6311B-22FC-FF09-E49C-4E7308170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494" y="3493949"/>
            <a:ext cx="4811506" cy="332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1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сунуштар үчүн ар дайым даярбыз.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8337</TotalTime>
  <Words>129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2024-08-28T04:40:28Z</cp:lastPrinted>
  <dcterms:created xsi:type="dcterms:W3CDTF">2017-01-17T16:57:04Z</dcterms:created>
  <dcterms:modified xsi:type="dcterms:W3CDTF">2024-08-28T04:42:21Z</dcterms:modified>
</cp:coreProperties>
</file>