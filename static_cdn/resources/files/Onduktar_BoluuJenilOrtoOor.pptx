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0" r:id="rId3"/>
    <p:sldId id="948" r:id="rId4"/>
    <p:sldId id="947" r:id="rId5"/>
    <p:sldId id="949" r:id="rId6"/>
    <p:sldId id="951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94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64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</a:t>
            </a:r>
            <a:r>
              <a:rPr lang="ru-RU" sz="2400" dirty="0">
                <a:solidFill>
                  <a:schemeClr val="accent4"/>
                </a:solidFill>
              </a:rPr>
              <a:t>ЖЕҢИЛ, </a:t>
            </a:r>
            <a:r>
              <a:rPr lang="ru-RU" sz="2400" dirty="0">
                <a:solidFill>
                  <a:srgbClr val="00B050"/>
                </a:solidFill>
              </a:rPr>
              <a:t>ОРТО,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8934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68084"/>
            <a:ext cx="3036730" cy="596799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68084"/>
            <a:ext cx="3036730" cy="5967996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036994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1D04-F12E-CB12-F691-04ADE4C95760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1CCA7-8106-2E73-1A89-A6E130768E35}"/>
              </a:ext>
            </a:extLst>
          </p:cNvPr>
          <p:cNvSpPr txBox="1"/>
          <p:nvPr/>
        </p:nvSpPr>
        <p:spPr>
          <a:xfrm>
            <a:off x="968907" y="1389510"/>
            <a:ext cx="817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80 ÷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BB55-7094-15C2-DC6F-3899D846B69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80345-BBDB-0DB9-648A-2626B7801283}"/>
              </a:ext>
            </a:extLst>
          </p:cNvPr>
          <p:cNvSpPr txBox="1"/>
          <p:nvPr/>
        </p:nvSpPr>
        <p:spPr>
          <a:xfrm>
            <a:off x="936847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CF379-29CF-C4CC-CE07-C6BE641C3933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522AD-FA5F-1643-8898-32DC6660A3A3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A4A657-4AD4-5A23-DBCE-23D968040FF6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37BED-DDBD-9C09-FC7B-BF2B4C0C3C81}"/>
              </a:ext>
            </a:extLst>
          </p:cNvPr>
          <p:cNvSpPr txBox="1"/>
          <p:nvPr/>
        </p:nvSpPr>
        <p:spPr>
          <a:xfrm>
            <a:off x="8719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43999-9527-3FFD-FD68-4728309CA4E8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2298C-9A46-6359-B138-C65A4F9E26DE}"/>
              </a:ext>
            </a:extLst>
          </p:cNvPr>
          <p:cNvSpPr txBox="1"/>
          <p:nvPr/>
        </p:nvSpPr>
        <p:spPr>
          <a:xfrm>
            <a:off x="839867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 ÷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583D9-F1C3-BDDA-8171-0B806BB9E816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99E152-0FF1-4092-7FCE-636CE02A9BF6}"/>
              </a:ext>
            </a:extLst>
          </p:cNvPr>
          <p:cNvSpPr txBox="1"/>
          <p:nvPr/>
        </p:nvSpPr>
        <p:spPr>
          <a:xfrm>
            <a:off x="936846" y="589717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 ÷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4353773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3447945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4188705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 ÷ 0.2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3447945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4253626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3447945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4188705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1.5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3447945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4156645" y="4094109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9.1 ÷ 1.3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3447945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4156646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9.6 ÷ 0.4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3447945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4091722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51.1 ÷ 0.7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B03C20-039D-B2B0-4D8F-F9435541FF7F}"/>
              </a:ext>
            </a:extLst>
          </p:cNvPr>
          <p:cNvSpPr txBox="1"/>
          <p:nvPr/>
        </p:nvSpPr>
        <p:spPr>
          <a:xfrm>
            <a:off x="7662238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186FA7-3D68-AB47-2F1F-D307AECC432A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364D0A-8131-E4AB-CDA6-CDA44F6C6960}"/>
              </a:ext>
            </a:extLst>
          </p:cNvPr>
          <p:cNvSpPr txBox="1"/>
          <p:nvPr/>
        </p:nvSpPr>
        <p:spPr>
          <a:xfrm>
            <a:off x="740018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16.8 ÷ 0.6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379B12-F9E4-6A50-9A60-6D62525E83C2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718B95-FE9E-131C-6E9F-76166DAAAB80}"/>
              </a:ext>
            </a:extLst>
          </p:cNvPr>
          <p:cNvSpPr txBox="1"/>
          <p:nvPr/>
        </p:nvSpPr>
        <p:spPr>
          <a:xfrm>
            <a:off x="7497170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 ÷ 0.04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C5C9B6-E397-FDC7-9A81-D09B6AA84BDE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099CBE-E7F2-C9DC-11D1-BC8B2FD23CEE}"/>
              </a:ext>
            </a:extLst>
          </p:cNvPr>
          <p:cNvSpPr txBox="1"/>
          <p:nvPr/>
        </p:nvSpPr>
        <p:spPr>
          <a:xfrm>
            <a:off x="7497170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798EDB-4B18-59E3-B243-6050CA887C9F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64DBCE-B578-C99E-0474-EFE72E599F39}"/>
              </a:ext>
            </a:extLst>
          </p:cNvPr>
          <p:cNvSpPr txBox="1"/>
          <p:nvPr/>
        </p:nvSpPr>
        <p:spPr>
          <a:xfrm>
            <a:off x="740019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86.4 ÷ 0.8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6DEF77-7CAC-FE2B-D130-E21631130376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C56044-70EB-A080-BF35-47BEB2F6F382}"/>
              </a:ext>
            </a:extLst>
          </p:cNvPr>
          <p:cNvSpPr txBox="1"/>
          <p:nvPr/>
        </p:nvSpPr>
        <p:spPr>
          <a:xfrm>
            <a:off x="7465111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9.4 ÷ 0.4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B5E1E0-7D21-4B44-29CE-1BD603F8F5D0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55E16-B78B-3729-B1FB-C06B86F4B5FE}"/>
              </a:ext>
            </a:extLst>
          </p:cNvPr>
          <p:cNvSpPr txBox="1"/>
          <p:nvPr/>
        </p:nvSpPr>
        <p:spPr>
          <a:xfrm>
            <a:off x="7400186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58.2 ÷ 1.2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DBF99-71A0-0E65-8112-D979B2695A70}"/>
              </a:ext>
            </a:extLst>
          </p:cNvPr>
          <p:cNvSpPr txBox="1"/>
          <p:nvPr/>
        </p:nvSpPr>
        <p:spPr>
          <a:xfrm>
            <a:off x="675537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E010D-53A8-0234-65DF-41B44029F2C9}"/>
              </a:ext>
            </a:extLst>
          </p:cNvPr>
          <p:cNvSpPr/>
          <p:nvPr/>
        </p:nvSpPr>
        <p:spPr>
          <a:xfrm>
            <a:off x="4540965" y="14636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14292-EC1F-3D6F-9DB4-98865CEB9006}"/>
              </a:ext>
            </a:extLst>
          </p:cNvPr>
          <p:cNvSpPr txBox="1"/>
          <p:nvPr/>
        </p:nvSpPr>
        <p:spPr>
          <a:xfrm>
            <a:off x="7563879" y="53306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6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92549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0" y="770610"/>
            <a:ext cx="3020257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22047"/>
            <a:ext cx="2916809" cy="60140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036994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1D04-F12E-CB12-F691-04ADE4C95760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A427F-196C-869D-687E-1BD8D14F75F6}"/>
              </a:ext>
            </a:extLst>
          </p:cNvPr>
          <p:cNvSpPr txBox="1"/>
          <p:nvPr/>
        </p:nvSpPr>
        <p:spPr>
          <a:xfrm>
            <a:off x="2216588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1CCA7-8106-2E73-1A89-A6E130768E35}"/>
              </a:ext>
            </a:extLst>
          </p:cNvPr>
          <p:cNvSpPr txBox="1"/>
          <p:nvPr/>
        </p:nvSpPr>
        <p:spPr>
          <a:xfrm>
            <a:off x="968907" y="1389510"/>
            <a:ext cx="817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80 ÷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BB55-7094-15C2-DC6F-3899D846B69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1A0B7-78F1-5216-D0C2-7B155B3F6C32}"/>
              </a:ext>
            </a:extLst>
          </p:cNvPr>
          <p:cNvSpPr txBox="1"/>
          <p:nvPr/>
        </p:nvSpPr>
        <p:spPr>
          <a:xfrm>
            <a:off x="2216588" y="2291043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80345-BBDB-0DB9-648A-2626B7801283}"/>
              </a:ext>
            </a:extLst>
          </p:cNvPr>
          <p:cNvSpPr txBox="1"/>
          <p:nvPr/>
        </p:nvSpPr>
        <p:spPr>
          <a:xfrm>
            <a:off x="936847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CF379-29CF-C4CC-CE07-C6BE641C3933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E7FEC4-D710-CFA1-CA46-95D109D14E46}"/>
              </a:ext>
            </a:extLst>
          </p:cNvPr>
          <p:cNvSpPr txBox="1"/>
          <p:nvPr/>
        </p:nvSpPr>
        <p:spPr>
          <a:xfrm>
            <a:off x="2216588" y="3192576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522AD-FA5F-1643-8898-32DC6660A3A3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A4A657-4AD4-5A23-DBCE-23D968040FF6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6B3DE-1DD9-244B-7FE7-9EACD48B5AF3}"/>
              </a:ext>
            </a:extLst>
          </p:cNvPr>
          <p:cNvSpPr txBox="1"/>
          <p:nvPr/>
        </p:nvSpPr>
        <p:spPr>
          <a:xfrm>
            <a:off x="2216588" y="4094109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37BED-DDBD-9C09-FC7B-BF2B4C0C3C81}"/>
              </a:ext>
            </a:extLst>
          </p:cNvPr>
          <p:cNvSpPr txBox="1"/>
          <p:nvPr/>
        </p:nvSpPr>
        <p:spPr>
          <a:xfrm>
            <a:off x="8719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43999-9527-3FFD-FD68-4728309CA4E8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0C4DC-F317-145B-D9DF-9F9D7F8D137C}"/>
              </a:ext>
            </a:extLst>
          </p:cNvPr>
          <p:cNvSpPr txBox="1"/>
          <p:nvPr/>
        </p:nvSpPr>
        <p:spPr>
          <a:xfrm>
            <a:off x="2152468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2298C-9A46-6359-B138-C65A4F9E26DE}"/>
              </a:ext>
            </a:extLst>
          </p:cNvPr>
          <p:cNvSpPr txBox="1"/>
          <p:nvPr/>
        </p:nvSpPr>
        <p:spPr>
          <a:xfrm>
            <a:off x="839867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 ÷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583D9-F1C3-BDDA-8171-0B806BB9E816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4248F-4317-E717-338F-6EC0FB76F99D}"/>
              </a:ext>
            </a:extLst>
          </p:cNvPr>
          <p:cNvSpPr txBox="1"/>
          <p:nvPr/>
        </p:nvSpPr>
        <p:spPr>
          <a:xfrm>
            <a:off x="2152469" y="5897173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99E152-0FF1-4092-7FCE-636CE02A9BF6}"/>
              </a:ext>
            </a:extLst>
          </p:cNvPr>
          <p:cNvSpPr txBox="1"/>
          <p:nvPr/>
        </p:nvSpPr>
        <p:spPr>
          <a:xfrm>
            <a:off x="936846" y="589717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 ÷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4353773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3447945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4DD7E-54F6-F1A8-6E29-8E5D4B2309FF}"/>
              </a:ext>
            </a:extLst>
          </p:cNvPr>
          <p:cNvSpPr txBox="1"/>
          <p:nvPr/>
        </p:nvSpPr>
        <p:spPr>
          <a:xfrm>
            <a:off x="5437966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80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4188705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 ÷ 0.2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3447945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BDBDB3-2F5B-650E-5878-BC6D9BDF1812}"/>
              </a:ext>
            </a:extLst>
          </p:cNvPr>
          <p:cNvSpPr txBox="1"/>
          <p:nvPr/>
        </p:nvSpPr>
        <p:spPr>
          <a:xfrm>
            <a:off x="5437966" y="2291043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4253626" y="229104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3447945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39DF58-9B7D-3B58-C849-134871BFB372}"/>
              </a:ext>
            </a:extLst>
          </p:cNvPr>
          <p:cNvSpPr txBox="1"/>
          <p:nvPr/>
        </p:nvSpPr>
        <p:spPr>
          <a:xfrm>
            <a:off x="5437966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4188705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1.5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3447945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0C4BAB-7EC7-0F72-C44F-07D0CEFFD290}"/>
              </a:ext>
            </a:extLst>
          </p:cNvPr>
          <p:cNvSpPr txBox="1"/>
          <p:nvPr/>
        </p:nvSpPr>
        <p:spPr>
          <a:xfrm>
            <a:off x="5437966" y="4094109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4156645" y="4094109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9.1 ÷ 1.3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3447945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65A5CC-50B1-3093-0439-566D3CF72554}"/>
              </a:ext>
            </a:extLst>
          </p:cNvPr>
          <p:cNvSpPr txBox="1"/>
          <p:nvPr/>
        </p:nvSpPr>
        <p:spPr>
          <a:xfrm>
            <a:off x="5437966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4156646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9.6 ÷ 0.4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3447945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E6E70-E76B-82A7-7EC2-58C4C017F192}"/>
              </a:ext>
            </a:extLst>
          </p:cNvPr>
          <p:cNvSpPr txBox="1"/>
          <p:nvPr/>
        </p:nvSpPr>
        <p:spPr>
          <a:xfrm>
            <a:off x="5437966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4091722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51.1 ÷ 0.7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B03C20-039D-B2B0-4D8F-F9435541FF7F}"/>
              </a:ext>
            </a:extLst>
          </p:cNvPr>
          <p:cNvSpPr txBox="1"/>
          <p:nvPr/>
        </p:nvSpPr>
        <p:spPr>
          <a:xfrm>
            <a:off x="7662238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/>
              <a:t>Calculate:</a:t>
            </a:r>
            <a:endParaRPr lang="en-GB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186FA7-3D68-AB47-2F1F-D307AECC432A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23C489-41BA-759A-29F2-DBF5B0DE1156}"/>
              </a:ext>
            </a:extLst>
          </p:cNvPr>
          <p:cNvSpPr txBox="1"/>
          <p:nvPr/>
        </p:nvSpPr>
        <p:spPr>
          <a:xfrm>
            <a:off x="8746431" y="1389510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364D0A-8131-E4AB-CDA6-CDA44F6C6960}"/>
              </a:ext>
            </a:extLst>
          </p:cNvPr>
          <p:cNvSpPr txBox="1"/>
          <p:nvPr/>
        </p:nvSpPr>
        <p:spPr>
          <a:xfrm>
            <a:off x="740018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16.8 ÷ 0.6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379B12-F9E4-6A50-9A60-6D62525E83C2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C4EE24-0AB9-9EB5-54B2-B86B66BBC00F}"/>
              </a:ext>
            </a:extLst>
          </p:cNvPr>
          <p:cNvSpPr txBox="1"/>
          <p:nvPr/>
        </p:nvSpPr>
        <p:spPr>
          <a:xfrm>
            <a:off x="8746431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718B95-FE9E-131C-6E9F-76166DAAAB80}"/>
              </a:ext>
            </a:extLst>
          </p:cNvPr>
          <p:cNvSpPr txBox="1"/>
          <p:nvPr/>
        </p:nvSpPr>
        <p:spPr>
          <a:xfrm>
            <a:off x="7497170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 ÷ 0.04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C5C9B6-E397-FDC7-9A81-D09B6AA84BDE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E272F5-7E66-56C1-844F-5D496D738565}"/>
              </a:ext>
            </a:extLst>
          </p:cNvPr>
          <p:cNvSpPr txBox="1"/>
          <p:nvPr/>
        </p:nvSpPr>
        <p:spPr>
          <a:xfrm>
            <a:off x="8746431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099CBE-E7F2-C9DC-11D1-BC8B2FD23CEE}"/>
              </a:ext>
            </a:extLst>
          </p:cNvPr>
          <p:cNvSpPr txBox="1"/>
          <p:nvPr/>
        </p:nvSpPr>
        <p:spPr>
          <a:xfrm>
            <a:off x="7497170" y="319257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798EDB-4B18-59E3-B243-6050CA887C9F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5FBBEE-CD82-C9FE-462D-0E46DE1FAB99}"/>
              </a:ext>
            </a:extLst>
          </p:cNvPr>
          <p:cNvSpPr txBox="1"/>
          <p:nvPr/>
        </p:nvSpPr>
        <p:spPr>
          <a:xfrm>
            <a:off x="8746431" y="4094109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64DBCE-B578-C99E-0474-EFE72E599F39}"/>
              </a:ext>
            </a:extLst>
          </p:cNvPr>
          <p:cNvSpPr txBox="1"/>
          <p:nvPr/>
        </p:nvSpPr>
        <p:spPr>
          <a:xfrm>
            <a:off x="740019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86.4 ÷ 0.8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6DEF77-7CAC-FE2B-D130-E21631130376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4C3EB-254A-5D82-E6E4-56D95ECCD31C}"/>
              </a:ext>
            </a:extLst>
          </p:cNvPr>
          <p:cNvSpPr txBox="1"/>
          <p:nvPr/>
        </p:nvSpPr>
        <p:spPr>
          <a:xfrm>
            <a:off x="8746431" y="4995642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23.5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C56044-70EB-A080-BF35-47BEB2F6F382}"/>
              </a:ext>
            </a:extLst>
          </p:cNvPr>
          <p:cNvSpPr txBox="1"/>
          <p:nvPr/>
        </p:nvSpPr>
        <p:spPr>
          <a:xfrm>
            <a:off x="7465111" y="499564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9.4 ÷ 0.4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B5E1E0-7D21-4B44-29CE-1BD603F8F5D0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3FF185-354C-CEC0-4E58-FB3997B5AFDD}"/>
              </a:ext>
            </a:extLst>
          </p:cNvPr>
          <p:cNvSpPr txBox="1"/>
          <p:nvPr/>
        </p:nvSpPr>
        <p:spPr>
          <a:xfrm>
            <a:off x="8746431" y="5897173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48.5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55E16-B78B-3729-B1FB-C06B86F4B5FE}"/>
              </a:ext>
            </a:extLst>
          </p:cNvPr>
          <p:cNvSpPr txBox="1"/>
          <p:nvPr/>
        </p:nvSpPr>
        <p:spPr>
          <a:xfrm>
            <a:off x="7400186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58.2 ÷ 1.2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A3372-5766-DFEB-4EAD-034DE7FBB1E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08BA3-78A7-9397-D0A5-51B24FBE8D12}"/>
              </a:ext>
            </a:extLst>
          </p:cNvPr>
          <p:cNvSpPr/>
          <p:nvPr/>
        </p:nvSpPr>
        <p:spPr>
          <a:xfrm>
            <a:off x="4358367" y="203259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1C886-5FC6-6CEB-952E-6A106A3D381E}"/>
              </a:ext>
            </a:extLst>
          </p:cNvPr>
          <p:cNvSpPr txBox="1"/>
          <p:nvPr/>
        </p:nvSpPr>
        <p:spPr>
          <a:xfrm>
            <a:off x="7497170" y="112237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21" grpId="0" animBg="1"/>
      <p:bldP spid="24" grpId="0" animBg="1"/>
      <p:bldP spid="27" grpId="0" animBg="1"/>
      <p:bldP spid="31" grpId="0" animBg="1"/>
      <p:bldP spid="39" grpId="0" animBg="1"/>
      <p:bldP spid="42" grpId="0" animBg="1"/>
      <p:bldP spid="45" grpId="0" animBg="1"/>
      <p:bldP spid="51" grpId="0" animBg="1"/>
      <p:bldP spid="54" grpId="0" animBg="1"/>
      <p:bldP spid="58" grpId="0" animBg="1"/>
      <p:bldP spid="61" grpId="0" animBg="1"/>
      <p:bldP spid="64" grpId="0" animBg="1"/>
      <p:bldP spid="67" grpId="0" animBg="1"/>
      <p:bldP spid="70" grpId="0" animBg="1"/>
      <p:bldP spid="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3EB19-6A04-2796-E041-733B82D4F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51680" cy="3535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98EE8F-264D-FD1B-6800-B56D5227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30" y="0"/>
            <a:ext cx="5299870" cy="3535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BDDAC2-40DA-709F-8BF3-1D70A7C4C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" y="3627952"/>
            <a:ext cx="4551680" cy="3230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8A6C74-A2FA-4D66-D045-AEDD451E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79" y="3627952"/>
            <a:ext cx="5190971" cy="32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6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10622</TotalTime>
  <Words>301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544</cp:revision>
  <cp:lastPrinted>2017-12-31T22:38:51Z</cp:lastPrinted>
  <dcterms:created xsi:type="dcterms:W3CDTF">2017-01-17T16:57:04Z</dcterms:created>
  <dcterms:modified xsi:type="dcterms:W3CDTF">2023-10-07T04:28:41Z</dcterms:modified>
</cp:coreProperties>
</file>