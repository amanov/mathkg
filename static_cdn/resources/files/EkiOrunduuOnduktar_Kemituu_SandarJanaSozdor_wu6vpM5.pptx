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51" r:id="rId4"/>
    <p:sldId id="952" r:id="rId5"/>
    <p:sldId id="955" r:id="rId6"/>
    <p:sldId id="956" r:id="rId7"/>
    <p:sldId id="957" r:id="rId8"/>
    <p:sldId id="958" r:id="rId9"/>
    <p:sldId id="274" r:id="rId10"/>
  </p:sldIdLst>
  <p:sldSz cx="9906000" cy="6858000" type="A4"/>
  <p:notesSz cx="7315200" cy="9601200"/>
  <p:embeddedFontLst>
    <p:embeddedFont>
      <p:font typeface="Bauhaus 93" panose="04030905020B02020C02" pitchFamily="82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70" d="100"/>
          <a:sy n="70" d="100"/>
        </p:scale>
        <p:origin x="1374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20" cy="481727"/>
          </a:xfrm>
          <a:prstGeom prst="rect">
            <a:avLst/>
          </a:prstGeom>
        </p:spPr>
        <p:txBody>
          <a:bodyPr vert="horz" lIns="92322" tIns="46162" rIns="92322" bIns="46162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20" cy="481727"/>
          </a:xfrm>
          <a:prstGeom prst="rect">
            <a:avLst/>
          </a:prstGeom>
        </p:spPr>
        <p:txBody>
          <a:bodyPr vert="horz" lIns="92322" tIns="46162" rIns="92322" bIns="46162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22" tIns="46162" rIns="92322" bIns="4616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1"/>
          </a:xfrm>
          <a:prstGeom prst="rect">
            <a:avLst/>
          </a:prstGeom>
        </p:spPr>
        <p:txBody>
          <a:bodyPr vert="horz" lIns="92322" tIns="46162" rIns="92322" bIns="461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9"/>
            <a:ext cx="3169920" cy="481726"/>
          </a:xfrm>
          <a:prstGeom prst="rect">
            <a:avLst/>
          </a:prstGeom>
        </p:spPr>
        <p:txBody>
          <a:bodyPr vert="horz" lIns="92322" tIns="46162" rIns="92322" bIns="46162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9"/>
            <a:ext cx="3169920" cy="481726"/>
          </a:xfrm>
          <a:prstGeom prst="rect">
            <a:avLst/>
          </a:prstGeom>
        </p:spPr>
        <p:txBody>
          <a:bodyPr vert="horz" lIns="92322" tIns="46162" rIns="92322" bIns="46162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0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5008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3833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9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0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3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4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1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9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44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12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11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499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07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396346"/>
            <a:ext cx="9123680" cy="4780617"/>
          </a:xfrm>
        </p:spPr>
        <p:txBody>
          <a:bodyPr>
            <a:normAutofit/>
          </a:bodyPr>
          <a:lstStyle/>
          <a:p>
            <a:r>
              <a:rPr lang="ru-RU" dirty="0"/>
              <a:t>2 орундуу ондуктар – </a:t>
            </a:r>
            <a:r>
              <a:rPr lang="ky-KG" dirty="0"/>
              <a:t>К</a:t>
            </a:r>
            <a:r>
              <a:rPr lang="ru-RU" dirty="0"/>
              <a:t>емитүү – иш барагы А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4000" y="25870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046E70-51E3-E127-E72A-E0C759FFF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3" y="180753"/>
            <a:ext cx="9273134" cy="468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8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FE6450F4-7BD7-09B7-893F-4CB3882F6004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247CCE8-A03E-EC86-A2CD-1AC6F801E4FC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780AD77-BA1C-10EA-D239-47142A433E03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F85C961D-31CC-EED7-FA9C-02F21E886622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A7C711B-5E5D-CF2C-A931-9A719918C12B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671E5634-2DAF-2011-3057-D6415DBAEE61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0.63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A758E984-67DC-F87D-A6FC-42B8D4AB47A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E77199E-C29B-42F5-7BAD-C92161F76403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FBD1AC3-5E6E-1DC6-0422-59D98561F54F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C851E410-ABF5-448B-F667-6E50F4AF860A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D05B804-35FE-A977-4D1D-4394415E0E29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79B2874A-5B07-99C6-1AC2-573A6D97F3F0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2.19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CE924B42-741D-B13B-ECFF-BC49230A67DE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13320A3-C990-62AD-985F-85774E9A5C74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622A101-12E0-0392-1453-64C753A7B868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78AFBEA4-2729-59E1-77AF-37549A5F89B0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1BDD264-94CB-C5F0-879D-1B1BAB2E766F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A51FA4B-841F-05D8-999C-13C56ABFC6E3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F7A90154-329B-35A3-C07B-75EE7B26E544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AF0BAFD-6D4D-CC75-C9E7-F94D28B2A9D2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8018D65-8957-AC04-2185-4FC80C7FF9FC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6924769-6D2A-6446-9E3D-33336506E14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6ACFB44-AED4-3CBF-7C15-3B7AC35CCBE3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D7F9EC1B-4BC8-4F15-8A9A-9772DD685DB9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0.37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F852FC91-2B10-51BB-71A5-FED1B5D9332E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CDD1CBD-DF9B-06E8-44C4-BAB589E872DF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C70D00A-0F08-C7B9-E3BD-27AB1C199BDE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F6C2642B-8976-C08D-7DF2-B3F9525F07BB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E71C6EB-5BBE-0B08-E7A9-4D1F243D7CBD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3B4881F9-DAF8-E065-B6D4-E4159DFFD40B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0.19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1392AA4-798A-EE54-B3AD-F6E8E7C1FD04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7CC0CD3-45A4-2C0C-3AD1-255B9018C6A4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1EF1201-B757-4DFC-87D4-4C75388C4CE9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505F8B3E-76E2-C106-207D-F3F2EA9BA404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4656C1F-D769-F4EA-2470-7F4C833F462A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7F038C2A-70AD-2A8B-A545-F7924E4377CD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2.35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C07F7009-4D38-763D-5736-D237DCF17CD6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6102652-8662-DA6F-91A2-85BCF6D47652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365C014-ACB1-F4E7-EE61-A35BEEE5AC34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CDDDE2C0-271F-D937-1801-5F8EE69BFB83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73DD5CB-AF41-AC11-B6E5-E2C707955611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21E37B3B-16C2-398E-400A-88DFE800C7E1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D4406332-2672-3B38-F089-92BC52AC5DC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7FE5FB92-66CC-24B6-DF55-B34232C1AA6E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13A8569-8F97-1367-0E12-902134920635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25BE9A0B-F467-3560-D585-063B8F45253F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2CB477C-085C-8689-1012-F6655D9840F6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91DC09A5-8E2B-77F1-E775-A7DCE688BE0D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075CCB97-1EF8-5DA7-F7B9-212DE597C567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7057464-4639-19C8-440C-9E0E109B793F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C4A933C6-BB7E-E5E5-B50F-E7CDA316F721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23E51570-4046-1A70-DAC0-F71F598FF1BE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4EEC879-55A5-8312-5EDA-CD9070AC179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4BDE90D4-33D5-A2F6-6CE0-47D9F8A889AC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31F59CD8-AB23-451E-9AE0-8BCD13AA613F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A6DF624-0923-2CA6-C984-7C33E0FF1EE0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0F52615E-575E-5685-E9B5-8808FB177AFB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EA8A7B6-6094-43AE-E9EF-C2411996F7F8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06798B1-8D11-F2B2-D17D-C62E0AD881D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F2C63A2F-6D2E-CAB9-5BB9-08132D6A1B5C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7A68CA2-6071-414E-60E7-ED0A6C54410F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18C8CCE1-EC20-3D34-92AF-9A15D85CD99D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2.47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CBFF4B36-485D-E847-186D-2660C10AC92D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3832D8C-DE58-9300-4298-655FBE5C2AFC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860A448E-62F0-FF78-14F7-D0D182C2EB06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1C8739E-C77A-F7C3-E774-23833C315287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988E666-1621-FA58-5419-E5B3880BFEFC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9FBE4102-1F1B-656E-E31D-1500CD387D70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2232E89-E510-03D6-7ACA-19F9A6C4842A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4F129174-CFFC-3E86-EACC-951751703091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0.96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EBC117E1-AD41-1627-858B-10E40CEA2BCF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191BD60-FC78-1B10-EA7F-AB473243CAF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E157296-519E-71A8-AED4-F29B0C2D787E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ABFD69B-F887-7D03-B2B2-830AC4FA75B4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BC785C1-66F6-A1B0-97A8-B68B3C2591AF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77436F10-E715-FFB3-3AC3-F5C12A6FE35A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53E4654-DD87-84A6-27E2-37A2CD152EE0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39F5F106-F621-8E35-DE95-F63581B51C44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2.54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72CF9DCE-5763-6656-161F-5CF9AD0D9B0A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AA78CB6-B622-45DE-C26C-EE637BFE2B7C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F30142D2-5FD9-DF26-6DBD-A0B1AA5051EC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BA592C5-0EED-E336-4E54-50A7FE867540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AED2012-23DB-280A-2409-AE9B8E9AF01D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47CA6317-DF4C-5FD4-ADB0-442C2415A305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F5A8ECA-64C8-F6A6-386E-B2DF720FD9BA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BBF53A91-237B-C814-0EEB-D7EE95A8DC4C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0.2</a:t>
            </a:r>
          </a:p>
        </p:txBody>
      </p:sp>
    </p:spTree>
    <p:extLst>
      <p:ext uri="{BB962C8B-B14F-4D97-AF65-F5344CB8AC3E}">
        <p14:creationId xmlns:p14="http://schemas.microsoft.com/office/powerpoint/2010/main" val="298970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1E195-6D81-B992-AF55-E8D368C7F80A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90A397-59AE-F31A-A8F6-8BB335B70A51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66757-80D0-A2F6-F82A-91B2C6CBEB8B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2E80F-F162-6E52-C2B1-6DBE821585D6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98CC1-A80A-E5F4-1BED-5EB6C017A9B5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0.43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C0EF8-34B2-36FF-731E-8E64A6A139DE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49A6D4-701D-83A0-16FD-3457EEB11B78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0.63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2EC0A-7345-7F3D-8186-2498BDA0165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85E6F-23B5-F97D-2763-4A8DCD5FD5D5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5A205-4AE2-9960-782C-E3EB61BF8F0A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5C82C6-9B9B-327A-6380-D70656DDAB58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2.12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055E3-1434-44A6-583C-F38918CA0291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45338-06EA-39C6-E4EB-3A1B4D6F51E8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8FFDF5-6FFD-2AC7-3452-F5C6A505E044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B2ED0-E792-37AB-A885-73C1774FE846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17F5A-2DC3-F1E0-4377-4BD7FA5C7544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339B2C-31A9-C75D-5E23-FE13453D2393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3DF43-A919-8F6D-859A-BA908E87EE8D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0827E4-1626-0E65-56F9-26E413270F54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E44540-005C-F686-5595-AF0E000C970C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AE3B10-2ABA-A491-0CAE-93E450DB3BBC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5FE5C-43E2-B557-C6BC-A55FAFCDDA85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A3FD88-5EA1-38F0-F711-12A2A0AA39F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0.07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D0649-9232-D080-E6B3-0CB6A37257F0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0378A7-DB73-C92F-2013-025C2D906FDB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0.37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2F20F-EB4A-568E-C6E6-F489EDEB39A6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62AE6-1625-C686-191B-F56F9F980572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E30EC8-04F0-9E62-4CAF-6683B318B573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52C175-95F1-3516-66D8-F2186F27CC31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694134-3BE1-2B3E-D420-B4E2BACA12D6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8B7D21-16CF-97E5-C06D-8CE91076E618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0.19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2FC1D7-FDDD-CF29-A18C-8DC79E86D670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78AC4-1CC1-DB50-62FE-7C462807B32D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4BEA3-EDD1-4967-5AA6-2ECF5B0D6012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F66518D-FC2D-2F9B-B554-CE928013CF82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1.75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A3C881-9EB6-4806-755D-FE743FAF3212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E9A05A-2F5C-5AC6-BE7F-10FB5F174589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2.35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F679D7-F052-9222-F190-439629117D35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52968-EC8B-7458-1CF8-D51BDCCB19A7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C52D81-D4A8-CDF0-2847-9047CAE64729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8D2A38B-EB32-6A87-C6E3-39E6B580517A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5.29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C0427A-451E-E2A6-0332-F3F858758F7F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AE9B4B5-45CE-F8D2-BFE2-CC7530F58F69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639C3A1-E661-02A4-2BF8-D3FA6A46D7A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059A8B-8C14-D586-79AC-A0BA3F5BAD02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9AAA5-2E41-4BC1-DC52-FEF8ADE8722A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F3A0100-F5F3-DB49-5285-945B0AF2DBF3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088CA-88C2-3FB2-FC87-704905376217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D10AB0-D2CE-A542-7FE3-827D8F513809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DA51265-8DA5-4EB5-3463-DFA4B0D847D2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6E08E1-99BE-7498-F34A-B2BF40FE988C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DEBC3F-2CA9-4554-4A46-A7F6DBC666A9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99435CC-A5EA-03D9-7FE8-22FB1FEEF593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FA46D5-14C0-DCDA-3508-65E9C6D2D35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E7E0613-82B5-F422-B342-F0E1BE515456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BA88450-2954-2326-839C-682880BC1BD1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FB8E69-EC6E-E3B2-61F4-680975BA04FA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2E2E0A4-BA76-D3E2-2A48-49817CA35457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333EDB-8DE9-7F9E-66EB-EB65FC5309D9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3F0B8B-D18E-03A0-EEC0-7DD023DD092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78251A1-A59D-B09B-BF91-B271B11FF839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66AA05-4BF8-52E4-DABE-29D1023E3877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1AD50FD-CBE3-D088-ADA9-E129E659B73A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2.47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D4EB028-CF8B-22A0-0133-DE06AECFF862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74D4BF-8375-8B2F-7428-57CE69839F05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4BCFF3-34AD-7E38-4945-3183FFEF6302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29AFC-CC2A-1E6D-F2A2-BB192B0103E6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80637D-2AAA-7FD8-D316-1514688B7752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D4734AE-4453-B8A3-63C6-96FB188710C4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D1ADC4-C795-7E4D-7B70-BE1F337BE285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A0B3DDE-FDAA-4CDD-F3D9-4C95A1265BA2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0.96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EB7435D-9E09-A085-2865-2A8D6933AFB1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72E497-C380-0BAF-6A40-E46ADF718ED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D07C686-33FD-2A47-E429-3E27A46B54B9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6C5B7D-AC66-701A-62C9-F0618D90421A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EFC12C-FD3F-564D-6BC3-090351281F79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2BD0055-7AA3-4B41-E969-E27B65705FF1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F98DD7-8630-FF2E-C501-5249B71BB1E9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576598A-A3F1-9940-0A30-3981CC7DA202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2.54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2E01363-92A0-5E07-029B-EEBD74BCD9DC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7737D4-5522-DF41-39D9-AAF0299D3EDB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19AA539-FD79-F00E-0EBF-94186702D2C9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4D2460-0A9F-11F0-5C0E-D33CAA4DCDA1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EBFE0B-BDEE-8908-E2C8-902D1857EEBE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7223702-0D6C-EB8D-13E0-8571E87E4EE9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9CB262-713C-54C1-CAE1-72783E162B9B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697F05F-AC21-2F15-6FE5-A1DB0ED33C4F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0.2</a:t>
            </a:r>
          </a:p>
        </p:txBody>
      </p:sp>
    </p:spTree>
    <p:extLst>
      <p:ext uri="{BB962C8B-B14F-4D97-AF65-F5344CB8AC3E}">
        <p14:creationId xmlns:p14="http://schemas.microsoft.com/office/powerpoint/2010/main" val="440198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1E195-6D81-B992-AF55-E8D368C7F80A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90A397-59AE-F31A-A8F6-8BB335B70A51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66757-80D0-A2F6-F82A-91B2C6CBEB8B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2E80F-F162-6E52-C2B1-6DBE821585D6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98CC1-A80A-E5F4-1BED-5EB6C017A9B5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0.43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C0EF8-34B2-36FF-731E-8E64A6A139DE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49A6D4-701D-83A0-16FD-3457EEB11B78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0.63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2EC0A-7345-7F3D-8186-2498BDA0165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85E6F-23B5-F97D-2763-4A8DCD5FD5D5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5A205-4AE2-9960-782C-E3EB61BF8F0A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5C82C6-9B9B-327A-6380-D70656DDAB58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2.12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055E3-1434-44A6-583C-F38918CA0291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45338-06EA-39C6-E4EB-3A1B4D6F51E8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8FFDF5-6FFD-2AC7-3452-F5C6A505E044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B2ED0-E792-37AB-A885-73C1774FE846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17F5A-2DC3-F1E0-4377-4BD7FA5C7544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339B2C-31A9-C75D-5E23-FE13453D2393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3DF43-A919-8F6D-859A-BA908E87EE8D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0827E4-1626-0E65-56F9-26E413270F54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E44540-005C-F686-5595-AF0E000C970C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AE3B10-2ABA-A491-0CAE-93E450DB3BBC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5FE5C-43E2-B557-C6BC-A55FAFCDDA85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A3FD88-5EA1-38F0-F711-12A2A0AA39F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0.07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D0649-9232-D080-E6B3-0CB6A37257F0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0378A7-DB73-C92F-2013-025C2D906FDB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0.37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2F20F-EB4A-568E-C6E6-F489EDEB39A6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62AE6-1625-C686-191B-F56F9F980572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E30EC8-04F0-9E62-4CAF-6683B318B573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52C175-95F1-3516-66D8-F2186F27CC31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694134-3BE1-2B3E-D420-B4E2BACA12D6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8B7D21-16CF-97E5-C06D-8CE91076E618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0.19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2FC1D7-FDDD-CF29-A18C-8DC79E86D670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78AC4-1CC1-DB50-62FE-7C462807B32D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4BEA3-EDD1-4967-5AA6-2ECF5B0D6012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F66518D-FC2D-2F9B-B554-CE928013CF82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1.75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A3C881-9EB6-4806-755D-FE743FAF3212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E9A05A-2F5C-5AC6-BE7F-10FB5F174589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2.35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F679D7-F052-9222-F190-439629117D35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52968-EC8B-7458-1CF8-D51BDCCB19A7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C52D81-D4A8-CDF0-2847-9047CAE64729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8D2A38B-EB32-6A87-C6E3-39E6B580517A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5.29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C0427A-451E-E2A6-0332-F3F858758F7F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AE9B4B5-45CE-F8D2-BFE2-CC7530F58F69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639C3A1-E661-02A4-2BF8-D3FA6A46D7A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059A8B-8C14-D586-79AC-A0BA3F5BAD02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9AAA5-2E41-4BC1-DC52-FEF8ADE8722A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F3A0100-F5F3-DB49-5285-945B0AF2DBF3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1.99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088CA-88C2-3FB2-FC87-704905376217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D10AB0-D2CE-A542-7FE3-827D8F513809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DA51265-8DA5-4EB5-3463-DFA4B0D847D2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6E08E1-99BE-7498-F34A-B2BF40FE988C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DEBC3F-2CA9-4554-4A46-A7F6DBC666A9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99435CC-A5EA-03D9-7FE8-22FB1FEEF593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FA46D5-14C0-DCDA-3508-65E9C6D2D35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E7E0613-82B5-F422-B342-F0E1BE515456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BA88450-2954-2326-839C-682880BC1BD1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FB8E69-EC6E-E3B2-61F4-680975BA04FA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2E2E0A4-BA76-D3E2-2A48-49817CA35457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333EDB-8DE9-7F9E-66EB-EB65FC5309D9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3F0B8B-D18E-03A0-EEC0-7DD023DD092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78251A1-A59D-B09B-BF91-B271B11FF839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2.09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66AA05-4BF8-52E4-DABE-29D1023E3877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1AD50FD-CBE3-D088-ADA9-E129E659B73A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2.47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D4EB028-CF8B-22A0-0133-DE06AECFF862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74D4BF-8375-8B2F-7428-57CE69839F05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4BCFF3-34AD-7E38-4945-3183FFEF6302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29AFC-CC2A-1E6D-F2A2-BB192B0103E6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80637D-2AAA-7FD8-D316-1514688B7752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D4734AE-4453-B8A3-63C6-96FB188710C4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0.53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D1ADC4-C795-7E4D-7B70-BE1F337BE285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A0B3DDE-FDAA-4CDD-F3D9-4C95A1265BA2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0.96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EB7435D-9E09-A085-2865-2A8D6933AFB1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72E497-C380-0BAF-6A40-E46ADF718ED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D07C686-33FD-2A47-E429-3E27A46B54B9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6C5B7D-AC66-701A-62C9-F0618D90421A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EFC12C-FD3F-564D-6BC3-090351281F79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2BD0055-7AA3-4B41-E969-E27B65705FF1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3.15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F98DD7-8630-FF2E-C501-5249B71BB1E9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576598A-A3F1-9940-0A30-3981CC7DA202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2.54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2E01363-92A0-5E07-029B-EEBD74BCD9DC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7737D4-5522-DF41-39D9-AAF0299D3EDB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19AA539-FD79-F00E-0EBF-94186702D2C9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4D2460-0A9F-11F0-5C0E-D33CAA4DCDA1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EBFE0B-BDEE-8908-E2C8-902D1857EEBE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7223702-0D6C-EB8D-13E0-8571E87E4EE9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0.11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9CB262-713C-54C1-CAE1-72783E162B9B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697F05F-AC21-2F15-6FE5-A1DB0ED33C4F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0.2</a:t>
            </a:r>
          </a:p>
        </p:txBody>
      </p:sp>
    </p:spTree>
    <p:extLst>
      <p:ext uri="{BB962C8B-B14F-4D97-AF65-F5344CB8AC3E}">
        <p14:creationId xmlns:p14="http://schemas.microsoft.com/office/powerpoint/2010/main" val="138023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FBE95-CBF9-AA47-A30C-DFC1370F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22125" cy="672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DC4EC4-7C61-9D39-8DE5-A41637D40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11757" cy="672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1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E209D-D172-19FC-241B-DEE562F22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19821" y="2924819"/>
            <a:ext cx="3068470" cy="4797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DAD308-6C40-4826-08B3-9E1D64CF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36998" y="-499345"/>
            <a:ext cx="3434114" cy="4797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A11E74-5CF9-34BB-7A61-B73C6791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06992" y="3014102"/>
            <a:ext cx="3068470" cy="4619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34A77F-E8C8-B715-B9E9-0C92F9901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724168" y="-410063"/>
            <a:ext cx="3434114" cy="461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3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365760"/>
            <a:ext cx="9429569" cy="6350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10736</TotalTime>
  <Words>500</Words>
  <Application>Microsoft Office PowerPoint</Application>
  <PresentationFormat>A4 Paper (210x297 mm)</PresentationFormat>
  <Paragraphs>259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Bauhaus 93</vt:lpstr>
      <vt:lpstr>Calibri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549</cp:revision>
  <cp:lastPrinted>2024-05-18T07:46:21Z</cp:lastPrinted>
  <dcterms:created xsi:type="dcterms:W3CDTF">2017-01-17T16:57:04Z</dcterms:created>
  <dcterms:modified xsi:type="dcterms:W3CDTF">2024-05-18T07:46:54Z</dcterms:modified>
</cp:coreProperties>
</file>