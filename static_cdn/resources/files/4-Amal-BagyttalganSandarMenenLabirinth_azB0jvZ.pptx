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3"/>
  </p:notesMasterIdLst>
  <p:sldIdLst>
    <p:sldId id="973" r:id="rId2"/>
    <p:sldId id="832" r:id="rId3"/>
    <p:sldId id="969" r:id="rId4"/>
    <p:sldId id="966" r:id="rId5"/>
    <p:sldId id="967" r:id="rId6"/>
    <p:sldId id="974" r:id="rId7"/>
    <p:sldId id="971" r:id="rId8"/>
    <p:sldId id="972" r:id="rId9"/>
    <p:sldId id="943" r:id="rId10"/>
    <p:sldId id="956" r:id="rId11"/>
    <p:sldId id="938" r:id="rId12"/>
  </p:sldIdLst>
  <p:sldSz cx="9906000" cy="6858000" type="A4"/>
  <p:notesSz cx="6889750" cy="10021888"/>
  <p:embeddedFontLst>
    <p:embeddedFont>
      <p:font typeface="Honeydripper" panose="020B0604020202020204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62270EE-B84B-4E8F-822C-2643A266228F}">
          <p14:sldIdLst>
            <p14:sldId id="973"/>
            <p14:sldId id="832"/>
            <p14:sldId id="969"/>
            <p14:sldId id="966"/>
            <p14:sldId id="967"/>
            <p14:sldId id="974"/>
            <p14:sldId id="971"/>
            <p14:sldId id="972"/>
            <p14:sldId id="943"/>
            <p14:sldId id="956"/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E202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38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032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7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8" y="0"/>
            <a:ext cx="2985558" cy="502835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21/08/2024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0" tIns="46150" rIns="92300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6" y="4823036"/>
            <a:ext cx="5511800" cy="3946118"/>
          </a:xfrm>
          <a:prstGeom prst="rect">
            <a:avLst/>
          </a:prstGeom>
        </p:spPr>
        <p:txBody>
          <a:bodyPr vert="horz" lIns="92300" tIns="46150" rIns="92300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8" y="9519058"/>
            <a:ext cx="2985558" cy="502834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use for students to make their own worksheets for peers.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86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E80D56F-7085-C22A-76E5-942A69884C9F}"/>
              </a:ext>
            </a:extLst>
          </p:cNvPr>
          <p:cNvSpPr txBox="1">
            <a:spLocks/>
          </p:cNvSpPr>
          <p:nvPr/>
        </p:nvSpPr>
        <p:spPr>
          <a:xfrm>
            <a:off x="0" y="1703705"/>
            <a:ext cx="10515600" cy="435133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78226">
              <a:defRPr/>
            </a:pPr>
            <a:r>
              <a:rPr lang="ru-RU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4 - Амал</a:t>
            </a:r>
            <a:r>
              <a:rPr lang="en-GB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Багытталган сандар – Туура же Ката лабиринт </a:t>
            </a:r>
          </a:p>
          <a:p>
            <a:pPr defTabSz="478226">
              <a:defRPr/>
            </a:pPr>
            <a:endParaRPr lang="ru-RU" sz="2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«Баштадан" "Аягына " чейинки жолду табышы керек,</a:t>
            </a:r>
          </a:p>
          <a:p>
            <a:pPr marL="0" indent="0" defTabSz="478226">
              <a:buNone/>
              <a:defRPr/>
            </a:pPr>
            <a:r>
              <a:rPr lang="ru-RU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жооп </a:t>
            </a:r>
            <a:r>
              <a:rPr lang="ru-RU" sz="36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туура</a:t>
            </a:r>
            <a:r>
              <a:rPr lang="ru-RU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болгон бөлмөлөр аркылуу гана өтөт.</a:t>
            </a:r>
          </a:p>
          <a:p>
            <a:pPr defTabSz="478226">
              <a:defRPr/>
            </a:pPr>
            <a:endParaRPr lang="ru-RU" sz="2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дубалдын ачык жерден гана өтө алышат.</a:t>
            </a:r>
          </a:p>
          <a:p>
            <a:pPr defTabSz="478226">
              <a:defRPr/>
            </a:pPr>
            <a:endParaRPr lang="ru-RU" sz="2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Иш барагы 3 өлчөмдө.</a:t>
            </a:r>
          </a:p>
          <a:p>
            <a:pPr defTabSz="478226">
              <a:defRPr/>
            </a:pPr>
            <a:endParaRPr lang="ru-RU" sz="2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Окуучарда үчүн "Өзүң</a:t>
            </a:r>
            <a:r>
              <a:rPr lang="en-US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жаса" кошулган.</a:t>
            </a:r>
            <a:endParaRPr lang="en-GB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D653A3E-0063-91E9-035B-F3A9DD1267D8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64327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384B28-3FE5-4D24-8703-BBD52390FBAB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EA651A-79CF-40BC-9B76-5D7451BEAEEE}"/>
              </a:ext>
            </a:extLst>
          </p:cNvPr>
          <p:cNvSpPr/>
          <p:nvPr/>
        </p:nvSpPr>
        <p:spPr>
          <a:xfrm>
            <a:off x="1773447" y="4694967"/>
            <a:ext cx="6372065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6000" dirty="0">
                <a:ln w="28575">
                  <a:noFill/>
                </a:ln>
                <a:solidFill>
                  <a:srgbClr val="FFE202"/>
                </a:solidFill>
                <a:effectLst>
                  <a:reflection blurRad="6350" stA="60000" endA="900" endPos="60000" dist="60007" dir="5400000" sy="-100000" algn="bl" rotWithShape="0"/>
                </a:effectLst>
              </a:rPr>
              <a:t>Амалдар тартиби</a:t>
            </a:r>
            <a:endParaRPr lang="en-GB" sz="6000" dirty="0">
              <a:ln w="28575">
                <a:noFill/>
              </a:ln>
              <a:solidFill>
                <a:srgbClr val="FFE202"/>
              </a:solidFill>
              <a:effectLst>
                <a:reflection blurRad="6350" stA="60000" endA="900" endPos="60000" dist="60007" dir="5400000" sy="-100000" algn="bl" rotWithShape="0"/>
              </a:effectLst>
            </a:endParaRPr>
          </a:p>
          <a:p>
            <a:pPr algn="ctr"/>
            <a:r>
              <a:rPr lang="ru-RU" sz="6000" dirty="0">
                <a:ln w="28575">
                  <a:noFill/>
                </a:ln>
                <a:solidFill>
                  <a:srgbClr val="FFE202"/>
                </a:solidFill>
                <a:effectLst>
                  <a:reflection blurRad="6350" stA="60000" endA="900" endPos="60000" dist="60007" dir="5400000" sy="-100000" algn="bl" rotWithShape="0"/>
                </a:effectLst>
              </a:rPr>
              <a:t>Терс сандар менен</a:t>
            </a:r>
            <a:endParaRPr lang="en-GB" sz="4800" dirty="0">
              <a:ln w="28575">
                <a:noFill/>
              </a:ln>
              <a:solidFill>
                <a:srgbClr val="FFE202"/>
              </a:solidFill>
              <a:effectLst>
                <a:reflection blurRad="6350" stA="60000" endA="900" endPos="60000" dist="60007" dir="5400000" sy="-100000" algn="bl" rotWithShape="0"/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B4F35D-016B-C180-365F-5A66328341D3}"/>
              </a:ext>
            </a:extLst>
          </p:cNvPr>
          <p:cNvSpPr/>
          <p:nvPr/>
        </p:nvSpPr>
        <p:spPr>
          <a:xfrm>
            <a:off x="695465" y="224041"/>
            <a:ext cx="4645887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Туура</a:t>
            </a:r>
            <a:r>
              <a:rPr lang="ru-RU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жана</a:t>
            </a:r>
          </a:p>
          <a:p>
            <a:pPr algn="ctr"/>
            <a:r>
              <a:rPr lang="ru-RU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ката </a:t>
            </a:r>
            <a:r>
              <a:rPr lang="ru-RU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лабиринт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11" name="Graphic 10" descr="Run outline">
            <a:extLst>
              <a:ext uri="{FF2B5EF4-FFF2-40B4-BE49-F238E27FC236}">
                <a16:creationId xmlns:a16="http://schemas.microsoft.com/office/drawing/2014/main" id="{03547A41-AD60-AFFA-4584-AC7678B12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1472" y="1145280"/>
            <a:ext cx="3733800" cy="3733800"/>
          </a:xfrm>
          <a:prstGeom prst="rect">
            <a:avLst/>
          </a:prstGeom>
        </p:spPr>
      </p:pic>
      <p:pic>
        <p:nvPicPr>
          <p:cNvPr id="13" name="Graphic 12" descr="Door Open outline">
            <a:extLst>
              <a:ext uri="{FF2B5EF4-FFF2-40B4-BE49-F238E27FC236}">
                <a16:creationId xmlns:a16="http://schemas.microsoft.com/office/drawing/2014/main" id="{45A6A4BF-3114-EAAA-24FC-6A461FEBA3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18912" y="1031840"/>
            <a:ext cx="2531934" cy="253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73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FC43E7D-1CBD-4E9B-8C75-AAC2168FB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965707"/>
              </p:ext>
            </p:extLst>
          </p:nvPr>
        </p:nvGraphicFramePr>
        <p:xfrm>
          <a:off x="17585" y="35169"/>
          <a:ext cx="9864966" cy="6838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161">
                  <a:extLst>
                    <a:ext uri="{9D8B030D-6E8A-4147-A177-3AD203B41FA5}">
                      <a16:colId xmlns:a16="http://schemas.microsoft.com/office/drawing/2014/main" val="921319168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289437675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2374239729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88559290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18176085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484771037"/>
                    </a:ext>
                  </a:extLst>
                </a:gridCol>
              </a:tblGrid>
              <a:tr h="436795">
                <a:tc gridSpan="6">
                  <a:txBody>
                    <a:bodyPr/>
                    <a:lstStyle/>
                    <a:p>
                      <a:pPr algn="l"/>
                      <a:r>
                        <a:rPr lang="ru-RU" sz="28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</a:t>
                      </a:r>
                      <a:r>
                        <a:rPr lang="ru-RU" sz="2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БАШТА</a:t>
                      </a:r>
                      <a:r>
                        <a:rPr lang="ru-RU" sz="28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GB" sz="4000" b="0" dirty="0">
                        <a:solidFill>
                          <a:srgbClr val="FF0000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063453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</a:t>
                      </a:r>
                      <a:r>
                        <a:rPr lang="en-GB" sz="1600" b="0" dirty="0"/>
                        <a:t>2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4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2 +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7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(−</a:t>
                      </a:r>
                      <a:r>
                        <a:rPr lang="en-GB" sz="1600" b="0" dirty="0"/>
                        <a:t>3)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10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(−2</a:t>
                      </a:r>
                      <a:r>
                        <a:rPr lang="en-GB" sz="1600" b="0" dirty="0"/>
                        <a:t>0)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8 ×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361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−1</a:t>
                      </a:r>
                      <a:r>
                        <a:rPr lang="en-GB" sz="1600" b="0" dirty="0"/>
                        <a:t>0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7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− 15</a:t>
                      </a:r>
                      <a:r>
                        <a:rPr lang="en-GB" sz="1600" b="0" dirty="0"/>
                        <a:t> ÷ 3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−4)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−8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8 − (7 + −2) ÷ 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(10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6)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6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(−</a:t>
                      </a:r>
                      <a:r>
                        <a:rPr lang="en-GB" sz="1600" b="0" dirty="0"/>
                        <a:t>5) × 3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−24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(5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13)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92964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en-GB" sz="1600" b="0" dirty="0"/>
                        <a:t>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8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(9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3) ÷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5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2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(5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−1))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6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−5</a:t>
                      </a:r>
                      <a:r>
                        <a:rPr lang="en-GB" sz="1600" b="0" dirty="0"/>
                        <a:t> × 0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6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2 × (2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2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1 × 4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407115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−</a:t>
                      </a:r>
                      <a:r>
                        <a:rPr lang="en-GB" sz="1600" b="0" dirty="0"/>
                        <a:t>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16)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(9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−6</a:t>
                      </a:r>
                      <a:r>
                        <a:rPr lang="en-GB" sz="1600" b="0" dirty="0"/>
                        <a:t>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9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1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 (−</a:t>
                      </a:r>
                      <a:r>
                        <a:rPr lang="en-GB" sz="1600" b="0" dirty="0"/>
                        <a:t>9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0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 </a:t>
                      </a:r>
                      <a:r>
                        <a:rPr lang="en-GB" sz="1600" b="0" dirty="0"/>
                        <a:t>6 ÷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</a:t>
                      </a:r>
                      <a:r>
                        <a:rPr lang="en-GB" sz="1600" b="0" dirty="0"/>
                        <a:t>5)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</a:t>
                      </a:r>
                      <a:r>
                        <a:rPr lang="en-GB" sz="1600" b="0" dirty="0"/>
                        <a:t>12 ÷ 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−10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−7 − (4 + −7) ÷ 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024678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+ 2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12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−6 ÷ −3 + 2 × (−4)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3 − (1 + −9) ÷ 8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8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(−</a:t>
                      </a:r>
                      <a:r>
                        <a:rPr lang="en-GB" sz="1600" b="0" dirty="0"/>
                        <a:t>4) × 5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3 × (4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</a:t>
                      </a:r>
                      <a:r>
                        <a:rPr lang="en-GB" sz="1600" b="0" dirty="0"/>
                        <a:t>4)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397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3 −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−6) ÷ 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2 −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−16) ÷ 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 + 50 ÷ −5 ÷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8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en-GB" sz="1600" b="0" dirty="0"/>
                        <a:t> (1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1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3)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10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(−</a:t>
                      </a:r>
                      <a:r>
                        <a:rPr lang="en-GB" sz="1600" b="0" dirty="0"/>
                        <a:t>9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3))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−7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 × 3 − (−20) ÷ 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91413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−8 + 4 ÷ (−2) ÷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9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3 × (2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11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5 − −(7 + −6 ÷ −2)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 + −3 − (−15 ÷ 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</a:t>
                      </a:r>
                      <a:r>
                        <a:rPr lang="en-GB" sz="1600" b="0" dirty="0"/>
                        <a:t>×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−(7 + −9 ÷ 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−40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 + −(4 + −32 ÷ −4)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734302"/>
                  </a:ext>
                </a:extLst>
              </a:tr>
              <a:tr h="436795">
                <a:tc gridSpan="6">
                  <a:txBody>
                    <a:bodyPr/>
                    <a:lstStyle/>
                    <a:p>
                      <a:pPr algn="ctr"/>
                      <a:r>
                        <a:rPr lang="ru-RU" sz="2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                            </a:t>
                      </a:r>
                      <a:r>
                        <a:rPr lang="ru-RU" sz="3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АЯГЫ</a:t>
                      </a:r>
                      <a:endParaRPr lang="en-GB" sz="36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346283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E9BEC-32D8-491C-AFFE-B8720063D161}"/>
              </a:ext>
            </a:extLst>
          </p:cNvPr>
          <p:cNvSpPr/>
          <p:nvPr/>
        </p:nvSpPr>
        <p:spPr>
          <a:xfrm>
            <a:off x="3518027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E538A8-CF27-4727-AB19-D444A3B3FECF}"/>
              </a:ext>
            </a:extLst>
          </p:cNvPr>
          <p:cNvSpPr/>
          <p:nvPr/>
        </p:nvSpPr>
        <p:spPr>
          <a:xfrm>
            <a:off x="5554091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E26AAF-C199-437B-A3AF-830EDBAE4F31}"/>
              </a:ext>
            </a:extLst>
          </p:cNvPr>
          <p:cNvSpPr/>
          <p:nvPr/>
        </p:nvSpPr>
        <p:spPr>
          <a:xfrm>
            <a:off x="71512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166D3-9B19-47CB-895B-95FA22210D3F}"/>
              </a:ext>
            </a:extLst>
          </p:cNvPr>
          <p:cNvSpPr/>
          <p:nvPr/>
        </p:nvSpPr>
        <p:spPr>
          <a:xfrm>
            <a:off x="888860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AB2BD-63E1-411B-923E-43AF3DB76B52}"/>
              </a:ext>
            </a:extLst>
          </p:cNvPr>
          <p:cNvSpPr/>
          <p:nvPr/>
        </p:nvSpPr>
        <p:spPr>
          <a:xfrm>
            <a:off x="85025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301B7E-BDCB-47D6-B9BE-F5D989D16C73}"/>
              </a:ext>
            </a:extLst>
          </p:cNvPr>
          <p:cNvSpPr/>
          <p:nvPr/>
        </p:nvSpPr>
        <p:spPr>
          <a:xfrm>
            <a:off x="69023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08B75-1AC5-472F-B881-96209C6BB21E}"/>
              </a:ext>
            </a:extLst>
          </p:cNvPr>
          <p:cNvSpPr/>
          <p:nvPr/>
        </p:nvSpPr>
        <p:spPr>
          <a:xfrm>
            <a:off x="53097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0E5CE5-CCB2-485E-8373-DAE911162F0B}"/>
              </a:ext>
            </a:extLst>
          </p:cNvPr>
          <p:cNvSpPr/>
          <p:nvPr/>
        </p:nvSpPr>
        <p:spPr>
          <a:xfrm>
            <a:off x="40143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4903E6-DB48-466D-A84D-16F458AB537D}"/>
              </a:ext>
            </a:extLst>
          </p:cNvPr>
          <p:cNvSpPr/>
          <p:nvPr/>
        </p:nvSpPr>
        <p:spPr>
          <a:xfrm>
            <a:off x="5167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D499C-8DAE-480C-A99D-B951602457F1}"/>
              </a:ext>
            </a:extLst>
          </p:cNvPr>
          <p:cNvSpPr/>
          <p:nvPr/>
        </p:nvSpPr>
        <p:spPr>
          <a:xfrm>
            <a:off x="21550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9954F1-A909-4286-9178-CB1E8087EFB3}"/>
              </a:ext>
            </a:extLst>
          </p:cNvPr>
          <p:cNvSpPr/>
          <p:nvPr/>
        </p:nvSpPr>
        <p:spPr>
          <a:xfrm>
            <a:off x="357238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E723D-C813-4BC6-9DC8-41E61E32D239}"/>
              </a:ext>
            </a:extLst>
          </p:cNvPr>
          <p:cNvSpPr/>
          <p:nvPr/>
        </p:nvSpPr>
        <p:spPr>
          <a:xfrm>
            <a:off x="56374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F91D3-A48E-46AF-8835-7FD265695982}"/>
              </a:ext>
            </a:extLst>
          </p:cNvPr>
          <p:cNvSpPr/>
          <p:nvPr/>
        </p:nvSpPr>
        <p:spPr>
          <a:xfrm>
            <a:off x="713854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32437-B8C4-47BA-9EE5-FD1E7AA0A717}"/>
              </a:ext>
            </a:extLst>
          </p:cNvPr>
          <p:cNvSpPr/>
          <p:nvPr/>
        </p:nvSpPr>
        <p:spPr>
          <a:xfrm>
            <a:off x="89902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3C277-2DFA-4AA3-A052-4DADC20FEBA3}"/>
              </a:ext>
            </a:extLst>
          </p:cNvPr>
          <p:cNvSpPr/>
          <p:nvPr/>
        </p:nvSpPr>
        <p:spPr>
          <a:xfrm>
            <a:off x="8738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BC214F-5B14-4311-8364-36AB327F9ED1}"/>
              </a:ext>
            </a:extLst>
          </p:cNvPr>
          <p:cNvSpPr/>
          <p:nvPr/>
        </p:nvSpPr>
        <p:spPr>
          <a:xfrm>
            <a:off x="72833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7F6DC2-9A04-49E2-85FD-082E7F47DCF3}"/>
              </a:ext>
            </a:extLst>
          </p:cNvPr>
          <p:cNvSpPr/>
          <p:nvPr/>
        </p:nvSpPr>
        <p:spPr>
          <a:xfrm>
            <a:off x="537070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37E4C-CE8E-4482-A2AD-5367D90C1EC9}"/>
              </a:ext>
            </a:extLst>
          </p:cNvPr>
          <p:cNvSpPr/>
          <p:nvPr/>
        </p:nvSpPr>
        <p:spPr>
          <a:xfrm>
            <a:off x="39305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06331F-45F0-4EEE-9A41-E1662AD41A4C}"/>
              </a:ext>
            </a:extLst>
          </p:cNvPr>
          <p:cNvSpPr/>
          <p:nvPr/>
        </p:nvSpPr>
        <p:spPr>
          <a:xfrm>
            <a:off x="220078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AAC2A7-6CCB-4519-BE97-8041CF413B4D}"/>
              </a:ext>
            </a:extLst>
          </p:cNvPr>
          <p:cNvSpPr/>
          <p:nvPr/>
        </p:nvSpPr>
        <p:spPr>
          <a:xfrm>
            <a:off x="356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6AA839-A22E-4807-896C-EB3F0A5264D4}"/>
              </a:ext>
            </a:extLst>
          </p:cNvPr>
          <p:cNvSpPr/>
          <p:nvPr/>
        </p:nvSpPr>
        <p:spPr>
          <a:xfrm>
            <a:off x="3567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03241F-FD2C-4CDC-B622-8A5054433D3F}"/>
              </a:ext>
            </a:extLst>
          </p:cNvPr>
          <p:cNvSpPr/>
          <p:nvPr/>
        </p:nvSpPr>
        <p:spPr>
          <a:xfrm>
            <a:off x="194932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67D568-4986-45B1-B81D-C93FEC7DFD0B}"/>
              </a:ext>
            </a:extLst>
          </p:cNvPr>
          <p:cNvSpPr/>
          <p:nvPr/>
        </p:nvSpPr>
        <p:spPr>
          <a:xfrm>
            <a:off x="361048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EB3AB6-A275-41F7-84F1-C2588EED3AA3}"/>
              </a:ext>
            </a:extLst>
          </p:cNvPr>
          <p:cNvSpPr/>
          <p:nvPr/>
        </p:nvSpPr>
        <p:spPr>
          <a:xfrm>
            <a:off x="562216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C1F025-D5E3-4617-B272-89227E49F89F}"/>
              </a:ext>
            </a:extLst>
          </p:cNvPr>
          <p:cNvSpPr/>
          <p:nvPr/>
        </p:nvSpPr>
        <p:spPr>
          <a:xfrm>
            <a:off x="693280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BC94A5-47BC-4426-A22B-C07ED9F26120}"/>
              </a:ext>
            </a:extLst>
          </p:cNvPr>
          <p:cNvSpPr/>
          <p:nvPr/>
        </p:nvSpPr>
        <p:spPr>
          <a:xfrm>
            <a:off x="90816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02D3CD-12CA-4ED9-9E84-2325C94C3390}"/>
              </a:ext>
            </a:extLst>
          </p:cNvPr>
          <p:cNvSpPr/>
          <p:nvPr/>
        </p:nvSpPr>
        <p:spPr>
          <a:xfrm>
            <a:off x="90816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4E861B-67D4-48A8-9B29-E43B4DDB92AF}"/>
              </a:ext>
            </a:extLst>
          </p:cNvPr>
          <p:cNvSpPr/>
          <p:nvPr/>
        </p:nvSpPr>
        <p:spPr>
          <a:xfrm>
            <a:off x="74052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B8EA9C-D746-49AB-962F-D578E28A4F9D}"/>
              </a:ext>
            </a:extLst>
          </p:cNvPr>
          <p:cNvSpPr/>
          <p:nvPr/>
        </p:nvSpPr>
        <p:spPr>
          <a:xfrm>
            <a:off x="543166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E089CA-60CB-45C9-884D-A40E3AEAF185}"/>
              </a:ext>
            </a:extLst>
          </p:cNvPr>
          <p:cNvSpPr/>
          <p:nvPr/>
        </p:nvSpPr>
        <p:spPr>
          <a:xfrm>
            <a:off x="429628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45D7E2-086A-4492-9FBF-0C378B8D3269}"/>
              </a:ext>
            </a:extLst>
          </p:cNvPr>
          <p:cNvSpPr/>
          <p:nvPr/>
        </p:nvSpPr>
        <p:spPr>
          <a:xfrm>
            <a:off x="194170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5F8704-653C-400E-AB0C-98BA2770274E}"/>
              </a:ext>
            </a:extLst>
          </p:cNvPr>
          <p:cNvSpPr/>
          <p:nvPr/>
        </p:nvSpPr>
        <p:spPr>
          <a:xfrm>
            <a:off x="80632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4C93C9-5FED-4509-B55B-53CBFB1829F9}"/>
              </a:ext>
            </a:extLst>
          </p:cNvPr>
          <p:cNvSpPr/>
          <p:nvPr/>
        </p:nvSpPr>
        <p:spPr>
          <a:xfrm>
            <a:off x="55225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6E0EC7-2D51-4B5F-92D2-9CD7588773D3}"/>
              </a:ext>
            </a:extLst>
          </p:cNvPr>
          <p:cNvSpPr/>
          <p:nvPr/>
        </p:nvSpPr>
        <p:spPr>
          <a:xfrm>
            <a:off x="23200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F293E7-2C1E-432E-A1CD-7B55E02DF103}"/>
              </a:ext>
            </a:extLst>
          </p:cNvPr>
          <p:cNvSpPr/>
          <p:nvPr/>
        </p:nvSpPr>
        <p:spPr>
          <a:xfrm>
            <a:off x="36916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502BB1-05F6-4C25-AA7A-F1DDD1023925}"/>
              </a:ext>
            </a:extLst>
          </p:cNvPr>
          <p:cNvSpPr/>
          <p:nvPr/>
        </p:nvSpPr>
        <p:spPr>
          <a:xfrm>
            <a:off x="56805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4277FE-AF6A-4C7A-9D85-C9E9FC7709B6}"/>
              </a:ext>
            </a:extLst>
          </p:cNvPr>
          <p:cNvSpPr/>
          <p:nvPr/>
        </p:nvSpPr>
        <p:spPr>
          <a:xfrm>
            <a:off x="69301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369FE7-A945-4CDC-A1A0-86DF5A6A6489}"/>
              </a:ext>
            </a:extLst>
          </p:cNvPr>
          <p:cNvSpPr/>
          <p:nvPr/>
        </p:nvSpPr>
        <p:spPr>
          <a:xfrm>
            <a:off x="85761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BC9B363-96EF-40C2-9684-F141F8CB5B29}"/>
              </a:ext>
            </a:extLst>
          </p:cNvPr>
          <p:cNvSpPr/>
          <p:nvPr/>
        </p:nvSpPr>
        <p:spPr>
          <a:xfrm>
            <a:off x="85761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5FD5F5-E438-45D0-9168-C3B6B6F29CD4}"/>
              </a:ext>
            </a:extLst>
          </p:cNvPr>
          <p:cNvSpPr/>
          <p:nvPr/>
        </p:nvSpPr>
        <p:spPr>
          <a:xfrm>
            <a:off x="69149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085562-E610-453D-A882-9EA42F767471}"/>
              </a:ext>
            </a:extLst>
          </p:cNvPr>
          <p:cNvSpPr/>
          <p:nvPr/>
        </p:nvSpPr>
        <p:spPr>
          <a:xfrm>
            <a:off x="528427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0A08C0-2885-4BD4-A288-AEE230A105AA}"/>
              </a:ext>
            </a:extLst>
          </p:cNvPr>
          <p:cNvSpPr/>
          <p:nvPr/>
        </p:nvSpPr>
        <p:spPr>
          <a:xfrm>
            <a:off x="40955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A19852-CC2D-44B5-B1A0-EE61A8BB48C9}"/>
              </a:ext>
            </a:extLst>
          </p:cNvPr>
          <p:cNvSpPr/>
          <p:nvPr/>
        </p:nvSpPr>
        <p:spPr>
          <a:xfrm>
            <a:off x="199243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E61F8B-D12C-4646-B78D-E32602532DB9}"/>
              </a:ext>
            </a:extLst>
          </p:cNvPr>
          <p:cNvSpPr/>
          <p:nvPr/>
        </p:nvSpPr>
        <p:spPr>
          <a:xfrm>
            <a:off x="3084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EC7B7D-18BC-4885-B8B2-8983B2BC56A3}"/>
              </a:ext>
            </a:extLst>
          </p:cNvPr>
          <p:cNvSpPr/>
          <p:nvPr/>
        </p:nvSpPr>
        <p:spPr>
          <a:xfrm>
            <a:off x="2286635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C8E18-13DC-4804-8334-46F13100549D}"/>
              </a:ext>
            </a:extLst>
          </p:cNvPr>
          <p:cNvSpPr/>
          <p:nvPr/>
        </p:nvSpPr>
        <p:spPr>
          <a:xfrm>
            <a:off x="7504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1E0503-E1FD-4A0A-974C-95D428581721}"/>
              </a:ext>
            </a:extLst>
          </p:cNvPr>
          <p:cNvSpPr/>
          <p:nvPr/>
        </p:nvSpPr>
        <p:spPr>
          <a:xfrm>
            <a:off x="193408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9FCE9-366E-4DDF-8F36-42BCB37F821B}"/>
              </a:ext>
            </a:extLst>
          </p:cNvPr>
          <p:cNvSpPr/>
          <p:nvPr/>
        </p:nvSpPr>
        <p:spPr>
          <a:xfrm>
            <a:off x="2424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97C7E28-4AA8-440E-AF46-34B5C09BFF26}"/>
              </a:ext>
            </a:extLst>
          </p:cNvPr>
          <p:cNvSpPr/>
          <p:nvPr/>
        </p:nvSpPr>
        <p:spPr>
          <a:xfrm rot="16200000">
            <a:off x="1504303" y="246406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15CA3E-556C-48B2-A8E4-2101997CBA93}"/>
              </a:ext>
            </a:extLst>
          </p:cNvPr>
          <p:cNvSpPr/>
          <p:nvPr/>
        </p:nvSpPr>
        <p:spPr>
          <a:xfrm rot="16200000">
            <a:off x="1504303" y="15953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E904C90-9591-4476-B8AD-F7CEB434F214}"/>
              </a:ext>
            </a:extLst>
          </p:cNvPr>
          <p:cNvSpPr/>
          <p:nvPr/>
        </p:nvSpPr>
        <p:spPr>
          <a:xfrm rot="16200000">
            <a:off x="1504303" y="87910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0B8692-6882-42ED-A2F4-9E0627FE85E6}"/>
              </a:ext>
            </a:extLst>
          </p:cNvPr>
          <p:cNvSpPr/>
          <p:nvPr/>
        </p:nvSpPr>
        <p:spPr>
          <a:xfrm rot="16200000">
            <a:off x="1504303" y="34150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8BB765-69BA-4445-B3E3-53DFDF02C445}"/>
              </a:ext>
            </a:extLst>
          </p:cNvPr>
          <p:cNvSpPr/>
          <p:nvPr/>
        </p:nvSpPr>
        <p:spPr>
          <a:xfrm rot="16200000">
            <a:off x="150430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939A0BB-4535-4F70-B315-66D458D4B646}"/>
              </a:ext>
            </a:extLst>
          </p:cNvPr>
          <p:cNvSpPr/>
          <p:nvPr/>
        </p:nvSpPr>
        <p:spPr>
          <a:xfrm rot="16200000">
            <a:off x="1504303" y="497561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FB9BBB-79F0-43E6-AD3C-F40DA7033B73}"/>
              </a:ext>
            </a:extLst>
          </p:cNvPr>
          <p:cNvSpPr/>
          <p:nvPr/>
        </p:nvSpPr>
        <p:spPr>
          <a:xfrm rot="16200000">
            <a:off x="1504303" y="588022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66D584-918D-433A-98FF-6AFC3759CD30}"/>
              </a:ext>
            </a:extLst>
          </p:cNvPr>
          <p:cNvSpPr/>
          <p:nvPr/>
        </p:nvSpPr>
        <p:spPr>
          <a:xfrm rot="16200000">
            <a:off x="3138031" y="2649093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2816A8-2B78-4983-BBAA-58896E9C45CA}"/>
              </a:ext>
            </a:extLst>
          </p:cNvPr>
          <p:cNvSpPr/>
          <p:nvPr/>
        </p:nvSpPr>
        <p:spPr>
          <a:xfrm rot="16200000">
            <a:off x="3138031" y="171800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EAC482-2F89-474D-A256-DD4888F9F411}"/>
              </a:ext>
            </a:extLst>
          </p:cNvPr>
          <p:cNvSpPr/>
          <p:nvPr/>
        </p:nvSpPr>
        <p:spPr>
          <a:xfrm rot="16200000">
            <a:off x="3138031" y="78691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3165BC-D86F-4371-8EFE-5F74E31E4C26}"/>
              </a:ext>
            </a:extLst>
          </p:cNvPr>
          <p:cNvSpPr/>
          <p:nvPr/>
        </p:nvSpPr>
        <p:spPr>
          <a:xfrm rot="16200000">
            <a:off x="3138031" y="32832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F6103D-A445-4229-9958-41AEE71AB411}"/>
              </a:ext>
            </a:extLst>
          </p:cNvPr>
          <p:cNvSpPr/>
          <p:nvPr/>
        </p:nvSpPr>
        <p:spPr>
          <a:xfrm rot="16200000">
            <a:off x="3138031" y="425248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71E7F5B-2E18-4EBF-994A-FE5B60CEAD7B}"/>
              </a:ext>
            </a:extLst>
          </p:cNvPr>
          <p:cNvSpPr/>
          <p:nvPr/>
        </p:nvSpPr>
        <p:spPr>
          <a:xfrm rot="16200000">
            <a:off x="3138031" y="513641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BD3B0C0-2179-468B-95D1-AD8744D80D9E}"/>
              </a:ext>
            </a:extLst>
          </p:cNvPr>
          <p:cNvSpPr/>
          <p:nvPr/>
        </p:nvSpPr>
        <p:spPr>
          <a:xfrm rot="16200000">
            <a:off x="3138031" y="585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6640C12-AE8E-431A-8D27-8A8D2DC587B1}"/>
              </a:ext>
            </a:extLst>
          </p:cNvPr>
          <p:cNvSpPr/>
          <p:nvPr/>
        </p:nvSpPr>
        <p:spPr>
          <a:xfrm rot="16200000">
            <a:off x="4796143" y="251230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D8FA28E-298F-4EBC-913A-2319321E6219}"/>
              </a:ext>
            </a:extLst>
          </p:cNvPr>
          <p:cNvSpPr/>
          <p:nvPr/>
        </p:nvSpPr>
        <p:spPr>
          <a:xfrm rot="16200000">
            <a:off x="4796143" y="168912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0ECD2DE-4B2D-4D70-A5FF-46283D268AB5}"/>
              </a:ext>
            </a:extLst>
          </p:cNvPr>
          <p:cNvSpPr/>
          <p:nvPr/>
        </p:nvSpPr>
        <p:spPr>
          <a:xfrm rot="16200000">
            <a:off x="4796143" y="9659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4C8583-77DA-4653-B4B0-A5C8AEE1933B}"/>
              </a:ext>
            </a:extLst>
          </p:cNvPr>
          <p:cNvSpPr/>
          <p:nvPr/>
        </p:nvSpPr>
        <p:spPr>
          <a:xfrm rot="16200000">
            <a:off x="4796143" y="330200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559A06-E61D-4300-A3F5-F5DD8528B77E}"/>
              </a:ext>
            </a:extLst>
          </p:cNvPr>
          <p:cNvSpPr/>
          <p:nvPr/>
        </p:nvSpPr>
        <p:spPr>
          <a:xfrm rot="16200000">
            <a:off x="4796143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6E6532-6322-4759-AF24-CCFA4E58CC9E}"/>
              </a:ext>
            </a:extLst>
          </p:cNvPr>
          <p:cNvSpPr/>
          <p:nvPr/>
        </p:nvSpPr>
        <p:spPr>
          <a:xfrm rot="16200000">
            <a:off x="4796143" y="509538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B1A6DA-1E9E-45CB-85AB-B26CF24EE74A}"/>
              </a:ext>
            </a:extLst>
          </p:cNvPr>
          <p:cNvSpPr/>
          <p:nvPr/>
        </p:nvSpPr>
        <p:spPr>
          <a:xfrm rot="16200000">
            <a:off x="4796143" y="60422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91F8C3-40A5-41DB-B548-1F4AF95C3E9C}"/>
              </a:ext>
            </a:extLst>
          </p:cNvPr>
          <p:cNvSpPr/>
          <p:nvPr/>
        </p:nvSpPr>
        <p:spPr>
          <a:xfrm rot="16200000">
            <a:off x="6442063" y="2624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AE76D53-DF0B-474C-943F-1ED1373C1352}"/>
              </a:ext>
            </a:extLst>
          </p:cNvPr>
          <p:cNvSpPr/>
          <p:nvPr/>
        </p:nvSpPr>
        <p:spPr>
          <a:xfrm rot="16200000">
            <a:off x="6442063" y="167506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038547-5B80-4B5C-B099-633FD2F99078}"/>
              </a:ext>
            </a:extLst>
          </p:cNvPr>
          <p:cNvSpPr/>
          <p:nvPr/>
        </p:nvSpPr>
        <p:spPr>
          <a:xfrm rot="16200000">
            <a:off x="6442063" y="78355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7DFC210-E290-473C-BAAE-E076E2DE1A26}"/>
              </a:ext>
            </a:extLst>
          </p:cNvPr>
          <p:cNvSpPr/>
          <p:nvPr/>
        </p:nvSpPr>
        <p:spPr>
          <a:xfrm rot="16200000">
            <a:off x="6442063" y="32918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9ADFEC-855C-414C-BC9D-93C8135AC144}"/>
              </a:ext>
            </a:extLst>
          </p:cNvPr>
          <p:cNvSpPr/>
          <p:nvPr/>
        </p:nvSpPr>
        <p:spPr>
          <a:xfrm rot="16200000">
            <a:off x="644206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8F8723-5585-4BED-BEA8-2489748F6669}"/>
              </a:ext>
            </a:extLst>
          </p:cNvPr>
          <p:cNvSpPr/>
          <p:nvPr/>
        </p:nvSpPr>
        <p:spPr>
          <a:xfrm rot="16200000">
            <a:off x="6442063" y="504356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2F9614-9623-41EE-B6A6-32A0F72949E6}"/>
              </a:ext>
            </a:extLst>
          </p:cNvPr>
          <p:cNvSpPr/>
          <p:nvPr/>
        </p:nvSpPr>
        <p:spPr>
          <a:xfrm rot="16200000">
            <a:off x="6442063" y="583463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84F3F33-DFC6-4784-927C-F074861381A5}"/>
              </a:ext>
            </a:extLst>
          </p:cNvPr>
          <p:cNvSpPr/>
          <p:nvPr/>
        </p:nvSpPr>
        <p:spPr>
          <a:xfrm rot="16200000">
            <a:off x="8081887" y="2399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CBCCCC3-93A5-49C1-915B-96498632B7C9}"/>
              </a:ext>
            </a:extLst>
          </p:cNvPr>
          <p:cNvSpPr/>
          <p:nvPr/>
        </p:nvSpPr>
        <p:spPr>
          <a:xfrm rot="16200000">
            <a:off x="8081887" y="175617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931607E-B066-4956-A959-2480AAB5801D}"/>
              </a:ext>
            </a:extLst>
          </p:cNvPr>
          <p:cNvSpPr/>
          <p:nvPr/>
        </p:nvSpPr>
        <p:spPr>
          <a:xfrm rot="16200000">
            <a:off x="8081887" y="91677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E2F300-998A-4AD6-8DD1-4D98C79AB772}"/>
              </a:ext>
            </a:extLst>
          </p:cNvPr>
          <p:cNvSpPr/>
          <p:nvPr/>
        </p:nvSpPr>
        <p:spPr>
          <a:xfrm rot="16200000">
            <a:off x="8081887" y="34705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46802CD-6FA8-4AB7-90FD-1381CE1D9AD2}"/>
              </a:ext>
            </a:extLst>
          </p:cNvPr>
          <p:cNvSpPr/>
          <p:nvPr/>
        </p:nvSpPr>
        <p:spPr>
          <a:xfrm rot="16200000">
            <a:off x="8081887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4F80A5-3306-4C83-B3D2-159F9695EF80}"/>
              </a:ext>
            </a:extLst>
          </p:cNvPr>
          <p:cNvSpPr/>
          <p:nvPr/>
        </p:nvSpPr>
        <p:spPr>
          <a:xfrm rot="16200000">
            <a:off x="8081887" y="515465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C96D055-7406-4185-ADA3-B1C2920AB0A5}"/>
              </a:ext>
            </a:extLst>
          </p:cNvPr>
          <p:cNvSpPr/>
          <p:nvPr/>
        </p:nvSpPr>
        <p:spPr>
          <a:xfrm rot="16200000">
            <a:off x="8081887" y="578408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C6EF5-1D93-72A7-4AB6-406A6ED4C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470" y="18482"/>
            <a:ext cx="475646" cy="44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797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FC43E7D-1CBD-4E9B-8C75-AAC2168FB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013792"/>
              </p:ext>
            </p:extLst>
          </p:nvPr>
        </p:nvGraphicFramePr>
        <p:xfrm>
          <a:off x="17585" y="35169"/>
          <a:ext cx="9864966" cy="6787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161">
                  <a:extLst>
                    <a:ext uri="{9D8B030D-6E8A-4147-A177-3AD203B41FA5}">
                      <a16:colId xmlns:a16="http://schemas.microsoft.com/office/drawing/2014/main" val="921319168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289437675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2374239729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88559290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18176085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484771037"/>
                    </a:ext>
                  </a:extLst>
                </a:gridCol>
              </a:tblGrid>
              <a:tr h="436795">
                <a:tc gridSpan="6">
                  <a:txBody>
                    <a:bodyPr/>
                    <a:lstStyle/>
                    <a:p>
                      <a:pPr algn="ctr"/>
                      <a:r>
                        <a:rPr lang="ru-RU" sz="2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БАШТА</a:t>
                      </a:r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063453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</a:t>
                      </a:r>
                      <a:r>
                        <a:rPr lang="en-GB" sz="1600" b="0" dirty="0"/>
                        <a:t>2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4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2 +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7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(−</a:t>
                      </a:r>
                      <a:r>
                        <a:rPr lang="en-GB" sz="1600" b="0" dirty="0"/>
                        <a:t>3)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10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(−2</a:t>
                      </a:r>
                      <a:r>
                        <a:rPr lang="en-GB" sz="1600" b="0" dirty="0"/>
                        <a:t>0)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8 ×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361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−1</a:t>
                      </a:r>
                      <a:r>
                        <a:rPr lang="en-GB" sz="1600" b="0" dirty="0"/>
                        <a:t>0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7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− 15</a:t>
                      </a:r>
                      <a:r>
                        <a:rPr lang="en-GB" sz="1600" b="0" dirty="0"/>
                        <a:t> ÷ 3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−4)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−8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8 − (7 + −2) ÷ 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(10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6)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6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(−</a:t>
                      </a:r>
                      <a:r>
                        <a:rPr lang="en-GB" sz="1600" b="0" dirty="0"/>
                        <a:t>5) × 3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−24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(5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13)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92964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en-GB" sz="1600" b="0" dirty="0"/>
                        <a:t>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8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(9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3) ÷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5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2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(5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−1))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6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−5</a:t>
                      </a:r>
                      <a:r>
                        <a:rPr lang="en-GB" sz="1600" b="0" dirty="0"/>
                        <a:t> × 0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6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2 × (2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2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1 × 4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407115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−</a:t>
                      </a:r>
                      <a:r>
                        <a:rPr lang="en-GB" sz="1600" b="0" dirty="0"/>
                        <a:t>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16)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(9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−6</a:t>
                      </a:r>
                      <a:r>
                        <a:rPr lang="en-GB" sz="1600" b="0" dirty="0"/>
                        <a:t>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9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1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 (−</a:t>
                      </a:r>
                      <a:r>
                        <a:rPr lang="en-GB" sz="1600" b="0" dirty="0"/>
                        <a:t>9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0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 </a:t>
                      </a:r>
                      <a:r>
                        <a:rPr lang="en-GB" sz="1600" b="0" dirty="0"/>
                        <a:t>6 ÷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</a:t>
                      </a:r>
                      <a:r>
                        <a:rPr lang="en-GB" sz="1600" b="0" dirty="0"/>
                        <a:t>5)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</a:t>
                      </a:r>
                      <a:r>
                        <a:rPr lang="en-GB" sz="1600" b="0" dirty="0"/>
                        <a:t>12 ÷ 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−10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−7 − (4 + −7) ÷ 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024678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+ 2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12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−6 ÷ −3 + 2 × (−4)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3 − (1 + −9) ÷ 8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8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(−</a:t>
                      </a:r>
                      <a:r>
                        <a:rPr lang="en-GB" sz="1600" b="0" dirty="0"/>
                        <a:t>4) × 5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3 × (4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</a:t>
                      </a:r>
                      <a:r>
                        <a:rPr lang="en-GB" sz="1600" b="0" dirty="0"/>
                        <a:t>4)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397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3 −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−6) ÷ 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2 −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−16) ÷ 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 + 50 ÷ −5 ÷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8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en-GB" sz="1600" b="0" dirty="0"/>
                        <a:t> (1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1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3)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10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(−</a:t>
                      </a:r>
                      <a:r>
                        <a:rPr lang="en-GB" sz="1600" b="0" dirty="0"/>
                        <a:t>9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3))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−7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 × 3 − (−20) ÷ 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91413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−8 + 4 ÷ (−2) ÷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9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3 × (2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11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5 − −(7 + −6 ÷ −2)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 + −3 − (−15 ÷ 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</a:t>
                      </a:r>
                      <a:r>
                        <a:rPr lang="en-GB" sz="1600" b="0" dirty="0"/>
                        <a:t>×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−(7 + −9 ÷ 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−40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 + −(4 + −32 ÷ −4)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734302"/>
                  </a:ext>
                </a:extLst>
              </a:tr>
              <a:tr h="436795">
                <a:tc gridSpan="6">
                  <a:txBody>
                    <a:bodyPr/>
                    <a:lstStyle/>
                    <a:p>
                      <a:pPr algn="ctr"/>
                      <a:r>
                        <a:rPr lang="ru-RU" sz="2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            АЯГЫ</a:t>
                      </a:r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346283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E9BEC-32D8-491C-AFFE-B8720063D161}"/>
              </a:ext>
            </a:extLst>
          </p:cNvPr>
          <p:cNvSpPr/>
          <p:nvPr/>
        </p:nvSpPr>
        <p:spPr>
          <a:xfrm>
            <a:off x="3518027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E538A8-CF27-4727-AB19-D444A3B3FECF}"/>
              </a:ext>
            </a:extLst>
          </p:cNvPr>
          <p:cNvSpPr/>
          <p:nvPr/>
        </p:nvSpPr>
        <p:spPr>
          <a:xfrm>
            <a:off x="5554091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E26AAF-C199-437B-A3AF-830EDBAE4F31}"/>
              </a:ext>
            </a:extLst>
          </p:cNvPr>
          <p:cNvSpPr/>
          <p:nvPr/>
        </p:nvSpPr>
        <p:spPr>
          <a:xfrm>
            <a:off x="71512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166D3-9B19-47CB-895B-95FA22210D3F}"/>
              </a:ext>
            </a:extLst>
          </p:cNvPr>
          <p:cNvSpPr/>
          <p:nvPr/>
        </p:nvSpPr>
        <p:spPr>
          <a:xfrm>
            <a:off x="888860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AB2BD-63E1-411B-923E-43AF3DB76B52}"/>
              </a:ext>
            </a:extLst>
          </p:cNvPr>
          <p:cNvSpPr/>
          <p:nvPr/>
        </p:nvSpPr>
        <p:spPr>
          <a:xfrm>
            <a:off x="85025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301B7E-BDCB-47D6-B9BE-F5D989D16C73}"/>
              </a:ext>
            </a:extLst>
          </p:cNvPr>
          <p:cNvSpPr/>
          <p:nvPr/>
        </p:nvSpPr>
        <p:spPr>
          <a:xfrm>
            <a:off x="69023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08B75-1AC5-472F-B881-96209C6BB21E}"/>
              </a:ext>
            </a:extLst>
          </p:cNvPr>
          <p:cNvSpPr/>
          <p:nvPr/>
        </p:nvSpPr>
        <p:spPr>
          <a:xfrm>
            <a:off x="53097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0E5CE5-CCB2-485E-8373-DAE911162F0B}"/>
              </a:ext>
            </a:extLst>
          </p:cNvPr>
          <p:cNvSpPr/>
          <p:nvPr/>
        </p:nvSpPr>
        <p:spPr>
          <a:xfrm>
            <a:off x="40143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4903E6-DB48-466D-A84D-16F458AB537D}"/>
              </a:ext>
            </a:extLst>
          </p:cNvPr>
          <p:cNvSpPr/>
          <p:nvPr/>
        </p:nvSpPr>
        <p:spPr>
          <a:xfrm>
            <a:off x="5167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D499C-8DAE-480C-A99D-B951602457F1}"/>
              </a:ext>
            </a:extLst>
          </p:cNvPr>
          <p:cNvSpPr/>
          <p:nvPr/>
        </p:nvSpPr>
        <p:spPr>
          <a:xfrm>
            <a:off x="21550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9954F1-A909-4286-9178-CB1E8087EFB3}"/>
              </a:ext>
            </a:extLst>
          </p:cNvPr>
          <p:cNvSpPr/>
          <p:nvPr/>
        </p:nvSpPr>
        <p:spPr>
          <a:xfrm>
            <a:off x="357238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E723D-C813-4BC6-9DC8-41E61E32D239}"/>
              </a:ext>
            </a:extLst>
          </p:cNvPr>
          <p:cNvSpPr/>
          <p:nvPr/>
        </p:nvSpPr>
        <p:spPr>
          <a:xfrm>
            <a:off x="56374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F91D3-A48E-46AF-8835-7FD265695982}"/>
              </a:ext>
            </a:extLst>
          </p:cNvPr>
          <p:cNvSpPr/>
          <p:nvPr/>
        </p:nvSpPr>
        <p:spPr>
          <a:xfrm>
            <a:off x="713854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32437-B8C4-47BA-9EE5-FD1E7AA0A717}"/>
              </a:ext>
            </a:extLst>
          </p:cNvPr>
          <p:cNvSpPr/>
          <p:nvPr/>
        </p:nvSpPr>
        <p:spPr>
          <a:xfrm>
            <a:off x="89902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3C277-2DFA-4AA3-A052-4DADC20FEBA3}"/>
              </a:ext>
            </a:extLst>
          </p:cNvPr>
          <p:cNvSpPr/>
          <p:nvPr/>
        </p:nvSpPr>
        <p:spPr>
          <a:xfrm>
            <a:off x="8738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BC214F-5B14-4311-8364-36AB327F9ED1}"/>
              </a:ext>
            </a:extLst>
          </p:cNvPr>
          <p:cNvSpPr/>
          <p:nvPr/>
        </p:nvSpPr>
        <p:spPr>
          <a:xfrm>
            <a:off x="72833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7F6DC2-9A04-49E2-85FD-082E7F47DCF3}"/>
              </a:ext>
            </a:extLst>
          </p:cNvPr>
          <p:cNvSpPr/>
          <p:nvPr/>
        </p:nvSpPr>
        <p:spPr>
          <a:xfrm>
            <a:off x="537070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37E4C-CE8E-4482-A2AD-5367D90C1EC9}"/>
              </a:ext>
            </a:extLst>
          </p:cNvPr>
          <p:cNvSpPr/>
          <p:nvPr/>
        </p:nvSpPr>
        <p:spPr>
          <a:xfrm>
            <a:off x="39305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06331F-45F0-4EEE-9A41-E1662AD41A4C}"/>
              </a:ext>
            </a:extLst>
          </p:cNvPr>
          <p:cNvSpPr/>
          <p:nvPr/>
        </p:nvSpPr>
        <p:spPr>
          <a:xfrm>
            <a:off x="220078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AAC2A7-6CCB-4519-BE97-8041CF413B4D}"/>
              </a:ext>
            </a:extLst>
          </p:cNvPr>
          <p:cNvSpPr/>
          <p:nvPr/>
        </p:nvSpPr>
        <p:spPr>
          <a:xfrm>
            <a:off x="356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6AA839-A22E-4807-896C-EB3F0A5264D4}"/>
              </a:ext>
            </a:extLst>
          </p:cNvPr>
          <p:cNvSpPr/>
          <p:nvPr/>
        </p:nvSpPr>
        <p:spPr>
          <a:xfrm>
            <a:off x="3567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03241F-FD2C-4CDC-B622-8A5054433D3F}"/>
              </a:ext>
            </a:extLst>
          </p:cNvPr>
          <p:cNvSpPr/>
          <p:nvPr/>
        </p:nvSpPr>
        <p:spPr>
          <a:xfrm>
            <a:off x="194932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67D568-4986-45B1-B81D-C93FEC7DFD0B}"/>
              </a:ext>
            </a:extLst>
          </p:cNvPr>
          <p:cNvSpPr/>
          <p:nvPr/>
        </p:nvSpPr>
        <p:spPr>
          <a:xfrm>
            <a:off x="361048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EB3AB6-A275-41F7-84F1-C2588EED3AA3}"/>
              </a:ext>
            </a:extLst>
          </p:cNvPr>
          <p:cNvSpPr/>
          <p:nvPr/>
        </p:nvSpPr>
        <p:spPr>
          <a:xfrm>
            <a:off x="562216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C1F025-D5E3-4617-B272-89227E49F89F}"/>
              </a:ext>
            </a:extLst>
          </p:cNvPr>
          <p:cNvSpPr/>
          <p:nvPr/>
        </p:nvSpPr>
        <p:spPr>
          <a:xfrm>
            <a:off x="693280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BC94A5-47BC-4426-A22B-C07ED9F26120}"/>
              </a:ext>
            </a:extLst>
          </p:cNvPr>
          <p:cNvSpPr/>
          <p:nvPr/>
        </p:nvSpPr>
        <p:spPr>
          <a:xfrm>
            <a:off x="90816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02D3CD-12CA-4ED9-9E84-2325C94C3390}"/>
              </a:ext>
            </a:extLst>
          </p:cNvPr>
          <p:cNvSpPr/>
          <p:nvPr/>
        </p:nvSpPr>
        <p:spPr>
          <a:xfrm>
            <a:off x="90816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4E861B-67D4-48A8-9B29-E43B4DDB92AF}"/>
              </a:ext>
            </a:extLst>
          </p:cNvPr>
          <p:cNvSpPr/>
          <p:nvPr/>
        </p:nvSpPr>
        <p:spPr>
          <a:xfrm>
            <a:off x="74052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B8EA9C-D746-49AB-962F-D578E28A4F9D}"/>
              </a:ext>
            </a:extLst>
          </p:cNvPr>
          <p:cNvSpPr/>
          <p:nvPr/>
        </p:nvSpPr>
        <p:spPr>
          <a:xfrm>
            <a:off x="543166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E089CA-60CB-45C9-884D-A40E3AEAF185}"/>
              </a:ext>
            </a:extLst>
          </p:cNvPr>
          <p:cNvSpPr/>
          <p:nvPr/>
        </p:nvSpPr>
        <p:spPr>
          <a:xfrm>
            <a:off x="429628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45D7E2-086A-4492-9FBF-0C378B8D3269}"/>
              </a:ext>
            </a:extLst>
          </p:cNvPr>
          <p:cNvSpPr/>
          <p:nvPr/>
        </p:nvSpPr>
        <p:spPr>
          <a:xfrm>
            <a:off x="194170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5F8704-653C-400E-AB0C-98BA2770274E}"/>
              </a:ext>
            </a:extLst>
          </p:cNvPr>
          <p:cNvSpPr/>
          <p:nvPr/>
        </p:nvSpPr>
        <p:spPr>
          <a:xfrm>
            <a:off x="80632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4C93C9-5FED-4509-B55B-53CBFB1829F9}"/>
              </a:ext>
            </a:extLst>
          </p:cNvPr>
          <p:cNvSpPr/>
          <p:nvPr/>
        </p:nvSpPr>
        <p:spPr>
          <a:xfrm>
            <a:off x="55225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6E0EC7-2D51-4B5F-92D2-9CD7588773D3}"/>
              </a:ext>
            </a:extLst>
          </p:cNvPr>
          <p:cNvSpPr/>
          <p:nvPr/>
        </p:nvSpPr>
        <p:spPr>
          <a:xfrm>
            <a:off x="23200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F293E7-2C1E-432E-A1CD-7B55E02DF103}"/>
              </a:ext>
            </a:extLst>
          </p:cNvPr>
          <p:cNvSpPr/>
          <p:nvPr/>
        </p:nvSpPr>
        <p:spPr>
          <a:xfrm>
            <a:off x="36916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502BB1-05F6-4C25-AA7A-F1DDD1023925}"/>
              </a:ext>
            </a:extLst>
          </p:cNvPr>
          <p:cNvSpPr/>
          <p:nvPr/>
        </p:nvSpPr>
        <p:spPr>
          <a:xfrm>
            <a:off x="56805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4277FE-AF6A-4C7A-9D85-C9E9FC7709B6}"/>
              </a:ext>
            </a:extLst>
          </p:cNvPr>
          <p:cNvSpPr/>
          <p:nvPr/>
        </p:nvSpPr>
        <p:spPr>
          <a:xfrm>
            <a:off x="69301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369FE7-A945-4CDC-A1A0-86DF5A6A6489}"/>
              </a:ext>
            </a:extLst>
          </p:cNvPr>
          <p:cNvSpPr/>
          <p:nvPr/>
        </p:nvSpPr>
        <p:spPr>
          <a:xfrm>
            <a:off x="85761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BC9B363-96EF-40C2-9684-F141F8CB5B29}"/>
              </a:ext>
            </a:extLst>
          </p:cNvPr>
          <p:cNvSpPr/>
          <p:nvPr/>
        </p:nvSpPr>
        <p:spPr>
          <a:xfrm>
            <a:off x="85761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5FD5F5-E438-45D0-9168-C3B6B6F29CD4}"/>
              </a:ext>
            </a:extLst>
          </p:cNvPr>
          <p:cNvSpPr/>
          <p:nvPr/>
        </p:nvSpPr>
        <p:spPr>
          <a:xfrm>
            <a:off x="69149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085562-E610-453D-A882-9EA42F767471}"/>
              </a:ext>
            </a:extLst>
          </p:cNvPr>
          <p:cNvSpPr/>
          <p:nvPr/>
        </p:nvSpPr>
        <p:spPr>
          <a:xfrm>
            <a:off x="528427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0A08C0-2885-4BD4-A288-AEE230A105AA}"/>
              </a:ext>
            </a:extLst>
          </p:cNvPr>
          <p:cNvSpPr/>
          <p:nvPr/>
        </p:nvSpPr>
        <p:spPr>
          <a:xfrm>
            <a:off x="40955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A19852-CC2D-44B5-B1A0-EE61A8BB48C9}"/>
              </a:ext>
            </a:extLst>
          </p:cNvPr>
          <p:cNvSpPr/>
          <p:nvPr/>
        </p:nvSpPr>
        <p:spPr>
          <a:xfrm>
            <a:off x="199243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E61F8B-D12C-4646-B78D-E32602532DB9}"/>
              </a:ext>
            </a:extLst>
          </p:cNvPr>
          <p:cNvSpPr/>
          <p:nvPr/>
        </p:nvSpPr>
        <p:spPr>
          <a:xfrm>
            <a:off x="3084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EC7B7D-18BC-4885-B8B2-8983B2BC56A3}"/>
              </a:ext>
            </a:extLst>
          </p:cNvPr>
          <p:cNvSpPr/>
          <p:nvPr/>
        </p:nvSpPr>
        <p:spPr>
          <a:xfrm>
            <a:off x="2286635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C8E18-13DC-4804-8334-46F13100549D}"/>
              </a:ext>
            </a:extLst>
          </p:cNvPr>
          <p:cNvSpPr/>
          <p:nvPr/>
        </p:nvSpPr>
        <p:spPr>
          <a:xfrm>
            <a:off x="7504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1E0503-E1FD-4A0A-974C-95D428581721}"/>
              </a:ext>
            </a:extLst>
          </p:cNvPr>
          <p:cNvSpPr/>
          <p:nvPr/>
        </p:nvSpPr>
        <p:spPr>
          <a:xfrm>
            <a:off x="193408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9FCE9-366E-4DDF-8F36-42BCB37F821B}"/>
              </a:ext>
            </a:extLst>
          </p:cNvPr>
          <p:cNvSpPr/>
          <p:nvPr/>
        </p:nvSpPr>
        <p:spPr>
          <a:xfrm>
            <a:off x="2424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97C7E28-4AA8-440E-AF46-34B5C09BFF26}"/>
              </a:ext>
            </a:extLst>
          </p:cNvPr>
          <p:cNvSpPr/>
          <p:nvPr/>
        </p:nvSpPr>
        <p:spPr>
          <a:xfrm rot="16200000">
            <a:off x="1504303" y="246406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15CA3E-556C-48B2-A8E4-2101997CBA93}"/>
              </a:ext>
            </a:extLst>
          </p:cNvPr>
          <p:cNvSpPr/>
          <p:nvPr/>
        </p:nvSpPr>
        <p:spPr>
          <a:xfrm rot="16200000">
            <a:off x="1504303" y="15953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E904C90-9591-4476-B8AD-F7CEB434F214}"/>
              </a:ext>
            </a:extLst>
          </p:cNvPr>
          <p:cNvSpPr/>
          <p:nvPr/>
        </p:nvSpPr>
        <p:spPr>
          <a:xfrm rot="16200000">
            <a:off x="1504303" y="87910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0B8692-6882-42ED-A2F4-9E0627FE85E6}"/>
              </a:ext>
            </a:extLst>
          </p:cNvPr>
          <p:cNvSpPr/>
          <p:nvPr/>
        </p:nvSpPr>
        <p:spPr>
          <a:xfrm rot="16200000">
            <a:off x="1504303" y="34150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8BB765-69BA-4445-B3E3-53DFDF02C445}"/>
              </a:ext>
            </a:extLst>
          </p:cNvPr>
          <p:cNvSpPr/>
          <p:nvPr/>
        </p:nvSpPr>
        <p:spPr>
          <a:xfrm rot="16200000">
            <a:off x="150430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939A0BB-4535-4F70-B315-66D458D4B646}"/>
              </a:ext>
            </a:extLst>
          </p:cNvPr>
          <p:cNvSpPr/>
          <p:nvPr/>
        </p:nvSpPr>
        <p:spPr>
          <a:xfrm rot="16200000">
            <a:off x="1504303" y="497561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FB9BBB-79F0-43E6-AD3C-F40DA7033B73}"/>
              </a:ext>
            </a:extLst>
          </p:cNvPr>
          <p:cNvSpPr/>
          <p:nvPr/>
        </p:nvSpPr>
        <p:spPr>
          <a:xfrm rot="16200000">
            <a:off x="1504303" y="588022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66D584-918D-433A-98FF-6AFC3759CD30}"/>
              </a:ext>
            </a:extLst>
          </p:cNvPr>
          <p:cNvSpPr/>
          <p:nvPr/>
        </p:nvSpPr>
        <p:spPr>
          <a:xfrm rot="16200000">
            <a:off x="3138031" y="2649093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2816A8-2B78-4983-BBAA-58896E9C45CA}"/>
              </a:ext>
            </a:extLst>
          </p:cNvPr>
          <p:cNvSpPr/>
          <p:nvPr/>
        </p:nvSpPr>
        <p:spPr>
          <a:xfrm rot="16200000">
            <a:off x="3138031" y="171800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EAC482-2F89-474D-A256-DD4888F9F411}"/>
              </a:ext>
            </a:extLst>
          </p:cNvPr>
          <p:cNvSpPr/>
          <p:nvPr/>
        </p:nvSpPr>
        <p:spPr>
          <a:xfrm rot="16200000">
            <a:off x="3138031" y="78691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3165BC-D86F-4371-8EFE-5F74E31E4C26}"/>
              </a:ext>
            </a:extLst>
          </p:cNvPr>
          <p:cNvSpPr/>
          <p:nvPr/>
        </p:nvSpPr>
        <p:spPr>
          <a:xfrm rot="16200000">
            <a:off x="3138031" y="32832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F6103D-A445-4229-9958-41AEE71AB411}"/>
              </a:ext>
            </a:extLst>
          </p:cNvPr>
          <p:cNvSpPr/>
          <p:nvPr/>
        </p:nvSpPr>
        <p:spPr>
          <a:xfrm rot="16200000">
            <a:off x="3138031" y="425248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71E7F5B-2E18-4EBF-994A-FE5B60CEAD7B}"/>
              </a:ext>
            </a:extLst>
          </p:cNvPr>
          <p:cNvSpPr/>
          <p:nvPr/>
        </p:nvSpPr>
        <p:spPr>
          <a:xfrm rot="16200000">
            <a:off x="3138031" y="513641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BD3B0C0-2179-468B-95D1-AD8744D80D9E}"/>
              </a:ext>
            </a:extLst>
          </p:cNvPr>
          <p:cNvSpPr/>
          <p:nvPr/>
        </p:nvSpPr>
        <p:spPr>
          <a:xfrm rot="16200000">
            <a:off x="3138031" y="585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6640C12-AE8E-431A-8D27-8A8D2DC587B1}"/>
              </a:ext>
            </a:extLst>
          </p:cNvPr>
          <p:cNvSpPr/>
          <p:nvPr/>
        </p:nvSpPr>
        <p:spPr>
          <a:xfrm rot="16200000">
            <a:off x="4796143" y="251230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D8FA28E-298F-4EBC-913A-2319321E6219}"/>
              </a:ext>
            </a:extLst>
          </p:cNvPr>
          <p:cNvSpPr/>
          <p:nvPr/>
        </p:nvSpPr>
        <p:spPr>
          <a:xfrm rot="16200000">
            <a:off x="4796143" y="168912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0ECD2DE-4B2D-4D70-A5FF-46283D268AB5}"/>
              </a:ext>
            </a:extLst>
          </p:cNvPr>
          <p:cNvSpPr/>
          <p:nvPr/>
        </p:nvSpPr>
        <p:spPr>
          <a:xfrm rot="16200000">
            <a:off x="4796143" y="9659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4C8583-77DA-4653-B4B0-A5C8AEE1933B}"/>
              </a:ext>
            </a:extLst>
          </p:cNvPr>
          <p:cNvSpPr/>
          <p:nvPr/>
        </p:nvSpPr>
        <p:spPr>
          <a:xfrm rot="16200000">
            <a:off x="4796143" y="330200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559A06-E61D-4300-A3F5-F5DD8528B77E}"/>
              </a:ext>
            </a:extLst>
          </p:cNvPr>
          <p:cNvSpPr/>
          <p:nvPr/>
        </p:nvSpPr>
        <p:spPr>
          <a:xfrm rot="16200000">
            <a:off x="4796143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6E6532-6322-4759-AF24-CCFA4E58CC9E}"/>
              </a:ext>
            </a:extLst>
          </p:cNvPr>
          <p:cNvSpPr/>
          <p:nvPr/>
        </p:nvSpPr>
        <p:spPr>
          <a:xfrm rot="16200000">
            <a:off x="4796143" y="509538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B1A6DA-1E9E-45CB-85AB-B26CF24EE74A}"/>
              </a:ext>
            </a:extLst>
          </p:cNvPr>
          <p:cNvSpPr/>
          <p:nvPr/>
        </p:nvSpPr>
        <p:spPr>
          <a:xfrm rot="16200000">
            <a:off x="4796143" y="60422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91F8C3-40A5-41DB-B548-1F4AF95C3E9C}"/>
              </a:ext>
            </a:extLst>
          </p:cNvPr>
          <p:cNvSpPr/>
          <p:nvPr/>
        </p:nvSpPr>
        <p:spPr>
          <a:xfrm rot="16200000">
            <a:off x="6442063" y="2624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AE76D53-DF0B-474C-943F-1ED1373C1352}"/>
              </a:ext>
            </a:extLst>
          </p:cNvPr>
          <p:cNvSpPr/>
          <p:nvPr/>
        </p:nvSpPr>
        <p:spPr>
          <a:xfrm rot="16200000">
            <a:off x="6442063" y="167506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038547-5B80-4B5C-B099-633FD2F99078}"/>
              </a:ext>
            </a:extLst>
          </p:cNvPr>
          <p:cNvSpPr/>
          <p:nvPr/>
        </p:nvSpPr>
        <p:spPr>
          <a:xfrm rot="16200000">
            <a:off x="6442063" y="78355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7DFC210-E290-473C-BAAE-E076E2DE1A26}"/>
              </a:ext>
            </a:extLst>
          </p:cNvPr>
          <p:cNvSpPr/>
          <p:nvPr/>
        </p:nvSpPr>
        <p:spPr>
          <a:xfrm rot="16200000">
            <a:off x="6442063" y="32918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9ADFEC-855C-414C-BC9D-93C8135AC144}"/>
              </a:ext>
            </a:extLst>
          </p:cNvPr>
          <p:cNvSpPr/>
          <p:nvPr/>
        </p:nvSpPr>
        <p:spPr>
          <a:xfrm rot="16200000">
            <a:off x="644206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8F8723-5585-4BED-BEA8-2489748F6669}"/>
              </a:ext>
            </a:extLst>
          </p:cNvPr>
          <p:cNvSpPr/>
          <p:nvPr/>
        </p:nvSpPr>
        <p:spPr>
          <a:xfrm rot="16200000">
            <a:off x="6442063" y="504356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2F9614-9623-41EE-B6A6-32A0F72949E6}"/>
              </a:ext>
            </a:extLst>
          </p:cNvPr>
          <p:cNvSpPr/>
          <p:nvPr/>
        </p:nvSpPr>
        <p:spPr>
          <a:xfrm rot="16200000">
            <a:off x="6442063" y="583463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84F3F33-DFC6-4784-927C-F074861381A5}"/>
              </a:ext>
            </a:extLst>
          </p:cNvPr>
          <p:cNvSpPr/>
          <p:nvPr/>
        </p:nvSpPr>
        <p:spPr>
          <a:xfrm rot="16200000">
            <a:off x="8081887" y="2399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CBCCCC3-93A5-49C1-915B-96498632B7C9}"/>
              </a:ext>
            </a:extLst>
          </p:cNvPr>
          <p:cNvSpPr/>
          <p:nvPr/>
        </p:nvSpPr>
        <p:spPr>
          <a:xfrm rot="16200000">
            <a:off x="8081887" y="175617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931607E-B066-4956-A959-2480AAB5801D}"/>
              </a:ext>
            </a:extLst>
          </p:cNvPr>
          <p:cNvSpPr/>
          <p:nvPr/>
        </p:nvSpPr>
        <p:spPr>
          <a:xfrm rot="16200000">
            <a:off x="8081887" y="91677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E2F300-998A-4AD6-8DD1-4D98C79AB772}"/>
              </a:ext>
            </a:extLst>
          </p:cNvPr>
          <p:cNvSpPr/>
          <p:nvPr/>
        </p:nvSpPr>
        <p:spPr>
          <a:xfrm rot="16200000">
            <a:off x="8081887" y="34705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46802CD-6FA8-4AB7-90FD-1381CE1D9AD2}"/>
              </a:ext>
            </a:extLst>
          </p:cNvPr>
          <p:cNvSpPr/>
          <p:nvPr/>
        </p:nvSpPr>
        <p:spPr>
          <a:xfrm rot="16200000">
            <a:off x="8081887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4F80A5-3306-4C83-B3D2-159F9695EF80}"/>
              </a:ext>
            </a:extLst>
          </p:cNvPr>
          <p:cNvSpPr/>
          <p:nvPr/>
        </p:nvSpPr>
        <p:spPr>
          <a:xfrm rot="16200000">
            <a:off x="8081887" y="515465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C96D055-7406-4185-ADA3-B1C2920AB0A5}"/>
              </a:ext>
            </a:extLst>
          </p:cNvPr>
          <p:cNvSpPr/>
          <p:nvPr/>
        </p:nvSpPr>
        <p:spPr>
          <a:xfrm rot="16200000">
            <a:off x="8081887" y="578408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B1BEC7-90CE-4D56-2B53-0FF1CAC06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470" y="18482"/>
            <a:ext cx="475646" cy="44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456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FC43E7D-1CBD-4E9B-8C75-AAC2168FBAAF}"/>
              </a:ext>
            </a:extLst>
          </p:cNvPr>
          <p:cNvGraphicFramePr>
            <a:graphicFrameLocks noGrp="1"/>
          </p:cNvGraphicFramePr>
          <p:nvPr/>
        </p:nvGraphicFramePr>
        <p:xfrm>
          <a:off x="17585" y="35169"/>
          <a:ext cx="9864966" cy="6787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161">
                  <a:extLst>
                    <a:ext uri="{9D8B030D-6E8A-4147-A177-3AD203B41FA5}">
                      <a16:colId xmlns:a16="http://schemas.microsoft.com/office/drawing/2014/main" val="921319168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289437675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2374239729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88559290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4181760857"/>
                    </a:ext>
                  </a:extLst>
                </a:gridCol>
                <a:gridCol w="1644161">
                  <a:extLst>
                    <a:ext uri="{9D8B030D-6E8A-4147-A177-3AD203B41FA5}">
                      <a16:colId xmlns:a16="http://schemas.microsoft.com/office/drawing/2014/main" val="1484771037"/>
                    </a:ext>
                  </a:extLst>
                </a:gridCol>
              </a:tblGrid>
              <a:tr h="436795">
                <a:tc gridSpan="6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063453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</a:t>
                      </a:r>
                      <a:r>
                        <a:rPr lang="en-GB" sz="1600" b="0" dirty="0"/>
                        <a:t>2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4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2 +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7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(−</a:t>
                      </a:r>
                      <a:r>
                        <a:rPr lang="en-GB" sz="1600" b="0" dirty="0"/>
                        <a:t>3)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−19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10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(−2</a:t>
                      </a:r>
                      <a:r>
                        <a:rPr lang="en-GB" sz="1600" b="0" dirty="0"/>
                        <a:t>0)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8 ×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361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−1</a:t>
                      </a:r>
                      <a:r>
                        <a:rPr lang="en-GB" sz="1600" b="0" dirty="0"/>
                        <a:t>0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7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− 15</a:t>
                      </a:r>
                      <a:r>
                        <a:rPr lang="en-GB" sz="1600" b="0" dirty="0"/>
                        <a:t> ÷ 3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−4)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−8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8 − (7 + −2) ÷ 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(10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6)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6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(−</a:t>
                      </a:r>
                      <a:r>
                        <a:rPr lang="en-GB" sz="1600" b="0" dirty="0"/>
                        <a:t>5) × 3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−24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(5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13)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92964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en-GB" sz="1600" b="0" dirty="0"/>
                        <a:t>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8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(9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3) ÷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5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2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(5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−1))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6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−5</a:t>
                      </a:r>
                      <a:r>
                        <a:rPr lang="en-GB" sz="1600" b="0" dirty="0"/>
                        <a:t> × 0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6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2 × (2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2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1 × 4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407115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−</a:t>
                      </a:r>
                      <a:r>
                        <a:rPr lang="en-GB" sz="1600" b="0" dirty="0"/>
                        <a:t>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16)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(9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−6</a:t>
                      </a:r>
                      <a:r>
                        <a:rPr lang="en-GB" sz="1600" b="0" dirty="0"/>
                        <a:t>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9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1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 (−</a:t>
                      </a:r>
                      <a:r>
                        <a:rPr lang="en-GB" sz="1600" b="0" dirty="0"/>
                        <a:t>9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0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 </a:t>
                      </a:r>
                      <a:r>
                        <a:rPr lang="en-GB" sz="1600" b="0" dirty="0"/>
                        <a:t>6 ÷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</a:t>
                      </a:r>
                      <a:r>
                        <a:rPr lang="en-GB" sz="1600" b="0" dirty="0"/>
                        <a:t>5)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</a:t>
                      </a:r>
                      <a:r>
                        <a:rPr lang="en-GB" sz="1600" b="0" dirty="0"/>
                        <a:t>12 ÷ 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−10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−7 − (4 + −7) ÷ 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024678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+ 2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12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−6 ÷ −3 + 2 × (−4)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3 − (1 + −9) ÷ 8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8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(−</a:t>
                      </a:r>
                      <a:r>
                        <a:rPr lang="en-GB" sz="1600" b="0" dirty="0"/>
                        <a:t>4) × 5 ×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2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3 × (4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24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</a:t>
                      </a:r>
                      <a:r>
                        <a:rPr lang="en-GB" sz="1600" b="0" dirty="0"/>
                        <a:t>4)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−2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39726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3 −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−6) ÷ 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−6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2 − (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−16) ÷ 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−8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 + 50 ÷ −5 ÷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8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en-GB" sz="1600" b="0" dirty="0"/>
                        <a:t> (1 ÷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−</a:t>
                      </a:r>
                      <a:r>
                        <a:rPr lang="en-GB" sz="1600" b="0" dirty="0"/>
                        <a:t>1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3)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10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/>
                        <a:t>(4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 (−</a:t>
                      </a:r>
                      <a:r>
                        <a:rPr lang="en-GB" sz="1600" b="0" dirty="0"/>
                        <a:t>9 ÷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3))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−7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−6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−6 × 3 − (−20) ÷ 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−14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914130"/>
                  </a:ext>
                </a:extLst>
              </a:tr>
              <a:tr h="844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−8 + 4 ÷ (−2) ÷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−7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9 +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600" b="0" dirty="0"/>
                        <a:t>3 × (2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</a:t>
                      </a:r>
                      <a:r>
                        <a:rPr lang="en-GB" sz="1600" b="0" dirty="0"/>
                        <a:t> 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−5)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11</a:t>
                      </a:r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5 − −(7 + −6 ÷ −2)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 + −3 − (−15 ÷ 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 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 </a:t>
                      </a:r>
                      <a:r>
                        <a:rPr lang="en-GB" sz="1600" b="0" dirty="0"/>
                        <a:t>×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−(7 + −9 ÷ −3)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−40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 + −(4 + −32 ÷ −4)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= −2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2734302"/>
                  </a:ext>
                </a:extLst>
              </a:tr>
              <a:tr h="436795">
                <a:tc gridSpan="6">
                  <a:txBody>
                    <a:bodyPr/>
                    <a:lstStyle/>
                    <a:p>
                      <a:pPr algn="ctr"/>
                      <a:endParaRPr lang="en-GB" sz="28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346283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E9BEC-32D8-491C-AFFE-B8720063D161}"/>
              </a:ext>
            </a:extLst>
          </p:cNvPr>
          <p:cNvSpPr/>
          <p:nvPr/>
        </p:nvSpPr>
        <p:spPr>
          <a:xfrm>
            <a:off x="3518027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E538A8-CF27-4727-AB19-D444A3B3FECF}"/>
              </a:ext>
            </a:extLst>
          </p:cNvPr>
          <p:cNvSpPr/>
          <p:nvPr/>
        </p:nvSpPr>
        <p:spPr>
          <a:xfrm>
            <a:off x="5554091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E26AAF-C199-437B-A3AF-830EDBAE4F31}"/>
              </a:ext>
            </a:extLst>
          </p:cNvPr>
          <p:cNvSpPr/>
          <p:nvPr/>
        </p:nvSpPr>
        <p:spPr>
          <a:xfrm>
            <a:off x="71512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166D3-9B19-47CB-895B-95FA22210D3F}"/>
              </a:ext>
            </a:extLst>
          </p:cNvPr>
          <p:cNvSpPr/>
          <p:nvPr/>
        </p:nvSpPr>
        <p:spPr>
          <a:xfrm>
            <a:off x="888860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AB2BD-63E1-411B-923E-43AF3DB76B52}"/>
              </a:ext>
            </a:extLst>
          </p:cNvPr>
          <p:cNvSpPr/>
          <p:nvPr/>
        </p:nvSpPr>
        <p:spPr>
          <a:xfrm>
            <a:off x="85025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301B7E-BDCB-47D6-B9BE-F5D989D16C73}"/>
              </a:ext>
            </a:extLst>
          </p:cNvPr>
          <p:cNvSpPr/>
          <p:nvPr/>
        </p:nvSpPr>
        <p:spPr>
          <a:xfrm>
            <a:off x="69023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08B75-1AC5-472F-B881-96209C6BB21E}"/>
              </a:ext>
            </a:extLst>
          </p:cNvPr>
          <p:cNvSpPr/>
          <p:nvPr/>
        </p:nvSpPr>
        <p:spPr>
          <a:xfrm>
            <a:off x="53097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0E5CE5-CCB2-485E-8373-DAE911162F0B}"/>
              </a:ext>
            </a:extLst>
          </p:cNvPr>
          <p:cNvSpPr/>
          <p:nvPr/>
        </p:nvSpPr>
        <p:spPr>
          <a:xfrm>
            <a:off x="40143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4903E6-DB48-466D-A84D-16F458AB537D}"/>
              </a:ext>
            </a:extLst>
          </p:cNvPr>
          <p:cNvSpPr/>
          <p:nvPr/>
        </p:nvSpPr>
        <p:spPr>
          <a:xfrm>
            <a:off x="5167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D499C-8DAE-480C-A99D-B951602457F1}"/>
              </a:ext>
            </a:extLst>
          </p:cNvPr>
          <p:cNvSpPr/>
          <p:nvPr/>
        </p:nvSpPr>
        <p:spPr>
          <a:xfrm>
            <a:off x="21550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9954F1-A909-4286-9178-CB1E8087EFB3}"/>
              </a:ext>
            </a:extLst>
          </p:cNvPr>
          <p:cNvSpPr/>
          <p:nvPr/>
        </p:nvSpPr>
        <p:spPr>
          <a:xfrm>
            <a:off x="357238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E723D-C813-4BC6-9DC8-41E61E32D239}"/>
              </a:ext>
            </a:extLst>
          </p:cNvPr>
          <p:cNvSpPr/>
          <p:nvPr/>
        </p:nvSpPr>
        <p:spPr>
          <a:xfrm>
            <a:off x="56374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F91D3-A48E-46AF-8835-7FD265695982}"/>
              </a:ext>
            </a:extLst>
          </p:cNvPr>
          <p:cNvSpPr/>
          <p:nvPr/>
        </p:nvSpPr>
        <p:spPr>
          <a:xfrm>
            <a:off x="713854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32437-B8C4-47BA-9EE5-FD1E7AA0A717}"/>
              </a:ext>
            </a:extLst>
          </p:cNvPr>
          <p:cNvSpPr/>
          <p:nvPr/>
        </p:nvSpPr>
        <p:spPr>
          <a:xfrm>
            <a:off x="89902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3C277-2DFA-4AA3-A052-4DADC20FEBA3}"/>
              </a:ext>
            </a:extLst>
          </p:cNvPr>
          <p:cNvSpPr/>
          <p:nvPr/>
        </p:nvSpPr>
        <p:spPr>
          <a:xfrm>
            <a:off x="8738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BC214F-5B14-4311-8364-36AB327F9ED1}"/>
              </a:ext>
            </a:extLst>
          </p:cNvPr>
          <p:cNvSpPr/>
          <p:nvPr/>
        </p:nvSpPr>
        <p:spPr>
          <a:xfrm>
            <a:off x="72833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7F6DC2-9A04-49E2-85FD-082E7F47DCF3}"/>
              </a:ext>
            </a:extLst>
          </p:cNvPr>
          <p:cNvSpPr/>
          <p:nvPr/>
        </p:nvSpPr>
        <p:spPr>
          <a:xfrm>
            <a:off x="537070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37E4C-CE8E-4482-A2AD-5367D90C1EC9}"/>
              </a:ext>
            </a:extLst>
          </p:cNvPr>
          <p:cNvSpPr/>
          <p:nvPr/>
        </p:nvSpPr>
        <p:spPr>
          <a:xfrm>
            <a:off x="39305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06331F-45F0-4EEE-9A41-E1662AD41A4C}"/>
              </a:ext>
            </a:extLst>
          </p:cNvPr>
          <p:cNvSpPr/>
          <p:nvPr/>
        </p:nvSpPr>
        <p:spPr>
          <a:xfrm>
            <a:off x="220078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AAC2A7-6CCB-4519-BE97-8041CF413B4D}"/>
              </a:ext>
            </a:extLst>
          </p:cNvPr>
          <p:cNvSpPr/>
          <p:nvPr/>
        </p:nvSpPr>
        <p:spPr>
          <a:xfrm>
            <a:off x="356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6AA839-A22E-4807-896C-EB3F0A5264D4}"/>
              </a:ext>
            </a:extLst>
          </p:cNvPr>
          <p:cNvSpPr/>
          <p:nvPr/>
        </p:nvSpPr>
        <p:spPr>
          <a:xfrm>
            <a:off x="3567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03241F-FD2C-4CDC-B622-8A5054433D3F}"/>
              </a:ext>
            </a:extLst>
          </p:cNvPr>
          <p:cNvSpPr/>
          <p:nvPr/>
        </p:nvSpPr>
        <p:spPr>
          <a:xfrm>
            <a:off x="194932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67D568-4986-45B1-B81D-C93FEC7DFD0B}"/>
              </a:ext>
            </a:extLst>
          </p:cNvPr>
          <p:cNvSpPr/>
          <p:nvPr/>
        </p:nvSpPr>
        <p:spPr>
          <a:xfrm>
            <a:off x="361048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EB3AB6-A275-41F7-84F1-C2588EED3AA3}"/>
              </a:ext>
            </a:extLst>
          </p:cNvPr>
          <p:cNvSpPr/>
          <p:nvPr/>
        </p:nvSpPr>
        <p:spPr>
          <a:xfrm>
            <a:off x="562216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C1F025-D5E3-4617-B272-89227E49F89F}"/>
              </a:ext>
            </a:extLst>
          </p:cNvPr>
          <p:cNvSpPr/>
          <p:nvPr/>
        </p:nvSpPr>
        <p:spPr>
          <a:xfrm>
            <a:off x="693280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BC94A5-47BC-4426-A22B-C07ED9F26120}"/>
              </a:ext>
            </a:extLst>
          </p:cNvPr>
          <p:cNvSpPr/>
          <p:nvPr/>
        </p:nvSpPr>
        <p:spPr>
          <a:xfrm>
            <a:off x="90816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02D3CD-12CA-4ED9-9E84-2325C94C3390}"/>
              </a:ext>
            </a:extLst>
          </p:cNvPr>
          <p:cNvSpPr/>
          <p:nvPr/>
        </p:nvSpPr>
        <p:spPr>
          <a:xfrm>
            <a:off x="90816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4E861B-67D4-48A8-9B29-E43B4DDB92AF}"/>
              </a:ext>
            </a:extLst>
          </p:cNvPr>
          <p:cNvSpPr/>
          <p:nvPr/>
        </p:nvSpPr>
        <p:spPr>
          <a:xfrm>
            <a:off x="74052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B8EA9C-D746-49AB-962F-D578E28A4F9D}"/>
              </a:ext>
            </a:extLst>
          </p:cNvPr>
          <p:cNvSpPr/>
          <p:nvPr/>
        </p:nvSpPr>
        <p:spPr>
          <a:xfrm>
            <a:off x="543166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E089CA-60CB-45C9-884D-A40E3AEAF185}"/>
              </a:ext>
            </a:extLst>
          </p:cNvPr>
          <p:cNvSpPr/>
          <p:nvPr/>
        </p:nvSpPr>
        <p:spPr>
          <a:xfrm>
            <a:off x="429628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45D7E2-086A-4492-9FBF-0C378B8D3269}"/>
              </a:ext>
            </a:extLst>
          </p:cNvPr>
          <p:cNvSpPr/>
          <p:nvPr/>
        </p:nvSpPr>
        <p:spPr>
          <a:xfrm>
            <a:off x="194170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5F8704-653C-400E-AB0C-98BA2770274E}"/>
              </a:ext>
            </a:extLst>
          </p:cNvPr>
          <p:cNvSpPr/>
          <p:nvPr/>
        </p:nvSpPr>
        <p:spPr>
          <a:xfrm>
            <a:off x="80632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4C93C9-5FED-4509-B55B-53CBFB1829F9}"/>
              </a:ext>
            </a:extLst>
          </p:cNvPr>
          <p:cNvSpPr/>
          <p:nvPr/>
        </p:nvSpPr>
        <p:spPr>
          <a:xfrm>
            <a:off x="55225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6E0EC7-2D51-4B5F-92D2-9CD7588773D3}"/>
              </a:ext>
            </a:extLst>
          </p:cNvPr>
          <p:cNvSpPr/>
          <p:nvPr/>
        </p:nvSpPr>
        <p:spPr>
          <a:xfrm>
            <a:off x="23200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F293E7-2C1E-432E-A1CD-7B55E02DF103}"/>
              </a:ext>
            </a:extLst>
          </p:cNvPr>
          <p:cNvSpPr/>
          <p:nvPr/>
        </p:nvSpPr>
        <p:spPr>
          <a:xfrm>
            <a:off x="36916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502BB1-05F6-4C25-AA7A-F1DDD1023925}"/>
              </a:ext>
            </a:extLst>
          </p:cNvPr>
          <p:cNvSpPr/>
          <p:nvPr/>
        </p:nvSpPr>
        <p:spPr>
          <a:xfrm>
            <a:off x="56805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4277FE-AF6A-4C7A-9D85-C9E9FC7709B6}"/>
              </a:ext>
            </a:extLst>
          </p:cNvPr>
          <p:cNvSpPr/>
          <p:nvPr/>
        </p:nvSpPr>
        <p:spPr>
          <a:xfrm>
            <a:off x="69301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369FE7-A945-4CDC-A1A0-86DF5A6A6489}"/>
              </a:ext>
            </a:extLst>
          </p:cNvPr>
          <p:cNvSpPr/>
          <p:nvPr/>
        </p:nvSpPr>
        <p:spPr>
          <a:xfrm>
            <a:off x="85761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BC9B363-96EF-40C2-9684-F141F8CB5B29}"/>
              </a:ext>
            </a:extLst>
          </p:cNvPr>
          <p:cNvSpPr/>
          <p:nvPr/>
        </p:nvSpPr>
        <p:spPr>
          <a:xfrm>
            <a:off x="85761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5FD5F5-E438-45D0-9168-C3B6B6F29CD4}"/>
              </a:ext>
            </a:extLst>
          </p:cNvPr>
          <p:cNvSpPr/>
          <p:nvPr/>
        </p:nvSpPr>
        <p:spPr>
          <a:xfrm>
            <a:off x="69149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085562-E610-453D-A882-9EA42F767471}"/>
              </a:ext>
            </a:extLst>
          </p:cNvPr>
          <p:cNvSpPr/>
          <p:nvPr/>
        </p:nvSpPr>
        <p:spPr>
          <a:xfrm>
            <a:off x="528427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0A08C0-2885-4BD4-A288-AEE230A105AA}"/>
              </a:ext>
            </a:extLst>
          </p:cNvPr>
          <p:cNvSpPr/>
          <p:nvPr/>
        </p:nvSpPr>
        <p:spPr>
          <a:xfrm>
            <a:off x="40955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A19852-CC2D-44B5-B1A0-EE61A8BB48C9}"/>
              </a:ext>
            </a:extLst>
          </p:cNvPr>
          <p:cNvSpPr/>
          <p:nvPr/>
        </p:nvSpPr>
        <p:spPr>
          <a:xfrm>
            <a:off x="199243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E61F8B-D12C-4646-B78D-E32602532DB9}"/>
              </a:ext>
            </a:extLst>
          </p:cNvPr>
          <p:cNvSpPr/>
          <p:nvPr/>
        </p:nvSpPr>
        <p:spPr>
          <a:xfrm>
            <a:off x="3084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EC7B7D-18BC-4885-B8B2-8983B2BC56A3}"/>
              </a:ext>
            </a:extLst>
          </p:cNvPr>
          <p:cNvSpPr/>
          <p:nvPr/>
        </p:nvSpPr>
        <p:spPr>
          <a:xfrm>
            <a:off x="2286635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C8E18-13DC-4804-8334-46F13100549D}"/>
              </a:ext>
            </a:extLst>
          </p:cNvPr>
          <p:cNvSpPr/>
          <p:nvPr/>
        </p:nvSpPr>
        <p:spPr>
          <a:xfrm>
            <a:off x="7504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1E0503-E1FD-4A0A-974C-95D428581721}"/>
              </a:ext>
            </a:extLst>
          </p:cNvPr>
          <p:cNvSpPr/>
          <p:nvPr/>
        </p:nvSpPr>
        <p:spPr>
          <a:xfrm>
            <a:off x="193408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9FCE9-366E-4DDF-8F36-42BCB37F821B}"/>
              </a:ext>
            </a:extLst>
          </p:cNvPr>
          <p:cNvSpPr/>
          <p:nvPr/>
        </p:nvSpPr>
        <p:spPr>
          <a:xfrm>
            <a:off x="2424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97C7E28-4AA8-440E-AF46-34B5C09BFF26}"/>
              </a:ext>
            </a:extLst>
          </p:cNvPr>
          <p:cNvSpPr/>
          <p:nvPr/>
        </p:nvSpPr>
        <p:spPr>
          <a:xfrm rot="16200000">
            <a:off x="1504303" y="246406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15CA3E-556C-48B2-A8E4-2101997CBA93}"/>
              </a:ext>
            </a:extLst>
          </p:cNvPr>
          <p:cNvSpPr/>
          <p:nvPr/>
        </p:nvSpPr>
        <p:spPr>
          <a:xfrm rot="16200000">
            <a:off x="1504303" y="15953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E904C90-9591-4476-B8AD-F7CEB434F214}"/>
              </a:ext>
            </a:extLst>
          </p:cNvPr>
          <p:cNvSpPr/>
          <p:nvPr/>
        </p:nvSpPr>
        <p:spPr>
          <a:xfrm rot="16200000">
            <a:off x="1504303" y="87910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0B8692-6882-42ED-A2F4-9E0627FE85E6}"/>
              </a:ext>
            </a:extLst>
          </p:cNvPr>
          <p:cNvSpPr/>
          <p:nvPr/>
        </p:nvSpPr>
        <p:spPr>
          <a:xfrm rot="16200000">
            <a:off x="1504303" y="34150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8BB765-69BA-4445-B3E3-53DFDF02C445}"/>
              </a:ext>
            </a:extLst>
          </p:cNvPr>
          <p:cNvSpPr/>
          <p:nvPr/>
        </p:nvSpPr>
        <p:spPr>
          <a:xfrm rot="16200000">
            <a:off x="150430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939A0BB-4535-4F70-B315-66D458D4B646}"/>
              </a:ext>
            </a:extLst>
          </p:cNvPr>
          <p:cNvSpPr/>
          <p:nvPr/>
        </p:nvSpPr>
        <p:spPr>
          <a:xfrm rot="16200000">
            <a:off x="1504303" y="497561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FB9BBB-79F0-43E6-AD3C-F40DA7033B73}"/>
              </a:ext>
            </a:extLst>
          </p:cNvPr>
          <p:cNvSpPr/>
          <p:nvPr/>
        </p:nvSpPr>
        <p:spPr>
          <a:xfrm rot="16200000">
            <a:off x="1504303" y="588022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66D584-918D-433A-98FF-6AFC3759CD30}"/>
              </a:ext>
            </a:extLst>
          </p:cNvPr>
          <p:cNvSpPr/>
          <p:nvPr/>
        </p:nvSpPr>
        <p:spPr>
          <a:xfrm rot="16200000">
            <a:off x="3138031" y="2649093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2816A8-2B78-4983-BBAA-58896E9C45CA}"/>
              </a:ext>
            </a:extLst>
          </p:cNvPr>
          <p:cNvSpPr/>
          <p:nvPr/>
        </p:nvSpPr>
        <p:spPr>
          <a:xfrm rot="16200000">
            <a:off x="3138031" y="171800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EAC482-2F89-474D-A256-DD4888F9F411}"/>
              </a:ext>
            </a:extLst>
          </p:cNvPr>
          <p:cNvSpPr/>
          <p:nvPr/>
        </p:nvSpPr>
        <p:spPr>
          <a:xfrm rot="16200000">
            <a:off x="3138031" y="78691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3165BC-D86F-4371-8EFE-5F74E31E4C26}"/>
              </a:ext>
            </a:extLst>
          </p:cNvPr>
          <p:cNvSpPr/>
          <p:nvPr/>
        </p:nvSpPr>
        <p:spPr>
          <a:xfrm rot="16200000">
            <a:off x="3138031" y="32832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F6103D-A445-4229-9958-41AEE71AB411}"/>
              </a:ext>
            </a:extLst>
          </p:cNvPr>
          <p:cNvSpPr/>
          <p:nvPr/>
        </p:nvSpPr>
        <p:spPr>
          <a:xfrm rot="16200000">
            <a:off x="3138031" y="425248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71E7F5B-2E18-4EBF-994A-FE5B60CEAD7B}"/>
              </a:ext>
            </a:extLst>
          </p:cNvPr>
          <p:cNvSpPr/>
          <p:nvPr/>
        </p:nvSpPr>
        <p:spPr>
          <a:xfrm rot="16200000">
            <a:off x="3138031" y="513641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BD3B0C0-2179-468B-95D1-AD8744D80D9E}"/>
              </a:ext>
            </a:extLst>
          </p:cNvPr>
          <p:cNvSpPr/>
          <p:nvPr/>
        </p:nvSpPr>
        <p:spPr>
          <a:xfrm rot="16200000">
            <a:off x="3138031" y="585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6640C12-AE8E-431A-8D27-8A8D2DC587B1}"/>
              </a:ext>
            </a:extLst>
          </p:cNvPr>
          <p:cNvSpPr/>
          <p:nvPr/>
        </p:nvSpPr>
        <p:spPr>
          <a:xfrm rot="16200000">
            <a:off x="4796143" y="251230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D8FA28E-298F-4EBC-913A-2319321E6219}"/>
              </a:ext>
            </a:extLst>
          </p:cNvPr>
          <p:cNvSpPr/>
          <p:nvPr/>
        </p:nvSpPr>
        <p:spPr>
          <a:xfrm rot="16200000">
            <a:off x="4796143" y="168912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0ECD2DE-4B2D-4D70-A5FF-46283D268AB5}"/>
              </a:ext>
            </a:extLst>
          </p:cNvPr>
          <p:cNvSpPr/>
          <p:nvPr/>
        </p:nvSpPr>
        <p:spPr>
          <a:xfrm rot="16200000">
            <a:off x="4796143" y="9659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4C8583-77DA-4653-B4B0-A5C8AEE1933B}"/>
              </a:ext>
            </a:extLst>
          </p:cNvPr>
          <p:cNvSpPr/>
          <p:nvPr/>
        </p:nvSpPr>
        <p:spPr>
          <a:xfrm rot="16200000">
            <a:off x="4796143" y="330200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559A06-E61D-4300-A3F5-F5DD8528B77E}"/>
              </a:ext>
            </a:extLst>
          </p:cNvPr>
          <p:cNvSpPr/>
          <p:nvPr/>
        </p:nvSpPr>
        <p:spPr>
          <a:xfrm rot="16200000">
            <a:off x="4796143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6E6532-6322-4759-AF24-CCFA4E58CC9E}"/>
              </a:ext>
            </a:extLst>
          </p:cNvPr>
          <p:cNvSpPr/>
          <p:nvPr/>
        </p:nvSpPr>
        <p:spPr>
          <a:xfrm rot="16200000">
            <a:off x="4796143" y="509538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B1A6DA-1E9E-45CB-85AB-B26CF24EE74A}"/>
              </a:ext>
            </a:extLst>
          </p:cNvPr>
          <p:cNvSpPr/>
          <p:nvPr/>
        </p:nvSpPr>
        <p:spPr>
          <a:xfrm rot="16200000">
            <a:off x="4796143" y="60422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91F8C3-40A5-41DB-B548-1F4AF95C3E9C}"/>
              </a:ext>
            </a:extLst>
          </p:cNvPr>
          <p:cNvSpPr/>
          <p:nvPr/>
        </p:nvSpPr>
        <p:spPr>
          <a:xfrm rot="16200000">
            <a:off x="6442063" y="2624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AE76D53-DF0B-474C-943F-1ED1373C1352}"/>
              </a:ext>
            </a:extLst>
          </p:cNvPr>
          <p:cNvSpPr/>
          <p:nvPr/>
        </p:nvSpPr>
        <p:spPr>
          <a:xfrm rot="16200000">
            <a:off x="6442063" y="167506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038547-5B80-4B5C-B099-633FD2F99078}"/>
              </a:ext>
            </a:extLst>
          </p:cNvPr>
          <p:cNvSpPr/>
          <p:nvPr/>
        </p:nvSpPr>
        <p:spPr>
          <a:xfrm rot="16200000">
            <a:off x="6442063" y="78355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7DFC210-E290-473C-BAAE-E076E2DE1A26}"/>
              </a:ext>
            </a:extLst>
          </p:cNvPr>
          <p:cNvSpPr/>
          <p:nvPr/>
        </p:nvSpPr>
        <p:spPr>
          <a:xfrm rot="16200000">
            <a:off x="6442063" y="32918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9ADFEC-855C-414C-BC9D-93C8135AC144}"/>
              </a:ext>
            </a:extLst>
          </p:cNvPr>
          <p:cNvSpPr/>
          <p:nvPr/>
        </p:nvSpPr>
        <p:spPr>
          <a:xfrm rot="16200000">
            <a:off x="644206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8F8723-5585-4BED-BEA8-2489748F6669}"/>
              </a:ext>
            </a:extLst>
          </p:cNvPr>
          <p:cNvSpPr/>
          <p:nvPr/>
        </p:nvSpPr>
        <p:spPr>
          <a:xfrm rot="16200000">
            <a:off x="6442063" y="504356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2F9614-9623-41EE-B6A6-32A0F72949E6}"/>
              </a:ext>
            </a:extLst>
          </p:cNvPr>
          <p:cNvSpPr/>
          <p:nvPr/>
        </p:nvSpPr>
        <p:spPr>
          <a:xfrm rot="16200000">
            <a:off x="6442063" y="583463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84F3F33-DFC6-4784-927C-F074861381A5}"/>
              </a:ext>
            </a:extLst>
          </p:cNvPr>
          <p:cNvSpPr/>
          <p:nvPr/>
        </p:nvSpPr>
        <p:spPr>
          <a:xfrm rot="16200000">
            <a:off x="8081887" y="2399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CBCCCC3-93A5-49C1-915B-96498632B7C9}"/>
              </a:ext>
            </a:extLst>
          </p:cNvPr>
          <p:cNvSpPr/>
          <p:nvPr/>
        </p:nvSpPr>
        <p:spPr>
          <a:xfrm rot="16200000">
            <a:off x="8081887" y="175617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931607E-B066-4956-A959-2480AAB5801D}"/>
              </a:ext>
            </a:extLst>
          </p:cNvPr>
          <p:cNvSpPr/>
          <p:nvPr/>
        </p:nvSpPr>
        <p:spPr>
          <a:xfrm rot="16200000">
            <a:off x="8081887" y="91677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E2F300-998A-4AD6-8DD1-4D98C79AB772}"/>
              </a:ext>
            </a:extLst>
          </p:cNvPr>
          <p:cNvSpPr/>
          <p:nvPr/>
        </p:nvSpPr>
        <p:spPr>
          <a:xfrm rot="16200000">
            <a:off x="8081887" y="34705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46802CD-6FA8-4AB7-90FD-1381CE1D9AD2}"/>
              </a:ext>
            </a:extLst>
          </p:cNvPr>
          <p:cNvSpPr/>
          <p:nvPr/>
        </p:nvSpPr>
        <p:spPr>
          <a:xfrm rot="16200000">
            <a:off x="8081887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4F80A5-3306-4C83-B3D2-159F9695EF80}"/>
              </a:ext>
            </a:extLst>
          </p:cNvPr>
          <p:cNvSpPr/>
          <p:nvPr/>
        </p:nvSpPr>
        <p:spPr>
          <a:xfrm rot="16200000">
            <a:off x="8081887" y="515465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C96D055-7406-4185-ADA3-B1C2920AB0A5}"/>
              </a:ext>
            </a:extLst>
          </p:cNvPr>
          <p:cNvSpPr/>
          <p:nvPr/>
        </p:nvSpPr>
        <p:spPr>
          <a:xfrm rot="16200000">
            <a:off x="8081887" y="578408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0AB631-AE96-031C-B9E8-DABD5A5FC55E}"/>
              </a:ext>
            </a:extLst>
          </p:cNvPr>
          <p:cNvSpPr txBox="1"/>
          <p:nvPr/>
        </p:nvSpPr>
        <p:spPr>
          <a:xfrm>
            <a:off x="7438326" y="6308400"/>
            <a:ext cx="4953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АЯГЫ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6A3B35-6A2A-1854-4036-173088660501}"/>
              </a:ext>
            </a:extLst>
          </p:cNvPr>
          <p:cNvSpPr txBox="1"/>
          <p:nvPr/>
        </p:nvSpPr>
        <p:spPr>
          <a:xfrm>
            <a:off x="5172328" y="-55543"/>
            <a:ext cx="619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2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БАШТА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42CA21-3530-AEAC-C2EF-EDCB5F3C8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756" y="28725"/>
            <a:ext cx="475646" cy="44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056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D7D8FC-0D4C-E1C0-8F44-D0EFA5D1D7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"/>
          <a:stretch/>
        </p:blipFill>
        <p:spPr>
          <a:xfrm>
            <a:off x="20" y="1282"/>
            <a:ext cx="9905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598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8C57B0-465A-F801-9764-E330CD52D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41437" y="1071881"/>
            <a:ext cx="6797115" cy="47142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C30024-C19D-8E8E-2AC0-7839655D2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9043" y="1071881"/>
            <a:ext cx="6797118" cy="471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358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C024B6-0724-E1B3-2541-5DE2AF75A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240"/>
            <a:ext cx="4795520" cy="34137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F0228B-F833-6A78-060E-420D8A12B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5240"/>
            <a:ext cx="4795520" cy="34137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1992EE-31E6-7BA3-2769-7725742E8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7536"/>
            <a:ext cx="4779977" cy="33152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112AE2-FCB8-95BD-7517-90AB3F200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570" y="3542776"/>
            <a:ext cx="4801950" cy="331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440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AB84947-7A45-4D43-8CBA-4FC99F101DA1}"/>
              </a:ext>
            </a:extLst>
          </p:cNvPr>
          <p:cNvSpPr/>
          <p:nvPr/>
        </p:nvSpPr>
        <p:spPr>
          <a:xfrm>
            <a:off x="765922" y="-74271"/>
            <a:ext cx="339157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75000"/>
                  </a:schemeClr>
                </a:solidFill>
                <a:effectLst/>
              </a:rPr>
              <a:t>Өз лабиринтиңди жаса!</a:t>
            </a:r>
            <a:endParaRPr lang="en-US" sz="24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>
                  <a:lumMod val="75000"/>
                </a:schemeClr>
              </a:solidFill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7C4865-4041-4046-98B5-3C34349AB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9" y="297407"/>
            <a:ext cx="4879679" cy="335081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D7185D-EE04-4567-8777-7230CAFC9375}"/>
              </a:ext>
            </a:extLst>
          </p:cNvPr>
          <p:cNvCxnSpPr>
            <a:cxnSpLocks/>
          </p:cNvCxnSpPr>
          <p:nvPr/>
        </p:nvCxnSpPr>
        <p:spPr>
          <a:xfrm>
            <a:off x="60533" y="3982720"/>
            <a:ext cx="487562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C3CB2D7C-39BC-47FA-BC8A-10DFA025D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46" y="4049212"/>
            <a:ext cx="4053202" cy="27832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DA7A22-647C-48CE-859B-38B2D345C553}"/>
              </a:ext>
            </a:extLst>
          </p:cNvPr>
          <p:cNvSpPr txBox="1"/>
          <p:nvPr/>
        </p:nvSpPr>
        <p:spPr>
          <a:xfrm>
            <a:off x="40428" y="4991910"/>
            <a:ext cx="7954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Черно</a:t>
            </a:r>
            <a:endParaRPr lang="en-US" dirty="0"/>
          </a:p>
          <a:p>
            <a:pPr algn="ctr"/>
            <a:r>
              <a:rPr lang="ru-RU" dirty="0"/>
              <a:t>вик</a:t>
            </a:r>
            <a:r>
              <a:rPr lang="en-GB" dirty="0"/>
              <a:t> </a:t>
            </a:r>
          </a:p>
          <a:p>
            <a:pPr algn="ctr"/>
            <a:r>
              <a:rPr lang="en-GB" dirty="0"/>
              <a:t>&amp; </a:t>
            </a:r>
          </a:p>
          <a:p>
            <a:pPr algn="ctr"/>
            <a:r>
              <a:rPr lang="ru-RU" dirty="0"/>
              <a:t>Жооп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AABAF9-AD92-4497-A133-3BDC1D035B0E}"/>
              </a:ext>
            </a:extLst>
          </p:cNvPr>
          <p:cNvSpPr txBox="1"/>
          <p:nvPr/>
        </p:nvSpPr>
        <p:spPr>
          <a:xfrm>
            <a:off x="1030174" y="3645822"/>
            <a:ext cx="25779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Түзгөн: </a:t>
            </a:r>
            <a:r>
              <a:rPr lang="en-GB" sz="1400" b="1" dirty="0"/>
              <a:t>____________________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5526CA-2F9B-C08C-1BDC-FB44664825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83" y="0"/>
            <a:ext cx="4864889" cy="669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868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3971524-F9D3-ED11-33A5-55F23DE5C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60784" y="-760785"/>
            <a:ext cx="3431433" cy="49530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B9B00A-D7DE-1909-C63E-E27C12E81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45586" y="2783414"/>
            <a:ext cx="3431434" cy="47226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2AB6DA-D792-B3FF-EEF7-7440EDF98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806197" y="-504139"/>
            <a:ext cx="3310335" cy="45559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47338E-3E8D-F83B-5210-AB1F191F0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908710" y="2817269"/>
            <a:ext cx="3105310" cy="455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733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88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9432</TotalTime>
  <Words>1781</Words>
  <Application>Microsoft Office PowerPoint</Application>
  <PresentationFormat>A4 Paper (210x297 mm)</PresentationFormat>
  <Paragraphs>294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 Light</vt:lpstr>
      <vt:lpstr>Arial</vt:lpstr>
      <vt:lpstr>Calibri</vt:lpstr>
      <vt:lpstr>Honeydripper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416</cp:revision>
  <cp:lastPrinted>2023-05-12T08:49:24Z</cp:lastPrinted>
  <dcterms:created xsi:type="dcterms:W3CDTF">2017-01-17T16:57:04Z</dcterms:created>
  <dcterms:modified xsi:type="dcterms:W3CDTF">2024-08-21T04:36:04Z</dcterms:modified>
</cp:coreProperties>
</file>