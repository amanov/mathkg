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961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00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69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24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    бөлүү– 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53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7071B-4A8A-7876-E57C-5FC45BB9B008}"/>
              </a:ext>
            </a:extLst>
          </p:cNvPr>
          <p:cNvSpPr txBox="1"/>
          <p:nvPr/>
        </p:nvSpPr>
        <p:spPr>
          <a:xfrm>
            <a:off x="2424906" y="2096929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0.007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0.0705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0D2A5D-530A-4F99-556F-CBA679F9061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8F1FC-1727-23F8-069D-585AFBBDF1C1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F212B-491E-DF22-27B4-D4766CFB58AD}"/>
              </a:ext>
            </a:extLst>
          </p:cNvPr>
          <p:cNvSpPr txBox="1"/>
          <p:nvPr/>
        </p:nvSpPr>
        <p:spPr>
          <a:xfrm>
            <a:off x="1027889" y="2096929"/>
            <a:ext cx="78502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7050 ÷ 100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60,800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2A49E8-2A49-CF8F-7E19-F31A29DE5FE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442B3-C8FD-B97A-F343-EDF1B43BCB94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C66F2-F71D-4A9D-95FD-855618F4F716}"/>
              </a:ext>
            </a:extLst>
          </p:cNvPr>
          <p:cNvSpPr txBox="1"/>
          <p:nvPr/>
        </p:nvSpPr>
        <p:spPr>
          <a:xfrm>
            <a:off x="2161213" y="2096929"/>
            <a:ext cx="55835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608 ×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жүз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0.012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2F3EC0-1B66-074C-8337-631B6A0B950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50057-4BB1-868F-E343-47CEEEEBF985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9FA7E-E347-0AB1-FDA9-271C25E82BE4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120 ÷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700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CE70BC-A0BE-51E2-D191-5EC5F5DB17A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EE029-6DBF-4340-1CAD-14376542135C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DC3E6-8A46-E767-E722-289DF55953ED}"/>
              </a:ext>
            </a:extLst>
          </p:cNvPr>
          <p:cNvSpPr txBox="1"/>
          <p:nvPr/>
        </p:nvSpPr>
        <p:spPr>
          <a:xfrm>
            <a:off x="2036979" y="2096929"/>
            <a:ext cx="58320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0.07 × 10,000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9C270B-B218-0F0D-1515-FE162D2866B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D4834-F29F-0D8A-9C64-75319E475AFC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E869F-1956-C5B8-0C84-09A3EC0B262F}"/>
              </a:ext>
            </a:extLst>
          </p:cNvPr>
          <p:cNvSpPr txBox="1"/>
          <p:nvPr/>
        </p:nvSpPr>
        <p:spPr>
          <a:xfrm>
            <a:off x="1157733" y="2096929"/>
            <a:ext cx="75905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0.08 × 1000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35,000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165BA8-4CDB-CB42-4052-4339F4BB9D9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3237D-B894-6BE2-65EC-981F33DC682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54EE6-1DF8-54C6-43D2-97A41CE2E432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3500 ÷ 10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7200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54D962-70B3-4D49-1817-EF79F547B37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CD06A-1490-5A1A-ED81-F8A28E15C5F1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8D52F-F00C-0071-F649-275A1C29B846}"/>
              </a:ext>
            </a:extLst>
          </p:cNvPr>
          <p:cNvSpPr txBox="1"/>
          <p:nvPr/>
        </p:nvSpPr>
        <p:spPr>
          <a:xfrm>
            <a:off x="1350897" y="2096929"/>
            <a:ext cx="72042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7.2 × </a:t>
            </a:r>
            <a:r>
              <a:rPr lang="en-GB" sz="6600" dirty="0"/>
              <a:t>one thousand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0.101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A52622-222E-A2A9-8D46-561CDDDE0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1E89D-D63F-4A15-0D70-822B6641612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245E1-F135-244E-2EE1-07CBEC286BF6}"/>
              </a:ext>
            </a:extLst>
          </p:cNvPr>
          <p:cNvSpPr txBox="1"/>
          <p:nvPr/>
        </p:nvSpPr>
        <p:spPr>
          <a:xfrm>
            <a:off x="2073046" y="2096929"/>
            <a:ext cx="57599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101 ÷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0.55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77D5DD-9EBC-E05F-626C-6CC9144A88D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A487D-9FE7-C568-15D4-BA2862862710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B13FC-2307-1C8A-4B15-006DC7839592}"/>
              </a:ext>
            </a:extLst>
          </p:cNvPr>
          <p:cNvSpPr txBox="1"/>
          <p:nvPr/>
        </p:nvSpPr>
        <p:spPr>
          <a:xfrm>
            <a:off x="1417418" y="2096929"/>
            <a:ext cx="7071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5.5 ÷ 1000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850,000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D470B7-BCCC-0F75-856E-CF394BF00B2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611927-8899-73F1-CA27-B512B31E3E70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6233-C1D1-71DC-0756-7E2FBCB0971E}"/>
              </a:ext>
            </a:extLst>
          </p:cNvPr>
          <p:cNvSpPr txBox="1"/>
          <p:nvPr/>
        </p:nvSpPr>
        <p:spPr>
          <a:xfrm>
            <a:off x="2559558" y="2096929"/>
            <a:ext cx="47868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85 ×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0.042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C1C0D8-EE08-9F50-ED4E-4ED533E5C23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75670-E15A-84D3-EA1C-A913C43605A4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6BCA8-C1F7-024C-CADE-1C68E7396072}"/>
              </a:ext>
            </a:extLst>
          </p:cNvPr>
          <p:cNvSpPr txBox="1"/>
          <p:nvPr/>
        </p:nvSpPr>
        <p:spPr>
          <a:xfrm>
            <a:off x="1677104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4.2 ×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CF5940-598A-1F40-1FFE-A7453BF4F5D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ED066-20A3-EBCD-F960-631A0C6D12FD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B836C-46CE-2971-1B89-489442FDCE3D}"/>
              </a:ext>
            </a:extLst>
          </p:cNvPr>
          <p:cNvSpPr txBox="1"/>
          <p:nvPr/>
        </p:nvSpPr>
        <p:spPr>
          <a:xfrm>
            <a:off x="1029492" y="2096929"/>
            <a:ext cx="78470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0.09 ÷ 10 × 10,000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A7B898-AFF7-C945-1379-51BDD3E1B7B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B1A4D-B2B8-762F-1644-946C4E6E207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1C1E1-E342-AF0B-7F02-4BFEE7A1693B}"/>
              </a:ext>
            </a:extLst>
          </p:cNvPr>
          <p:cNvSpPr txBox="1"/>
          <p:nvPr/>
        </p:nvSpPr>
        <p:spPr>
          <a:xfrm>
            <a:off x="1417419" y="2096929"/>
            <a:ext cx="7071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0.2 × 1000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4AB76F-FE88-0996-BA98-3474ED13BC4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3C1B6-A6F4-A2CA-9E51-88A41D35EAB5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67F1A-D782-B76C-A2FA-8FC561DAC2EA}"/>
              </a:ext>
            </a:extLst>
          </p:cNvPr>
          <p:cNvSpPr txBox="1"/>
          <p:nvPr/>
        </p:nvSpPr>
        <p:spPr>
          <a:xfrm>
            <a:off x="1289179" y="2096929"/>
            <a:ext cx="73276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 × 10,000 ÷ 10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0.00076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B6ADC8-F303-249D-8C09-53F65A6BE80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760E5-707F-B3C0-A8C9-35738BF17A4E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14B9A-C32E-7D3F-616E-33C02B3ACE28}"/>
              </a:ext>
            </a:extLst>
          </p:cNvPr>
          <p:cNvSpPr txBox="1"/>
          <p:nvPr/>
        </p:nvSpPr>
        <p:spPr>
          <a:xfrm>
            <a:off x="2424906" y="2096929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0.076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0.00905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0EDDCF-BDB9-BD40-8C8A-F2CC022B6BA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22FF5-C44F-44B1-CECB-31A4E8A472BA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04384-FF62-9AD3-A3B0-6E60BB04C705}"/>
              </a:ext>
            </a:extLst>
          </p:cNvPr>
          <p:cNvSpPr txBox="1"/>
          <p:nvPr/>
        </p:nvSpPr>
        <p:spPr>
          <a:xfrm>
            <a:off x="1677103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9.05 ÷ 1000 × 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0.0072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018CDC-6236-CE96-50FA-31F5D898EE1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264E7-B3D1-138C-DA6B-AFEF1B389EDB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7BAF1-B349-E518-D97C-3B5A175407CF}"/>
              </a:ext>
            </a:extLst>
          </p:cNvPr>
          <p:cNvSpPr txBox="1"/>
          <p:nvPr/>
        </p:nvSpPr>
        <p:spPr>
          <a:xfrm>
            <a:off x="1806948" y="2096929"/>
            <a:ext cx="6292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72 ÷ 100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9.05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5E10C4-6FFC-4F88-0522-C870EB3A3C7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CDA70-DB96-5033-3A58-E2E21C74739A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508CD-4FE5-F8C1-A2C5-F73749E9B4A0}"/>
              </a:ext>
            </a:extLst>
          </p:cNvPr>
          <p:cNvSpPr txBox="1"/>
          <p:nvPr/>
        </p:nvSpPr>
        <p:spPr>
          <a:xfrm>
            <a:off x="2166823" y="2096929"/>
            <a:ext cx="55723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9,050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1,800,000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614A32-73C0-4952-2DEB-FBCEBB74475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62B98-74D3-5AB6-AFC9-5433F59863F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F1DC1-475D-9B3D-659B-B2FB9DAE671F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180 × 100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1,800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4D56FD-B907-9358-2C2C-A0B1D8E99A6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CB7C1-71E5-CD6A-0419-D03BC25DE1E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7C193-1227-0834-9D9B-F0A03F29A4CA}"/>
              </a:ext>
            </a:extLst>
          </p:cNvPr>
          <p:cNvSpPr txBox="1"/>
          <p:nvPr/>
        </p:nvSpPr>
        <p:spPr>
          <a:xfrm>
            <a:off x="1159334" y="2096929"/>
            <a:ext cx="75873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18000 ÷ 100 × 10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52B522-5DBC-53E6-ACDC-F80620F71AD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17DF-DA71-55BE-AA69-78A4C984CBB3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F023C-4E14-487D-6F95-6507A93907EE}"/>
              </a:ext>
            </a:extLst>
          </p:cNvPr>
          <p:cNvSpPr txBox="1"/>
          <p:nvPr/>
        </p:nvSpPr>
        <p:spPr>
          <a:xfrm>
            <a:off x="1677104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 ×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0.000071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AC7C98-2715-89C2-12A7-5B36F99E4EA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DA5B4-D342-DC4C-EF88-84454F40AB36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6B927-604C-B184-7531-C631AEA9D211}"/>
              </a:ext>
            </a:extLst>
          </p:cNvPr>
          <p:cNvSpPr txBox="1"/>
          <p:nvPr/>
        </p:nvSpPr>
        <p:spPr>
          <a:xfrm>
            <a:off x="2170029" y="2096929"/>
            <a:ext cx="55659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0.71 ÷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968640-D399-FAC3-397D-C71B242AAC1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B67C3-CD17-8595-6B38-8AF2709A77A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FFF14-3F8A-029D-86E1-66D180CDFEAE}"/>
              </a:ext>
            </a:extLst>
          </p:cNvPr>
          <p:cNvSpPr txBox="1"/>
          <p:nvPr/>
        </p:nvSpPr>
        <p:spPr>
          <a:xfrm>
            <a:off x="1806948" y="2096929"/>
            <a:ext cx="6292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 × 1000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220262-DA1E-FA8F-859D-9A65042770F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97984-672E-CA34-2A2A-2527550B8D8E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7B5EF-6F5E-ACB3-6868-DA9052DC8897}"/>
              </a:ext>
            </a:extLst>
          </p:cNvPr>
          <p:cNvSpPr txBox="1"/>
          <p:nvPr/>
        </p:nvSpPr>
        <p:spPr>
          <a:xfrm>
            <a:off x="3074120" y="2096929"/>
            <a:ext cx="37577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10393</TotalTime>
  <Words>524</Words>
  <Application>Microsoft Office PowerPoint</Application>
  <PresentationFormat>A4 Paper (210x297 mm)</PresentationFormat>
  <Paragraphs>192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Sylfaen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2019-01-23T09:39:04Z</cp:lastPrinted>
  <dcterms:created xsi:type="dcterms:W3CDTF">2017-01-17T16:57:04Z</dcterms:created>
  <dcterms:modified xsi:type="dcterms:W3CDTF">2024-08-24T07:35:01Z</dcterms:modified>
</cp:coreProperties>
</file>