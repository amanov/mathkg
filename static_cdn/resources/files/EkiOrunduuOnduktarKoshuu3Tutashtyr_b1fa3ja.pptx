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40" r:id="rId3"/>
    <p:sldId id="939" r:id="rId4"/>
    <p:sldId id="941" r:id="rId5"/>
  </p:sldIdLst>
  <p:sldSz cx="9906000" cy="6858000" type="A4"/>
  <p:notesSz cx="6669088" cy="9926638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9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227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33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31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3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79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0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2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2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40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599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4.47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3.61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4.36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7.06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7.93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4.71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2.38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7.04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5.58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3.62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19763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2.31 + 2.4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4.56 + 3.4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4.3 + 1.28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 + 2.8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+ 1.68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 + 3.4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+ 0.84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 + 2.45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 + 0.51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 + 1.26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2.01 + 1.6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+ 2.67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 + 1.72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 + 3.23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4.91 + 1.3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 + 2.26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8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8388</TotalTime>
  <Words>178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 Light</vt:lpstr>
      <vt:lpstr>Arial</vt:lpstr>
      <vt:lpstr>Calibri</vt:lpstr>
      <vt:lpstr>Ravie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2023-10-17T16:21:31Z</dcterms:modified>
</cp:coreProperties>
</file>