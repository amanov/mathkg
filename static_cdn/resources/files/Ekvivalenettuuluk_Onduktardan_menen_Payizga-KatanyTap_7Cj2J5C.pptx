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3" r:id="rId2"/>
    <p:sldId id="941" r:id="rId3"/>
    <p:sldId id="939" r:id="rId4"/>
    <p:sldId id="833" r:id="rId5"/>
    <p:sldId id="832" r:id="rId6"/>
    <p:sldId id="942" r:id="rId7"/>
  </p:sldIdLst>
  <p:sldSz cx="9906000" cy="6858000" type="A4"/>
  <p:notesSz cx="7104063" cy="10234613"/>
  <p:embeddedFontLst>
    <p:embeddedFont>
      <p:font typeface="Fira Code" panose="020B0809050000020004" pitchFamily="49" charset="0"/>
      <p:regular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2F6C9E1-27A1-4E8B-A091-0541CB7C3378}">
          <p14:sldIdLst>
            <p14:sldId id="943"/>
          </p14:sldIdLst>
        </p14:section>
        <p14:section name="Титулдук слайд" id="{C2776275-125F-40A2-99AC-54B9C9535547}">
          <p14:sldIdLst>
            <p14:sldId id="941"/>
          </p14:sldIdLst>
        </p14:section>
        <p14:section name="Көрсөтүү үчүн" id="{CA0B4A51-1C5A-4331-831D-7D5748F4CE7C}">
          <p14:sldIdLst>
            <p14:sldId id="939"/>
          </p14:sldIdLst>
        </p14:section>
        <p14:section name="Жооптор" id="{4A1CF18F-CBD8-4CE8-9034-4022B8261C24}">
          <p14:sldIdLst>
            <p14:sldId id="833"/>
          </p14:sldIdLst>
        </p14:section>
        <p14:section name="Иш кагазы" id="{45D3F427-FE2C-4E31-94DD-C39B49B018A8}">
          <p14:sldIdLst>
            <p14:sldId id="832"/>
          </p14:sldIdLst>
        </p14:section>
        <p14:section name="Кайтарым байланыш" id="{1F462C69-5607-48A3-918A-31B1142082DE}">
          <p14:sldIdLst>
            <p14:sldId id="9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87774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29/08/2024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8863" y="1281113"/>
            <a:ext cx="4986337" cy="3452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6" tIns="47318" rIns="94636" bIns="4731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vert="horz" lIns="94636" tIns="47318" rIns="94636" bIns="4731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Two worksheets 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035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B89D2DF-F554-4C2A-CE1D-D373E74E5B72}"/>
              </a:ext>
            </a:extLst>
          </p:cNvPr>
          <p:cNvSpPr txBox="1">
            <a:spLocks/>
          </p:cNvSpPr>
          <p:nvPr/>
        </p:nvSpPr>
        <p:spPr>
          <a:xfrm>
            <a:off x="116840" y="1595120"/>
            <a:ext cx="9677400" cy="451072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Ондуктарды пайыздарга айландыруу– Катаны тапкыла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жанындагы суроолорду жана жооптордун каталарын текшериши керек анан окуучулар аларды оңдошу керек.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канча ката табуу керек экенин айтуунун кажети жок.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кандай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өлчөмдө жана форматта.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899BD10-45E1-4B1B-06C3-4D1ECCB52487}"/>
              </a:ext>
            </a:extLst>
          </p:cNvPr>
          <p:cNvSpPr txBox="1">
            <a:spLocks/>
          </p:cNvSpPr>
          <p:nvPr/>
        </p:nvSpPr>
        <p:spPr>
          <a:xfrm>
            <a:off x="0" y="194945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596353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6053162" y="198509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4936177" y="4185295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6367DB-C808-9BE8-3A27-5C08EF882810}"/>
              </a:ext>
            </a:extLst>
          </p:cNvPr>
          <p:cNvSpPr txBox="1"/>
          <p:nvPr/>
        </p:nvSpPr>
        <p:spPr>
          <a:xfrm>
            <a:off x="356981" y="114336"/>
            <a:ext cx="8453120" cy="1477328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ED7D31">
                    <a:lumMod val="40000"/>
                    <a:lumOff val="60000"/>
                  </a:srgbClr>
                </a:solidFill>
                <a:effectLst>
                  <a:glow rad="228600">
                    <a:srgbClr val="70AD47">
                      <a:satMod val="175000"/>
                      <a:alpha val="40000"/>
                    </a:srgbClr>
                  </a:glow>
                  <a:reflection blurRad="6350" stA="55000" endA="50" endPos="85000" dist="29997" dir="5400000" sy="-100000" algn="bl" rotWithShape="0"/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Катаны тап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reflection blurRad="6350" stA="55000" endA="50" endPos="85000" dist="29997" dir="5400000" sy="-100000" algn="bl" rotWithShape="0"/>
              </a:effectLst>
              <a:uLnTx/>
              <a:uFillTx/>
              <a:latin typeface="Fira Code" panose="020F0502020204030204" pitchFamily="49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2652E0-CD09-656D-4C62-8FD8F9C42BD8}"/>
              </a:ext>
            </a:extLst>
          </p:cNvPr>
          <p:cNvSpPr txBox="1"/>
          <p:nvPr/>
        </p:nvSpPr>
        <p:spPr>
          <a:xfrm>
            <a:off x="595140" y="2214673"/>
            <a:ext cx="388119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Үч бурчтукта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айрым каталар бар!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Сен алардын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баарын таба аласынбы?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5003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7763CACF-9AFE-4F24-932C-3756AC1FEB17}"/>
              </a:ext>
            </a:extLst>
          </p:cNvPr>
          <p:cNvGrpSpPr/>
          <p:nvPr/>
        </p:nvGrpSpPr>
        <p:grpSpPr>
          <a:xfrm>
            <a:off x="2011681" y="-19627"/>
            <a:ext cx="7894320" cy="6877627"/>
            <a:chOff x="2006911" y="1127840"/>
            <a:chExt cx="5399729" cy="470430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5337EFF-E632-4803-B00E-936FE83B7A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16923" y="1127840"/>
              <a:ext cx="2775823" cy="2353059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92A0823-A7FF-4552-B992-CA09E75B5C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06911" y="3473873"/>
              <a:ext cx="5399729" cy="2358276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69A3963-F0DB-FA73-20FE-3B02E991802B}"/>
              </a:ext>
            </a:extLst>
          </p:cNvPr>
          <p:cNvSpPr txBox="1"/>
          <p:nvPr/>
        </p:nvSpPr>
        <p:spPr>
          <a:xfrm>
            <a:off x="465074" y="529043"/>
            <a:ext cx="5029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 издеп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 - тап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8020B2-F39B-43C1-BECC-7CBBEFB2633C}"/>
              </a:ext>
            </a:extLst>
          </p:cNvPr>
          <p:cNvSpPr txBox="1"/>
          <p:nvPr/>
        </p:nvSpPr>
        <p:spPr>
          <a:xfrm>
            <a:off x="465074" y="1876850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/>
              <a:t>Каталарды таба аласызбы?</a:t>
            </a:r>
          </a:p>
          <a:p>
            <a:pPr algn="ctr"/>
            <a:endParaRPr lang="ru-RU" sz="1800" dirty="0"/>
          </a:p>
          <a:p>
            <a:pPr algn="ctr"/>
            <a:r>
              <a:rPr lang="ru-RU" sz="1800" dirty="0"/>
              <a:t>Аларды оңдоңуз!</a:t>
            </a:r>
            <a:endParaRPr lang="en-GB" sz="1800" dirty="0"/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344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38D60B3-FCFA-4706-854B-0E31A05BA078}"/>
              </a:ext>
            </a:extLst>
          </p:cNvPr>
          <p:cNvGrpSpPr/>
          <p:nvPr/>
        </p:nvGrpSpPr>
        <p:grpSpPr>
          <a:xfrm>
            <a:off x="2011681" y="-19627"/>
            <a:ext cx="7894320" cy="6877627"/>
            <a:chOff x="2006911" y="1127840"/>
            <a:chExt cx="5399729" cy="4704309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B6994C0-8D96-4012-BB62-CC3B576E1F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16923" y="1127840"/>
              <a:ext cx="2775823" cy="2353059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D2BEC49-7573-40F7-9FEF-173F06F549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06911" y="3473873"/>
              <a:ext cx="5399729" cy="2358276"/>
            </a:xfrm>
            <a:prstGeom prst="rect">
              <a:avLst/>
            </a:prstGeom>
          </p:spPr>
        </p:pic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B3955A4D-0509-4550-BC6B-C46A16E1AF2E}"/>
              </a:ext>
            </a:extLst>
          </p:cNvPr>
          <p:cNvSpPr/>
          <p:nvPr/>
        </p:nvSpPr>
        <p:spPr>
          <a:xfrm>
            <a:off x="3385762" y="451779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7B72457-24FB-4CA8-A750-8B2CECF51C53}"/>
              </a:ext>
            </a:extLst>
          </p:cNvPr>
          <p:cNvSpPr/>
          <p:nvPr/>
        </p:nvSpPr>
        <p:spPr>
          <a:xfrm>
            <a:off x="4825401" y="3689356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4860743" y="1980146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46B0C1C-CE7D-4B26-8C7B-77AE7F5253E4}"/>
              </a:ext>
            </a:extLst>
          </p:cNvPr>
          <p:cNvSpPr/>
          <p:nvPr/>
        </p:nvSpPr>
        <p:spPr>
          <a:xfrm>
            <a:off x="3872707" y="5406333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2C5FBDA-1083-4457-A84E-0383319636D9}"/>
              </a:ext>
            </a:extLst>
          </p:cNvPr>
          <p:cNvSpPr/>
          <p:nvPr/>
        </p:nvSpPr>
        <p:spPr>
          <a:xfrm>
            <a:off x="6821498" y="373773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9C601A-D47F-4CB6-7AEC-29562C6141AC}"/>
              </a:ext>
            </a:extLst>
          </p:cNvPr>
          <p:cNvSpPr txBox="1"/>
          <p:nvPr/>
        </p:nvSpPr>
        <p:spPr>
          <a:xfrm>
            <a:off x="447763" y="605568"/>
            <a:ext cx="3683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66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16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85984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D24E1A9-308C-1630-74C1-1723706169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733613" y="1171388"/>
            <a:ext cx="6709785" cy="46634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42C103-93EF-B261-D47E-46655C027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061908" y="1097280"/>
            <a:ext cx="6709785" cy="466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87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157448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8282</TotalTime>
  <Words>116</Words>
  <Application>Microsoft Office PowerPoint</Application>
  <PresentationFormat>A4 Paper (210x297 mm)</PresentationFormat>
  <Paragraphs>36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 Light</vt:lpstr>
      <vt:lpstr>Arial</vt:lpstr>
      <vt:lpstr>Fira Code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353</cp:revision>
  <cp:lastPrinted>2024-08-29T16:09:44Z</cp:lastPrinted>
  <dcterms:created xsi:type="dcterms:W3CDTF">2017-01-17T16:57:04Z</dcterms:created>
  <dcterms:modified xsi:type="dcterms:W3CDTF">2024-08-29T16:09:51Z</dcterms:modified>
</cp:coreProperties>
</file>