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848" r:id="rId2"/>
    <p:sldId id="281" r:id="rId3"/>
    <p:sldId id="835" r:id="rId4"/>
    <p:sldId id="939" r:id="rId5"/>
    <p:sldId id="833" r:id="rId6"/>
    <p:sldId id="834" r:id="rId7"/>
    <p:sldId id="938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3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Багытталган сандар 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</a:t>
            </a:r>
            <a:r>
              <a:rPr lang="ru-RU" sz="2000" u="sng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Verdana" panose="020B0604030504040204" pitchFamily="34" charset="0"/>
              </a:rPr>
              <a:t>1. </a:t>
            </a:r>
            <a:r>
              <a:rPr lang="ru-RU" sz="2000" b="1" dirty="0">
                <a:ea typeface="Verdana" panose="020B0604030504040204" pitchFamily="34" charset="0"/>
              </a:rPr>
              <a:t>Үч бурчтуктарды бөлүп кесип алгыла</a:t>
            </a:r>
            <a:endParaRPr lang="en-US" sz="2000" b="1" dirty="0"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484505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DB82B-0DB3-821C-9C7A-ACABA2F5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A8C6D-5A20-4550-159E-B36A85A5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" y="0"/>
            <a:ext cx="494638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4CDE6-DD7A-3EFF-9E48-4B241436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70" y="0"/>
            <a:ext cx="4941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589CC-001F-6CC9-AE90-255C46D3871F}"/>
              </a:ext>
            </a:extLst>
          </p:cNvPr>
          <p:cNvGrpSpPr/>
          <p:nvPr/>
        </p:nvGrpSpPr>
        <p:grpSpPr>
          <a:xfrm rot="16200000">
            <a:off x="-1048673" y="1048672"/>
            <a:ext cx="6853829" cy="4756484"/>
            <a:chOff x="12001" y="0"/>
            <a:chExt cx="9881998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64BF934-8054-0F0D-5144-E5B95C218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015C92-53A6-DCE6-8E2E-3C3232FC6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6FCF32B-B13D-BFAB-EEA0-7791E82A53EE}"/>
              </a:ext>
            </a:extLst>
          </p:cNvPr>
          <p:cNvGrpSpPr/>
          <p:nvPr/>
        </p:nvGrpSpPr>
        <p:grpSpPr>
          <a:xfrm rot="16200000">
            <a:off x="4084802" y="1048673"/>
            <a:ext cx="6853829" cy="4756484"/>
            <a:chOff x="12001" y="0"/>
            <a:chExt cx="9881998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4607DD-916D-A3B6-F981-3EAD772A0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59D121-3998-590D-B3C5-F37866B30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E45BBC4-B3C3-013F-BFF3-DCAAF2C1AC38}"/>
              </a:ext>
            </a:extLst>
          </p:cNvPr>
          <p:cNvGrpSpPr/>
          <p:nvPr/>
        </p:nvGrpSpPr>
        <p:grpSpPr>
          <a:xfrm>
            <a:off x="1047750" y="50811"/>
            <a:ext cx="7810500" cy="6769563"/>
            <a:chOff x="0" y="1042465"/>
            <a:chExt cx="6776258" cy="5873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F845E3-D488-F996-63C2-02C8D4177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9171" y="1042465"/>
              <a:ext cx="3411942" cy="292746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C64202-F5A1-BC58-474C-9B92D5433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965171"/>
              <a:ext cx="6776258" cy="295045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845C941-40E9-BB5A-23CD-341BE24DF243}"/>
              </a:ext>
            </a:extLst>
          </p:cNvPr>
          <p:cNvSpPr/>
          <p:nvPr/>
        </p:nvSpPr>
        <p:spPr>
          <a:xfrm>
            <a:off x="198325" y="213975"/>
            <a:ext cx="314919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8388</TotalTime>
  <Words>151</Words>
  <Application>Microsoft Office PowerPoint</Application>
  <PresentationFormat>A4 Paper (210x297 mm)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2023-05-11T05:21:42Z</cp:lastPrinted>
  <dcterms:created xsi:type="dcterms:W3CDTF">2017-01-17T16:57:04Z</dcterms:created>
  <dcterms:modified xsi:type="dcterms:W3CDTF">2024-04-29T09:08:43Z</dcterms:modified>
</cp:coreProperties>
</file>