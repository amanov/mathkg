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5B93C322-4391-4A37-A011-E66AC5EEC6C8}">
          <p14:sldIdLst>
            <p14:sldId id="941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54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Аралаш а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малдар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653419-FF80-4F31-1C8C-2831189F2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AAFED3-F904-BFF7-AFAD-D47A676CDAB5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444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3" y="-4567"/>
            <a:ext cx="4887602" cy="67752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876" y="0"/>
            <a:ext cx="4879769" cy="675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34248" y="1067808"/>
            <a:ext cx="6807077" cy="4715432"/>
            <a:chOff x="81023" y="-4567"/>
            <a:chExt cx="9780622" cy="677528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128062" y="1067809"/>
            <a:ext cx="6807077" cy="4715432"/>
            <a:chOff x="81023" y="-4567"/>
            <a:chExt cx="9780622" cy="677528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23" y="-4567"/>
              <a:ext cx="4887602" cy="6775281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81876" y="0"/>
              <a:ext cx="4879769" cy="6759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693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9263703-A7FC-2252-9518-41979B33D87E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154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2024-08-28T10:55:25Z</cp:lastPrinted>
  <dcterms:created xsi:type="dcterms:W3CDTF">2017-01-17T16:57:04Z</dcterms:created>
  <dcterms:modified xsi:type="dcterms:W3CDTF">2024-08-28T10:55:30Z</dcterms:modified>
</cp:coreProperties>
</file>