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slideLayouts/slideLayout1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  <p:sldMasterId id="2147483732" r:id="rId3"/>
  </p:sldMasterIdLst>
  <p:notesMasterIdLst>
    <p:notesMasterId r:id="rId18"/>
  </p:notesMasterIdLst>
  <p:sldIdLst>
    <p:sldId id="257" r:id="rId4"/>
    <p:sldId id="981" r:id="rId5"/>
    <p:sldId id="982" r:id="rId6"/>
    <p:sldId id="971" r:id="rId7"/>
    <p:sldId id="983" r:id="rId8"/>
    <p:sldId id="984" r:id="rId9"/>
    <p:sldId id="979" r:id="rId10"/>
    <p:sldId id="980" r:id="rId11"/>
    <p:sldId id="972" r:id="rId12"/>
    <p:sldId id="973" r:id="rId13"/>
    <p:sldId id="977" r:id="rId14"/>
    <p:sldId id="978" r:id="rId15"/>
    <p:sldId id="976" r:id="rId16"/>
    <p:sldId id="274" r:id="rId17"/>
  </p:sldIdLst>
  <p:sldSz cx="9906000" cy="6858000" type="A4"/>
  <p:notesSz cx="7104063" cy="10234613"/>
  <p:embeddedFontLst>
    <p:embeddedFont>
      <p:font typeface="Gill Sans Ultra Bold" panose="020B0A02020104020203" pitchFamily="34" charset="0"/>
      <p:regular r:id="rId1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3897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912" y="5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font" Target="fonts/font1.fnt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20/05/2024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93F4D-D01F-93A3-9EB0-D06BC57F7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812B11-7E4E-839A-04E0-02C24D955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BD867-CBFE-B60E-94FE-5E77AFA18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662E-FAF4-44BC-88B5-85A7CBFB6D30}" type="datetime1">
              <a:rPr lang="en-US" smtClean="0"/>
              <a:pPr/>
              <a:t>5/20/2024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92923-5691-201D-9863-7C3050753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7E006-83CA-71CA-8D81-D81C549A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2226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B602F-6E81-0690-42B3-F3199613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CCCDD-EFAD-983F-26E9-4DF01E94A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BEF54-E3A6-3438-FB70-CA9F72840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5/20/2024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C804C-59EB-58AD-19D6-DD91BE1A2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E3ABE-C108-D63B-0C80-FF56F17F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4497245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461F2-375D-397C-903D-1C9A6DC9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9" y="1709741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5F7C1-DA44-F885-7F76-6AEF872F4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9" y="4589466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A5E7A-3C4E-B0FF-6048-2428F13D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5/20/2024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EF43D-AA59-6F72-6E99-24BACA4DB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0488E-9575-AA10-6650-5EFF64A31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402549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4C236-4D6A-F50F-F96A-0B33FAF75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B67EB-5934-4033-C48B-523183C75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70EE30-BC22-BA32-5555-2D92711BB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A8EA1-F6CD-6BFF-8918-10BD9D7CB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5/20/2024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52A51-170D-0A97-76E8-C96E6E36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E1132-9890-0200-7169-348F438F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4722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23700-5056-34AA-A2B1-5A0B192AE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8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E887B-58EA-8D7A-9294-12B7F549D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AF15E-9662-63E9-7EFD-AAF9E5371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A126DF-2F27-AAE9-509B-33B91D26E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3A8AA-F2AC-1915-04A9-63EC75684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AD720E-DDCF-A042-525A-A95B33AF8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5/20/2024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C3DD1-3866-8861-C983-17EB3743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36F28-5B8B-A0E8-06F7-3F5B93025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757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6B005-13E9-BCAA-22F3-54833121B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7409B5-5904-AB68-A3D2-EEE55612C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5/20/2024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5F024-0351-150D-CE65-CA2A74137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FD2D2-622D-EAB7-F9F1-A6687F2A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9970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5E6D05-C3FE-5D83-ABAE-5EA740EF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5/20/2024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8A5EF-28C1-DD13-2869-594EA5A3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7AFC8-9655-DD74-E767-245E9A7B1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389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982C-0085-BA19-333E-A71327042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01765-BF41-54B2-CCAB-9A893B528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4472CA-71AC-D0BD-DA67-C0026E7E7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DE5CC-1DCA-74E9-1894-D78E49D29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5/20/2024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BF998-C4E1-7D1D-7798-8E64EF355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4DEEC-F443-F9CC-3C71-43B43309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6854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275CA-C16C-F543-5FBE-94BA8E748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05EFBD-08DC-FEC5-DB7F-889F30898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5E3FE-8205-A0D3-E364-AE2329A9A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73538-62E9-2462-AC52-41FA61FD5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5/20/2024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01BD5-559A-AC1D-5F9F-FFE05E5E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CE6E5-78E7-6241-E001-F0C758D0C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9785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3D88-2BF6-614B-3079-2C6D33215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28EC6-2893-E93C-61E9-FBB8B8BEF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8F509-5F7D-165D-0064-2BDE7D92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5/20/2024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E5BE3-6897-E183-83EE-24E2A66D8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6FFAB-F65C-AA1B-F804-E5137C3FF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5267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B1A297-8AFF-A561-0BCF-DFDC84114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8CB72B-897C-F259-A022-BD779EA2AC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C401B-ED7F-8920-B7DE-5D74C0C21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5/20/2024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96E29-87BB-96E5-3FFA-F963A867B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EF2CD-2735-30BE-2465-466EEE1C4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070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5/20/2024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3890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5/20/2024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8674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401" y="4777381"/>
            <a:ext cx="7170848" cy="860400"/>
          </a:xfrm>
        </p:spPr>
        <p:txBody>
          <a:bodyPr anchor="t"/>
          <a:lstStyle>
            <a:lvl1pPr marL="0" indent="0" algn="l">
              <a:buNone/>
              <a:defRPr sz="1625" cap="all">
                <a:solidFill>
                  <a:schemeClr val="accent1"/>
                </a:solidFill>
              </a:defRPr>
            </a:lvl1pPr>
            <a:lvl2pPr marL="371475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230734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2656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4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5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83609-0CE5-670D-75C4-4EB473A03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8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6DF15-2EE1-DB9D-BDD5-2BEDF4A94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9A8A0-7FAC-CC94-B820-32410EC44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0CF6C-748E-4B7A-BC8B-3011EF78ED13}" type="datetime1">
              <a:rPr lang="en-US" smtClean="0"/>
              <a:pPr/>
              <a:t>5/20/2024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D8C11-3CED-972F-4CCA-6920830ACC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3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3F2AE-352A-A10E-B208-93514C0EF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07290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  <p:sldLayoutId id="2147483730" r:id="rId13"/>
    <p:sldLayoutId id="2147483731" r:id="rId14"/>
  </p:sldLayoutIdLst>
  <p:hf sldNum="0" hdr="0" ftr="0" dt="0"/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784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C884C22-E567-2E46-13CA-C26DA13A27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1037" y="1270000"/>
            <a:ext cx="8513763" cy="4402316"/>
          </a:xfrm>
        </p:spPr>
        <p:txBody>
          <a:bodyPr>
            <a:normAutofit/>
          </a:bodyPr>
          <a:lstStyle/>
          <a:p>
            <a:r>
              <a:rPr lang="ru-RU" dirty="0"/>
              <a:t>2 Орундуу  Ондуктар – Кошуу жана Кемитүү– Көнүгүү Б</a:t>
            </a:r>
          </a:p>
          <a:p>
            <a:endParaRPr lang="ru-RU" dirty="0"/>
          </a:p>
          <a:p>
            <a:r>
              <a:rPr lang="ru-RU" dirty="0"/>
              <a:t>Иш барагы 2 өлчөмдө.</a:t>
            </a:r>
            <a:endParaRPr lang="en-US" dirty="0"/>
          </a:p>
          <a:p>
            <a:endParaRPr lang="en-US" dirty="0"/>
          </a:p>
          <a:p>
            <a:r>
              <a:rPr lang="ru-RU" dirty="0"/>
              <a:t>Анимацияларды текшерип, </a:t>
            </a:r>
            <a:r>
              <a:rPr lang="ky-KG" dirty="0"/>
              <a:t>сабагы</a:t>
            </a:r>
            <a:r>
              <a:rPr lang="ru-RU" dirty="0"/>
              <a:t>ң</a:t>
            </a:r>
            <a:r>
              <a:rPr lang="ky-KG" dirty="0"/>
              <a:t>ызга </a:t>
            </a:r>
            <a:r>
              <a:rPr lang="ru-RU" b="1" dirty="0">
                <a:solidFill>
                  <a:srgbClr val="FF0000"/>
                </a:solidFill>
              </a:rPr>
              <a:t>КЕРЕГИ ЖОК </a:t>
            </a:r>
            <a:r>
              <a:rPr lang="ru-RU" dirty="0"/>
              <a:t>слайддарды </a:t>
            </a:r>
            <a:r>
              <a:rPr lang="ru-RU" sz="2600" b="1" dirty="0">
                <a:solidFill>
                  <a:srgbClr val="FF0000"/>
                </a:solidFill>
              </a:rPr>
              <a:t>ӨЧҮРҮ</a:t>
            </a:r>
            <a:r>
              <a:rPr lang="ky-KG" sz="2600" b="1" dirty="0">
                <a:solidFill>
                  <a:srgbClr val="FF0000"/>
                </a:solidFill>
              </a:rPr>
              <a:t>П САЛЫ</a:t>
            </a:r>
            <a:r>
              <a:rPr lang="ru-RU" sz="2600" b="1" dirty="0">
                <a:solidFill>
                  <a:srgbClr val="FF0000"/>
                </a:solidFill>
              </a:rPr>
              <a:t>ҢЫЗ.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72720" y="183336"/>
            <a:ext cx="7641034" cy="1137642"/>
          </a:xfrm>
        </p:spPr>
        <p:txBody>
          <a:bodyPr>
            <a:normAutofit/>
          </a:bodyPr>
          <a:lstStyle/>
          <a:p>
            <a:r>
              <a:rPr lang="en-US" sz="5363" dirty="0" err="1">
                <a:solidFill>
                  <a:srgbClr val="00B0F0"/>
                </a:solidFill>
              </a:rPr>
              <a:t>MathKGZ</a:t>
            </a:r>
            <a:r>
              <a:rPr lang="en-US" sz="4225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4075688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C1C974-3AB6-46AB-0900-00F5CEFA76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8312" y="307050"/>
            <a:ext cx="6242728" cy="6435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5499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1F8CA5B-97E9-577B-39A9-B91014437D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659" y="191147"/>
            <a:ext cx="8278467" cy="6475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91604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>
            <a:extLst>
              <a:ext uri="{FF2B5EF4-FFF2-40B4-BE49-F238E27FC236}">
                <a16:creationId xmlns:a16="http://schemas.microsoft.com/office/drawing/2014/main" id="{6643FA3C-401C-C568-17ED-CF1FA289359F}"/>
              </a:ext>
            </a:extLst>
          </p:cNvPr>
          <p:cNvSpPr txBox="1"/>
          <p:nvPr/>
        </p:nvSpPr>
        <p:spPr>
          <a:xfrm>
            <a:off x="1626024" y="-55409"/>
            <a:ext cx="17064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Gill Sans Ultra Bold" panose="020B0A02020104020203" pitchFamily="34" charset="0"/>
                <a:ea typeface="+mn-ea"/>
                <a:cs typeface="+mn-cs"/>
              </a:rPr>
              <a:t>эсептөө кандай?</a:t>
            </a:r>
            <a:endParaRPr kumimoji="0" lang="en-GB" sz="16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Gill Sans Ultra Bold" panose="020B0A02020104020203" pitchFamily="34" charset="0"/>
              <a:ea typeface="+mn-ea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2ABFA11-56D9-A7CB-2EC2-1B42B95D346B}"/>
              </a:ext>
            </a:extLst>
          </p:cNvPr>
          <p:cNvSpPr txBox="1"/>
          <p:nvPr/>
        </p:nvSpPr>
        <p:spPr>
          <a:xfrm>
            <a:off x="16509" y="978643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A)</a:t>
            </a:r>
          </a:p>
        </p:txBody>
      </p:sp>
      <p:sp>
        <p:nvSpPr>
          <p:cNvPr id="35" name="Plus Sign 34">
            <a:extLst>
              <a:ext uri="{FF2B5EF4-FFF2-40B4-BE49-F238E27FC236}">
                <a16:creationId xmlns:a16="http://schemas.microsoft.com/office/drawing/2014/main" id="{72C218F8-CA44-3F92-2AB1-E426B5CD9F0E}"/>
              </a:ext>
            </a:extLst>
          </p:cNvPr>
          <p:cNvSpPr/>
          <p:nvPr/>
        </p:nvSpPr>
        <p:spPr>
          <a:xfrm>
            <a:off x="1626710" y="973280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7" name="Equals 156">
            <a:extLst>
              <a:ext uri="{FF2B5EF4-FFF2-40B4-BE49-F238E27FC236}">
                <a16:creationId xmlns:a16="http://schemas.microsoft.com/office/drawing/2014/main" id="{2A84A91F-1C8A-EAEC-CC8F-9C67AEBDBF39}"/>
              </a:ext>
            </a:extLst>
          </p:cNvPr>
          <p:cNvSpPr/>
          <p:nvPr/>
        </p:nvSpPr>
        <p:spPr>
          <a:xfrm>
            <a:off x="3200874" y="919189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7A8DFE7-FDD0-28AC-6FD4-C3942CF899FC}"/>
              </a:ext>
            </a:extLst>
          </p:cNvPr>
          <p:cNvCxnSpPr>
            <a:cxnSpLocks/>
          </p:cNvCxnSpPr>
          <p:nvPr/>
        </p:nvCxnSpPr>
        <p:spPr>
          <a:xfrm>
            <a:off x="515938" y="182623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D94D69-97D8-F35A-04CA-F6659CAB1FB4}"/>
              </a:ext>
            </a:extLst>
          </p:cNvPr>
          <p:cNvSpPr/>
          <p:nvPr/>
        </p:nvSpPr>
        <p:spPr>
          <a:xfrm>
            <a:off x="728258" y="109388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905AA3D-D04F-DCAC-5E4C-CA448700BF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761489"/>
            <a:ext cx="728704" cy="728704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E4A4F63C-9F75-3B4D-4F7C-6C7FDAE6D50B}"/>
              </a:ext>
            </a:extLst>
          </p:cNvPr>
          <p:cNvSpPr/>
          <p:nvPr/>
        </p:nvSpPr>
        <p:spPr>
          <a:xfrm>
            <a:off x="847677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5C7EB72-7CA1-7C9E-713C-BBBBED1C8F68}"/>
              </a:ext>
            </a:extLst>
          </p:cNvPr>
          <p:cNvSpPr/>
          <p:nvPr/>
        </p:nvSpPr>
        <p:spPr>
          <a:xfrm>
            <a:off x="919394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42495DB-996A-F823-7E08-3214A14B1CCA}"/>
              </a:ext>
            </a:extLst>
          </p:cNvPr>
          <p:cNvSpPr/>
          <p:nvPr/>
        </p:nvSpPr>
        <p:spPr>
          <a:xfrm>
            <a:off x="991110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10B6302E-F297-4A71-9361-7262E59DE83B}"/>
              </a:ext>
            </a:extLst>
          </p:cNvPr>
          <p:cNvSpPr txBox="1"/>
          <p:nvPr/>
        </p:nvSpPr>
        <p:spPr>
          <a:xfrm>
            <a:off x="407987" y="89500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7E30E0CF-9887-B4AE-C4CA-1F4252954053}"/>
              </a:ext>
            </a:extLst>
          </p:cNvPr>
          <p:cNvCxnSpPr>
            <a:cxnSpLocks/>
          </p:cNvCxnSpPr>
          <p:nvPr/>
        </p:nvCxnSpPr>
        <p:spPr>
          <a:xfrm>
            <a:off x="2090102" y="182623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3" name="Oval 162">
            <a:extLst>
              <a:ext uri="{FF2B5EF4-FFF2-40B4-BE49-F238E27FC236}">
                <a16:creationId xmlns:a16="http://schemas.microsoft.com/office/drawing/2014/main" id="{1F6BED3C-8BCE-506B-FD0E-18D31A0C5EBC}"/>
              </a:ext>
            </a:extLst>
          </p:cNvPr>
          <p:cNvSpPr/>
          <p:nvPr/>
        </p:nvSpPr>
        <p:spPr>
          <a:xfrm>
            <a:off x="2302422" y="109388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64" name="Picture 163">
            <a:extLst>
              <a:ext uri="{FF2B5EF4-FFF2-40B4-BE49-F238E27FC236}">
                <a16:creationId xmlns:a16="http://schemas.microsoft.com/office/drawing/2014/main" id="{3E55A6D1-30B9-4C7A-BFC7-98ECEF192B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761489"/>
            <a:ext cx="728704" cy="728704"/>
          </a:xfrm>
          <a:prstGeom prst="rect">
            <a:avLst/>
          </a:prstGeom>
        </p:spPr>
      </p:pic>
      <p:sp>
        <p:nvSpPr>
          <p:cNvPr id="182" name="Rectangle 181">
            <a:extLst>
              <a:ext uri="{FF2B5EF4-FFF2-40B4-BE49-F238E27FC236}">
                <a16:creationId xmlns:a16="http://schemas.microsoft.com/office/drawing/2014/main" id="{E2CB63C3-D180-D996-3B6A-B37C8F5BDB58}"/>
              </a:ext>
            </a:extLst>
          </p:cNvPr>
          <p:cNvSpPr/>
          <p:nvPr/>
        </p:nvSpPr>
        <p:spPr>
          <a:xfrm>
            <a:off x="2421841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57A53C04-DF89-EA1F-6C5E-F4EF45D2B856}"/>
              </a:ext>
            </a:extLst>
          </p:cNvPr>
          <p:cNvSpPr/>
          <p:nvPr/>
        </p:nvSpPr>
        <p:spPr>
          <a:xfrm>
            <a:off x="2493558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106632BD-79E9-10C8-1ED7-D8CF7832BA99}"/>
              </a:ext>
            </a:extLst>
          </p:cNvPr>
          <p:cNvSpPr/>
          <p:nvPr/>
        </p:nvSpPr>
        <p:spPr>
          <a:xfrm>
            <a:off x="2565274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B5708577-FC53-E835-7995-5F5AA3FC1B92}"/>
              </a:ext>
            </a:extLst>
          </p:cNvPr>
          <p:cNvSpPr/>
          <p:nvPr/>
        </p:nvSpPr>
        <p:spPr>
          <a:xfrm>
            <a:off x="2636991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3814ED61-E52B-94D8-C970-092F51E3F6F0}"/>
              </a:ext>
            </a:extLst>
          </p:cNvPr>
          <p:cNvSpPr/>
          <p:nvPr/>
        </p:nvSpPr>
        <p:spPr>
          <a:xfrm>
            <a:off x="2708708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4C5BFA64-99A3-3210-5004-AF31219BBCC5}"/>
              </a:ext>
            </a:extLst>
          </p:cNvPr>
          <p:cNvSpPr txBox="1"/>
          <p:nvPr/>
        </p:nvSpPr>
        <p:spPr>
          <a:xfrm>
            <a:off x="1982151" y="89500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8E54EB3B-ECFD-E857-6620-A86E50E9FFE6}"/>
              </a:ext>
            </a:extLst>
          </p:cNvPr>
          <p:cNvCxnSpPr>
            <a:cxnSpLocks/>
          </p:cNvCxnSpPr>
          <p:nvPr/>
        </p:nvCxnSpPr>
        <p:spPr>
          <a:xfrm>
            <a:off x="3646488" y="182623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3" name="Oval 192">
            <a:extLst>
              <a:ext uri="{FF2B5EF4-FFF2-40B4-BE49-F238E27FC236}">
                <a16:creationId xmlns:a16="http://schemas.microsoft.com/office/drawing/2014/main" id="{AD7CF90E-022C-8081-064A-F87AE0853237}"/>
              </a:ext>
            </a:extLst>
          </p:cNvPr>
          <p:cNvSpPr/>
          <p:nvPr/>
        </p:nvSpPr>
        <p:spPr>
          <a:xfrm>
            <a:off x="3858808" y="109388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4" name="Picture 193">
            <a:extLst>
              <a:ext uri="{FF2B5EF4-FFF2-40B4-BE49-F238E27FC236}">
                <a16:creationId xmlns:a16="http://schemas.microsoft.com/office/drawing/2014/main" id="{1EC8E3D2-C647-EF35-9DEE-FEA37127CE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761489"/>
            <a:ext cx="728704" cy="728704"/>
          </a:xfrm>
          <a:prstGeom prst="rect">
            <a:avLst/>
          </a:prstGeom>
        </p:spPr>
      </p:pic>
      <p:sp>
        <p:nvSpPr>
          <p:cNvPr id="219" name="TextBox 218">
            <a:extLst>
              <a:ext uri="{FF2B5EF4-FFF2-40B4-BE49-F238E27FC236}">
                <a16:creationId xmlns:a16="http://schemas.microsoft.com/office/drawing/2014/main" id="{F27D5A2A-DC82-0968-2C8A-7EE609EA82F5}"/>
              </a:ext>
            </a:extLst>
          </p:cNvPr>
          <p:cNvSpPr txBox="1"/>
          <p:nvPr/>
        </p:nvSpPr>
        <p:spPr>
          <a:xfrm>
            <a:off x="3538537" y="89500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220" name="Straight Connector 219">
            <a:extLst>
              <a:ext uri="{FF2B5EF4-FFF2-40B4-BE49-F238E27FC236}">
                <a16:creationId xmlns:a16="http://schemas.microsoft.com/office/drawing/2014/main" id="{CA095802-16CA-FECA-DAB9-09839F053C53}"/>
              </a:ext>
            </a:extLst>
          </p:cNvPr>
          <p:cNvCxnSpPr>
            <a:cxnSpLocks/>
          </p:cNvCxnSpPr>
          <p:nvPr/>
        </p:nvCxnSpPr>
        <p:spPr>
          <a:xfrm>
            <a:off x="4953000" y="109564"/>
            <a:ext cx="0" cy="6638873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2" name="TextBox 221">
            <a:extLst>
              <a:ext uri="{FF2B5EF4-FFF2-40B4-BE49-F238E27FC236}">
                <a16:creationId xmlns:a16="http://schemas.microsoft.com/office/drawing/2014/main" id="{0060CC7B-8464-98D8-8F69-AD4445BD9044}"/>
              </a:ext>
            </a:extLst>
          </p:cNvPr>
          <p:cNvSpPr txBox="1"/>
          <p:nvPr/>
        </p:nvSpPr>
        <p:spPr>
          <a:xfrm>
            <a:off x="-30573" y="139985"/>
            <a:ext cx="50683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Ар бир диаграммада бир эсептөө көрсөтүлгөн.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Ар бир ондукту жазыңыз, диаграммаларды толтуруңуз,жоопту табыңыз!</a:t>
            </a: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09E20B67-DED6-12E0-6495-E92439F8BB90}"/>
              </a:ext>
            </a:extLst>
          </p:cNvPr>
          <p:cNvSpPr txBox="1"/>
          <p:nvPr/>
        </p:nvSpPr>
        <p:spPr>
          <a:xfrm>
            <a:off x="22921" y="2613480"/>
            <a:ext cx="3145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B)</a:t>
            </a:r>
          </a:p>
        </p:txBody>
      </p:sp>
      <p:sp>
        <p:nvSpPr>
          <p:cNvPr id="226" name="Plus Sign 225">
            <a:extLst>
              <a:ext uri="{FF2B5EF4-FFF2-40B4-BE49-F238E27FC236}">
                <a16:creationId xmlns:a16="http://schemas.microsoft.com/office/drawing/2014/main" id="{EEFE84CE-EE0F-AC58-E25D-F59CAC6EFBD1}"/>
              </a:ext>
            </a:extLst>
          </p:cNvPr>
          <p:cNvSpPr/>
          <p:nvPr/>
        </p:nvSpPr>
        <p:spPr>
          <a:xfrm>
            <a:off x="1626710" y="2608117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7" name="Equals 226">
            <a:extLst>
              <a:ext uri="{FF2B5EF4-FFF2-40B4-BE49-F238E27FC236}">
                <a16:creationId xmlns:a16="http://schemas.microsoft.com/office/drawing/2014/main" id="{62C0AC13-3B52-8B8B-F183-2DDDF4058D81}"/>
              </a:ext>
            </a:extLst>
          </p:cNvPr>
          <p:cNvSpPr/>
          <p:nvPr/>
        </p:nvSpPr>
        <p:spPr>
          <a:xfrm>
            <a:off x="3200874" y="2554026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89" name="Straight Connector 288">
            <a:extLst>
              <a:ext uri="{FF2B5EF4-FFF2-40B4-BE49-F238E27FC236}">
                <a16:creationId xmlns:a16="http://schemas.microsoft.com/office/drawing/2014/main" id="{28E8500E-483C-960E-67A6-C259D2A7E741}"/>
              </a:ext>
            </a:extLst>
          </p:cNvPr>
          <p:cNvCxnSpPr>
            <a:cxnSpLocks/>
          </p:cNvCxnSpPr>
          <p:nvPr/>
        </p:nvCxnSpPr>
        <p:spPr>
          <a:xfrm>
            <a:off x="515938" y="3461073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1" name="Oval 290">
            <a:extLst>
              <a:ext uri="{FF2B5EF4-FFF2-40B4-BE49-F238E27FC236}">
                <a16:creationId xmlns:a16="http://schemas.microsoft.com/office/drawing/2014/main" id="{47AF9D91-8CD9-4AB0-E8CF-174F6F7DF582}"/>
              </a:ext>
            </a:extLst>
          </p:cNvPr>
          <p:cNvSpPr/>
          <p:nvPr/>
        </p:nvSpPr>
        <p:spPr>
          <a:xfrm>
            <a:off x="728258" y="2728725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92" name="Picture 291">
            <a:extLst>
              <a:ext uri="{FF2B5EF4-FFF2-40B4-BE49-F238E27FC236}">
                <a16:creationId xmlns:a16="http://schemas.microsoft.com/office/drawing/2014/main" id="{F6AE8323-3361-657B-77C1-9165A19B27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2396326"/>
            <a:ext cx="728704" cy="728704"/>
          </a:xfrm>
          <a:prstGeom prst="rect">
            <a:avLst/>
          </a:prstGeom>
        </p:spPr>
      </p:pic>
      <p:sp>
        <p:nvSpPr>
          <p:cNvPr id="293" name="Rectangle 292">
            <a:extLst>
              <a:ext uri="{FF2B5EF4-FFF2-40B4-BE49-F238E27FC236}">
                <a16:creationId xmlns:a16="http://schemas.microsoft.com/office/drawing/2014/main" id="{4C539E55-DA91-EE15-7F7E-D0EBE1C8D824}"/>
              </a:ext>
            </a:extLst>
          </p:cNvPr>
          <p:cNvSpPr/>
          <p:nvPr/>
        </p:nvSpPr>
        <p:spPr>
          <a:xfrm>
            <a:off x="919133" y="239948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4" name="Rectangle 293">
            <a:extLst>
              <a:ext uri="{FF2B5EF4-FFF2-40B4-BE49-F238E27FC236}">
                <a16:creationId xmlns:a16="http://schemas.microsoft.com/office/drawing/2014/main" id="{BDEB3D1E-571B-51AB-0C8E-6664C15FAD5A}"/>
              </a:ext>
            </a:extLst>
          </p:cNvPr>
          <p:cNvSpPr/>
          <p:nvPr/>
        </p:nvSpPr>
        <p:spPr>
          <a:xfrm>
            <a:off x="919133" y="247120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5" name="Rectangle 294">
            <a:extLst>
              <a:ext uri="{FF2B5EF4-FFF2-40B4-BE49-F238E27FC236}">
                <a16:creationId xmlns:a16="http://schemas.microsoft.com/office/drawing/2014/main" id="{0A9E9B0A-8DEA-B55C-6FB2-31CDDDAA6B3B}"/>
              </a:ext>
            </a:extLst>
          </p:cNvPr>
          <p:cNvSpPr/>
          <p:nvPr/>
        </p:nvSpPr>
        <p:spPr>
          <a:xfrm>
            <a:off x="919133" y="254292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7" name="TextBox 316">
            <a:extLst>
              <a:ext uri="{FF2B5EF4-FFF2-40B4-BE49-F238E27FC236}">
                <a16:creationId xmlns:a16="http://schemas.microsoft.com/office/drawing/2014/main" id="{3416E68F-5976-2C07-BF2A-D675D61A4981}"/>
              </a:ext>
            </a:extLst>
          </p:cNvPr>
          <p:cNvSpPr txBox="1"/>
          <p:nvPr/>
        </p:nvSpPr>
        <p:spPr>
          <a:xfrm>
            <a:off x="407987" y="252984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260" name="Straight Connector 259">
            <a:extLst>
              <a:ext uri="{FF2B5EF4-FFF2-40B4-BE49-F238E27FC236}">
                <a16:creationId xmlns:a16="http://schemas.microsoft.com/office/drawing/2014/main" id="{2A281E36-2A15-B8FE-3737-BAC60FE39FB1}"/>
              </a:ext>
            </a:extLst>
          </p:cNvPr>
          <p:cNvCxnSpPr>
            <a:cxnSpLocks/>
          </p:cNvCxnSpPr>
          <p:nvPr/>
        </p:nvCxnSpPr>
        <p:spPr>
          <a:xfrm>
            <a:off x="2090102" y="3461073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2" name="Oval 261">
            <a:extLst>
              <a:ext uri="{FF2B5EF4-FFF2-40B4-BE49-F238E27FC236}">
                <a16:creationId xmlns:a16="http://schemas.microsoft.com/office/drawing/2014/main" id="{FBC4B01D-C7A4-E9B0-E294-193D37E0FD5A}"/>
              </a:ext>
            </a:extLst>
          </p:cNvPr>
          <p:cNvSpPr/>
          <p:nvPr/>
        </p:nvSpPr>
        <p:spPr>
          <a:xfrm>
            <a:off x="2302422" y="2728725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63" name="Picture 262">
            <a:extLst>
              <a:ext uri="{FF2B5EF4-FFF2-40B4-BE49-F238E27FC236}">
                <a16:creationId xmlns:a16="http://schemas.microsoft.com/office/drawing/2014/main" id="{725C76E3-BB75-2F3A-6AA2-57CCA94933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2396326"/>
            <a:ext cx="728704" cy="728704"/>
          </a:xfrm>
          <a:prstGeom prst="rect">
            <a:avLst/>
          </a:prstGeom>
        </p:spPr>
      </p:pic>
      <p:sp>
        <p:nvSpPr>
          <p:cNvPr id="281" name="Rectangle 280">
            <a:extLst>
              <a:ext uri="{FF2B5EF4-FFF2-40B4-BE49-F238E27FC236}">
                <a16:creationId xmlns:a16="http://schemas.microsoft.com/office/drawing/2014/main" id="{67B1CC02-2239-9B2A-F3CB-38DFD48D0FD2}"/>
              </a:ext>
            </a:extLst>
          </p:cNvPr>
          <p:cNvSpPr/>
          <p:nvPr/>
        </p:nvSpPr>
        <p:spPr>
          <a:xfrm>
            <a:off x="2421841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2" name="Rectangle 281">
            <a:extLst>
              <a:ext uri="{FF2B5EF4-FFF2-40B4-BE49-F238E27FC236}">
                <a16:creationId xmlns:a16="http://schemas.microsoft.com/office/drawing/2014/main" id="{13BE1108-71B4-7E15-BCD9-ABE5B1D02D57}"/>
              </a:ext>
            </a:extLst>
          </p:cNvPr>
          <p:cNvSpPr/>
          <p:nvPr/>
        </p:nvSpPr>
        <p:spPr>
          <a:xfrm>
            <a:off x="2493558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8" name="TextBox 287">
            <a:extLst>
              <a:ext uri="{FF2B5EF4-FFF2-40B4-BE49-F238E27FC236}">
                <a16:creationId xmlns:a16="http://schemas.microsoft.com/office/drawing/2014/main" id="{874779E8-FAFE-750A-4A7E-18F5487999AC}"/>
              </a:ext>
            </a:extLst>
          </p:cNvPr>
          <p:cNvSpPr txBox="1"/>
          <p:nvPr/>
        </p:nvSpPr>
        <p:spPr>
          <a:xfrm>
            <a:off x="1982151" y="252984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48E1ABC9-CA17-5570-088F-D697187214EA}"/>
              </a:ext>
            </a:extLst>
          </p:cNvPr>
          <p:cNvCxnSpPr>
            <a:cxnSpLocks/>
          </p:cNvCxnSpPr>
          <p:nvPr/>
        </p:nvCxnSpPr>
        <p:spPr>
          <a:xfrm>
            <a:off x="3646488" y="3461073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3" name="Oval 232">
            <a:extLst>
              <a:ext uri="{FF2B5EF4-FFF2-40B4-BE49-F238E27FC236}">
                <a16:creationId xmlns:a16="http://schemas.microsoft.com/office/drawing/2014/main" id="{D82FD990-463A-8F63-AE1E-2AE3E45D45D0}"/>
              </a:ext>
            </a:extLst>
          </p:cNvPr>
          <p:cNvSpPr/>
          <p:nvPr/>
        </p:nvSpPr>
        <p:spPr>
          <a:xfrm>
            <a:off x="3858808" y="2728725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34" name="Picture 233">
            <a:extLst>
              <a:ext uri="{FF2B5EF4-FFF2-40B4-BE49-F238E27FC236}">
                <a16:creationId xmlns:a16="http://schemas.microsoft.com/office/drawing/2014/main" id="{67EE51AF-369A-2A1A-3548-79B0DEB9C9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2396326"/>
            <a:ext cx="728704" cy="728704"/>
          </a:xfrm>
          <a:prstGeom prst="rect">
            <a:avLst/>
          </a:prstGeom>
        </p:spPr>
      </p:pic>
      <p:sp>
        <p:nvSpPr>
          <p:cNvPr id="259" name="TextBox 258">
            <a:extLst>
              <a:ext uri="{FF2B5EF4-FFF2-40B4-BE49-F238E27FC236}">
                <a16:creationId xmlns:a16="http://schemas.microsoft.com/office/drawing/2014/main" id="{30CCDBD5-EF63-96C7-6557-E7C53199DF1A}"/>
              </a:ext>
            </a:extLst>
          </p:cNvPr>
          <p:cNvSpPr txBox="1"/>
          <p:nvPr/>
        </p:nvSpPr>
        <p:spPr>
          <a:xfrm>
            <a:off x="3538537" y="252984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sp>
        <p:nvSpPr>
          <p:cNvPr id="319" name="TextBox 318">
            <a:extLst>
              <a:ext uri="{FF2B5EF4-FFF2-40B4-BE49-F238E27FC236}">
                <a16:creationId xmlns:a16="http://schemas.microsoft.com/office/drawing/2014/main" id="{B57483DA-C27C-36AE-6AD6-BC4AA2299915}"/>
              </a:ext>
            </a:extLst>
          </p:cNvPr>
          <p:cNvSpPr txBox="1"/>
          <p:nvPr/>
        </p:nvSpPr>
        <p:spPr>
          <a:xfrm>
            <a:off x="23723" y="4248317"/>
            <a:ext cx="3129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C)</a:t>
            </a:r>
          </a:p>
        </p:txBody>
      </p:sp>
      <p:sp>
        <p:nvSpPr>
          <p:cNvPr id="320" name="Plus Sign 319">
            <a:extLst>
              <a:ext uri="{FF2B5EF4-FFF2-40B4-BE49-F238E27FC236}">
                <a16:creationId xmlns:a16="http://schemas.microsoft.com/office/drawing/2014/main" id="{715ABA57-0EBD-BA25-545E-3EEBB7B5CABB}"/>
              </a:ext>
            </a:extLst>
          </p:cNvPr>
          <p:cNvSpPr/>
          <p:nvPr/>
        </p:nvSpPr>
        <p:spPr>
          <a:xfrm>
            <a:off x="1626710" y="4242954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1" name="Equals 320">
            <a:extLst>
              <a:ext uri="{FF2B5EF4-FFF2-40B4-BE49-F238E27FC236}">
                <a16:creationId xmlns:a16="http://schemas.microsoft.com/office/drawing/2014/main" id="{B12CA7F8-C5AB-7CBB-32BB-2BAD2D9AC1AB}"/>
              </a:ext>
            </a:extLst>
          </p:cNvPr>
          <p:cNvSpPr/>
          <p:nvPr/>
        </p:nvSpPr>
        <p:spPr>
          <a:xfrm>
            <a:off x="3200874" y="4188863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83" name="Straight Connector 382">
            <a:extLst>
              <a:ext uri="{FF2B5EF4-FFF2-40B4-BE49-F238E27FC236}">
                <a16:creationId xmlns:a16="http://schemas.microsoft.com/office/drawing/2014/main" id="{07C861E0-C112-1143-85FF-DB2E97F067CD}"/>
              </a:ext>
            </a:extLst>
          </p:cNvPr>
          <p:cNvCxnSpPr>
            <a:cxnSpLocks/>
          </p:cNvCxnSpPr>
          <p:nvPr/>
        </p:nvCxnSpPr>
        <p:spPr>
          <a:xfrm>
            <a:off x="515938" y="509591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5" name="Oval 384">
            <a:extLst>
              <a:ext uri="{FF2B5EF4-FFF2-40B4-BE49-F238E27FC236}">
                <a16:creationId xmlns:a16="http://schemas.microsoft.com/office/drawing/2014/main" id="{EED4BE7A-211F-4239-3354-561D783F0DA0}"/>
              </a:ext>
            </a:extLst>
          </p:cNvPr>
          <p:cNvSpPr/>
          <p:nvPr/>
        </p:nvSpPr>
        <p:spPr>
          <a:xfrm>
            <a:off x="728258" y="436356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86" name="Picture 385">
            <a:extLst>
              <a:ext uri="{FF2B5EF4-FFF2-40B4-BE49-F238E27FC236}">
                <a16:creationId xmlns:a16="http://schemas.microsoft.com/office/drawing/2014/main" id="{31772677-B1F6-0EFF-45B1-AA595703AA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4031163"/>
            <a:ext cx="728704" cy="728704"/>
          </a:xfrm>
          <a:prstGeom prst="rect">
            <a:avLst/>
          </a:prstGeom>
        </p:spPr>
      </p:pic>
      <p:sp>
        <p:nvSpPr>
          <p:cNvPr id="387" name="Rectangle 386">
            <a:extLst>
              <a:ext uri="{FF2B5EF4-FFF2-40B4-BE49-F238E27FC236}">
                <a16:creationId xmlns:a16="http://schemas.microsoft.com/office/drawing/2014/main" id="{F06001C1-2404-7B3B-2919-BC0432FC1CCD}"/>
              </a:ext>
            </a:extLst>
          </p:cNvPr>
          <p:cNvSpPr/>
          <p:nvPr/>
        </p:nvSpPr>
        <p:spPr>
          <a:xfrm>
            <a:off x="990919" y="403432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4" name="Rectangle 403">
            <a:extLst>
              <a:ext uri="{FF2B5EF4-FFF2-40B4-BE49-F238E27FC236}">
                <a16:creationId xmlns:a16="http://schemas.microsoft.com/office/drawing/2014/main" id="{335B9045-A3B9-8892-0719-8E13C50180BE}"/>
              </a:ext>
            </a:extLst>
          </p:cNvPr>
          <p:cNvSpPr/>
          <p:nvPr/>
        </p:nvSpPr>
        <p:spPr>
          <a:xfrm>
            <a:off x="847677" y="403432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5" name="Rectangle 404">
            <a:extLst>
              <a:ext uri="{FF2B5EF4-FFF2-40B4-BE49-F238E27FC236}">
                <a16:creationId xmlns:a16="http://schemas.microsoft.com/office/drawing/2014/main" id="{604F91A7-7E50-14E5-610F-322C37BCAC01}"/>
              </a:ext>
            </a:extLst>
          </p:cNvPr>
          <p:cNvSpPr/>
          <p:nvPr/>
        </p:nvSpPr>
        <p:spPr>
          <a:xfrm>
            <a:off x="919394" y="403432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1" name="TextBox 410">
            <a:extLst>
              <a:ext uri="{FF2B5EF4-FFF2-40B4-BE49-F238E27FC236}">
                <a16:creationId xmlns:a16="http://schemas.microsoft.com/office/drawing/2014/main" id="{1DFD7753-452B-B281-9BC0-69B492048F10}"/>
              </a:ext>
            </a:extLst>
          </p:cNvPr>
          <p:cNvSpPr txBox="1"/>
          <p:nvPr/>
        </p:nvSpPr>
        <p:spPr>
          <a:xfrm>
            <a:off x="407987" y="416468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354" name="Straight Connector 353">
            <a:extLst>
              <a:ext uri="{FF2B5EF4-FFF2-40B4-BE49-F238E27FC236}">
                <a16:creationId xmlns:a16="http://schemas.microsoft.com/office/drawing/2014/main" id="{73FE9D60-3ECA-92F7-B28F-51FCF6B03039}"/>
              </a:ext>
            </a:extLst>
          </p:cNvPr>
          <p:cNvCxnSpPr>
            <a:cxnSpLocks/>
          </p:cNvCxnSpPr>
          <p:nvPr/>
        </p:nvCxnSpPr>
        <p:spPr>
          <a:xfrm>
            <a:off x="2090102" y="509591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6" name="Oval 355">
            <a:extLst>
              <a:ext uri="{FF2B5EF4-FFF2-40B4-BE49-F238E27FC236}">
                <a16:creationId xmlns:a16="http://schemas.microsoft.com/office/drawing/2014/main" id="{49822684-4223-84F7-0B90-F3D035148C18}"/>
              </a:ext>
            </a:extLst>
          </p:cNvPr>
          <p:cNvSpPr/>
          <p:nvPr/>
        </p:nvSpPr>
        <p:spPr>
          <a:xfrm>
            <a:off x="2302422" y="436356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57" name="Picture 356">
            <a:extLst>
              <a:ext uri="{FF2B5EF4-FFF2-40B4-BE49-F238E27FC236}">
                <a16:creationId xmlns:a16="http://schemas.microsoft.com/office/drawing/2014/main" id="{03D087D6-A09A-E3B1-C7E4-CDA5937FC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4031163"/>
            <a:ext cx="728704" cy="728704"/>
          </a:xfrm>
          <a:prstGeom prst="rect">
            <a:avLst/>
          </a:prstGeom>
        </p:spPr>
      </p:pic>
      <p:sp>
        <p:nvSpPr>
          <p:cNvPr id="358" name="Rectangle 357">
            <a:extLst>
              <a:ext uri="{FF2B5EF4-FFF2-40B4-BE49-F238E27FC236}">
                <a16:creationId xmlns:a16="http://schemas.microsoft.com/office/drawing/2014/main" id="{B89591D1-8E90-CBF7-A0B0-1D81BBDA3985}"/>
              </a:ext>
            </a:extLst>
          </p:cNvPr>
          <p:cNvSpPr/>
          <p:nvPr/>
        </p:nvSpPr>
        <p:spPr>
          <a:xfrm>
            <a:off x="2492058" y="403432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9" name="Rectangle 358">
            <a:extLst>
              <a:ext uri="{FF2B5EF4-FFF2-40B4-BE49-F238E27FC236}">
                <a16:creationId xmlns:a16="http://schemas.microsoft.com/office/drawing/2014/main" id="{4FFE4F40-DCFF-572B-E62C-56F1D7DBBD54}"/>
              </a:ext>
            </a:extLst>
          </p:cNvPr>
          <p:cNvSpPr/>
          <p:nvPr/>
        </p:nvSpPr>
        <p:spPr>
          <a:xfrm>
            <a:off x="2492058" y="410604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0" name="Rectangle 359">
            <a:extLst>
              <a:ext uri="{FF2B5EF4-FFF2-40B4-BE49-F238E27FC236}">
                <a16:creationId xmlns:a16="http://schemas.microsoft.com/office/drawing/2014/main" id="{DEC377DC-F481-E411-9A29-F164D52D16B1}"/>
              </a:ext>
            </a:extLst>
          </p:cNvPr>
          <p:cNvSpPr/>
          <p:nvPr/>
        </p:nvSpPr>
        <p:spPr>
          <a:xfrm>
            <a:off x="2492058" y="417775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1" name="Rectangle 360">
            <a:extLst>
              <a:ext uri="{FF2B5EF4-FFF2-40B4-BE49-F238E27FC236}">
                <a16:creationId xmlns:a16="http://schemas.microsoft.com/office/drawing/2014/main" id="{1C64907D-767D-0529-24F2-67DD409BDF47}"/>
              </a:ext>
            </a:extLst>
          </p:cNvPr>
          <p:cNvSpPr/>
          <p:nvPr/>
        </p:nvSpPr>
        <p:spPr>
          <a:xfrm>
            <a:off x="2492058" y="424947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3" name="Rectangle 362">
            <a:extLst>
              <a:ext uri="{FF2B5EF4-FFF2-40B4-BE49-F238E27FC236}">
                <a16:creationId xmlns:a16="http://schemas.microsoft.com/office/drawing/2014/main" id="{182827DE-6AE1-C978-F73B-DEE39535845E}"/>
              </a:ext>
            </a:extLst>
          </p:cNvPr>
          <p:cNvSpPr/>
          <p:nvPr/>
        </p:nvSpPr>
        <p:spPr>
          <a:xfrm>
            <a:off x="2492058" y="432119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5" name="Rectangle 374">
            <a:extLst>
              <a:ext uri="{FF2B5EF4-FFF2-40B4-BE49-F238E27FC236}">
                <a16:creationId xmlns:a16="http://schemas.microsoft.com/office/drawing/2014/main" id="{A26E5B2C-67EF-6CEB-FF07-9D00C111AB60}"/>
              </a:ext>
            </a:extLst>
          </p:cNvPr>
          <p:cNvSpPr/>
          <p:nvPr/>
        </p:nvSpPr>
        <p:spPr>
          <a:xfrm>
            <a:off x="2421841" y="403432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2" name="TextBox 381">
            <a:extLst>
              <a:ext uri="{FF2B5EF4-FFF2-40B4-BE49-F238E27FC236}">
                <a16:creationId xmlns:a16="http://schemas.microsoft.com/office/drawing/2014/main" id="{6D552DD5-4C24-F089-5237-AA6EF90062D7}"/>
              </a:ext>
            </a:extLst>
          </p:cNvPr>
          <p:cNvSpPr txBox="1"/>
          <p:nvPr/>
        </p:nvSpPr>
        <p:spPr>
          <a:xfrm>
            <a:off x="1982151" y="416468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325" name="Straight Connector 324">
            <a:extLst>
              <a:ext uri="{FF2B5EF4-FFF2-40B4-BE49-F238E27FC236}">
                <a16:creationId xmlns:a16="http://schemas.microsoft.com/office/drawing/2014/main" id="{C4638BD4-D6D2-AC08-A95C-4F37D5C286C8}"/>
              </a:ext>
            </a:extLst>
          </p:cNvPr>
          <p:cNvCxnSpPr>
            <a:cxnSpLocks/>
          </p:cNvCxnSpPr>
          <p:nvPr/>
        </p:nvCxnSpPr>
        <p:spPr>
          <a:xfrm>
            <a:off x="3646488" y="509591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7" name="Oval 326">
            <a:extLst>
              <a:ext uri="{FF2B5EF4-FFF2-40B4-BE49-F238E27FC236}">
                <a16:creationId xmlns:a16="http://schemas.microsoft.com/office/drawing/2014/main" id="{52280501-0978-C865-C1D1-03A409798CC3}"/>
              </a:ext>
            </a:extLst>
          </p:cNvPr>
          <p:cNvSpPr/>
          <p:nvPr/>
        </p:nvSpPr>
        <p:spPr>
          <a:xfrm>
            <a:off x="3858808" y="436356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28" name="Picture 327">
            <a:extLst>
              <a:ext uri="{FF2B5EF4-FFF2-40B4-BE49-F238E27FC236}">
                <a16:creationId xmlns:a16="http://schemas.microsoft.com/office/drawing/2014/main" id="{1D02B83F-32E9-1875-AAA2-355F7FA682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4031163"/>
            <a:ext cx="728704" cy="728704"/>
          </a:xfrm>
          <a:prstGeom prst="rect">
            <a:avLst/>
          </a:prstGeom>
        </p:spPr>
      </p:pic>
      <p:sp>
        <p:nvSpPr>
          <p:cNvPr id="353" name="TextBox 352">
            <a:extLst>
              <a:ext uri="{FF2B5EF4-FFF2-40B4-BE49-F238E27FC236}">
                <a16:creationId xmlns:a16="http://schemas.microsoft.com/office/drawing/2014/main" id="{F355B970-B509-A698-F944-974F4BBC8C50}"/>
              </a:ext>
            </a:extLst>
          </p:cNvPr>
          <p:cNvSpPr txBox="1"/>
          <p:nvPr/>
        </p:nvSpPr>
        <p:spPr>
          <a:xfrm>
            <a:off x="3538537" y="416468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sp>
        <p:nvSpPr>
          <p:cNvPr id="413" name="TextBox 412">
            <a:extLst>
              <a:ext uri="{FF2B5EF4-FFF2-40B4-BE49-F238E27FC236}">
                <a16:creationId xmlns:a16="http://schemas.microsoft.com/office/drawing/2014/main" id="{FF9C85CE-83BE-7746-577E-B881525DED23}"/>
              </a:ext>
            </a:extLst>
          </p:cNvPr>
          <p:cNvSpPr txBox="1"/>
          <p:nvPr/>
        </p:nvSpPr>
        <p:spPr>
          <a:xfrm>
            <a:off x="16509" y="5883153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D)</a:t>
            </a:r>
          </a:p>
        </p:txBody>
      </p:sp>
      <p:sp>
        <p:nvSpPr>
          <p:cNvPr id="414" name="Plus Sign 413">
            <a:extLst>
              <a:ext uri="{FF2B5EF4-FFF2-40B4-BE49-F238E27FC236}">
                <a16:creationId xmlns:a16="http://schemas.microsoft.com/office/drawing/2014/main" id="{818FFE4E-9EE3-7BB5-5C4D-4B23374370F7}"/>
              </a:ext>
            </a:extLst>
          </p:cNvPr>
          <p:cNvSpPr/>
          <p:nvPr/>
        </p:nvSpPr>
        <p:spPr>
          <a:xfrm>
            <a:off x="1626710" y="5877790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5" name="Equals 414">
            <a:extLst>
              <a:ext uri="{FF2B5EF4-FFF2-40B4-BE49-F238E27FC236}">
                <a16:creationId xmlns:a16="http://schemas.microsoft.com/office/drawing/2014/main" id="{750EB784-1904-40D9-1DCA-A5FA37E73057}"/>
              </a:ext>
            </a:extLst>
          </p:cNvPr>
          <p:cNvSpPr/>
          <p:nvPr/>
        </p:nvSpPr>
        <p:spPr>
          <a:xfrm>
            <a:off x="3200874" y="5823699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77" name="Straight Connector 476">
            <a:extLst>
              <a:ext uri="{FF2B5EF4-FFF2-40B4-BE49-F238E27FC236}">
                <a16:creationId xmlns:a16="http://schemas.microsoft.com/office/drawing/2014/main" id="{3FA17D48-17DF-886A-61D9-A671EA347B11}"/>
              </a:ext>
            </a:extLst>
          </p:cNvPr>
          <p:cNvCxnSpPr>
            <a:cxnSpLocks/>
          </p:cNvCxnSpPr>
          <p:nvPr/>
        </p:nvCxnSpPr>
        <p:spPr>
          <a:xfrm>
            <a:off x="515938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9" name="Oval 478">
            <a:extLst>
              <a:ext uri="{FF2B5EF4-FFF2-40B4-BE49-F238E27FC236}">
                <a16:creationId xmlns:a16="http://schemas.microsoft.com/office/drawing/2014/main" id="{803B04C4-F83A-1C0C-EBAF-D1F4F87D1CE1}"/>
              </a:ext>
            </a:extLst>
          </p:cNvPr>
          <p:cNvSpPr/>
          <p:nvPr/>
        </p:nvSpPr>
        <p:spPr>
          <a:xfrm>
            <a:off x="728258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80" name="Picture 479">
            <a:extLst>
              <a:ext uri="{FF2B5EF4-FFF2-40B4-BE49-F238E27FC236}">
                <a16:creationId xmlns:a16="http://schemas.microsoft.com/office/drawing/2014/main" id="{03BEA461-FE34-05F5-E402-9986381712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5665999"/>
            <a:ext cx="728704" cy="728704"/>
          </a:xfrm>
          <a:prstGeom prst="rect">
            <a:avLst/>
          </a:prstGeom>
        </p:spPr>
      </p:pic>
      <p:sp>
        <p:nvSpPr>
          <p:cNvPr id="484" name="Rectangle 483">
            <a:extLst>
              <a:ext uri="{FF2B5EF4-FFF2-40B4-BE49-F238E27FC236}">
                <a16:creationId xmlns:a16="http://schemas.microsoft.com/office/drawing/2014/main" id="{DD532DF9-7CB4-C5FB-4741-44280ACE9438}"/>
              </a:ext>
            </a:extLst>
          </p:cNvPr>
          <p:cNvSpPr/>
          <p:nvPr/>
        </p:nvSpPr>
        <p:spPr>
          <a:xfrm>
            <a:off x="1206139" y="588431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6" name="Rectangle 485">
            <a:extLst>
              <a:ext uri="{FF2B5EF4-FFF2-40B4-BE49-F238E27FC236}">
                <a16:creationId xmlns:a16="http://schemas.microsoft.com/office/drawing/2014/main" id="{03E00E98-E27A-CFF1-26E6-2027403E81C1}"/>
              </a:ext>
            </a:extLst>
          </p:cNvPr>
          <p:cNvSpPr/>
          <p:nvPr/>
        </p:nvSpPr>
        <p:spPr>
          <a:xfrm>
            <a:off x="1206139" y="595602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8" name="Rectangle 487">
            <a:extLst>
              <a:ext uri="{FF2B5EF4-FFF2-40B4-BE49-F238E27FC236}">
                <a16:creationId xmlns:a16="http://schemas.microsoft.com/office/drawing/2014/main" id="{EAEEF18A-6713-F73A-C1A0-1356AA2742E9}"/>
              </a:ext>
            </a:extLst>
          </p:cNvPr>
          <p:cNvSpPr/>
          <p:nvPr/>
        </p:nvSpPr>
        <p:spPr>
          <a:xfrm>
            <a:off x="1206139" y="602774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0" name="Rectangle 489">
            <a:extLst>
              <a:ext uri="{FF2B5EF4-FFF2-40B4-BE49-F238E27FC236}">
                <a16:creationId xmlns:a16="http://schemas.microsoft.com/office/drawing/2014/main" id="{98DEBE14-65CE-75A7-D72E-80350E36F8EB}"/>
              </a:ext>
            </a:extLst>
          </p:cNvPr>
          <p:cNvSpPr/>
          <p:nvPr/>
        </p:nvSpPr>
        <p:spPr>
          <a:xfrm>
            <a:off x="1206139" y="609946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2" name="Rectangle 491">
            <a:extLst>
              <a:ext uri="{FF2B5EF4-FFF2-40B4-BE49-F238E27FC236}">
                <a16:creationId xmlns:a16="http://schemas.microsoft.com/office/drawing/2014/main" id="{055A9F68-CE27-06FD-A3C7-868AA504053C}"/>
              </a:ext>
            </a:extLst>
          </p:cNvPr>
          <p:cNvSpPr/>
          <p:nvPr/>
        </p:nvSpPr>
        <p:spPr>
          <a:xfrm>
            <a:off x="1206139" y="61711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4" name="Rectangle 493">
            <a:extLst>
              <a:ext uri="{FF2B5EF4-FFF2-40B4-BE49-F238E27FC236}">
                <a16:creationId xmlns:a16="http://schemas.microsoft.com/office/drawing/2014/main" id="{8536EEA9-4EC2-4F98-4410-9125196BC716}"/>
              </a:ext>
            </a:extLst>
          </p:cNvPr>
          <p:cNvSpPr/>
          <p:nvPr/>
        </p:nvSpPr>
        <p:spPr>
          <a:xfrm>
            <a:off x="1206139" y="624289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6" name="Rectangle 495">
            <a:extLst>
              <a:ext uri="{FF2B5EF4-FFF2-40B4-BE49-F238E27FC236}">
                <a16:creationId xmlns:a16="http://schemas.microsoft.com/office/drawing/2014/main" id="{2BEB639C-00F3-597D-2276-405F982C42FA}"/>
              </a:ext>
            </a:extLst>
          </p:cNvPr>
          <p:cNvSpPr/>
          <p:nvPr/>
        </p:nvSpPr>
        <p:spPr>
          <a:xfrm>
            <a:off x="1206139" y="631461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8" name="Rectangle 497">
            <a:extLst>
              <a:ext uri="{FF2B5EF4-FFF2-40B4-BE49-F238E27FC236}">
                <a16:creationId xmlns:a16="http://schemas.microsoft.com/office/drawing/2014/main" id="{189C80C5-2909-56AC-83D0-0008BBAE1FD3}"/>
              </a:ext>
            </a:extLst>
          </p:cNvPr>
          <p:cNvSpPr/>
          <p:nvPr/>
        </p:nvSpPr>
        <p:spPr>
          <a:xfrm>
            <a:off x="847677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9" name="Rectangle 498">
            <a:extLst>
              <a:ext uri="{FF2B5EF4-FFF2-40B4-BE49-F238E27FC236}">
                <a16:creationId xmlns:a16="http://schemas.microsoft.com/office/drawing/2014/main" id="{B12BB91F-F34F-0EB1-FBE4-59BF55AD8A33}"/>
              </a:ext>
            </a:extLst>
          </p:cNvPr>
          <p:cNvSpPr/>
          <p:nvPr/>
        </p:nvSpPr>
        <p:spPr>
          <a:xfrm>
            <a:off x="919394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0" name="Rectangle 499">
            <a:extLst>
              <a:ext uri="{FF2B5EF4-FFF2-40B4-BE49-F238E27FC236}">
                <a16:creationId xmlns:a16="http://schemas.microsoft.com/office/drawing/2014/main" id="{396E6771-A05E-CB68-EF90-6DC35DAFDA9C}"/>
              </a:ext>
            </a:extLst>
          </p:cNvPr>
          <p:cNvSpPr/>
          <p:nvPr/>
        </p:nvSpPr>
        <p:spPr>
          <a:xfrm>
            <a:off x="991110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1" name="Rectangle 500">
            <a:extLst>
              <a:ext uri="{FF2B5EF4-FFF2-40B4-BE49-F238E27FC236}">
                <a16:creationId xmlns:a16="http://schemas.microsoft.com/office/drawing/2014/main" id="{71F57264-20E6-DE19-D6EE-F36A17FC723F}"/>
              </a:ext>
            </a:extLst>
          </p:cNvPr>
          <p:cNvSpPr/>
          <p:nvPr/>
        </p:nvSpPr>
        <p:spPr>
          <a:xfrm>
            <a:off x="1062827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2" name="Rectangle 501">
            <a:extLst>
              <a:ext uri="{FF2B5EF4-FFF2-40B4-BE49-F238E27FC236}">
                <a16:creationId xmlns:a16="http://schemas.microsoft.com/office/drawing/2014/main" id="{BA4AA158-E59D-0CE0-4147-3A7F129C54B8}"/>
              </a:ext>
            </a:extLst>
          </p:cNvPr>
          <p:cNvSpPr/>
          <p:nvPr/>
        </p:nvSpPr>
        <p:spPr>
          <a:xfrm>
            <a:off x="1134544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5" name="TextBox 504">
            <a:extLst>
              <a:ext uri="{FF2B5EF4-FFF2-40B4-BE49-F238E27FC236}">
                <a16:creationId xmlns:a16="http://schemas.microsoft.com/office/drawing/2014/main" id="{87D21041-9406-4CC1-37EC-B6AB65853B72}"/>
              </a:ext>
            </a:extLst>
          </p:cNvPr>
          <p:cNvSpPr txBox="1"/>
          <p:nvPr/>
        </p:nvSpPr>
        <p:spPr>
          <a:xfrm>
            <a:off x="407987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448" name="Straight Connector 447">
            <a:extLst>
              <a:ext uri="{FF2B5EF4-FFF2-40B4-BE49-F238E27FC236}">
                <a16:creationId xmlns:a16="http://schemas.microsoft.com/office/drawing/2014/main" id="{922FB43E-3C68-B172-E249-7036D7943A57}"/>
              </a:ext>
            </a:extLst>
          </p:cNvPr>
          <p:cNvCxnSpPr>
            <a:cxnSpLocks/>
          </p:cNvCxnSpPr>
          <p:nvPr/>
        </p:nvCxnSpPr>
        <p:spPr>
          <a:xfrm>
            <a:off x="2090102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0" name="Oval 449">
            <a:extLst>
              <a:ext uri="{FF2B5EF4-FFF2-40B4-BE49-F238E27FC236}">
                <a16:creationId xmlns:a16="http://schemas.microsoft.com/office/drawing/2014/main" id="{02C5297C-5505-FD7A-66BF-11F1B1A8D286}"/>
              </a:ext>
            </a:extLst>
          </p:cNvPr>
          <p:cNvSpPr/>
          <p:nvPr/>
        </p:nvSpPr>
        <p:spPr>
          <a:xfrm>
            <a:off x="2302422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51" name="Picture 450">
            <a:extLst>
              <a:ext uri="{FF2B5EF4-FFF2-40B4-BE49-F238E27FC236}">
                <a16:creationId xmlns:a16="http://schemas.microsoft.com/office/drawing/2014/main" id="{6E0A6252-10E0-6DAA-D733-4611DF56AF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5665999"/>
            <a:ext cx="728704" cy="728704"/>
          </a:xfrm>
          <a:prstGeom prst="rect">
            <a:avLst/>
          </a:prstGeom>
        </p:spPr>
      </p:pic>
      <p:sp>
        <p:nvSpPr>
          <p:cNvPr id="452" name="Rectangle 451">
            <a:extLst>
              <a:ext uri="{FF2B5EF4-FFF2-40B4-BE49-F238E27FC236}">
                <a16:creationId xmlns:a16="http://schemas.microsoft.com/office/drawing/2014/main" id="{E7FDB50A-9D2D-BB95-FD87-A588D5396C88}"/>
              </a:ext>
            </a:extLst>
          </p:cNvPr>
          <p:cNvSpPr/>
          <p:nvPr/>
        </p:nvSpPr>
        <p:spPr>
          <a:xfrm>
            <a:off x="2636565" y="566916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3" name="Rectangle 452">
            <a:extLst>
              <a:ext uri="{FF2B5EF4-FFF2-40B4-BE49-F238E27FC236}">
                <a16:creationId xmlns:a16="http://schemas.microsoft.com/office/drawing/2014/main" id="{81416B41-5BEE-FC02-15D0-033A1D0AE587}"/>
              </a:ext>
            </a:extLst>
          </p:cNvPr>
          <p:cNvSpPr/>
          <p:nvPr/>
        </p:nvSpPr>
        <p:spPr>
          <a:xfrm>
            <a:off x="2636565" y="57408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9" name="Rectangle 468">
            <a:extLst>
              <a:ext uri="{FF2B5EF4-FFF2-40B4-BE49-F238E27FC236}">
                <a16:creationId xmlns:a16="http://schemas.microsoft.com/office/drawing/2014/main" id="{C67BCE49-8FC3-DE28-03E2-9CF86B2DB8BE}"/>
              </a:ext>
            </a:extLst>
          </p:cNvPr>
          <p:cNvSpPr/>
          <p:nvPr/>
        </p:nvSpPr>
        <p:spPr>
          <a:xfrm>
            <a:off x="2421841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0" name="Rectangle 469">
            <a:extLst>
              <a:ext uri="{FF2B5EF4-FFF2-40B4-BE49-F238E27FC236}">
                <a16:creationId xmlns:a16="http://schemas.microsoft.com/office/drawing/2014/main" id="{1AB1754F-4E3B-F0AE-4073-9BADAA170B68}"/>
              </a:ext>
            </a:extLst>
          </p:cNvPr>
          <p:cNvSpPr/>
          <p:nvPr/>
        </p:nvSpPr>
        <p:spPr>
          <a:xfrm>
            <a:off x="2493558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1" name="Rectangle 470">
            <a:extLst>
              <a:ext uri="{FF2B5EF4-FFF2-40B4-BE49-F238E27FC236}">
                <a16:creationId xmlns:a16="http://schemas.microsoft.com/office/drawing/2014/main" id="{29A392F0-72D7-3D77-26DF-4C69437004F5}"/>
              </a:ext>
            </a:extLst>
          </p:cNvPr>
          <p:cNvSpPr/>
          <p:nvPr/>
        </p:nvSpPr>
        <p:spPr>
          <a:xfrm>
            <a:off x="2565274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6" name="TextBox 475">
            <a:extLst>
              <a:ext uri="{FF2B5EF4-FFF2-40B4-BE49-F238E27FC236}">
                <a16:creationId xmlns:a16="http://schemas.microsoft.com/office/drawing/2014/main" id="{12BFD967-3A85-27BE-75C3-8775147C3BAA}"/>
              </a:ext>
            </a:extLst>
          </p:cNvPr>
          <p:cNvSpPr txBox="1"/>
          <p:nvPr/>
        </p:nvSpPr>
        <p:spPr>
          <a:xfrm>
            <a:off x="1982151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419" name="Straight Connector 418">
            <a:extLst>
              <a:ext uri="{FF2B5EF4-FFF2-40B4-BE49-F238E27FC236}">
                <a16:creationId xmlns:a16="http://schemas.microsoft.com/office/drawing/2014/main" id="{3C196F65-5912-0283-8B52-C6EEB1ABECD3}"/>
              </a:ext>
            </a:extLst>
          </p:cNvPr>
          <p:cNvCxnSpPr>
            <a:cxnSpLocks/>
          </p:cNvCxnSpPr>
          <p:nvPr/>
        </p:nvCxnSpPr>
        <p:spPr>
          <a:xfrm>
            <a:off x="3646488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1" name="Oval 420">
            <a:extLst>
              <a:ext uri="{FF2B5EF4-FFF2-40B4-BE49-F238E27FC236}">
                <a16:creationId xmlns:a16="http://schemas.microsoft.com/office/drawing/2014/main" id="{7E576870-6738-12B4-168C-DAB91F3D0A75}"/>
              </a:ext>
            </a:extLst>
          </p:cNvPr>
          <p:cNvSpPr/>
          <p:nvPr/>
        </p:nvSpPr>
        <p:spPr>
          <a:xfrm>
            <a:off x="3858808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22" name="Picture 421">
            <a:extLst>
              <a:ext uri="{FF2B5EF4-FFF2-40B4-BE49-F238E27FC236}">
                <a16:creationId xmlns:a16="http://schemas.microsoft.com/office/drawing/2014/main" id="{2BD8383C-6956-4528-5F2C-3C45353C40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5665999"/>
            <a:ext cx="728704" cy="728704"/>
          </a:xfrm>
          <a:prstGeom prst="rect">
            <a:avLst/>
          </a:prstGeom>
        </p:spPr>
      </p:pic>
      <p:sp>
        <p:nvSpPr>
          <p:cNvPr id="447" name="TextBox 446">
            <a:extLst>
              <a:ext uri="{FF2B5EF4-FFF2-40B4-BE49-F238E27FC236}">
                <a16:creationId xmlns:a16="http://schemas.microsoft.com/office/drawing/2014/main" id="{C449126B-50DE-5B97-30CC-939051B673A9}"/>
              </a:ext>
            </a:extLst>
          </p:cNvPr>
          <p:cNvSpPr txBox="1"/>
          <p:nvPr/>
        </p:nvSpPr>
        <p:spPr>
          <a:xfrm>
            <a:off x="3538537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sp>
        <p:nvSpPr>
          <p:cNvPr id="507" name="TextBox 506">
            <a:extLst>
              <a:ext uri="{FF2B5EF4-FFF2-40B4-BE49-F238E27FC236}">
                <a16:creationId xmlns:a16="http://schemas.microsoft.com/office/drawing/2014/main" id="{E4D49EC4-DA9A-A961-54C7-B23210E9C01C}"/>
              </a:ext>
            </a:extLst>
          </p:cNvPr>
          <p:cNvSpPr txBox="1"/>
          <p:nvPr/>
        </p:nvSpPr>
        <p:spPr>
          <a:xfrm>
            <a:off x="5108409" y="1706007"/>
            <a:ext cx="3016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F)</a:t>
            </a:r>
          </a:p>
        </p:txBody>
      </p:sp>
      <p:sp>
        <p:nvSpPr>
          <p:cNvPr id="508" name="Plus Sign 507">
            <a:extLst>
              <a:ext uri="{FF2B5EF4-FFF2-40B4-BE49-F238E27FC236}">
                <a16:creationId xmlns:a16="http://schemas.microsoft.com/office/drawing/2014/main" id="{CEBBFCE4-7FBA-BCB0-DBC8-95D3E0075DDF}"/>
              </a:ext>
            </a:extLst>
          </p:cNvPr>
          <p:cNvSpPr/>
          <p:nvPr/>
        </p:nvSpPr>
        <p:spPr>
          <a:xfrm>
            <a:off x="6705786" y="1700644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9" name="Equals 508">
            <a:extLst>
              <a:ext uri="{FF2B5EF4-FFF2-40B4-BE49-F238E27FC236}">
                <a16:creationId xmlns:a16="http://schemas.microsoft.com/office/drawing/2014/main" id="{22486ABD-7E6F-B568-5215-E52DED7FC269}"/>
              </a:ext>
            </a:extLst>
          </p:cNvPr>
          <p:cNvSpPr/>
          <p:nvPr/>
        </p:nvSpPr>
        <p:spPr>
          <a:xfrm>
            <a:off x="8279950" y="1646553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71" name="Straight Connector 570">
            <a:extLst>
              <a:ext uri="{FF2B5EF4-FFF2-40B4-BE49-F238E27FC236}">
                <a16:creationId xmlns:a16="http://schemas.microsoft.com/office/drawing/2014/main" id="{BEC7FB0D-711B-F48F-1BE1-D20291F45E12}"/>
              </a:ext>
            </a:extLst>
          </p:cNvPr>
          <p:cNvCxnSpPr>
            <a:cxnSpLocks/>
          </p:cNvCxnSpPr>
          <p:nvPr/>
        </p:nvCxnSpPr>
        <p:spPr>
          <a:xfrm>
            <a:off x="5595014" y="255360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3" name="Oval 572">
            <a:extLst>
              <a:ext uri="{FF2B5EF4-FFF2-40B4-BE49-F238E27FC236}">
                <a16:creationId xmlns:a16="http://schemas.microsoft.com/office/drawing/2014/main" id="{71E627D1-F972-7B9B-A845-808A94F42417}"/>
              </a:ext>
            </a:extLst>
          </p:cNvPr>
          <p:cNvSpPr/>
          <p:nvPr/>
        </p:nvSpPr>
        <p:spPr>
          <a:xfrm>
            <a:off x="5807334" y="182125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74" name="Picture 573">
            <a:extLst>
              <a:ext uri="{FF2B5EF4-FFF2-40B4-BE49-F238E27FC236}">
                <a16:creationId xmlns:a16="http://schemas.microsoft.com/office/drawing/2014/main" id="{D6644829-FABF-AA74-8BA6-6974DAA893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1488853"/>
            <a:ext cx="728704" cy="728704"/>
          </a:xfrm>
          <a:prstGeom prst="rect">
            <a:avLst/>
          </a:prstGeom>
        </p:spPr>
      </p:pic>
      <p:sp>
        <p:nvSpPr>
          <p:cNvPr id="575" name="Rectangle 574">
            <a:extLst>
              <a:ext uri="{FF2B5EF4-FFF2-40B4-BE49-F238E27FC236}">
                <a16:creationId xmlns:a16="http://schemas.microsoft.com/office/drawing/2014/main" id="{9741C39F-065C-22E9-FEB3-B7FEF56BB0E1}"/>
              </a:ext>
            </a:extLst>
          </p:cNvPr>
          <p:cNvSpPr/>
          <p:nvPr/>
        </p:nvSpPr>
        <p:spPr>
          <a:xfrm>
            <a:off x="6067624" y="149201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6" name="Rectangle 575">
            <a:extLst>
              <a:ext uri="{FF2B5EF4-FFF2-40B4-BE49-F238E27FC236}">
                <a16:creationId xmlns:a16="http://schemas.microsoft.com/office/drawing/2014/main" id="{05B54CCD-675B-7F10-81DF-7B82B22D3B62}"/>
              </a:ext>
            </a:extLst>
          </p:cNvPr>
          <p:cNvSpPr/>
          <p:nvPr/>
        </p:nvSpPr>
        <p:spPr>
          <a:xfrm>
            <a:off x="6067624" y="156373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7" name="Rectangle 576">
            <a:extLst>
              <a:ext uri="{FF2B5EF4-FFF2-40B4-BE49-F238E27FC236}">
                <a16:creationId xmlns:a16="http://schemas.microsoft.com/office/drawing/2014/main" id="{07D71F1D-6A03-E678-807D-D4AA056863BC}"/>
              </a:ext>
            </a:extLst>
          </p:cNvPr>
          <p:cNvSpPr/>
          <p:nvPr/>
        </p:nvSpPr>
        <p:spPr>
          <a:xfrm>
            <a:off x="6067624" y="163544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8" name="Rectangle 577">
            <a:extLst>
              <a:ext uri="{FF2B5EF4-FFF2-40B4-BE49-F238E27FC236}">
                <a16:creationId xmlns:a16="http://schemas.microsoft.com/office/drawing/2014/main" id="{97F3131C-1666-AB63-23EA-24CFC7A54390}"/>
              </a:ext>
            </a:extLst>
          </p:cNvPr>
          <p:cNvSpPr/>
          <p:nvPr/>
        </p:nvSpPr>
        <p:spPr>
          <a:xfrm>
            <a:off x="6067624" y="170716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0" name="Rectangle 579">
            <a:extLst>
              <a:ext uri="{FF2B5EF4-FFF2-40B4-BE49-F238E27FC236}">
                <a16:creationId xmlns:a16="http://schemas.microsoft.com/office/drawing/2014/main" id="{6F8E1338-612A-97ED-A941-19DC477C27DC}"/>
              </a:ext>
            </a:extLst>
          </p:cNvPr>
          <p:cNvSpPr/>
          <p:nvPr/>
        </p:nvSpPr>
        <p:spPr>
          <a:xfrm>
            <a:off x="6067624" y="177888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2" name="Rectangle 591">
            <a:extLst>
              <a:ext uri="{FF2B5EF4-FFF2-40B4-BE49-F238E27FC236}">
                <a16:creationId xmlns:a16="http://schemas.microsoft.com/office/drawing/2014/main" id="{4541BED8-7955-542F-7029-5DD03E663E75}"/>
              </a:ext>
            </a:extLst>
          </p:cNvPr>
          <p:cNvSpPr/>
          <p:nvPr/>
        </p:nvSpPr>
        <p:spPr>
          <a:xfrm>
            <a:off x="5926753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3" name="Rectangle 592">
            <a:extLst>
              <a:ext uri="{FF2B5EF4-FFF2-40B4-BE49-F238E27FC236}">
                <a16:creationId xmlns:a16="http://schemas.microsoft.com/office/drawing/2014/main" id="{E790FAA2-11DE-FAC9-7022-E17D8D69A907}"/>
              </a:ext>
            </a:extLst>
          </p:cNvPr>
          <p:cNvSpPr/>
          <p:nvPr/>
        </p:nvSpPr>
        <p:spPr>
          <a:xfrm>
            <a:off x="5998470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9" name="TextBox 598">
            <a:extLst>
              <a:ext uri="{FF2B5EF4-FFF2-40B4-BE49-F238E27FC236}">
                <a16:creationId xmlns:a16="http://schemas.microsoft.com/office/drawing/2014/main" id="{F190C38B-4B36-05FC-6120-7FE65C510E38}"/>
              </a:ext>
            </a:extLst>
          </p:cNvPr>
          <p:cNvSpPr txBox="1"/>
          <p:nvPr/>
        </p:nvSpPr>
        <p:spPr>
          <a:xfrm>
            <a:off x="5487063" y="162237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542" name="Straight Connector 541">
            <a:extLst>
              <a:ext uri="{FF2B5EF4-FFF2-40B4-BE49-F238E27FC236}">
                <a16:creationId xmlns:a16="http://schemas.microsoft.com/office/drawing/2014/main" id="{C773AEBC-C854-0069-E30B-29E1E2A43394}"/>
              </a:ext>
            </a:extLst>
          </p:cNvPr>
          <p:cNvCxnSpPr>
            <a:cxnSpLocks/>
          </p:cNvCxnSpPr>
          <p:nvPr/>
        </p:nvCxnSpPr>
        <p:spPr>
          <a:xfrm>
            <a:off x="7169178" y="255360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4" name="Oval 543">
            <a:extLst>
              <a:ext uri="{FF2B5EF4-FFF2-40B4-BE49-F238E27FC236}">
                <a16:creationId xmlns:a16="http://schemas.microsoft.com/office/drawing/2014/main" id="{57A103DB-8EB6-68D8-98C9-DA5117D8A6DA}"/>
              </a:ext>
            </a:extLst>
          </p:cNvPr>
          <p:cNvSpPr/>
          <p:nvPr/>
        </p:nvSpPr>
        <p:spPr>
          <a:xfrm>
            <a:off x="7381498" y="182125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45" name="Picture 544">
            <a:extLst>
              <a:ext uri="{FF2B5EF4-FFF2-40B4-BE49-F238E27FC236}">
                <a16:creationId xmlns:a16="http://schemas.microsoft.com/office/drawing/2014/main" id="{1F063783-592E-08CF-038D-C3E7B01BD4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1488853"/>
            <a:ext cx="728704" cy="728704"/>
          </a:xfrm>
          <a:prstGeom prst="rect">
            <a:avLst/>
          </a:prstGeom>
        </p:spPr>
      </p:pic>
      <p:sp>
        <p:nvSpPr>
          <p:cNvPr id="570" name="TextBox 569">
            <a:extLst>
              <a:ext uri="{FF2B5EF4-FFF2-40B4-BE49-F238E27FC236}">
                <a16:creationId xmlns:a16="http://schemas.microsoft.com/office/drawing/2014/main" id="{C2A1D9FB-D898-BD7A-81BB-FAAE58754013}"/>
              </a:ext>
            </a:extLst>
          </p:cNvPr>
          <p:cNvSpPr txBox="1"/>
          <p:nvPr/>
        </p:nvSpPr>
        <p:spPr>
          <a:xfrm>
            <a:off x="7061227" y="162237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513" name="Straight Connector 512">
            <a:extLst>
              <a:ext uri="{FF2B5EF4-FFF2-40B4-BE49-F238E27FC236}">
                <a16:creationId xmlns:a16="http://schemas.microsoft.com/office/drawing/2014/main" id="{4FA6B302-81EC-77D1-B674-51E9ADB585BF}"/>
              </a:ext>
            </a:extLst>
          </p:cNvPr>
          <p:cNvCxnSpPr>
            <a:cxnSpLocks/>
          </p:cNvCxnSpPr>
          <p:nvPr/>
        </p:nvCxnSpPr>
        <p:spPr>
          <a:xfrm>
            <a:off x="8725564" y="255360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5" name="Oval 514">
            <a:extLst>
              <a:ext uri="{FF2B5EF4-FFF2-40B4-BE49-F238E27FC236}">
                <a16:creationId xmlns:a16="http://schemas.microsoft.com/office/drawing/2014/main" id="{EFFEF5F0-9ED0-A2C9-19FB-8ABAFF28B1A4}"/>
              </a:ext>
            </a:extLst>
          </p:cNvPr>
          <p:cNvSpPr/>
          <p:nvPr/>
        </p:nvSpPr>
        <p:spPr>
          <a:xfrm>
            <a:off x="8937884" y="182125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16" name="Picture 515">
            <a:extLst>
              <a:ext uri="{FF2B5EF4-FFF2-40B4-BE49-F238E27FC236}">
                <a16:creationId xmlns:a16="http://schemas.microsoft.com/office/drawing/2014/main" id="{34B25DF2-2DAC-8417-15A7-530377A3A9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1488853"/>
            <a:ext cx="728704" cy="728704"/>
          </a:xfrm>
          <a:prstGeom prst="rect">
            <a:avLst/>
          </a:prstGeom>
        </p:spPr>
      </p:pic>
      <p:sp>
        <p:nvSpPr>
          <p:cNvPr id="541" name="TextBox 540">
            <a:extLst>
              <a:ext uri="{FF2B5EF4-FFF2-40B4-BE49-F238E27FC236}">
                <a16:creationId xmlns:a16="http://schemas.microsoft.com/office/drawing/2014/main" id="{8856872A-166E-807B-BFB7-1A8D920AF754}"/>
              </a:ext>
            </a:extLst>
          </p:cNvPr>
          <p:cNvSpPr txBox="1"/>
          <p:nvPr/>
        </p:nvSpPr>
        <p:spPr>
          <a:xfrm>
            <a:off x="8617613" y="162237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sp>
        <p:nvSpPr>
          <p:cNvPr id="601" name="TextBox 600">
            <a:extLst>
              <a:ext uri="{FF2B5EF4-FFF2-40B4-BE49-F238E27FC236}">
                <a16:creationId xmlns:a16="http://schemas.microsoft.com/office/drawing/2014/main" id="{7F66724C-F99E-0032-84A1-294037033290}"/>
              </a:ext>
            </a:extLst>
          </p:cNvPr>
          <p:cNvSpPr txBox="1"/>
          <p:nvPr/>
        </p:nvSpPr>
        <p:spPr>
          <a:xfrm>
            <a:off x="5095585" y="3098389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G)</a:t>
            </a:r>
          </a:p>
        </p:txBody>
      </p:sp>
      <p:sp>
        <p:nvSpPr>
          <p:cNvPr id="602" name="Plus Sign 601">
            <a:extLst>
              <a:ext uri="{FF2B5EF4-FFF2-40B4-BE49-F238E27FC236}">
                <a16:creationId xmlns:a16="http://schemas.microsoft.com/office/drawing/2014/main" id="{3B91B6FE-CA2E-60EE-1E04-FE8D71D4AF57}"/>
              </a:ext>
            </a:extLst>
          </p:cNvPr>
          <p:cNvSpPr/>
          <p:nvPr/>
        </p:nvSpPr>
        <p:spPr>
          <a:xfrm>
            <a:off x="6705786" y="3093026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3" name="Equals 602">
            <a:extLst>
              <a:ext uri="{FF2B5EF4-FFF2-40B4-BE49-F238E27FC236}">
                <a16:creationId xmlns:a16="http://schemas.microsoft.com/office/drawing/2014/main" id="{B98242E9-7926-C74F-68BD-81966DAFA7FD}"/>
              </a:ext>
            </a:extLst>
          </p:cNvPr>
          <p:cNvSpPr/>
          <p:nvPr/>
        </p:nvSpPr>
        <p:spPr>
          <a:xfrm>
            <a:off x="8279950" y="3038935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665" name="Straight Connector 664">
            <a:extLst>
              <a:ext uri="{FF2B5EF4-FFF2-40B4-BE49-F238E27FC236}">
                <a16:creationId xmlns:a16="http://schemas.microsoft.com/office/drawing/2014/main" id="{F98BE637-818A-EA6F-19C5-3867D51CFA95}"/>
              </a:ext>
            </a:extLst>
          </p:cNvPr>
          <p:cNvCxnSpPr>
            <a:cxnSpLocks/>
          </p:cNvCxnSpPr>
          <p:nvPr/>
        </p:nvCxnSpPr>
        <p:spPr>
          <a:xfrm>
            <a:off x="5595014" y="3945982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7" name="Oval 666">
            <a:extLst>
              <a:ext uri="{FF2B5EF4-FFF2-40B4-BE49-F238E27FC236}">
                <a16:creationId xmlns:a16="http://schemas.microsoft.com/office/drawing/2014/main" id="{B7F46FD6-5FC1-194E-190B-890D5F4AC2B2}"/>
              </a:ext>
            </a:extLst>
          </p:cNvPr>
          <p:cNvSpPr/>
          <p:nvPr/>
        </p:nvSpPr>
        <p:spPr>
          <a:xfrm>
            <a:off x="5807334" y="3213634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68" name="Picture 667">
            <a:extLst>
              <a:ext uri="{FF2B5EF4-FFF2-40B4-BE49-F238E27FC236}">
                <a16:creationId xmlns:a16="http://schemas.microsoft.com/office/drawing/2014/main" id="{3A12F198-2167-D553-DE2F-1DE4B07C6C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2881235"/>
            <a:ext cx="728704" cy="728704"/>
          </a:xfrm>
          <a:prstGeom prst="rect">
            <a:avLst/>
          </a:prstGeom>
        </p:spPr>
      </p:pic>
      <p:sp>
        <p:nvSpPr>
          <p:cNvPr id="669" name="Rectangle 668">
            <a:extLst>
              <a:ext uri="{FF2B5EF4-FFF2-40B4-BE49-F238E27FC236}">
                <a16:creationId xmlns:a16="http://schemas.microsoft.com/office/drawing/2014/main" id="{78FA82BF-E9E5-7363-7E2B-5CC0EDFB076D}"/>
              </a:ext>
            </a:extLst>
          </p:cNvPr>
          <p:cNvSpPr/>
          <p:nvPr/>
        </p:nvSpPr>
        <p:spPr>
          <a:xfrm>
            <a:off x="6071432" y="288439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70" name="Rectangle 669">
            <a:extLst>
              <a:ext uri="{FF2B5EF4-FFF2-40B4-BE49-F238E27FC236}">
                <a16:creationId xmlns:a16="http://schemas.microsoft.com/office/drawing/2014/main" id="{6A72D5EC-E6A1-A9D6-DA8C-064DF1496F51}"/>
              </a:ext>
            </a:extLst>
          </p:cNvPr>
          <p:cNvSpPr/>
          <p:nvPr/>
        </p:nvSpPr>
        <p:spPr>
          <a:xfrm>
            <a:off x="6071432" y="295611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71" name="Rectangle 670">
            <a:extLst>
              <a:ext uri="{FF2B5EF4-FFF2-40B4-BE49-F238E27FC236}">
                <a16:creationId xmlns:a16="http://schemas.microsoft.com/office/drawing/2014/main" id="{1A3928E1-A4D4-6F69-1244-C0E09C7502ED}"/>
              </a:ext>
            </a:extLst>
          </p:cNvPr>
          <p:cNvSpPr/>
          <p:nvPr/>
        </p:nvSpPr>
        <p:spPr>
          <a:xfrm>
            <a:off x="6071432" y="302783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6" name="Rectangle 685">
            <a:extLst>
              <a:ext uri="{FF2B5EF4-FFF2-40B4-BE49-F238E27FC236}">
                <a16:creationId xmlns:a16="http://schemas.microsoft.com/office/drawing/2014/main" id="{DB5E86EC-A264-9848-6BA7-F488B0CE7C6C}"/>
              </a:ext>
            </a:extLst>
          </p:cNvPr>
          <p:cNvSpPr/>
          <p:nvPr/>
        </p:nvSpPr>
        <p:spPr>
          <a:xfrm>
            <a:off x="5926753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7" name="Rectangle 686">
            <a:extLst>
              <a:ext uri="{FF2B5EF4-FFF2-40B4-BE49-F238E27FC236}">
                <a16:creationId xmlns:a16="http://schemas.microsoft.com/office/drawing/2014/main" id="{A7AE9099-D7B2-C66B-766F-989498663A47}"/>
              </a:ext>
            </a:extLst>
          </p:cNvPr>
          <p:cNvSpPr/>
          <p:nvPr/>
        </p:nvSpPr>
        <p:spPr>
          <a:xfrm>
            <a:off x="5998470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93" name="TextBox 692">
            <a:extLst>
              <a:ext uri="{FF2B5EF4-FFF2-40B4-BE49-F238E27FC236}">
                <a16:creationId xmlns:a16="http://schemas.microsoft.com/office/drawing/2014/main" id="{549748BF-0CED-28D6-EF6C-24E579B62B8B}"/>
              </a:ext>
            </a:extLst>
          </p:cNvPr>
          <p:cNvSpPr txBox="1"/>
          <p:nvPr/>
        </p:nvSpPr>
        <p:spPr>
          <a:xfrm>
            <a:off x="5487063" y="301475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636" name="Straight Connector 635">
            <a:extLst>
              <a:ext uri="{FF2B5EF4-FFF2-40B4-BE49-F238E27FC236}">
                <a16:creationId xmlns:a16="http://schemas.microsoft.com/office/drawing/2014/main" id="{6E982D62-084C-99BE-ED52-20024DFBE627}"/>
              </a:ext>
            </a:extLst>
          </p:cNvPr>
          <p:cNvCxnSpPr>
            <a:cxnSpLocks/>
          </p:cNvCxnSpPr>
          <p:nvPr/>
        </p:nvCxnSpPr>
        <p:spPr>
          <a:xfrm>
            <a:off x="7169178" y="3945982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8" name="Oval 637">
            <a:extLst>
              <a:ext uri="{FF2B5EF4-FFF2-40B4-BE49-F238E27FC236}">
                <a16:creationId xmlns:a16="http://schemas.microsoft.com/office/drawing/2014/main" id="{A1075176-525B-5557-D447-8CF11D62E664}"/>
              </a:ext>
            </a:extLst>
          </p:cNvPr>
          <p:cNvSpPr/>
          <p:nvPr/>
        </p:nvSpPr>
        <p:spPr>
          <a:xfrm>
            <a:off x="7381498" y="3213634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39" name="Picture 638">
            <a:extLst>
              <a:ext uri="{FF2B5EF4-FFF2-40B4-BE49-F238E27FC236}">
                <a16:creationId xmlns:a16="http://schemas.microsoft.com/office/drawing/2014/main" id="{8E8B3C41-3415-9F26-4179-2F433B1EDB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2881235"/>
            <a:ext cx="728704" cy="728704"/>
          </a:xfrm>
          <a:prstGeom prst="rect">
            <a:avLst/>
          </a:prstGeom>
        </p:spPr>
      </p:pic>
      <p:sp>
        <p:nvSpPr>
          <p:cNvPr id="642" name="Rectangle 641">
            <a:extLst>
              <a:ext uri="{FF2B5EF4-FFF2-40B4-BE49-F238E27FC236}">
                <a16:creationId xmlns:a16="http://schemas.microsoft.com/office/drawing/2014/main" id="{E6E21E7F-34C0-488E-AED6-00AB54BCA848}"/>
              </a:ext>
            </a:extLst>
          </p:cNvPr>
          <p:cNvSpPr/>
          <p:nvPr/>
        </p:nvSpPr>
        <p:spPr>
          <a:xfrm>
            <a:off x="7572295" y="302783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3" name="Rectangle 642">
            <a:extLst>
              <a:ext uri="{FF2B5EF4-FFF2-40B4-BE49-F238E27FC236}">
                <a16:creationId xmlns:a16="http://schemas.microsoft.com/office/drawing/2014/main" id="{331E600F-9B20-009F-C92A-EEEE74ED3753}"/>
              </a:ext>
            </a:extLst>
          </p:cNvPr>
          <p:cNvSpPr/>
          <p:nvPr/>
        </p:nvSpPr>
        <p:spPr>
          <a:xfrm>
            <a:off x="7572295" y="309954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5" name="Rectangle 644">
            <a:extLst>
              <a:ext uri="{FF2B5EF4-FFF2-40B4-BE49-F238E27FC236}">
                <a16:creationId xmlns:a16="http://schemas.microsoft.com/office/drawing/2014/main" id="{237B542F-387A-1B91-3DAC-F98B3B7F6744}"/>
              </a:ext>
            </a:extLst>
          </p:cNvPr>
          <p:cNvSpPr/>
          <p:nvPr/>
        </p:nvSpPr>
        <p:spPr>
          <a:xfrm>
            <a:off x="7572295" y="317126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7" name="Rectangle 646">
            <a:extLst>
              <a:ext uri="{FF2B5EF4-FFF2-40B4-BE49-F238E27FC236}">
                <a16:creationId xmlns:a16="http://schemas.microsoft.com/office/drawing/2014/main" id="{B2E7A636-F47C-766B-8C75-83FEB8A7789C}"/>
              </a:ext>
            </a:extLst>
          </p:cNvPr>
          <p:cNvSpPr/>
          <p:nvPr/>
        </p:nvSpPr>
        <p:spPr>
          <a:xfrm>
            <a:off x="7572295" y="324298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9" name="Rectangle 648">
            <a:extLst>
              <a:ext uri="{FF2B5EF4-FFF2-40B4-BE49-F238E27FC236}">
                <a16:creationId xmlns:a16="http://schemas.microsoft.com/office/drawing/2014/main" id="{D24BCD12-7ECA-91E4-A39D-94A41CE151CC}"/>
              </a:ext>
            </a:extLst>
          </p:cNvPr>
          <p:cNvSpPr/>
          <p:nvPr/>
        </p:nvSpPr>
        <p:spPr>
          <a:xfrm>
            <a:off x="7572295" y="331469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1" name="Rectangle 650">
            <a:extLst>
              <a:ext uri="{FF2B5EF4-FFF2-40B4-BE49-F238E27FC236}">
                <a16:creationId xmlns:a16="http://schemas.microsoft.com/office/drawing/2014/main" id="{80D52980-0732-32BF-066D-3374811C7769}"/>
              </a:ext>
            </a:extLst>
          </p:cNvPr>
          <p:cNvSpPr/>
          <p:nvPr/>
        </p:nvSpPr>
        <p:spPr>
          <a:xfrm>
            <a:off x="7572295" y="338641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3" name="Rectangle 652">
            <a:extLst>
              <a:ext uri="{FF2B5EF4-FFF2-40B4-BE49-F238E27FC236}">
                <a16:creationId xmlns:a16="http://schemas.microsoft.com/office/drawing/2014/main" id="{F0E3EE05-CCF6-C876-E6EC-1B56D14BCF13}"/>
              </a:ext>
            </a:extLst>
          </p:cNvPr>
          <p:cNvSpPr/>
          <p:nvPr/>
        </p:nvSpPr>
        <p:spPr>
          <a:xfrm>
            <a:off x="7572295" y="345813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5" name="Rectangle 654">
            <a:extLst>
              <a:ext uri="{FF2B5EF4-FFF2-40B4-BE49-F238E27FC236}">
                <a16:creationId xmlns:a16="http://schemas.microsoft.com/office/drawing/2014/main" id="{890F1DCC-09DE-FA3A-90E5-0B782CAD8E13}"/>
              </a:ext>
            </a:extLst>
          </p:cNvPr>
          <p:cNvSpPr/>
          <p:nvPr/>
        </p:nvSpPr>
        <p:spPr>
          <a:xfrm>
            <a:off x="7572295" y="352984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7" name="Rectangle 656">
            <a:extLst>
              <a:ext uri="{FF2B5EF4-FFF2-40B4-BE49-F238E27FC236}">
                <a16:creationId xmlns:a16="http://schemas.microsoft.com/office/drawing/2014/main" id="{1BF0F57D-BE70-9328-1FE7-B49AB8688F42}"/>
              </a:ext>
            </a:extLst>
          </p:cNvPr>
          <p:cNvSpPr/>
          <p:nvPr/>
        </p:nvSpPr>
        <p:spPr>
          <a:xfrm>
            <a:off x="7500917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4" name="TextBox 663">
            <a:extLst>
              <a:ext uri="{FF2B5EF4-FFF2-40B4-BE49-F238E27FC236}">
                <a16:creationId xmlns:a16="http://schemas.microsoft.com/office/drawing/2014/main" id="{1FA70C5F-9DE7-183D-BCE0-3D1FB6656330}"/>
              </a:ext>
            </a:extLst>
          </p:cNvPr>
          <p:cNvSpPr txBox="1"/>
          <p:nvPr/>
        </p:nvSpPr>
        <p:spPr>
          <a:xfrm>
            <a:off x="7061227" y="301475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607" name="Straight Connector 606">
            <a:extLst>
              <a:ext uri="{FF2B5EF4-FFF2-40B4-BE49-F238E27FC236}">
                <a16:creationId xmlns:a16="http://schemas.microsoft.com/office/drawing/2014/main" id="{E98CD451-FD14-B48D-5406-CAAC4CF7BE61}"/>
              </a:ext>
            </a:extLst>
          </p:cNvPr>
          <p:cNvCxnSpPr>
            <a:cxnSpLocks/>
          </p:cNvCxnSpPr>
          <p:nvPr/>
        </p:nvCxnSpPr>
        <p:spPr>
          <a:xfrm>
            <a:off x="8725564" y="3945982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9" name="Oval 608">
            <a:extLst>
              <a:ext uri="{FF2B5EF4-FFF2-40B4-BE49-F238E27FC236}">
                <a16:creationId xmlns:a16="http://schemas.microsoft.com/office/drawing/2014/main" id="{B4FBFF9F-791B-1879-5572-1F78958580FB}"/>
              </a:ext>
            </a:extLst>
          </p:cNvPr>
          <p:cNvSpPr/>
          <p:nvPr/>
        </p:nvSpPr>
        <p:spPr>
          <a:xfrm>
            <a:off x="8937884" y="3213634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10" name="Picture 609">
            <a:extLst>
              <a:ext uri="{FF2B5EF4-FFF2-40B4-BE49-F238E27FC236}">
                <a16:creationId xmlns:a16="http://schemas.microsoft.com/office/drawing/2014/main" id="{344A324A-2293-BEA5-AF02-4FE50EDEA6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2881235"/>
            <a:ext cx="728704" cy="728704"/>
          </a:xfrm>
          <a:prstGeom prst="rect">
            <a:avLst/>
          </a:prstGeom>
        </p:spPr>
      </p:pic>
      <p:sp>
        <p:nvSpPr>
          <p:cNvPr id="635" name="TextBox 634">
            <a:extLst>
              <a:ext uri="{FF2B5EF4-FFF2-40B4-BE49-F238E27FC236}">
                <a16:creationId xmlns:a16="http://schemas.microsoft.com/office/drawing/2014/main" id="{B5C8DAC0-E8D1-8D52-7E7E-1A448C0679E0}"/>
              </a:ext>
            </a:extLst>
          </p:cNvPr>
          <p:cNvSpPr txBox="1"/>
          <p:nvPr/>
        </p:nvSpPr>
        <p:spPr>
          <a:xfrm>
            <a:off x="8617613" y="301475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sp>
        <p:nvSpPr>
          <p:cNvPr id="695" name="TextBox 694">
            <a:extLst>
              <a:ext uri="{FF2B5EF4-FFF2-40B4-BE49-F238E27FC236}">
                <a16:creationId xmlns:a16="http://schemas.microsoft.com/office/drawing/2014/main" id="{FF18D682-74E3-0876-18C3-988CD8368FE2}"/>
              </a:ext>
            </a:extLst>
          </p:cNvPr>
          <p:cNvSpPr txBox="1"/>
          <p:nvPr/>
        </p:nvSpPr>
        <p:spPr>
          <a:xfrm>
            <a:off x="5095585" y="4490771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H)</a:t>
            </a:r>
          </a:p>
        </p:txBody>
      </p:sp>
      <p:sp>
        <p:nvSpPr>
          <p:cNvPr id="696" name="Plus Sign 695">
            <a:extLst>
              <a:ext uri="{FF2B5EF4-FFF2-40B4-BE49-F238E27FC236}">
                <a16:creationId xmlns:a16="http://schemas.microsoft.com/office/drawing/2014/main" id="{95669BB9-B292-46A8-24AE-797775915F28}"/>
              </a:ext>
            </a:extLst>
          </p:cNvPr>
          <p:cNvSpPr/>
          <p:nvPr/>
        </p:nvSpPr>
        <p:spPr>
          <a:xfrm>
            <a:off x="6705786" y="4485408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97" name="Equals 696">
            <a:extLst>
              <a:ext uri="{FF2B5EF4-FFF2-40B4-BE49-F238E27FC236}">
                <a16:creationId xmlns:a16="http://schemas.microsoft.com/office/drawing/2014/main" id="{B23E4139-BE9C-D71A-9B8C-6414D2E58997}"/>
              </a:ext>
            </a:extLst>
          </p:cNvPr>
          <p:cNvSpPr/>
          <p:nvPr/>
        </p:nvSpPr>
        <p:spPr>
          <a:xfrm>
            <a:off x="8279950" y="4431317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759" name="Straight Connector 758">
            <a:extLst>
              <a:ext uri="{FF2B5EF4-FFF2-40B4-BE49-F238E27FC236}">
                <a16:creationId xmlns:a16="http://schemas.microsoft.com/office/drawing/2014/main" id="{1555470D-345C-1854-5942-1D3EAF02C60E}"/>
              </a:ext>
            </a:extLst>
          </p:cNvPr>
          <p:cNvCxnSpPr>
            <a:cxnSpLocks/>
          </p:cNvCxnSpPr>
          <p:nvPr/>
        </p:nvCxnSpPr>
        <p:spPr>
          <a:xfrm>
            <a:off x="5595014" y="5338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61" name="Oval 760">
            <a:extLst>
              <a:ext uri="{FF2B5EF4-FFF2-40B4-BE49-F238E27FC236}">
                <a16:creationId xmlns:a16="http://schemas.microsoft.com/office/drawing/2014/main" id="{4E857FB3-A8D4-B02A-1A3A-7D5D5A6531B8}"/>
              </a:ext>
            </a:extLst>
          </p:cNvPr>
          <p:cNvSpPr/>
          <p:nvPr/>
        </p:nvSpPr>
        <p:spPr>
          <a:xfrm>
            <a:off x="5807334" y="4606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62" name="Picture 761">
            <a:extLst>
              <a:ext uri="{FF2B5EF4-FFF2-40B4-BE49-F238E27FC236}">
                <a16:creationId xmlns:a16="http://schemas.microsoft.com/office/drawing/2014/main" id="{A728B983-5855-E084-C14B-A5FD92044B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4273617"/>
            <a:ext cx="728704" cy="728704"/>
          </a:xfrm>
          <a:prstGeom prst="rect">
            <a:avLst/>
          </a:prstGeom>
        </p:spPr>
      </p:pic>
      <p:sp>
        <p:nvSpPr>
          <p:cNvPr id="763" name="Rectangle 762">
            <a:extLst>
              <a:ext uri="{FF2B5EF4-FFF2-40B4-BE49-F238E27FC236}">
                <a16:creationId xmlns:a16="http://schemas.microsoft.com/office/drawing/2014/main" id="{F6C2C752-3BBF-3F8A-2985-D8B03E36F3A4}"/>
              </a:ext>
            </a:extLst>
          </p:cNvPr>
          <p:cNvSpPr/>
          <p:nvPr/>
        </p:nvSpPr>
        <p:spPr>
          <a:xfrm>
            <a:off x="6139845" y="42767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64" name="Rectangle 763">
            <a:extLst>
              <a:ext uri="{FF2B5EF4-FFF2-40B4-BE49-F238E27FC236}">
                <a16:creationId xmlns:a16="http://schemas.microsoft.com/office/drawing/2014/main" id="{296517DB-B746-28E7-E10B-9F1952EBEFD6}"/>
              </a:ext>
            </a:extLst>
          </p:cNvPr>
          <p:cNvSpPr/>
          <p:nvPr/>
        </p:nvSpPr>
        <p:spPr>
          <a:xfrm>
            <a:off x="6139845" y="43484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65" name="Rectangle 764">
            <a:extLst>
              <a:ext uri="{FF2B5EF4-FFF2-40B4-BE49-F238E27FC236}">
                <a16:creationId xmlns:a16="http://schemas.microsoft.com/office/drawing/2014/main" id="{EE1459E7-0BD3-CD6B-3C89-62B83E9E2D69}"/>
              </a:ext>
            </a:extLst>
          </p:cNvPr>
          <p:cNvSpPr/>
          <p:nvPr/>
        </p:nvSpPr>
        <p:spPr>
          <a:xfrm>
            <a:off x="6139845" y="44202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66" name="Rectangle 765">
            <a:extLst>
              <a:ext uri="{FF2B5EF4-FFF2-40B4-BE49-F238E27FC236}">
                <a16:creationId xmlns:a16="http://schemas.microsoft.com/office/drawing/2014/main" id="{372F9207-987C-8FB0-8555-44E6621B54FD}"/>
              </a:ext>
            </a:extLst>
          </p:cNvPr>
          <p:cNvSpPr/>
          <p:nvPr/>
        </p:nvSpPr>
        <p:spPr>
          <a:xfrm>
            <a:off x="6139845" y="44919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68" name="Rectangle 767">
            <a:extLst>
              <a:ext uri="{FF2B5EF4-FFF2-40B4-BE49-F238E27FC236}">
                <a16:creationId xmlns:a16="http://schemas.microsoft.com/office/drawing/2014/main" id="{1CB90F32-9EF0-80FB-1932-1FD04C948D24}"/>
              </a:ext>
            </a:extLst>
          </p:cNvPr>
          <p:cNvSpPr/>
          <p:nvPr/>
        </p:nvSpPr>
        <p:spPr>
          <a:xfrm>
            <a:off x="6139845" y="456364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69" name="Rectangle 768">
            <a:extLst>
              <a:ext uri="{FF2B5EF4-FFF2-40B4-BE49-F238E27FC236}">
                <a16:creationId xmlns:a16="http://schemas.microsoft.com/office/drawing/2014/main" id="{C4741E33-3CE3-DC9A-A3E5-35DB524C14CE}"/>
              </a:ext>
            </a:extLst>
          </p:cNvPr>
          <p:cNvSpPr/>
          <p:nvPr/>
        </p:nvSpPr>
        <p:spPr>
          <a:xfrm>
            <a:off x="6211561" y="456364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0" name="Rectangle 769">
            <a:extLst>
              <a:ext uri="{FF2B5EF4-FFF2-40B4-BE49-F238E27FC236}">
                <a16:creationId xmlns:a16="http://schemas.microsoft.com/office/drawing/2014/main" id="{42810122-662C-059C-56C8-DD9590E9E090}"/>
              </a:ext>
            </a:extLst>
          </p:cNvPr>
          <p:cNvSpPr/>
          <p:nvPr/>
        </p:nvSpPr>
        <p:spPr>
          <a:xfrm>
            <a:off x="6139845" y="463536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1" name="Rectangle 770">
            <a:extLst>
              <a:ext uri="{FF2B5EF4-FFF2-40B4-BE49-F238E27FC236}">
                <a16:creationId xmlns:a16="http://schemas.microsoft.com/office/drawing/2014/main" id="{3352A117-693F-A138-64A4-214C65ECC7B1}"/>
              </a:ext>
            </a:extLst>
          </p:cNvPr>
          <p:cNvSpPr/>
          <p:nvPr/>
        </p:nvSpPr>
        <p:spPr>
          <a:xfrm>
            <a:off x="6211561" y="463536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2" name="Rectangle 771">
            <a:extLst>
              <a:ext uri="{FF2B5EF4-FFF2-40B4-BE49-F238E27FC236}">
                <a16:creationId xmlns:a16="http://schemas.microsoft.com/office/drawing/2014/main" id="{80C8167F-0838-0A96-5248-8C3087BAC3E0}"/>
              </a:ext>
            </a:extLst>
          </p:cNvPr>
          <p:cNvSpPr/>
          <p:nvPr/>
        </p:nvSpPr>
        <p:spPr>
          <a:xfrm>
            <a:off x="6139845" y="47070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3" name="Rectangle 772">
            <a:extLst>
              <a:ext uri="{FF2B5EF4-FFF2-40B4-BE49-F238E27FC236}">
                <a16:creationId xmlns:a16="http://schemas.microsoft.com/office/drawing/2014/main" id="{48BB2ADC-CFC8-A6D2-B711-EE69501266E1}"/>
              </a:ext>
            </a:extLst>
          </p:cNvPr>
          <p:cNvSpPr/>
          <p:nvPr/>
        </p:nvSpPr>
        <p:spPr>
          <a:xfrm>
            <a:off x="6211561" y="47070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4" name="Rectangle 773">
            <a:extLst>
              <a:ext uri="{FF2B5EF4-FFF2-40B4-BE49-F238E27FC236}">
                <a16:creationId xmlns:a16="http://schemas.microsoft.com/office/drawing/2014/main" id="{9AA8D63D-8BD0-D233-9867-7C3947FF996F}"/>
              </a:ext>
            </a:extLst>
          </p:cNvPr>
          <p:cNvSpPr/>
          <p:nvPr/>
        </p:nvSpPr>
        <p:spPr>
          <a:xfrm>
            <a:off x="6139845" y="47787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5" name="Rectangle 774">
            <a:extLst>
              <a:ext uri="{FF2B5EF4-FFF2-40B4-BE49-F238E27FC236}">
                <a16:creationId xmlns:a16="http://schemas.microsoft.com/office/drawing/2014/main" id="{E2808AC9-82D4-62E7-B302-047AD147DEB4}"/>
              </a:ext>
            </a:extLst>
          </p:cNvPr>
          <p:cNvSpPr/>
          <p:nvPr/>
        </p:nvSpPr>
        <p:spPr>
          <a:xfrm>
            <a:off x="6211561" y="47787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6" name="Rectangle 775">
            <a:extLst>
              <a:ext uri="{FF2B5EF4-FFF2-40B4-BE49-F238E27FC236}">
                <a16:creationId xmlns:a16="http://schemas.microsoft.com/office/drawing/2014/main" id="{CDDB8D6C-4227-4B4E-43EC-2B9AED636A74}"/>
              </a:ext>
            </a:extLst>
          </p:cNvPr>
          <p:cNvSpPr/>
          <p:nvPr/>
        </p:nvSpPr>
        <p:spPr>
          <a:xfrm>
            <a:off x="6139845" y="48505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7" name="Rectangle 776">
            <a:extLst>
              <a:ext uri="{FF2B5EF4-FFF2-40B4-BE49-F238E27FC236}">
                <a16:creationId xmlns:a16="http://schemas.microsoft.com/office/drawing/2014/main" id="{A15AC380-55C2-0425-AAB1-F0E3B25C8986}"/>
              </a:ext>
            </a:extLst>
          </p:cNvPr>
          <p:cNvSpPr/>
          <p:nvPr/>
        </p:nvSpPr>
        <p:spPr>
          <a:xfrm>
            <a:off x="6211561" y="48505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8" name="Rectangle 777">
            <a:extLst>
              <a:ext uri="{FF2B5EF4-FFF2-40B4-BE49-F238E27FC236}">
                <a16:creationId xmlns:a16="http://schemas.microsoft.com/office/drawing/2014/main" id="{73C62541-37B0-E6A7-594D-365DD1A6A7DA}"/>
              </a:ext>
            </a:extLst>
          </p:cNvPr>
          <p:cNvSpPr/>
          <p:nvPr/>
        </p:nvSpPr>
        <p:spPr>
          <a:xfrm>
            <a:off x="6139845" y="49222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9" name="Rectangle 778">
            <a:extLst>
              <a:ext uri="{FF2B5EF4-FFF2-40B4-BE49-F238E27FC236}">
                <a16:creationId xmlns:a16="http://schemas.microsoft.com/office/drawing/2014/main" id="{5E2A2C65-BF48-91F7-EDF8-4AF1FC6025E1}"/>
              </a:ext>
            </a:extLst>
          </p:cNvPr>
          <p:cNvSpPr/>
          <p:nvPr/>
        </p:nvSpPr>
        <p:spPr>
          <a:xfrm>
            <a:off x="6211561" y="49222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87" name="TextBox 786">
            <a:extLst>
              <a:ext uri="{FF2B5EF4-FFF2-40B4-BE49-F238E27FC236}">
                <a16:creationId xmlns:a16="http://schemas.microsoft.com/office/drawing/2014/main" id="{B0EE47BD-7C0C-A4AB-EA93-662BF11E53C7}"/>
              </a:ext>
            </a:extLst>
          </p:cNvPr>
          <p:cNvSpPr txBox="1"/>
          <p:nvPr/>
        </p:nvSpPr>
        <p:spPr>
          <a:xfrm>
            <a:off x="5487063" y="44071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730" name="Straight Connector 729">
            <a:extLst>
              <a:ext uri="{FF2B5EF4-FFF2-40B4-BE49-F238E27FC236}">
                <a16:creationId xmlns:a16="http://schemas.microsoft.com/office/drawing/2014/main" id="{46B1C302-E400-899A-4BDD-69BF55C93DDF}"/>
              </a:ext>
            </a:extLst>
          </p:cNvPr>
          <p:cNvCxnSpPr>
            <a:cxnSpLocks/>
          </p:cNvCxnSpPr>
          <p:nvPr/>
        </p:nvCxnSpPr>
        <p:spPr>
          <a:xfrm>
            <a:off x="7169178" y="5338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32" name="Oval 731">
            <a:extLst>
              <a:ext uri="{FF2B5EF4-FFF2-40B4-BE49-F238E27FC236}">
                <a16:creationId xmlns:a16="http://schemas.microsoft.com/office/drawing/2014/main" id="{8510520C-FA1B-30F0-18FD-F20554D541AF}"/>
              </a:ext>
            </a:extLst>
          </p:cNvPr>
          <p:cNvSpPr/>
          <p:nvPr/>
        </p:nvSpPr>
        <p:spPr>
          <a:xfrm>
            <a:off x="7381498" y="4606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33" name="Picture 732">
            <a:extLst>
              <a:ext uri="{FF2B5EF4-FFF2-40B4-BE49-F238E27FC236}">
                <a16:creationId xmlns:a16="http://schemas.microsoft.com/office/drawing/2014/main" id="{5F253AD0-5671-DEDC-906B-7F3C5FC2FD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4273617"/>
            <a:ext cx="728704" cy="728704"/>
          </a:xfrm>
          <a:prstGeom prst="rect">
            <a:avLst/>
          </a:prstGeom>
        </p:spPr>
      </p:pic>
      <p:grpSp>
        <p:nvGrpSpPr>
          <p:cNvPr id="1019" name="Group 1018">
            <a:extLst>
              <a:ext uri="{FF2B5EF4-FFF2-40B4-BE49-F238E27FC236}">
                <a16:creationId xmlns:a16="http://schemas.microsoft.com/office/drawing/2014/main" id="{06AD108E-D3D9-8666-A645-6FE9A20CB83A}"/>
              </a:ext>
            </a:extLst>
          </p:cNvPr>
          <p:cNvGrpSpPr/>
          <p:nvPr/>
        </p:nvGrpSpPr>
        <p:grpSpPr>
          <a:xfrm rot="5400000">
            <a:off x="7788759" y="4352892"/>
            <a:ext cx="71717" cy="645450"/>
            <a:chOff x="8002934" y="4348496"/>
            <a:chExt cx="71717" cy="645450"/>
          </a:xfrm>
        </p:grpSpPr>
        <p:sp>
          <p:nvSpPr>
            <p:cNvPr id="735" name="Rectangle 734">
              <a:extLst>
                <a:ext uri="{FF2B5EF4-FFF2-40B4-BE49-F238E27FC236}">
                  <a16:creationId xmlns:a16="http://schemas.microsoft.com/office/drawing/2014/main" id="{1A181389-112D-6661-585E-142A31CE04EB}"/>
                </a:ext>
              </a:extLst>
            </p:cNvPr>
            <p:cNvSpPr/>
            <p:nvPr/>
          </p:nvSpPr>
          <p:spPr>
            <a:xfrm>
              <a:off x="8002934" y="4348496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36" name="Rectangle 735">
              <a:extLst>
                <a:ext uri="{FF2B5EF4-FFF2-40B4-BE49-F238E27FC236}">
                  <a16:creationId xmlns:a16="http://schemas.microsoft.com/office/drawing/2014/main" id="{C65D6BF3-FD45-2796-F942-C54CBE98EE58}"/>
                </a:ext>
              </a:extLst>
            </p:cNvPr>
            <p:cNvSpPr/>
            <p:nvPr/>
          </p:nvSpPr>
          <p:spPr>
            <a:xfrm>
              <a:off x="8002934" y="4420212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37" name="Rectangle 736">
              <a:extLst>
                <a:ext uri="{FF2B5EF4-FFF2-40B4-BE49-F238E27FC236}">
                  <a16:creationId xmlns:a16="http://schemas.microsoft.com/office/drawing/2014/main" id="{72D32CA4-7211-F630-3157-8C1E15B413E9}"/>
                </a:ext>
              </a:extLst>
            </p:cNvPr>
            <p:cNvSpPr/>
            <p:nvPr/>
          </p:nvSpPr>
          <p:spPr>
            <a:xfrm>
              <a:off x="8002934" y="4491929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39" name="Rectangle 738">
              <a:extLst>
                <a:ext uri="{FF2B5EF4-FFF2-40B4-BE49-F238E27FC236}">
                  <a16:creationId xmlns:a16="http://schemas.microsoft.com/office/drawing/2014/main" id="{F5143732-D3BF-186E-6D63-9E8F21B64FAD}"/>
                </a:ext>
              </a:extLst>
            </p:cNvPr>
            <p:cNvSpPr/>
            <p:nvPr/>
          </p:nvSpPr>
          <p:spPr>
            <a:xfrm>
              <a:off x="8002934" y="4563645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41" name="Rectangle 740">
              <a:extLst>
                <a:ext uri="{FF2B5EF4-FFF2-40B4-BE49-F238E27FC236}">
                  <a16:creationId xmlns:a16="http://schemas.microsoft.com/office/drawing/2014/main" id="{AAA732AA-CBCF-8825-59C9-30E88476CB38}"/>
                </a:ext>
              </a:extLst>
            </p:cNvPr>
            <p:cNvSpPr/>
            <p:nvPr/>
          </p:nvSpPr>
          <p:spPr>
            <a:xfrm>
              <a:off x="8002934" y="4635362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43" name="Rectangle 742">
              <a:extLst>
                <a:ext uri="{FF2B5EF4-FFF2-40B4-BE49-F238E27FC236}">
                  <a16:creationId xmlns:a16="http://schemas.microsoft.com/office/drawing/2014/main" id="{5235BEF4-39F8-F6E6-0297-08CD6854F7A0}"/>
                </a:ext>
              </a:extLst>
            </p:cNvPr>
            <p:cNvSpPr/>
            <p:nvPr/>
          </p:nvSpPr>
          <p:spPr>
            <a:xfrm>
              <a:off x="8002934" y="4707079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45" name="Rectangle 744">
              <a:extLst>
                <a:ext uri="{FF2B5EF4-FFF2-40B4-BE49-F238E27FC236}">
                  <a16:creationId xmlns:a16="http://schemas.microsoft.com/office/drawing/2014/main" id="{69636F01-3083-3269-DF95-12D3FACC0EBC}"/>
                </a:ext>
              </a:extLst>
            </p:cNvPr>
            <p:cNvSpPr/>
            <p:nvPr/>
          </p:nvSpPr>
          <p:spPr>
            <a:xfrm>
              <a:off x="8002934" y="4778796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47" name="Rectangle 746">
              <a:extLst>
                <a:ext uri="{FF2B5EF4-FFF2-40B4-BE49-F238E27FC236}">
                  <a16:creationId xmlns:a16="http://schemas.microsoft.com/office/drawing/2014/main" id="{1D9495C3-65D2-4F36-7958-738B7131D0B8}"/>
                </a:ext>
              </a:extLst>
            </p:cNvPr>
            <p:cNvSpPr/>
            <p:nvPr/>
          </p:nvSpPr>
          <p:spPr>
            <a:xfrm>
              <a:off x="8002934" y="4850512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49" name="Rectangle 748">
              <a:extLst>
                <a:ext uri="{FF2B5EF4-FFF2-40B4-BE49-F238E27FC236}">
                  <a16:creationId xmlns:a16="http://schemas.microsoft.com/office/drawing/2014/main" id="{08E49E36-4EA4-FCC3-4029-CC46E234AF17}"/>
                </a:ext>
              </a:extLst>
            </p:cNvPr>
            <p:cNvSpPr/>
            <p:nvPr/>
          </p:nvSpPr>
          <p:spPr>
            <a:xfrm>
              <a:off x="8002934" y="4922229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020" name="Group 1019">
            <a:extLst>
              <a:ext uri="{FF2B5EF4-FFF2-40B4-BE49-F238E27FC236}">
                <a16:creationId xmlns:a16="http://schemas.microsoft.com/office/drawing/2014/main" id="{A0568E2B-9BD8-D280-9A18-0094CCE2D3E4}"/>
              </a:ext>
            </a:extLst>
          </p:cNvPr>
          <p:cNvGrpSpPr/>
          <p:nvPr/>
        </p:nvGrpSpPr>
        <p:grpSpPr>
          <a:xfrm rot="5400000">
            <a:off x="7788759" y="3993320"/>
            <a:ext cx="143434" cy="717167"/>
            <a:chOff x="7859500" y="4276779"/>
            <a:chExt cx="143434" cy="717167"/>
          </a:xfrm>
        </p:grpSpPr>
        <p:sp>
          <p:nvSpPr>
            <p:cNvPr id="756" name="Rectangle 755">
              <a:extLst>
                <a:ext uri="{FF2B5EF4-FFF2-40B4-BE49-F238E27FC236}">
                  <a16:creationId xmlns:a16="http://schemas.microsoft.com/office/drawing/2014/main" id="{3817DF8C-44DF-7B4C-7D0B-EF825471A30E}"/>
                </a:ext>
              </a:extLst>
            </p:cNvPr>
            <p:cNvSpPr/>
            <p:nvPr/>
          </p:nvSpPr>
          <p:spPr>
            <a:xfrm>
              <a:off x="7859500" y="4276779"/>
              <a:ext cx="71717" cy="71716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57" name="Rectangle 756">
              <a:extLst>
                <a:ext uri="{FF2B5EF4-FFF2-40B4-BE49-F238E27FC236}">
                  <a16:creationId xmlns:a16="http://schemas.microsoft.com/office/drawing/2014/main" id="{45AB176A-4375-0584-FB61-F78422ADD51C}"/>
                </a:ext>
              </a:extLst>
            </p:cNvPr>
            <p:cNvSpPr/>
            <p:nvPr/>
          </p:nvSpPr>
          <p:spPr>
            <a:xfrm>
              <a:off x="7931217" y="4276779"/>
              <a:ext cx="71717" cy="71716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758" name="TextBox 757">
            <a:extLst>
              <a:ext uri="{FF2B5EF4-FFF2-40B4-BE49-F238E27FC236}">
                <a16:creationId xmlns:a16="http://schemas.microsoft.com/office/drawing/2014/main" id="{AC654DC1-2D92-60E2-466A-DAE04CEA7CE3}"/>
              </a:ext>
            </a:extLst>
          </p:cNvPr>
          <p:cNvSpPr txBox="1"/>
          <p:nvPr/>
        </p:nvSpPr>
        <p:spPr>
          <a:xfrm>
            <a:off x="7061227" y="44071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701" name="Straight Connector 700">
            <a:extLst>
              <a:ext uri="{FF2B5EF4-FFF2-40B4-BE49-F238E27FC236}">
                <a16:creationId xmlns:a16="http://schemas.microsoft.com/office/drawing/2014/main" id="{80DF823C-B0FA-81F7-BE72-B2A56A2EFA98}"/>
              </a:ext>
            </a:extLst>
          </p:cNvPr>
          <p:cNvCxnSpPr>
            <a:cxnSpLocks/>
          </p:cNvCxnSpPr>
          <p:nvPr/>
        </p:nvCxnSpPr>
        <p:spPr>
          <a:xfrm>
            <a:off x="8725564" y="5338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3" name="Oval 702">
            <a:extLst>
              <a:ext uri="{FF2B5EF4-FFF2-40B4-BE49-F238E27FC236}">
                <a16:creationId xmlns:a16="http://schemas.microsoft.com/office/drawing/2014/main" id="{5E17DC94-BBC1-67E6-C46A-B341E5DE13AF}"/>
              </a:ext>
            </a:extLst>
          </p:cNvPr>
          <p:cNvSpPr/>
          <p:nvPr/>
        </p:nvSpPr>
        <p:spPr>
          <a:xfrm>
            <a:off x="8937884" y="4606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04" name="Picture 703">
            <a:extLst>
              <a:ext uri="{FF2B5EF4-FFF2-40B4-BE49-F238E27FC236}">
                <a16:creationId xmlns:a16="http://schemas.microsoft.com/office/drawing/2014/main" id="{D8250B91-E52C-5244-7E7D-EBDB8CE51F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4273617"/>
            <a:ext cx="728704" cy="728704"/>
          </a:xfrm>
          <a:prstGeom prst="rect">
            <a:avLst/>
          </a:prstGeom>
        </p:spPr>
      </p:pic>
      <p:sp>
        <p:nvSpPr>
          <p:cNvPr id="729" name="TextBox 728">
            <a:extLst>
              <a:ext uri="{FF2B5EF4-FFF2-40B4-BE49-F238E27FC236}">
                <a16:creationId xmlns:a16="http://schemas.microsoft.com/office/drawing/2014/main" id="{F4998129-92AA-F91A-F057-80A1306317CB}"/>
              </a:ext>
            </a:extLst>
          </p:cNvPr>
          <p:cNvSpPr txBox="1"/>
          <p:nvPr/>
        </p:nvSpPr>
        <p:spPr>
          <a:xfrm>
            <a:off x="8617613" y="44071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sp>
        <p:nvSpPr>
          <p:cNvPr id="789" name="TextBox 788">
            <a:extLst>
              <a:ext uri="{FF2B5EF4-FFF2-40B4-BE49-F238E27FC236}">
                <a16:creationId xmlns:a16="http://schemas.microsoft.com/office/drawing/2014/main" id="{F6213150-EAF5-6BFA-D4BE-FB96C2F73092}"/>
              </a:ext>
            </a:extLst>
          </p:cNvPr>
          <p:cNvSpPr txBox="1"/>
          <p:nvPr/>
        </p:nvSpPr>
        <p:spPr>
          <a:xfrm>
            <a:off x="5124439" y="5883153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I)</a:t>
            </a:r>
          </a:p>
        </p:txBody>
      </p:sp>
      <p:sp>
        <p:nvSpPr>
          <p:cNvPr id="790" name="Plus Sign 789">
            <a:extLst>
              <a:ext uri="{FF2B5EF4-FFF2-40B4-BE49-F238E27FC236}">
                <a16:creationId xmlns:a16="http://schemas.microsoft.com/office/drawing/2014/main" id="{B702BCCE-2376-76B3-C4D2-7975F7420590}"/>
              </a:ext>
            </a:extLst>
          </p:cNvPr>
          <p:cNvSpPr/>
          <p:nvPr/>
        </p:nvSpPr>
        <p:spPr>
          <a:xfrm>
            <a:off x="6705786" y="5877790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91" name="Equals 790">
            <a:extLst>
              <a:ext uri="{FF2B5EF4-FFF2-40B4-BE49-F238E27FC236}">
                <a16:creationId xmlns:a16="http://schemas.microsoft.com/office/drawing/2014/main" id="{93A1BAF3-474E-1514-66C3-41FE45E663D5}"/>
              </a:ext>
            </a:extLst>
          </p:cNvPr>
          <p:cNvSpPr/>
          <p:nvPr/>
        </p:nvSpPr>
        <p:spPr>
          <a:xfrm>
            <a:off x="8279950" y="5823699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53" name="Straight Connector 852">
            <a:extLst>
              <a:ext uri="{FF2B5EF4-FFF2-40B4-BE49-F238E27FC236}">
                <a16:creationId xmlns:a16="http://schemas.microsoft.com/office/drawing/2014/main" id="{2E4B9D52-8868-4EA9-C570-C0C70EC05EBA}"/>
              </a:ext>
            </a:extLst>
          </p:cNvPr>
          <p:cNvCxnSpPr>
            <a:cxnSpLocks/>
          </p:cNvCxnSpPr>
          <p:nvPr/>
        </p:nvCxnSpPr>
        <p:spPr>
          <a:xfrm>
            <a:off x="5595014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55" name="Oval 854">
            <a:extLst>
              <a:ext uri="{FF2B5EF4-FFF2-40B4-BE49-F238E27FC236}">
                <a16:creationId xmlns:a16="http://schemas.microsoft.com/office/drawing/2014/main" id="{FFB8F380-E4B8-3FB2-E040-6AB117D96454}"/>
              </a:ext>
            </a:extLst>
          </p:cNvPr>
          <p:cNvSpPr/>
          <p:nvPr/>
        </p:nvSpPr>
        <p:spPr>
          <a:xfrm>
            <a:off x="5807334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56" name="Picture 855">
            <a:extLst>
              <a:ext uri="{FF2B5EF4-FFF2-40B4-BE49-F238E27FC236}">
                <a16:creationId xmlns:a16="http://schemas.microsoft.com/office/drawing/2014/main" id="{2D3A842D-747B-B077-3456-A3F3A8AB38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5665999"/>
            <a:ext cx="728704" cy="728704"/>
          </a:xfrm>
          <a:prstGeom prst="rect">
            <a:avLst/>
          </a:prstGeom>
        </p:spPr>
      </p:pic>
      <p:sp>
        <p:nvSpPr>
          <p:cNvPr id="867" name="Rectangle 866">
            <a:extLst>
              <a:ext uri="{FF2B5EF4-FFF2-40B4-BE49-F238E27FC236}">
                <a16:creationId xmlns:a16="http://schemas.microsoft.com/office/drawing/2014/main" id="{BE6AE3CB-AD3D-48F2-AFEA-088D7B52E35D}"/>
              </a:ext>
            </a:extLst>
          </p:cNvPr>
          <p:cNvSpPr/>
          <p:nvPr/>
        </p:nvSpPr>
        <p:spPr>
          <a:xfrm>
            <a:off x="6500486" y="609946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68" name="Rectangle 867">
            <a:extLst>
              <a:ext uri="{FF2B5EF4-FFF2-40B4-BE49-F238E27FC236}">
                <a16:creationId xmlns:a16="http://schemas.microsoft.com/office/drawing/2014/main" id="{547A61DB-4750-FCFF-73D1-0379CBA144C7}"/>
              </a:ext>
            </a:extLst>
          </p:cNvPr>
          <p:cNvSpPr/>
          <p:nvPr/>
        </p:nvSpPr>
        <p:spPr>
          <a:xfrm>
            <a:off x="6428770" y="61711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69" name="Rectangle 868">
            <a:extLst>
              <a:ext uri="{FF2B5EF4-FFF2-40B4-BE49-F238E27FC236}">
                <a16:creationId xmlns:a16="http://schemas.microsoft.com/office/drawing/2014/main" id="{257E4173-CCBC-BD7A-1266-66C45CDED173}"/>
              </a:ext>
            </a:extLst>
          </p:cNvPr>
          <p:cNvSpPr/>
          <p:nvPr/>
        </p:nvSpPr>
        <p:spPr>
          <a:xfrm>
            <a:off x="6500486" y="61711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70" name="Rectangle 869">
            <a:extLst>
              <a:ext uri="{FF2B5EF4-FFF2-40B4-BE49-F238E27FC236}">
                <a16:creationId xmlns:a16="http://schemas.microsoft.com/office/drawing/2014/main" id="{23A577FC-C068-900A-C685-5F5AA23F2810}"/>
              </a:ext>
            </a:extLst>
          </p:cNvPr>
          <p:cNvSpPr/>
          <p:nvPr/>
        </p:nvSpPr>
        <p:spPr>
          <a:xfrm>
            <a:off x="6428770" y="624289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71" name="Rectangle 870">
            <a:extLst>
              <a:ext uri="{FF2B5EF4-FFF2-40B4-BE49-F238E27FC236}">
                <a16:creationId xmlns:a16="http://schemas.microsoft.com/office/drawing/2014/main" id="{E282C72C-9C12-334C-1764-3A5ABA70C4E7}"/>
              </a:ext>
            </a:extLst>
          </p:cNvPr>
          <p:cNvSpPr/>
          <p:nvPr/>
        </p:nvSpPr>
        <p:spPr>
          <a:xfrm>
            <a:off x="6500486" y="624289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72" name="Rectangle 871">
            <a:extLst>
              <a:ext uri="{FF2B5EF4-FFF2-40B4-BE49-F238E27FC236}">
                <a16:creationId xmlns:a16="http://schemas.microsoft.com/office/drawing/2014/main" id="{EF6EE0CA-43FA-7F64-2CD7-BFCDEBDF7CE4}"/>
              </a:ext>
            </a:extLst>
          </p:cNvPr>
          <p:cNvSpPr/>
          <p:nvPr/>
        </p:nvSpPr>
        <p:spPr>
          <a:xfrm>
            <a:off x="6428770" y="631461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73" name="Rectangle 872">
            <a:extLst>
              <a:ext uri="{FF2B5EF4-FFF2-40B4-BE49-F238E27FC236}">
                <a16:creationId xmlns:a16="http://schemas.microsoft.com/office/drawing/2014/main" id="{B25D1D8A-3673-5E9E-569B-16432A493727}"/>
              </a:ext>
            </a:extLst>
          </p:cNvPr>
          <p:cNvSpPr/>
          <p:nvPr/>
        </p:nvSpPr>
        <p:spPr>
          <a:xfrm>
            <a:off x="6500486" y="631461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74" name="Rectangle 873">
            <a:extLst>
              <a:ext uri="{FF2B5EF4-FFF2-40B4-BE49-F238E27FC236}">
                <a16:creationId xmlns:a16="http://schemas.microsoft.com/office/drawing/2014/main" id="{F2A5772C-8AFD-8D0E-8CBA-CA14BB26BE2A}"/>
              </a:ext>
            </a:extLst>
          </p:cNvPr>
          <p:cNvSpPr/>
          <p:nvPr/>
        </p:nvSpPr>
        <p:spPr>
          <a:xfrm>
            <a:off x="5926753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75" name="Rectangle 874">
            <a:extLst>
              <a:ext uri="{FF2B5EF4-FFF2-40B4-BE49-F238E27FC236}">
                <a16:creationId xmlns:a16="http://schemas.microsoft.com/office/drawing/2014/main" id="{17C1BD61-160C-C92D-66CD-CF1B40BDFF7F}"/>
              </a:ext>
            </a:extLst>
          </p:cNvPr>
          <p:cNvSpPr/>
          <p:nvPr/>
        </p:nvSpPr>
        <p:spPr>
          <a:xfrm>
            <a:off x="5998470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76" name="Rectangle 875">
            <a:extLst>
              <a:ext uri="{FF2B5EF4-FFF2-40B4-BE49-F238E27FC236}">
                <a16:creationId xmlns:a16="http://schemas.microsoft.com/office/drawing/2014/main" id="{3F9D1221-8FE5-F26D-C865-5BA11D7783F5}"/>
              </a:ext>
            </a:extLst>
          </p:cNvPr>
          <p:cNvSpPr/>
          <p:nvPr/>
        </p:nvSpPr>
        <p:spPr>
          <a:xfrm>
            <a:off x="6070186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77" name="Rectangle 876">
            <a:extLst>
              <a:ext uri="{FF2B5EF4-FFF2-40B4-BE49-F238E27FC236}">
                <a16:creationId xmlns:a16="http://schemas.microsoft.com/office/drawing/2014/main" id="{E7734D1A-67D1-8ACA-2513-BB3131A6FF14}"/>
              </a:ext>
            </a:extLst>
          </p:cNvPr>
          <p:cNvSpPr/>
          <p:nvPr/>
        </p:nvSpPr>
        <p:spPr>
          <a:xfrm>
            <a:off x="6141903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78" name="Rectangle 877">
            <a:extLst>
              <a:ext uri="{FF2B5EF4-FFF2-40B4-BE49-F238E27FC236}">
                <a16:creationId xmlns:a16="http://schemas.microsoft.com/office/drawing/2014/main" id="{D696F4E8-B8CD-DCEF-B69A-61F82FE26B6F}"/>
              </a:ext>
            </a:extLst>
          </p:cNvPr>
          <p:cNvSpPr/>
          <p:nvPr/>
        </p:nvSpPr>
        <p:spPr>
          <a:xfrm>
            <a:off x="6213620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79" name="Rectangle 878">
            <a:extLst>
              <a:ext uri="{FF2B5EF4-FFF2-40B4-BE49-F238E27FC236}">
                <a16:creationId xmlns:a16="http://schemas.microsoft.com/office/drawing/2014/main" id="{33CC33CB-2EE0-F41D-1D1D-ABE5588B6C10}"/>
              </a:ext>
            </a:extLst>
          </p:cNvPr>
          <p:cNvSpPr/>
          <p:nvPr/>
        </p:nvSpPr>
        <p:spPr>
          <a:xfrm>
            <a:off x="6573484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81" name="TextBox 880">
            <a:extLst>
              <a:ext uri="{FF2B5EF4-FFF2-40B4-BE49-F238E27FC236}">
                <a16:creationId xmlns:a16="http://schemas.microsoft.com/office/drawing/2014/main" id="{4EE725E9-A906-8E1E-BE93-7EC7AE485AC1}"/>
              </a:ext>
            </a:extLst>
          </p:cNvPr>
          <p:cNvSpPr txBox="1"/>
          <p:nvPr/>
        </p:nvSpPr>
        <p:spPr>
          <a:xfrm>
            <a:off x="5487063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824" name="Straight Connector 823">
            <a:extLst>
              <a:ext uri="{FF2B5EF4-FFF2-40B4-BE49-F238E27FC236}">
                <a16:creationId xmlns:a16="http://schemas.microsoft.com/office/drawing/2014/main" id="{24D69158-F57E-D719-4A03-DE971F74F8FD}"/>
              </a:ext>
            </a:extLst>
          </p:cNvPr>
          <p:cNvCxnSpPr>
            <a:cxnSpLocks/>
          </p:cNvCxnSpPr>
          <p:nvPr/>
        </p:nvCxnSpPr>
        <p:spPr>
          <a:xfrm>
            <a:off x="7169178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26" name="Oval 825">
            <a:extLst>
              <a:ext uri="{FF2B5EF4-FFF2-40B4-BE49-F238E27FC236}">
                <a16:creationId xmlns:a16="http://schemas.microsoft.com/office/drawing/2014/main" id="{411000B0-85F5-D2B3-A8FD-7D06864B5ABE}"/>
              </a:ext>
            </a:extLst>
          </p:cNvPr>
          <p:cNvSpPr/>
          <p:nvPr/>
        </p:nvSpPr>
        <p:spPr>
          <a:xfrm>
            <a:off x="7381498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27" name="Picture 826">
            <a:extLst>
              <a:ext uri="{FF2B5EF4-FFF2-40B4-BE49-F238E27FC236}">
                <a16:creationId xmlns:a16="http://schemas.microsoft.com/office/drawing/2014/main" id="{F3146743-B9D0-5D7E-92F1-FB11888128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5665999"/>
            <a:ext cx="728704" cy="728704"/>
          </a:xfrm>
          <a:prstGeom prst="rect">
            <a:avLst/>
          </a:prstGeom>
        </p:spPr>
      </p:pic>
      <p:sp>
        <p:nvSpPr>
          <p:cNvPr id="845" name="Rectangle 844">
            <a:extLst>
              <a:ext uri="{FF2B5EF4-FFF2-40B4-BE49-F238E27FC236}">
                <a16:creationId xmlns:a16="http://schemas.microsoft.com/office/drawing/2014/main" id="{DECFB86E-330D-DA82-4A12-766A9FDC30DA}"/>
              </a:ext>
            </a:extLst>
          </p:cNvPr>
          <p:cNvSpPr/>
          <p:nvPr/>
        </p:nvSpPr>
        <p:spPr>
          <a:xfrm>
            <a:off x="7500917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46" name="Rectangle 845">
            <a:extLst>
              <a:ext uri="{FF2B5EF4-FFF2-40B4-BE49-F238E27FC236}">
                <a16:creationId xmlns:a16="http://schemas.microsoft.com/office/drawing/2014/main" id="{AD9C534B-6FBF-2F8E-78A5-D272AF583DE3}"/>
              </a:ext>
            </a:extLst>
          </p:cNvPr>
          <p:cNvSpPr/>
          <p:nvPr/>
        </p:nvSpPr>
        <p:spPr>
          <a:xfrm>
            <a:off x="7572634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47" name="Rectangle 846">
            <a:extLst>
              <a:ext uri="{FF2B5EF4-FFF2-40B4-BE49-F238E27FC236}">
                <a16:creationId xmlns:a16="http://schemas.microsoft.com/office/drawing/2014/main" id="{321C23E2-386C-D72D-9A19-3F88B5635E6F}"/>
              </a:ext>
            </a:extLst>
          </p:cNvPr>
          <p:cNvSpPr/>
          <p:nvPr/>
        </p:nvSpPr>
        <p:spPr>
          <a:xfrm>
            <a:off x="7644350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50" name="Rectangle 849">
            <a:extLst>
              <a:ext uri="{FF2B5EF4-FFF2-40B4-BE49-F238E27FC236}">
                <a16:creationId xmlns:a16="http://schemas.microsoft.com/office/drawing/2014/main" id="{264E09DE-D839-2035-F076-DA04DF4D57EC}"/>
              </a:ext>
            </a:extLst>
          </p:cNvPr>
          <p:cNvSpPr/>
          <p:nvPr/>
        </p:nvSpPr>
        <p:spPr>
          <a:xfrm>
            <a:off x="8075245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51" name="Rectangle 850">
            <a:extLst>
              <a:ext uri="{FF2B5EF4-FFF2-40B4-BE49-F238E27FC236}">
                <a16:creationId xmlns:a16="http://schemas.microsoft.com/office/drawing/2014/main" id="{C419F2E2-86B3-A987-3773-9AF4FD2D6F1A}"/>
              </a:ext>
            </a:extLst>
          </p:cNvPr>
          <p:cNvSpPr/>
          <p:nvPr/>
        </p:nvSpPr>
        <p:spPr>
          <a:xfrm>
            <a:off x="8146962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52" name="TextBox 851">
            <a:extLst>
              <a:ext uri="{FF2B5EF4-FFF2-40B4-BE49-F238E27FC236}">
                <a16:creationId xmlns:a16="http://schemas.microsoft.com/office/drawing/2014/main" id="{9A09205F-9949-B406-3E7B-6C57BC132421}"/>
              </a:ext>
            </a:extLst>
          </p:cNvPr>
          <p:cNvSpPr txBox="1"/>
          <p:nvPr/>
        </p:nvSpPr>
        <p:spPr>
          <a:xfrm>
            <a:off x="7061227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795" name="Straight Connector 794">
            <a:extLst>
              <a:ext uri="{FF2B5EF4-FFF2-40B4-BE49-F238E27FC236}">
                <a16:creationId xmlns:a16="http://schemas.microsoft.com/office/drawing/2014/main" id="{7AD16B20-FD8B-8136-1D08-10AA7815DFEF}"/>
              </a:ext>
            </a:extLst>
          </p:cNvPr>
          <p:cNvCxnSpPr>
            <a:cxnSpLocks/>
          </p:cNvCxnSpPr>
          <p:nvPr/>
        </p:nvCxnSpPr>
        <p:spPr>
          <a:xfrm>
            <a:off x="8725564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97" name="Oval 796">
            <a:extLst>
              <a:ext uri="{FF2B5EF4-FFF2-40B4-BE49-F238E27FC236}">
                <a16:creationId xmlns:a16="http://schemas.microsoft.com/office/drawing/2014/main" id="{233C54FE-18A1-BE19-AB6F-BD15B4BC41A2}"/>
              </a:ext>
            </a:extLst>
          </p:cNvPr>
          <p:cNvSpPr/>
          <p:nvPr/>
        </p:nvSpPr>
        <p:spPr>
          <a:xfrm>
            <a:off x="8937884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98" name="Picture 797">
            <a:extLst>
              <a:ext uri="{FF2B5EF4-FFF2-40B4-BE49-F238E27FC236}">
                <a16:creationId xmlns:a16="http://schemas.microsoft.com/office/drawing/2014/main" id="{6C369A33-5621-8CD6-BF98-0C6C6EFD2A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5665999"/>
            <a:ext cx="728704" cy="728704"/>
          </a:xfrm>
          <a:prstGeom prst="rect">
            <a:avLst/>
          </a:prstGeom>
        </p:spPr>
      </p:pic>
      <p:sp>
        <p:nvSpPr>
          <p:cNvPr id="883" name="TextBox 882">
            <a:extLst>
              <a:ext uri="{FF2B5EF4-FFF2-40B4-BE49-F238E27FC236}">
                <a16:creationId xmlns:a16="http://schemas.microsoft.com/office/drawing/2014/main" id="{BC0013E0-5174-FF99-21D1-F11357245537}"/>
              </a:ext>
            </a:extLst>
          </p:cNvPr>
          <p:cNvSpPr txBox="1"/>
          <p:nvPr/>
        </p:nvSpPr>
        <p:spPr>
          <a:xfrm>
            <a:off x="5106005" y="313625"/>
            <a:ext cx="3064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E)</a:t>
            </a:r>
          </a:p>
        </p:txBody>
      </p:sp>
      <p:sp>
        <p:nvSpPr>
          <p:cNvPr id="884" name="Plus Sign 883">
            <a:extLst>
              <a:ext uri="{FF2B5EF4-FFF2-40B4-BE49-F238E27FC236}">
                <a16:creationId xmlns:a16="http://schemas.microsoft.com/office/drawing/2014/main" id="{6EB1A61E-6DE0-9D94-DBCC-2E02E4230EC5}"/>
              </a:ext>
            </a:extLst>
          </p:cNvPr>
          <p:cNvSpPr/>
          <p:nvPr/>
        </p:nvSpPr>
        <p:spPr>
          <a:xfrm>
            <a:off x="6705786" y="308262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85" name="Equals 884">
            <a:extLst>
              <a:ext uri="{FF2B5EF4-FFF2-40B4-BE49-F238E27FC236}">
                <a16:creationId xmlns:a16="http://schemas.microsoft.com/office/drawing/2014/main" id="{60F8EC96-425E-0ABA-2588-56200E8725D7}"/>
              </a:ext>
            </a:extLst>
          </p:cNvPr>
          <p:cNvSpPr/>
          <p:nvPr/>
        </p:nvSpPr>
        <p:spPr>
          <a:xfrm>
            <a:off x="8279950" y="254171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947" name="Straight Connector 946">
            <a:extLst>
              <a:ext uri="{FF2B5EF4-FFF2-40B4-BE49-F238E27FC236}">
                <a16:creationId xmlns:a16="http://schemas.microsoft.com/office/drawing/2014/main" id="{5BE5446D-7525-219F-F286-689BC505D219}"/>
              </a:ext>
            </a:extLst>
          </p:cNvPr>
          <p:cNvCxnSpPr>
            <a:cxnSpLocks/>
          </p:cNvCxnSpPr>
          <p:nvPr/>
        </p:nvCxnSpPr>
        <p:spPr>
          <a:xfrm>
            <a:off x="5595014" y="1161218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49" name="Oval 948">
            <a:extLst>
              <a:ext uri="{FF2B5EF4-FFF2-40B4-BE49-F238E27FC236}">
                <a16:creationId xmlns:a16="http://schemas.microsoft.com/office/drawing/2014/main" id="{2CEFD95F-C0DE-FB2D-B675-4CFC15DA4A69}"/>
              </a:ext>
            </a:extLst>
          </p:cNvPr>
          <p:cNvSpPr/>
          <p:nvPr/>
        </p:nvSpPr>
        <p:spPr>
          <a:xfrm>
            <a:off x="5807334" y="428870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50" name="Picture 949">
            <a:extLst>
              <a:ext uri="{FF2B5EF4-FFF2-40B4-BE49-F238E27FC236}">
                <a16:creationId xmlns:a16="http://schemas.microsoft.com/office/drawing/2014/main" id="{360D154D-2A8E-6D06-5DC8-63B8C4DEA5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96471"/>
            <a:ext cx="728704" cy="728704"/>
          </a:xfrm>
          <a:prstGeom prst="rect">
            <a:avLst/>
          </a:prstGeom>
        </p:spPr>
      </p:pic>
      <p:sp>
        <p:nvSpPr>
          <p:cNvPr id="955" name="Rectangle 954">
            <a:extLst>
              <a:ext uri="{FF2B5EF4-FFF2-40B4-BE49-F238E27FC236}">
                <a16:creationId xmlns:a16="http://schemas.microsoft.com/office/drawing/2014/main" id="{E544A8B1-07AD-BB2D-5065-F84BFD19DD67}"/>
              </a:ext>
            </a:extLst>
          </p:cNvPr>
          <p:cNvSpPr/>
          <p:nvPr/>
        </p:nvSpPr>
        <p:spPr>
          <a:xfrm>
            <a:off x="5928980" y="31478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57" name="Rectangle 956">
            <a:extLst>
              <a:ext uri="{FF2B5EF4-FFF2-40B4-BE49-F238E27FC236}">
                <a16:creationId xmlns:a16="http://schemas.microsoft.com/office/drawing/2014/main" id="{3092D8FE-B2EF-45A2-874F-08DA08A76608}"/>
              </a:ext>
            </a:extLst>
          </p:cNvPr>
          <p:cNvSpPr/>
          <p:nvPr/>
        </p:nvSpPr>
        <p:spPr>
          <a:xfrm>
            <a:off x="5928980" y="38649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59" name="Rectangle 958">
            <a:extLst>
              <a:ext uri="{FF2B5EF4-FFF2-40B4-BE49-F238E27FC236}">
                <a16:creationId xmlns:a16="http://schemas.microsoft.com/office/drawing/2014/main" id="{4E54D700-F068-FBBC-D760-E1E42ABA8D1F}"/>
              </a:ext>
            </a:extLst>
          </p:cNvPr>
          <p:cNvSpPr/>
          <p:nvPr/>
        </p:nvSpPr>
        <p:spPr>
          <a:xfrm>
            <a:off x="5928980" y="45821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61" name="Rectangle 960">
            <a:extLst>
              <a:ext uri="{FF2B5EF4-FFF2-40B4-BE49-F238E27FC236}">
                <a16:creationId xmlns:a16="http://schemas.microsoft.com/office/drawing/2014/main" id="{A75B4A3A-9D2D-8A8F-7E79-4A3058E39515}"/>
              </a:ext>
            </a:extLst>
          </p:cNvPr>
          <p:cNvSpPr/>
          <p:nvPr/>
        </p:nvSpPr>
        <p:spPr>
          <a:xfrm>
            <a:off x="5928980" y="52993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63" name="Rectangle 962">
            <a:extLst>
              <a:ext uri="{FF2B5EF4-FFF2-40B4-BE49-F238E27FC236}">
                <a16:creationId xmlns:a16="http://schemas.microsoft.com/office/drawing/2014/main" id="{6EDCDDE6-AF1C-C6A7-D326-9EF0C5F573AC}"/>
              </a:ext>
            </a:extLst>
          </p:cNvPr>
          <p:cNvSpPr/>
          <p:nvPr/>
        </p:nvSpPr>
        <p:spPr>
          <a:xfrm>
            <a:off x="5928980" y="60165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65" name="Rectangle 964">
            <a:extLst>
              <a:ext uri="{FF2B5EF4-FFF2-40B4-BE49-F238E27FC236}">
                <a16:creationId xmlns:a16="http://schemas.microsoft.com/office/drawing/2014/main" id="{8D218554-FE29-544E-81A1-5018F5CE25BB}"/>
              </a:ext>
            </a:extLst>
          </p:cNvPr>
          <p:cNvSpPr/>
          <p:nvPr/>
        </p:nvSpPr>
        <p:spPr>
          <a:xfrm>
            <a:off x="5928980" y="67336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67" name="Rectangle 966">
            <a:extLst>
              <a:ext uri="{FF2B5EF4-FFF2-40B4-BE49-F238E27FC236}">
                <a16:creationId xmlns:a16="http://schemas.microsoft.com/office/drawing/2014/main" id="{D2F7F7D6-0BEE-4174-B061-395DEE1E7734}"/>
              </a:ext>
            </a:extLst>
          </p:cNvPr>
          <p:cNvSpPr/>
          <p:nvPr/>
        </p:nvSpPr>
        <p:spPr>
          <a:xfrm>
            <a:off x="5928980" y="74508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75" name="TextBox 974">
            <a:extLst>
              <a:ext uri="{FF2B5EF4-FFF2-40B4-BE49-F238E27FC236}">
                <a16:creationId xmlns:a16="http://schemas.microsoft.com/office/drawing/2014/main" id="{62FF68C8-4F0E-8364-B8A8-2261EDE872ED}"/>
              </a:ext>
            </a:extLst>
          </p:cNvPr>
          <p:cNvSpPr txBox="1"/>
          <p:nvPr/>
        </p:nvSpPr>
        <p:spPr>
          <a:xfrm>
            <a:off x="5487063" y="229991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918" name="Straight Connector 917">
            <a:extLst>
              <a:ext uri="{FF2B5EF4-FFF2-40B4-BE49-F238E27FC236}">
                <a16:creationId xmlns:a16="http://schemas.microsoft.com/office/drawing/2014/main" id="{4052F827-8268-66AF-7F01-BE27A8894695}"/>
              </a:ext>
            </a:extLst>
          </p:cNvPr>
          <p:cNvCxnSpPr>
            <a:cxnSpLocks/>
          </p:cNvCxnSpPr>
          <p:nvPr/>
        </p:nvCxnSpPr>
        <p:spPr>
          <a:xfrm>
            <a:off x="7169178" y="1161218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20" name="Oval 919">
            <a:extLst>
              <a:ext uri="{FF2B5EF4-FFF2-40B4-BE49-F238E27FC236}">
                <a16:creationId xmlns:a16="http://schemas.microsoft.com/office/drawing/2014/main" id="{052BE690-9047-B386-3F17-EEEE3C249A55}"/>
              </a:ext>
            </a:extLst>
          </p:cNvPr>
          <p:cNvSpPr/>
          <p:nvPr/>
        </p:nvSpPr>
        <p:spPr>
          <a:xfrm>
            <a:off x="7381498" y="428870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21" name="Picture 920">
            <a:extLst>
              <a:ext uri="{FF2B5EF4-FFF2-40B4-BE49-F238E27FC236}">
                <a16:creationId xmlns:a16="http://schemas.microsoft.com/office/drawing/2014/main" id="{F5E30BD2-118C-D43F-3367-D1774368DA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96471"/>
            <a:ext cx="728704" cy="728704"/>
          </a:xfrm>
          <a:prstGeom prst="rect">
            <a:avLst/>
          </a:prstGeom>
        </p:spPr>
      </p:pic>
      <p:sp>
        <p:nvSpPr>
          <p:cNvPr id="922" name="Rectangle 921">
            <a:extLst>
              <a:ext uri="{FF2B5EF4-FFF2-40B4-BE49-F238E27FC236}">
                <a16:creationId xmlns:a16="http://schemas.microsoft.com/office/drawing/2014/main" id="{A3D0655F-AF26-E77E-0534-E67E797997C2}"/>
              </a:ext>
            </a:extLst>
          </p:cNvPr>
          <p:cNvSpPr/>
          <p:nvPr/>
        </p:nvSpPr>
        <p:spPr>
          <a:xfrm>
            <a:off x="7504625" y="9963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23" name="Rectangle 922">
            <a:extLst>
              <a:ext uri="{FF2B5EF4-FFF2-40B4-BE49-F238E27FC236}">
                <a16:creationId xmlns:a16="http://schemas.microsoft.com/office/drawing/2014/main" id="{6F90CDF9-184A-C5EF-FC55-7DF38EC8FBBD}"/>
              </a:ext>
            </a:extLst>
          </p:cNvPr>
          <p:cNvSpPr/>
          <p:nvPr/>
        </p:nvSpPr>
        <p:spPr>
          <a:xfrm>
            <a:off x="7504625" y="17135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24" name="Rectangle 923">
            <a:extLst>
              <a:ext uri="{FF2B5EF4-FFF2-40B4-BE49-F238E27FC236}">
                <a16:creationId xmlns:a16="http://schemas.microsoft.com/office/drawing/2014/main" id="{C5B70726-B769-9A37-A572-CC0DC6E443CB}"/>
              </a:ext>
            </a:extLst>
          </p:cNvPr>
          <p:cNvSpPr/>
          <p:nvPr/>
        </p:nvSpPr>
        <p:spPr>
          <a:xfrm>
            <a:off x="7504625" y="24306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25" name="Rectangle 924">
            <a:extLst>
              <a:ext uri="{FF2B5EF4-FFF2-40B4-BE49-F238E27FC236}">
                <a16:creationId xmlns:a16="http://schemas.microsoft.com/office/drawing/2014/main" id="{4E454E98-AEA0-588F-0FDF-CCBCF3EA6DAE}"/>
              </a:ext>
            </a:extLst>
          </p:cNvPr>
          <p:cNvSpPr/>
          <p:nvPr/>
        </p:nvSpPr>
        <p:spPr>
          <a:xfrm>
            <a:off x="7504625" y="31478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46" name="TextBox 945">
            <a:extLst>
              <a:ext uri="{FF2B5EF4-FFF2-40B4-BE49-F238E27FC236}">
                <a16:creationId xmlns:a16="http://schemas.microsoft.com/office/drawing/2014/main" id="{B8E5AAEB-1EFD-C940-B159-D0FCBE7BCB77}"/>
              </a:ext>
            </a:extLst>
          </p:cNvPr>
          <p:cNvSpPr txBox="1"/>
          <p:nvPr/>
        </p:nvSpPr>
        <p:spPr>
          <a:xfrm>
            <a:off x="7061227" y="229991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889" name="Straight Connector 888">
            <a:extLst>
              <a:ext uri="{FF2B5EF4-FFF2-40B4-BE49-F238E27FC236}">
                <a16:creationId xmlns:a16="http://schemas.microsoft.com/office/drawing/2014/main" id="{32ADBFC8-3CC7-7E70-2706-BD167170CA71}"/>
              </a:ext>
            </a:extLst>
          </p:cNvPr>
          <p:cNvCxnSpPr>
            <a:cxnSpLocks/>
          </p:cNvCxnSpPr>
          <p:nvPr/>
        </p:nvCxnSpPr>
        <p:spPr>
          <a:xfrm>
            <a:off x="8725564" y="1161218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91" name="Oval 890">
            <a:extLst>
              <a:ext uri="{FF2B5EF4-FFF2-40B4-BE49-F238E27FC236}">
                <a16:creationId xmlns:a16="http://schemas.microsoft.com/office/drawing/2014/main" id="{888E9458-E8AB-DEC1-2B5E-D8AA3283D306}"/>
              </a:ext>
            </a:extLst>
          </p:cNvPr>
          <p:cNvSpPr/>
          <p:nvPr/>
        </p:nvSpPr>
        <p:spPr>
          <a:xfrm>
            <a:off x="8937884" y="428870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92" name="Picture 891">
            <a:extLst>
              <a:ext uri="{FF2B5EF4-FFF2-40B4-BE49-F238E27FC236}">
                <a16:creationId xmlns:a16="http://schemas.microsoft.com/office/drawing/2014/main" id="{5B65D250-7741-236C-4CB8-D109B05FB9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96471"/>
            <a:ext cx="728704" cy="728704"/>
          </a:xfrm>
          <a:prstGeom prst="rect">
            <a:avLst/>
          </a:prstGeom>
        </p:spPr>
      </p:pic>
      <p:sp>
        <p:nvSpPr>
          <p:cNvPr id="917" name="TextBox 916">
            <a:extLst>
              <a:ext uri="{FF2B5EF4-FFF2-40B4-BE49-F238E27FC236}">
                <a16:creationId xmlns:a16="http://schemas.microsoft.com/office/drawing/2014/main" id="{4B128C04-D144-E21B-6F4F-3E64D134DD3D}"/>
              </a:ext>
            </a:extLst>
          </p:cNvPr>
          <p:cNvSpPr txBox="1"/>
          <p:nvPr/>
        </p:nvSpPr>
        <p:spPr>
          <a:xfrm>
            <a:off x="8617613" y="229991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sp>
        <p:nvSpPr>
          <p:cNvPr id="978" name="TextBox 977">
            <a:extLst>
              <a:ext uri="{FF2B5EF4-FFF2-40B4-BE49-F238E27FC236}">
                <a16:creationId xmlns:a16="http://schemas.microsoft.com/office/drawing/2014/main" id="{B592A6D9-E8C0-91E5-86AC-536959A93130}"/>
              </a:ext>
            </a:extLst>
          </p:cNvPr>
          <p:cNvSpPr txBox="1"/>
          <p:nvPr/>
        </p:nvSpPr>
        <p:spPr>
          <a:xfrm>
            <a:off x="709409" y="1526397"/>
            <a:ext cx="4443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0.3</a:t>
            </a:r>
          </a:p>
        </p:txBody>
      </p:sp>
      <p:sp>
        <p:nvSpPr>
          <p:cNvPr id="979" name="TextBox 978">
            <a:extLst>
              <a:ext uri="{FF2B5EF4-FFF2-40B4-BE49-F238E27FC236}">
                <a16:creationId xmlns:a16="http://schemas.microsoft.com/office/drawing/2014/main" id="{AF678627-5CF9-0578-5AB2-B4D4421386C6}"/>
              </a:ext>
            </a:extLst>
          </p:cNvPr>
          <p:cNvSpPr txBox="1"/>
          <p:nvPr/>
        </p:nvSpPr>
        <p:spPr>
          <a:xfrm>
            <a:off x="657311" y="3130753"/>
            <a:ext cx="5485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0.14</a:t>
            </a:r>
          </a:p>
        </p:txBody>
      </p:sp>
      <p:sp>
        <p:nvSpPr>
          <p:cNvPr id="980" name="Rectangle 979">
            <a:extLst>
              <a:ext uri="{FF2B5EF4-FFF2-40B4-BE49-F238E27FC236}">
                <a16:creationId xmlns:a16="http://schemas.microsoft.com/office/drawing/2014/main" id="{3722741B-CAD4-687C-5144-FFBC01F1E436}"/>
              </a:ext>
            </a:extLst>
          </p:cNvPr>
          <p:cNvSpPr/>
          <p:nvPr/>
        </p:nvSpPr>
        <p:spPr>
          <a:xfrm>
            <a:off x="919133" y="261435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988" name="Group 987">
            <a:extLst>
              <a:ext uri="{FF2B5EF4-FFF2-40B4-BE49-F238E27FC236}">
                <a16:creationId xmlns:a16="http://schemas.microsoft.com/office/drawing/2014/main" id="{0E70C72C-0E16-F253-1161-BE6E16440CEF}"/>
              </a:ext>
            </a:extLst>
          </p:cNvPr>
          <p:cNvGrpSpPr/>
          <p:nvPr/>
        </p:nvGrpSpPr>
        <p:grpSpPr>
          <a:xfrm rot="5400000">
            <a:off x="7644012" y="1349140"/>
            <a:ext cx="71717" cy="358583"/>
            <a:chOff x="6220024" y="1644415"/>
            <a:chExt cx="71717" cy="358583"/>
          </a:xfrm>
        </p:grpSpPr>
        <p:sp>
          <p:nvSpPr>
            <p:cNvPr id="983" name="Rectangle 982">
              <a:extLst>
                <a:ext uri="{FF2B5EF4-FFF2-40B4-BE49-F238E27FC236}">
                  <a16:creationId xmlns:a16="http://schemas.microsoft.com/office/drawing/2014/main" id="{5A83CF06-CF69-D975-C452-CB3FF7D423F8}"/>
                </a:ext>
              </a:extLst>
            </p:cNvPr>
            <p:cNvSpPr/>
            <p:nvPr/>
          </p:nvSpPr>
          <p:spPr>
            <a:xfrm>
              <a:off x="6220024" y="1644415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84" name="Rectangle 983">
              <a:extLst>
                <a:ext uri="{FF2B5EF4-FFF2-40B4-BE49-F238E27FC236}">
                  <a16:creationId xmlns:a16="http://schemas.microsoft.com/office/drawing/2014/main" id="{7D6BD2F4-BDA5-ECFC-9A51-7796D646CFF1}"/>
                </a:ext>
              </a:extLst>
            </p:cNvPr>
            <p:cNvSpPr/>
            <p:nvPr/>
          </p:nvSpPr>
          <p:spPr>
            <a:xfrm>
              <a:off x="6220024" y="1716132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85" name="Rectangle 984">
              <a:extLst>
                <a:ext uri="{FF2B5EF4-FFF2-40B4-BE49-F238E27FC236}">
                  <a16:creationId xmlns:a16="http://schemas.microsoft.com/office/drawing/2014/main" id="{96911777-F72B-FD53-A70A-C31F789F8FFA}"/>
                </a:ext>
              </a:extLst>
            </p:cNvPr>
            <p:cNvSpPr/>
            <p:nvPr/>
          </p:nvSpPr>
          <p:spPr>
            <a:xfrm>
              <a:off x="6220024" y="1787848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86" name="Rectangle 985">
              <a:extLst>
                <a:ext uri="{FF2B5EF4-FFF2-40B4-BE49-F238E27FC236}">
                  <a16:creationId xmlns:a16="http://schemas.microsoft.com/office/drawing/2014/main" id="{A35799C5-D429-69A5-13B6-33141DE43B10}"/>
                </a:ext>
              </a:extLst>
            </p:cNvPr>
            <p:cNvSpPr/>
            <p:nvPr/>
          </p:nvSpPr>
          <p:spPr>
            <a:xfrm>
              <a:off x="6220024" y="1859565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87" name="Rectangle 986">
              <a:extLst>
                <a:ext uri="{FF2B5EF4-FFF2-40B4-BE49-F238E27FC236}">
                  <a16:creationId xmlns:a16="http://schemas.microsoft.com/office/drawing/2014/main" id="{DAAA7C47-1743-58BB-0CC3-9DAA447FA3B6}"/>
                </a:ext>
              </a:extLst>
            </p:cNvPr>
            <p:cNvSpPr/>
            <p:nvPr/>
          </p:nvSpPr>
          <p:spPr>
            <a:xfrm>
              <a:off x="6220024" y="1931281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989" name="Rectangle 988">
            <a:extLst>
              <a:ext uri="{FF2B5EF4-FFF2-40B4-BE49-F238E27FC236}">
                <a16:creationId xmlns:a16="http://schemas.microsoft.com/office/drawing/2014/main" id="{3DD2FCE0-F809-0061-A3BC-67A24484F898}"/>
              </a:ext>
            </a:extLst>
          </p:cNvPr>
          <p:cNvSpPr/>
          <p:nvPr/>
        </p:nvSpPr>
        <p:spPr>
          <a:xfrm>
            <a:off x="6069995" y="42767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90" name="Rectangle 989">
            <a:extLst>
              <a:ext uri="{FF2B5EF4-FFF2-40B4-BE49-F238E27FC236}">
                <a16:creationId xmlns:a16="http://schemas.microsoft.com/office/drawing/2014/main" id="{4E76AB82-548D-577A-D605-76456C02F696}"/>
              </a:ext>
            </a:extLst>
          </p:cNvPr>
          <p:cNvSpPr/>
          <p:nvPr/>
        </p:nvSpPr>
        <p:spPr>
          <a:xfrm>
            <a:off x="6069995" y="43484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91" name="Rectangle 990">
            <a:extLst>
              <a:ext uri="{FF2B5EF4-FFF2-40B4-BE49-F238E27FC236}">
                <a16:creationId xmlns:a16="http://schemas.microsoft.com/office/drawing/2014/main" id="{79A09811-80A4-3072-AF1C-AE147D0AE46C}"/>
              </a:ext>
            </a:extLst>
          </p:cNvPr>
          <p:cNvSpPr/>
          <p:nvPr/>
        </p:nvSpPr>
        <p:spPr>
          <a:xfrm>
            <a:off x="6069995" y="44202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92" name="Rectangle 991">
            <a:extLst>
              <a:ext uri="{FF2B5EF4-FFF2-40B4-BE49-F238E27FC236}">
                <a16:creationId xmlns:a16="http://schemas.microsoft.com/office/drawing/2014/main" id="{6D20B57C-8367-99FD-2DAA-30116F4ACA7B}"/>
              </a:ext>
            </a:extLst>
          </p:cNvPr>
          <p:cNvSpPr/>
          <p:nvPr/>
        </p:nvSpPr>
        <p:spPr>
          <a:xfrm>
            <a:off x="6069995" y="44919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93" name="Rectangle 992">
            <a:extLst>
              <a:ext uri="{FF2B5EF4-FFF2-40B4-BE49-F238E27FC236}">
                <a16:creationId xmlns:a16="http://schemas.microsoft.com/office/drawing/2014/main" id="{9B3D8E4E-0750-750D-74C8-B0E724FFFE36}"/>
              </a:ext>
            </a:extLst>
          </p:cNvPr>
          <p:cNvSpPr/>
          <p:nvPr/>
        </p:nvSpPr>
        <p:spPr>
          <a:xfrm>
            <a:off x="6069995" y="456364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94" name="Rectangle 993">
            <a:extLst>
              <a:ext uri="{FF2B5EF4-FFF2-40B4-BE49-F238E27FC236}">
                <a16:creationId xmlns:a16="http://schemas.microsoft.com/office/drawing/2014/main" id="{0DC70938-E568-350B-F9B7-6D848961611C}"/>
              </a:ext>
            </a:extLst>
          </p:cNvPr>
          <p:cNvSpPr/>
          <p:nvPr/>
        </p:nvSpPr>
        <p:spPr>
          <a:xfrm>
            <a:off x="6069995" y="463536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95" name="Rectangle 994">
            <a:extLst>
              <a:ext uri="{FF2B5EF4-FFF2-40B4-BE49-F238E27FC236}">
                <a16:creationId xmlns:a16="http://schemas.microsoft.com/office/drawing/2014/main" id="{1C9D1692-FE1E-9038-6B9C-DB0436A011CB}"/>
              </a:ext>
            </a:extLst>
          </p:cNvPr>
          <p:cNvSpPr/>
          <p:nvPr/>
        </p:nvSpPr>
        <p:spPr>
          <a:xfrm>
            <a:off x="6069995" y="47070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96" name="Rectangle 995">
            <a:extLst>
              <a:ext uri="{FF2B5EF4-FFF2-40B4-BE49-F238E27FC236}">
                <a16:creationId xmlns:a16="http://schemas.microsoft.com/office/drawing/2014/main" id="{288B23A3-9A35-AE11-E2DC-A3E18C14E966}"/>
              </a:ext>
            </a:extLst>
          </p:cNvPr>
          <p:cNvSpPr/>
          <p:nvPr/>
        </p:nvSpPr>
        <p:spPr>
          <a:xfrm>
            <a:off x="6069995" y="47787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97" name="Rectangle 996">
            <a:extLst>
              <a:ext uri="{FF2B5EF4-FFF2-40B4-BE49-F238E27FC236}">
                <a16:creationId xmlns:a16="http://schemas.microsoft.com/office/drawing/2014/main" id="{51A71E0A-4A82-C8FF-B4E6-D0B113F87164}"/>
              </a:ext>
            </a:extLst>
          </p:cNvPr>
          <p:cNvSpPr/>
          <p:nvPr/>
        </p:nvSpPr>
        <p:spPr>
          <a:xfrm>
            <a:off x="6069995" y="48505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98" name="Rectangle 997">
            <a:extLst>
              <a:ext uri="{FF2B5EF4-FFF2-40B4-BE49-F238E27FC236}">
                <a16:creationId xmlns:a16="http://schemas.microsoft.com/office/drawing/2014/main" id="{8C85C1FA-14E0-C7E8-4538-D91E4CCC3B9B}"/>
              </a:ext>
            </a:extLst>
          </p:cNvPr>
          <p:cNvSpPr/>
          <p:nvPr/>
        </p:nvSpPr>
        <p:spPr>
          <a:xfrm>
            <a:off x="6069995" y="49222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99" name="Rectangle 998">
            <a:extLst>
              <a:ext uri="{FF2B5EF4-FFF2-40B4-BE49-F238E27FC236}">
                <a16:creationId xmlns:a16="http://schemas.microsoft.com/office/drawing/2014/main" id="{B36D7646-BA23-36F9-C22A-49CACC95FEDA}"/>
              </a:ext>
            </a:extLst>
          </p:cNvPr>
          <p:cNvSpPr/>
          <p:nvPr/>
        </p:nvSpPr>
        <p:spPr>
          <a:xfrm>
            <a:off x="6000145" y="42767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00" name="Rectangle 999">
            <a:extLst>
              <a:ext uri="{FF2B5EF4-FFF2-40B4-BE49-F238E27FC236}">
                <a16:creationId xmlns:a16="http://schemas.microsoft.com/office/drawing/2014/main" id="{76EAE160-CE8F-FEBD-43A4-831768A6E955}"/>
              </a:ext>
            </a:extLst>
          </p:cNvPr>
          <p:cNvSpPr/>
          <p:nvPr/>
        </p:nvSpPr>
        <p:spPr>
          <a:xfrm>
            <a:off x="6000145" y="43484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01" name="Rectangle 1000">
            <a:extLst>
              <a:ext uri="{FF2B5EF4-FFF2-40B4-BE49-F238E27FC236}">
                <a16:creationId xmlns:a16="http://schemas.microsoft.com/office/drawing/2014/main" id="{7AF421EE-EDE6-02F4-36F4-EAE7B7B17F71}"/>
              </a:ext>
            </a:extLst>
          </p:cNvPr>
          <p:cNvSpPr/>
          <p:nvPr/>
        </p:nvSpPr>
        <p:spPr>
          <a:xfrm>
            <a:off x="6000145" y="44202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02" name="Rectangle 1001">
            <a:extLst>
              <a:ext uri="{FF2B5EF4-FFF2-40B4-BE49-F238E27FC236}">
                <a16:creationId xmlns:a16="http://schemas.microsoft.com/office/drawing/2014/main" id="{45F99D21-F337-2786-59B6-BCFBFC347AA6}"/>
              </a:ext>
            </a:extLst>
          </p:cNvPr>
          <p:cNvSpPr/>
          <p:nvPr/>
        </p:nvSpPr>
        <p:spPr>
          <a:xfrm>
            <a:off x="6000145" y="44919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03" name="Rectangle 1002">
            <a:extLst>
              <a:ext uri="{FF2B5EF4-FFF2-40B4-BE49-F238E27FC236}">
                <a16:creationId xmlns:a16="http://schemas.microsoft.com/office/drawing/2014/main" id="{108AEA7B-C445-34CA-CE28-C3139A933491}"/>
              </a:ext>
            </a:extLst>
          </p:cNvPr>
          <p:cNvSpPr/>
          <p:nvPr/>
        </p:nvSpPr>
        <p:spPr>
          <a:xfrm>
            <a:off x="6000145" y="456364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04" name="Rectangle 1003">
            <a:extLst>
              <a:ext uri="{FF2B5EF4-FFF2-40B4-BE49-F238E27FC236}">
                <a16:creationId xmlns:a16="http://schemas.microsoft.com/office/drawing/2014/main" id="{DDACA628-9B2A-4BA6-FC51-01F8C6F1E529}"/>
              </a:ext>
            </a:extLst>
          </p:cNvPr>
          <p:cNvSpPr/>
          <p:nvPr/>
        </p:nvSpPr>
        <p:spPr>
          <a:xfrm>
            <a:off x="6000145" y="463536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05" name="Rectangle 1004">
            <a:extLst>
              <a:ext uri="{FF2B5EF4-FFF2-40B4-BE49-F238E27FC236}">
                <a16:creationId xmlns:a16="http://schemas.microsoft.com/office/drawing/2014/main" id="{CB1B62BD-C898-12BA-404C-3F4C18EB635A}"/>
              </a:ext>
            </a:extLst>
          </p:cNvPr>
          <p:cNvSpPr/>
          <p:nvPr/>
        </p:nvSpPr>
        <p:spPr>
          <a:xfrm>
            <a:off x="6000145" y="47070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06" name="Rectangle 1005">
            <a:extLst>
              <a:ext uri="{FF2B5EF4-FFF2-40B4-BE49-F238E27FC236}">
                <a16:creationId xmlns:a16="http://schemas.microsoft.com/office/drawing/2014/main" id="{1AB3446A-686B-C330-1227-00594CC92C2D}"/>
              </a:ext>
            </a:extLst>
          </p:cNvPr>
          <p:cNvSpPr/>
          <p:nvPr/>
        </p:nvSpPr>
        <p:spPr>
          <a:xfrm>
            <a:off x="6000145" y="47787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07" name="Rectangle 1006">
            <a:extLst>
              <a:ext uri="{FF2B5EF4-FFF2-40B4-BE49-F238E27FC236}">
                <a16:creationId xmlns:a16="http://schemas.microsoft.com/office/drawing/2014/main" id="{C9266342-C885-F3FC-942C-816123EACB36}"/>
              </a:ext>
            </a:extLst>
          </p:cNvPr>
          <p:cNvSpPr/>
          <p:nvPr/>
        </p:nvSpPr>
        <p:spPr>
          <a:xfrm>
            <a:off x="6000145" y="48505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08" name="Rectangle 1007">
            <a:extLst>
              <a:ext uri="{FF2B5EF4-FFF2-40B4-BE49-F238E27FC236}">
                <a16:creationId xmlns:a16="http://schemas.microsoft.com/office/drawing/2014/main" id="{91490BF5-49DD-F184-BC88-BC1A51795846}"/>
              </a:ext>
            </a:extLst>
          </p:cNvPr>
          <p:cNvSpPr/>
          <p:nvPr/>
        </p:nvSpPr>
        <p:spPr>
          <a:xfrm>
            <a:off x="6000145" y="49222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09" name="Rectangle 1008">
            <a:extLst>
              <a:ext uri="{FF2B5EF4-FFF2-40B4-BE49-F238E27FC236}">
                <a16:creationId xmlns:a16="http://schemas.microsoft.com/office/drawing/2014/main" id="{27C93962-714A-992A-1EAE-B02E94F4DACC}"/>
              </a:ext>
            </a:extLst>
          </p:cNvPr>
          <p:cNvSpPr/>
          <p:nvPr/>
        </p:nvSpPr>
        <p:spPr>
          <a:xfrm>
            <a:off x="5930295" y="42767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10" name="Rectangle 1009">
            <a:extLst>
              <a:ext uri="{FF2B5EF4-FFF2-40B4-BE49-F238E27FC236}">
                <a16:creationId xmlns:a16="http://schemas.microsoft.com/office/drawing/2014/main" id="{AC4C201B-DB8C-5030-C2D5-7BBA705BFE89}"/>
              </a:ext>
            </a:extLst>
          </p:cNvPr>
          <p:cNvSpPr/>
          <p:nvPr/>
        </p:nvSpPr>
        <p:spPr>
          <a:xfrm>
            <a:off x="5930295" y="43484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11" name="Rectangle 1010">
            <a:extLst>
              <a:ext uri="{FF2B5EF4-FFF2-40B4-BE49-F238E27FC236}">
                <a16:creationId xmlns:a16="http://schemas.microsoft.com/office/drawing/2014/main" id="{927EAB33-7304-BACD-42EE-78FC74D6542F}"/>
              </a:ext>
            </a:extLst>
          </p:cNvPr>
          <p:cNvSpPr/>
          <p:nvPr/>
        </p:nvSpPr>
        <p:spPr>
          <a:xfrm>
            <a:off x="5930295" y="44202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12" name="Rectangle 1011">
            <a:extLst>
              <a:ext uri="{FF2B5EF4-FFF2-40B4-BE49-F238E27FC236}">
                <a16:creationId xmlns:a16="http://schemas.microsoft.com/office/drawing/2014/main" id="{E7E24609-67E4-FD44-C729-6B4FEAC82161}"/>
              </a:ext>
            </a:extLst>
          </p:cNvPr>
          <p:cNvSpPr/>
          <p:nvPr/>
        </p:nvSpPr>
        <p:spPr>
          <a:xfrm>
            <a:off x="5930295" y="44919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13" name="Rectangle 1012">
            <a:extLst>
              <a:ext uri="{FF2B5EF4-FFF2-40B4-BE49-F238E27FC236}">
                <a16:creationId xmlns:a16="http://schemas.microsoft.com/office/drawing/2014/main" id="{4AECAC49-5B34-1ECD-5D3F-00255BD242E0}"/>
              </a:ext>
            </a:extLst>
          </p:cNvPr>
          <p:cNvSpPr/>
          <p:nvPr/>
        </p:nvSpPr>
        <p:spPr>
          <a:xfrm>
            <a:off x="5930295" y="456364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14" name="Rectangle 1013">
            <a:extLst>
              <a:ext uri="{FF2B5EF4-FFF2-40B4-BE49-F238E27FC236}">
                <a16:creationId xmlns:a16="http://schemas.microsoft.com/office/drawing/2014/main" id="{69D70EFB-A621-4A4D-381A-A090CD346E1A}"/>
              </a:ext>
            </a:extLst>
          </p:cNvPr>
          <p:cNvSpPr/>
          <p:nvPr/>
        </p:nvSpPr>
        <p:spPr>
          <a:xfrm>
            <a:off x="5930295" y="463536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15" name="Rectangle 1014">
            <a:extLst>
              <a:ext uri="{FF2B5EF4-FFF2-40B4-BE49-F238E27FC236}">
                <a16:creationId xmlns:a16="http://schemas.microsoft.com/office/drawing/2014/main" id="{DB135515-A8DF-B7F2-6451-607F48222CAF}"/>
              </a:ext>
            </a:extLst>
          </p:cNvPr>
          <p:cNvSpPr/>
          <p:nvPr/>
        </p:nvSpPr>
        <p:spPr>
          <a:xfrm>
            <a:off x="5930295" y="47070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16" name="Rectangle 1015">
            <a:extLst>
              <a:ext uri="{FF2B5EF4-FFF2-40B4-BE49-F238E27FC236}">
                <a16:creationId xmlns:a16="http://schemas.microsoft.com/office/drawing/2014/main" id="{BD1C74D8-2F29-D89C-D4BC-2C4FB2F9E7D7}"/>
              </a:ext>
            </a:extLst>
          </p:cNvPr>
          <p:cNvSpPr/>
          <p:nvPr/>
        </p:nvSpPr>
        <p:spPr>
          <a:xfrm>
            <a:off x="5930295" y="47787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17" name="Rectangle 1016">
            <a:extLst>
              <a:ext uri="{FF2B5EF4-FFF2-40B4-BE49-F238E27FC236}">
                <a16:creationId xmlns:a16="http://schemas.microsoft.com/office/drawing/2014/main" id="{1B17F388-D356-7690-B8AC-4DBC569B211F}"/>
              </a:ext>
            </a:extLst>
          </p:cNvPr>
          <p:cNvSpPr/>
          <p:nvPr/>
        </p:nvSpPr>
        <p:spPr>
          <a:xfrm>
            <a:off x="5930295" y="48505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18" name="Rectangle 1017">
            <a:extLst>
              <a:ext uri="{FF2B5EF4-FFF2-40B4-BE49-F238E27FC236}">
                <a16:creationId xmlns:a16="http://schemas.microsoft.com/office/drawing/2014/main" id="{C47BAF79-7F28-295E-C4B9-39BE600CC50B}"/>
              </a:ext>
            </a:extLst>
          </p:cNvPr>
          <p:cNvSpPr/>
          <p:nvPr/>
        </p:nvSpPr>
        <p:spPr>
          <a:xfrm>
            <a:off x="5930295" y="49222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031" name="Group 1030">
            <a:extLst>
              <a:ext uri="{FF2B5EF4-FFF2-40B4-BE49-F238E27FC236}">
                <a16:creationId xmlns:a16="http://schemas.microsoft.com/office/drawing/2014/main" id="{6B413F83-E1AD-6952-51F2-C933AA186918}"/>
              </a:ext>
            </a:extLst>
          </p:cNvPr>
          <p:cNvGrpSpPr/>
          <p:nvPr/>
        </p:nvGrpSpPr>
        <p:grpSpPr>
          <a:xfrm rot="5400000">
            <a:off x="7824617" y="4390752"/>
            <a:ext cx="71717" cy="717167"/>
            <a:chOff x="6292245" y="4429179"/>
            <a:chExt cx="71717" cy="717167"/>
          </a:xfrm>
        </p:grpSpPr>
        <p:sp>
          <p:nvSpPr>
            <p:cNvPr id="1021" name="Rectangle 1020">
              <a:extLst>
                <a:ext uri="{FF2B5EF4-FFF2-40B4-BE49-F238E27FC236}">
                  <a16:creationId xmlns:a16="http://schemas.microsoft.com/office/drawing/2014/main" id="{F1754B33-D0B5-22B0-3B8A-271CDD909FDA}"/>
                </a:ext>
              </a:extLst>
            </p:cNvPr>
            <p:cNvSpPr/>
            <p:nvPr/>
          </p:nvSpPr>
          <p:spPr>
            <a:xfrm>
              <a:off x="6292245" y="4429179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22" name="Rectangle 1021">
              <a:extLst>
                <a:ext uri="{FF2B5EF4-FFF2-40B4-BE49-F238E27FC236}">
                  <a16:creationId xmlns:a16="http://schemas.microsoft.com/office/drawing/2014/main" id="{A7D91850-86AE-E941-15D1-2BEE6393C5F7}"/>
                </a:ext>
              </a:extLst>
            </p:cNvPr>
            <p:cNvSpPr/>
            <p:nvPr/>
          </p:nvSpPr>
          <p:spPr>
            <a:xfrm>
              <a:off x="6292245" y="4500896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23" name="Rectangle 1022">
              <a:extLst>
                <a:ext uri="{FF2B5EF4-FFF2-40B4-BE49-F238E27FC236}">
                  <a16:creationId xmlns:a16="http://schemas.microsoft.com/office/drawing/2014/main" id="{F112188F-886D-A0A5-F3A8-5E6A4EDF9480}"/>
                </a:ext>
              </a:extLst>
            </p:cNvPr>
            <p:cNvSpPr/>
            <p:nvPr/>
          </p:nvSpPr>
          <p:spPr>
            <a:xfrm>
              <a:off x="6292245" y="4572612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24" name="Rectangle 1023">
              <a:extLst>
                <a:ext uri="{FF2B5EF4-FFF2-40B4-BE49-F238E27FC236}">
                  <a16:creationId xmlns:a16="http://schemas.microsoft.com/office/drawing/2014/main" id="{41A5B146-6632-3BD9-3523-F52CE1435C73}"/>
                </a:ext>
              </a:extLst>
            </p:cNvPr>
            <p:cNvSpPr/>
            <p:nvPr/>
          </p:nvSpPr>
          <p:spPr>
            <a:xfrm>
              <a:off x="6292245" y="4644329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25" name="Rectangle 1024">
              <a:extLst>
                <a:ext uri="{FF2B5EF4-FFF2-40B4-BE49-F238E27FC236}">
                  <a16:creationId xmlns:a16="http://schemas.microsoft.com/office/drawing/2014/main" id="{4717FFBD-2CAE-6C67-DBEF-B8F92D1D4E33}"/>
                </a:ext>
              </a:extLst>
            </p:cNvPr>
            <p:cNvSpPr/>
            <p:nvPr/>
          </p:nvSpPr>
          <p:spPr>
            <a:xfrm>
              <a:off x="6292245" y="4716045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26" name="Rectangle 1025">
              <a:extLst>
                <a:ext uri="{FF2B5EF4-FFF2-40B4-BE49-F238E27FC236}">
                  <a16:creationId xmlns:a16="http://schemas.microsoft.com/office/drawing/2014/main" id="{80A7287E-CBE2-4D4D-B925-076EF1D63AC1}"/>
                </a:ext>
              </a:extLst>
            </p:cNvPr>
            <p:cNvSpPr/>
            <p:nvPr/>
          </p:nvSpPr>
          <p:spPr>
            <a:xfrm>
              <a:off x="6292245" y="4787762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27" name="Rectangle 1026">
              <a:extLst>
                <a:ext uri="{FF2B5EF4-FFF2-40B4-BE49-F238E27FC236}">
                  <a16:creationId xmlns:a16="http://schemas.microsoft.com/office/drawing/2014/main" id="{3A4BDBC8-84E4-FCD7-2956-45622E31F806}"/>
                </a:ext>
              </a:extLst>
            </p:cNvPr>
            <p:cNvSpPr/>
            <p:nvPr/>
          </p:nvSpPr>
          <p:spPr>
            <a:xfrm>
              <a:off x="6292245" y="4859479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28" name="Rectangle 1027">
              <a:extLst>
                <a:ext uri="{FF2B5EF4-FFF2-40B4-BE49-F238E27FC236}">
                  <a16:creationId xmlns:a16="http://schemas.microsoft.com/office/drawing/2014/main" id="{48F6D5CE-2C40-23CD-75DE-37E36999139A}"/>
                </a:ext>
              </a:extLst>
            </p:cNvPr>
            <p:cNvSpPr/>
            <p:nvPr/>
          </p:nvSpPr>
          <p:spPr>
            <a:xfrm>
              <a:off x="6292245" y="4931196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29" name="Rectangle 1028">
              <a:extLst>
                <a:ext uri="{FF2B5EF4-FFF2-40B4-BE49-F238E27FC236}">
                  <a16:creationId xmlns:a16="http://schemas.microsoft.com/office/drawing/2014/main" id="{8D140116-D68C-9446-226D-9A93CEC71D3D}"/>
                </a:ext>
              </a:extLst>
            </p:cNvPr>
            <p:cNvSpPr/>
            <p:nvPr/>
          </p:nvSpPr>
          <p:spPr>
            <a:xfrm>
              <a:off x="6292245" y="5002912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30" name="Rectangle 1029">
              <a:extLst>
                <a:ext uri="{FF2B5EF4-FFF2-40B4-BE49-F238E27FC236}">
                  <a16:creationId xmlns:a16="http://schemas.microsoft.com/office/drawing/2014/main" id="{315C3279-4E92-D345-4A93-F63A11261EF3}"/>
                </a:ext>
              </a:extLst>
            </p:cNvPr>
            <p:cNvSpPr/>
            <p:nvPr/>
          </p:nvSpPr>
          <p:spPr>
            <a:xfrm>
              <a:off x="6292245" y="5074629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044" name="Rectangle 1043">
            <a:extLst>
              <a:ext uri="{FF2B5EF4-FFF2-40B4-BE49-F238E27FC236}">
                <a16:creationId xmlns:a16="http://schemas.microsoft.com/office/drawing/2014/main" id="{93D847EF-E88A-2E1F-55C7-CAD575115B8A}"/>
              </a:ext>
            </a:extLst>
          </p:cNvPr>
          <p:cNvSpPr/>
          <p:nvPr/>
        </p:nvSpPr>
        <p:spPr>
          <a:xfrm>
            <a:off x="7786240" y="609946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45" name="Rectangle 1044">
            <a:extLst>
              <a:ext uri="{FF2B5EF4-FFF2-40B4-BE49-F238E27FC236}">
                <a16:creationId xmlns:a16="http://schemas.microsoft.com/office/drawing/2014/main" id="{A3AF3146-2DCA-848E-2DE3-8190EA024221}"/>
              </a:ext>
            </a:extLst>
          </p:cNvPr>
          <p:cNvSpPr/>
          <p:nvPr/>
        </p:nvSpPr>
        <p:spPr>
          <a:xfrm>
            <a:off x="7857956" y="609946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46" name="Rectangle 1045">
            <a:extLst>
              <a:ext uri="{FF2B5EF4-FFF2-40B4-BE49-F238E27FC236}">
                <a16:creationId xmlns:a16="http://schemas.microsoft.com/office/drawing/2014/main" id="{50A9E320-F1EE-7276-A9DF-1AA0F1DD856F}"/>
              </a:ext>
            </a:extLst>
          </p:cNvPr>
          <p:cNvSpPr/>
          <p:nvPr/>
        </p:nvSpPr>
        <p:spPr>
          <a:xfrm>
            <a:off x="7786240" y="61711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47" name="Rectangle 1046">
            <a:extLst>
              <a:ext uri="{FF2B5EF4-FFF2-40B4-BE49-F238E27FC236}">
                <a16:creationId xmlns:a16="http://schemas.microsoft.com/office/drawing/2014/main" id="{75C986F2-1FC9-373B-9EE1-C99681A5E3C4}"/>
              </a:ext>
            </a:extLst>
          </p:cNvPr>
          <p:cNvSpPr/>
          <p:nvPr/>
        </p:nvSpPr>
        <p:spPr>
          <a:xfrm>
            <a:off x="7857956" y="61711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48" name="Rectangle 1047">
            <a:extLst>
              <a:ext uri="{FF2B5EF4-FFF2-40B4-BE49-F238E27FC236}">
                <a16:creationId xmlns:a16="http://schemas.microsoft.com/office/drawing/2014/main" id="{EAC88E71-2ABD-F371-5899-0DD87F293E23}"/>
              </a:ext>
            </a:extLst>
          </p:cNvPr>
          <p:cNvSpPr/>
          <p:nvPr/>
        </p:nvSpPr>
        <p:spPr>
          <a:xfrm>
            <a:off x="7786240" y="624289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49" name="Rectangle 1048">
            <a:extLst>
              <a:ext uri="{FF2B5EF4-FFF2-40B4-BE49-F238E27FC236}">
                <a16:creationId xmlns:a16="http://schemas.microsoft.com/office/drawing/2014/main" id="{D143915A-2BCF-6896-BABB-ABC0C7FD2172}"/>
              </a:ext>
            </a:extLst>
          </p:cNvPr>
          <p:cNvSpPr/>
          <p:nvPr/>
        </p:nvSpPr>
        <p:spPr>
          <a:xfrm>
            <a:off x="7857956" y="624289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50" name="Rectangle 1049">
            <a:extLst>
              <a:ext uri="{FF2B5EF4-FFF2-40B4-BE49-F238E27FC236}">
                <a16:creationId xmlns:a16="http://schemas.microsoft.com/office/drawing/2014/main" id="{9FE35689-A352-EA0B-D2E8-259C0241C062}"/>
              </a:ext>
            </a:extLst>
          </p:cNvPr>
          <p:cNvSpPr/>
          <p:nvPr/>
        </p:nvSpPr>
        <p:spPr>
          <a:xfrm>
            <a:off x="7786240" y="631461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51" name="Rectangle 1050">
            <a:extLst>
              <a:ext uri="{FF2B5EF4-FFF2-40B4-BE49-F238E27FC236}">
                <a16:creationId xmlns:a16="http://schemas.microsoft.com/office/drawing/2014/main" id="{BA2737F7-BEE7-9340-A77D-6B360E324BC6}"/>
              </a:ext>
            </a:extLst>
          </p:cNvPr>
          <p:cNvSpPr/>
          <p:nvPr/>
        </p:nvSpPr>
        <p:spPr>
          <a:xfrm>
            <a:off x="7857956" y="631461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0" name="Rectangle 309">
            <a:extLst>
              <a:ext uri="{FF2B5EF4-FFF2-40B4-BE49-F238E27FC236}">
                <a16:creationId xmlns:a16="http://schemas.microsoft.com/office/drawing/2014/main" id="{CADDB128-4474-3AEC-B198-7C913B41EBDE}"/>
              </a:ext>
            </a:extLst>
          </p:cNvPr>
          <p:cNvSpPr/>
          <p:nvPr/>
        </p:nvSpPr>
        <p:spPr>
          <a:xfrm>
            <a:off x="847677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159843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42ABFA11-56D9-A7CB-2EC2-1B42B95D346B}"/>
              </a:ext>
            </a:extLst>
          </p:cNvPr>
          <p:cNvSpPr txBox="1"/>
          <p:nvPr/>
        </p:nvSpPr>
        <p:spPr>
          <a:xfrm>
            <a:off x="16509" y="978643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A)</a:t>
            </a:r>
          </a:p>
        </p:txBody>
      </p:sp>
      <p:sp>
        <p:nvSpPr>
          <p:cNvPr id="157" name="Equals 156">
            <a:extLst>
              <a:ext uri="{FF2B5EF4-FFF2-40B4-BE49-F238E27FC236}">
                <a16:creationId xmlns:a16="http://schemas.microsoft.com/office/drawing/2014/main" id="{2A84A91F-1C8A-EAEC-CC8F-9C67AEBDBF39}"/>
              </a:ext>
            </a:extLst>
          </p:cNvPr>
          <p:cNvSpPr/>
          <p:nvPr/>
        </p:nvSpPr>
        <p:spPr>
          <a:xfrm>
            <a:off x="3200874" y="919189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7A8DFE7-FDD0-28AC-6FD4-C3942CF899FC}"/>
              </a:ext>
            </a:extLst>
          </p:cNvPr>
          <p:cNvCxnSpPr>
            <a:cxnSpLocks/>
          </p:cNvCxnSpPr>
          <p:nvPr/>
        </p:nvCxnSpPr>
        <p:spPr>
          <a:xfrm>
            <a:off x="515938" y="182623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D94D69-97D8-F35A-04CA-F6659CAB1FB4}"/>
              </a:ext>
            </a:extLst>
          </p:cNvPr>
          <p:cNvSpPr/>
          <p:nvPr/>
        </p:nvSpPr>
        <p:spPr>
          <a:xfrm>
            <a:off x="728258" y="109388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905AA3D-D04F-DCAC-5E4C-CA448700BF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761489"/>
            <a:ext cx="728704" cy="728704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E4A4F63C-9F75-3B4D-4F7C-6C7FDAE6D50B}"/>
              </a:ext>
            </a:extLst>
          </p:cNvPr>
          <p:cNvSpPr/>
          <p:nvPr/>
        </p:nvSpPr>
        <p:spPr>
          <a:xfrm>
            <a:off x="847677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5C7EB72-7CA1-7C9E-713C-BBBBED1C8F68}"/>
              </a:ext>
            </a:extLst>
          </p:cNvPr>
          <p:cNvSpPr/>
          <p:nvPr/>
        </p:nvSpPr>
        <p:spPr>
          <a:xfrm>
            <a:off x="919394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42495DB-996A-F823-7E08-3214A14B1CCA}"/>
              </a:ext>
            </a:extLst>
          </p:cNvPr>
          <p:cNvSpPr/>
          <p:nvPr/>
        </p:nvSpPr>
        <p:spPr>
          <a:xfrm>
            <a:off x="991110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10B6302E-F297-4A71-9361-7262E59DE83B}"/>
              </a:ext>
            </a:extLst>
          </p:cNvPr>
          <p:cNvSpPr txBox="1"/>
          <p:nvPr/>
        </p:nvSpPr>
        <p:spPr>
          <a:xfrm>
            <a:off x="407987" y="89500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7E30E0CF-9887-B4AE-C4CA-1F4252954053}"/>
              </a:ext>
            </a:extLst>
          </p:cNvPr>
          <p:cNvCxnSpPr>
            <a:cxnSpLocks/>
          </p:cNvCxnSpPr>
          <p:nvPr/>
        </p:nvCxnSpPr>
        <p:spPr>
          <a:xfrm>
            <a:off x="2090102" y="182623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3" name="Oval 162">
            <a:extLst>
              <a:ext uri="{FF2B5EF4-FFF2-40B4-BE49-F238E27FC236}">
                <a16:creationId xmlns:a16="http://schemas.microsoft.com/office/drawing/2014/main" id="{1F6BED3C-8BCE-506B-FD0E-18D31A0C5EBC}"/>
              </a:ext>
            </a:extLst>
          </p:cNvPr>
          <p:cNvSpPr/>
          <p:nvPr/>
        </p:nvSpPr>
        <p:spPr>
          <a:xfrm>
            <a:off x="2302422" y="109388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64" name="Picture 163">
            <a:extLst>
              <a:ext uri="{FF2B5EF4-FFF2-40B4-BE49-F238E27FC236}">
                <a16:creationId xmlns:a16="http://schemas.microsoft.com/office/drawing/2014/main" id="{3E55A6D1-30B9-4C7A-BFC7-98ECEF192B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761489"/>
            <a:ext cx="728704" cy="728704"/>
          </a:xfrm>
          <a:prstGeom prst="rect">
            <a:avLst/>
          </a:prstGeom>
        </p:spPr>
      </p:pic>
      <p:sp>
        <p:nvSpPr>
          <p:cNvPr id="182" name="Rectangle 181">
            <a:extLst>
              <a:ext uri="{FF2B5EF4-FFF2-40B4-BE49-F238E27FC236}">
                <a16:creationId xmlns:a16="http://schemas.microsoft.com/office/drawing/2014/main" id="{E2CB63C3-D180-D996-3B6A-B37C8F5BDB58}"/>
              </a:ext>
            </a:extLst>
          </p:cNvPr>
          <p:cNvSpPr/>
          <p:nvPr/>
        </p:nvSpPr>
        <p:spPr>
          <a:xfrm>
            <a:off x="2421841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4C5BFA64-99A3-3210-5004-AF31219BBCC5}"/>
              </a:ext>
            </a:extLst>
          </p:cNvPr>
          <p:cNvSpPr txBox="1"/>
          <p:nvPr/>
        </p:nvSpPr>
        <p:spPr>
          <a:xfrm>
            <a:off x="1982151" y="89500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8E54EB3B-ECFD-E857-6620-A86E50E9FFE6}"/>
              </a:ext>
            </a:extLst>
          </p:cNvPr>
          <p:cNvCxnSpPr>
            <a:cxnSpLocks/>
          </p:cNvCxnSpPr>
          <p:nvPr/>
        </p:nvCxnSpPr>
        <p:spPr>
          <a:xfrm>
            <a:off x="3646488" y="182623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3" name="Oval 192">
            <a:extLst>
              <a:ext uri="{FF2B5EF4-FFF2-40B4-BE49-F238E27FC236}">
                <a16:creationId xmlns:a16="http://schemas.microsoft.com/office/drawing/2014/main" id="{AD7CF90E-022C-8081-064A-F87AE0853237}"/>
              </a:ext>
            </a:extLst>
          </p:cNvPr>
          <p:cNvSpPr/>
          <p:nvPr/>
        </p:nvSpPr>
        <p:spPr>
          <a:xfrm>
            <a:off x="3858808" y="109388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4" name="Picture 193">
            <a:extLst>
              <a:ext uri="{FF2B5EF4-FFF2-40B4-BE49-F238E27FC236}">
                <a16:creationId xmlns:a16="http://schemas.microsoft.com/office/drawing/2014/main" id="{1EC8E3D2-C647-EF35-9DEE-FEA37127CE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761489"/>
            <a:ext cx="728704" cy="728704"/>
          </a:xfrm>
          <a:prstGeom prst="rect">
            <a:avLst/>
          </a:prstGeom>
        </p:spPr>
      </p:pic>
      <p:sp>
        <p:nvSpPr>
          <p:cNvPr id="219" name="TextBox 218">
            <a:extLst>
              <a:ext uri="{FF2B5EF4-FFF2-40B4-BE49-F238E27FC236}">
                <a16:creationId xmlns:a16="http://schemas.microsoft.com/office/drawing/2014/main" id="{F27D5A2A-DC82-0968-2C8A-7EE609EA82F5}"/>
              </a:ext>
            </a:extLst>
          </p:cNvPr>
          <p:cNvSpPr txBox="1"/>
          <p:nvPr/>
        </p:nvSpPr>
        <p:spPr>
          <a:xfrm>
            <a:off x="3538537" y="89500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220" name="Straight Connector 219">
            <a:extLst>
              <a:ext uri="{FF2B5EF4-FFF2-40B4-BE49-F238E27FC236}">
                <a16:creationId xmlns:a16="http://schemas.microsoft.com/office/drawing/2014/main" id="{CA095802-16CA-FECA-DAB9-09839F053C53}"/>
              </a:ext>
            </a:extLst>
          </p:cNvPr>
          <p:cNvCxnSpPr>
            <a:cxnSpLocks/>
          </p:cNvCxnSpPr>
          <p:nvPr/>
        </p:nvCxnSpPr>
        <p:spPr>
          <a:xfrm>
            <a:off x="4953000" y="109564"/>
            <a:ext cx="0" cy="6638873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" name="TextBox 224">
            <a:extLst>
              <a:ext uri="{FF2B5EF4-FFF2-40B4-BE49-F238E27FC236}">
                <a16:creationId xmlns:a16="http://schemas.microsoft.com/office/drawing/2014/main" id="{09E20B67-DED6-12E0-6495-E92439F8BB90}"/>
              </a:ext>
            </a:extLst>
          </p:cNvPr>
          <p:cNvSpPr txBox="1"/>
          <p:nvPr/>
        </p:nvSpPr>
        <p:spPr>
          <a:xfrm>
            <a:off x="22921" y="2613480"/>
            <a:ext cx="3145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B)</a:t>
            </a:r>
          </a:p>
        </p:txBody>
      </p:sp>
      <p:sp>
        <p:nvSpPr>
          <p:cNvPr id="227" name="Equals 226">
            <a:extLst>
              <a:ext uri="{FF2B5EF4-FFF2-40B4-BE49-F238E27FC236}">
                <a16:creationId xmlns:a16="http://schemas.microsoft.com/office/drawing/2014/main" id="{62C0AC13-3B52-8B8B-F183-2DDDF4058D81}"/>
              </a:ext>
            </a:extLst>
          </p:cNvPr>
          <p:cNvSpPr/>
          <p:nvPr/>
        </p:nvSpPr>
        <p:spPr>
          <a:xfrm>
            <a:off x="3200874" y="2554026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89" name="Straight Connector 288">
            <a:extLst>
              <a:ext uri="{FF2B5EF4-FFF2-40B4-BE49-F238E27FC236}">
                <a16:creationId xmlns:a16="http://schemas.microsoft.com/office/drawing/2014/main" id="{28E8500E-483C-960E-67A6-C259D2A7E741}"/>
              </a:ext>
            </a:extLst>
          </p:cNvPr>
          <p:cNvCxnSpPr>
            <a:cxnSpLocks/>
          </p:cNvCxnSpPr>
          <p:nvPr/>
        </p:nvCxnSpPr>
        <p:spPr>
          <a:xfrm>
            <a:off x="515938" y="3461073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1" name="Oval 290">
            <a:extLst>
              <a:ext uri="{FF2B5EF4-FFF2-40B4-BE49-F238E27FC236}">
                <a16:creationId xmlns:a16="http://schemas.microsoft.com/office/drawing/2014/main" id="{47AF9D91-8CD9-4AB0-E8CF-174F6F7DF582}"/>
              </a:ext>
            </a:extLst>
          </p:cNvPr>
          <p:cNvSpPr/>
          <p:nvPr/>
        </p:nvSpPr>
        <p:spPr>
          <a:xfrm>
            <a:off x="728258" y="2728725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92" name="Picture 291">
            <a:extLst>
              <a:ext uri="{FF2B5EF4-FFF2-40B4-BE49-F238E27FC236}">
                <a16:creationId xmlns:a16="http://schemas.microsoft.com/office/drawing/2014/main" id="{F6AE8323-3361-657B-77C1-9165A19B27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2396326"/>
            <a:ext cx="728704" cy="728704"/>
          </a:xfrm>
          <a:prstGeom prst="rect">
            <a:avLst/>
          </a:prstGeom>
        </p:spPr>
      </p:pic>
      <p:sp>
        <p:nvSpPr>
          <p:cNvPr id="293" name="Rectangle 292">
            <a:extLst>
              <a:ext uri="{FF2B5EF4-FFF2-40B4-BE49-F238E27FC236}">
                <a16:creationId xmlns:a16="http://schemas.microsoft.com/office/drawing/2014/main" id="{4C539E55-DA91-EE15-7F7E-D0EBE1C8D824}"/>
              </a:ext>
            </a:extLst>
          </p:cNvPr>
          <p:cNvSpPr/>
          <p:nvPr/>
        </p:nvSpPr>
        <p:spPr>
          <a:xfrm>
            <a:off x="1059043" y="239948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7" name="TextBox 316">
            <a:extLst>
              <a:ext uri="{FF2B5EF4-FFF2-40B4-BE49-F238E27FC236}">
                <a16:creationId xmlns:a16="http://schemas.microsoft.com/office/drawing/2014/main" id="{3416E68F-5976-2C07-BF2A-D675D61A4981}"/>
              </a:ext>
            </a:extLst>
          </p:cNvPr>
          <p:cNvSpPr txBox="1"/>
          <p:nvPr/>
        </p:nvSpPr>
        <p:spPr>
          <a:xfrm>
            <a:off x="407987" y="252984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260" name="Straight Connector 259">
            <a:extLst>
              <a:ext uri="{FF2B5EF4-FFF2-40B4-BE49-F238E27FC236}">
                <a16:creationId xmlns:a16="http://schemas.microsoft.com/office/drawing/2014/main" id="{2A281E36-2A15-B8FE-3737-BAC60FE39FB1}"/>
              </a:ext>
            </a:extLst>
          </p:cNvPr>
          <p:cNvCxnSpPr>
            <a:cxnSpLocks/>
          </p:cNvCxnSpPr>
          <p:nvPr/>
        </p:nvCxnSpPr>
        <p:spPr>
          <a:xfrm>
            <a:off x="2090102" y="3461073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2" name="Oval 261">
            <a:extLst>
              <a:ext uri="{FF2B5EF4-FFF2-40B4-BE49-F238E27FC236}">
                <a16:creationId xmlns:a16="http://schemas.microsoft.com/office/drawing/2014/main" id="{FBC4B01D-C7A4-E9B0-E294-193D37E0FD5A}"/>
              </a:ext>
            </a:extLst>
          </p:cNvPr>
          <p:cNvSpPr/>
          <p:nvPr/>
        </p:nvSpPr>
        <p:spPr>
          <a:xfrm>
            <a:off x="2302422" y="2728725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63" name="Picture 262">
            <a:extLst>
              <a:ext uri="{FF2B5EF4-FFF2-40B4-BE49-F238E27FC236}">
                <a16:creationId xmlns:a16="http://schemas.microsoft.com/office/drawing/2014/main" id="{725C76E3-BB75-2F3A-6AA2-57CCA94933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2396326"/>
            <a:ext cx="728704" cy="728704"/>
          </a:xfrm>
          <a:prstGeom prst="rect">
            <a:avLst/>
          </a:prstGeom>
        </p:spPr>
      </p:pic>
      <p:sp>
        <p:nvSpPr>
          <p:cNvPr id="281" name="Rectangle 280">
            <a:extLst>
              <a:ext uri="{FF2B5EF4-FFF2-40B4-BE49-F238E27FC236}">
                <a16:creationId xmlns:a16="http://schemas.microsoft.com/office/drawing/2014/main" id="{67B1CC02-2239-9B2A-F3CB-38DFD48D0FD2}"/>
              </a:ext>
            </a:extLst>
          </p:cNvPr>
          <p:cNvSpPr/>
          <p:nvPr/>
        </p:nvSpPr>
        <p:spPr>
          <a:xfrm>
            <a:off x="850216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2" name="Rectangle 281">
            <a:extLst>
              <a:ext uri="{FF2B5EF4-FFF2-40B4-BE49-F238E27FC236}">
                <a16:creationId xmlns:a16="http://schemas.microsoft.com/office/drawing/2014/main" id="{13BE1108-71B4-7E15-BCD9-ABE5B1D02D57}"/>
              </a:ext>
            </a:extLst>
          </p:cNvPr>
          <p:cNvSpPr/>
          <p:nvPr/>
        </p:nvSpPr>
        <p:spPr>
          <a:xfrm>
            <a:off x="921933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8" name="TextBox 287">
            <a:extLst>
              <a:ext uri="{FF2B5EF4-FFF2-40B4-BE49-F238E27FC236}">
                <a16:creationId xmlns:a16="http://schemas.microsoft.com/office/drawing/2014/main" id="{874779E8-FAFE-750A-4A7E-18F5487999AC}"/>
              </a:ext>
            </a:extLst>
          </p:cNvPr>
          <p:cNvSpPr txBox="1"/>
          <p:nvPr/>
        </p:nvSpPr>
        <p:spPr>
          <a:xfrm>
            <a:off x="1982151" y="252984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48E1ABC9-CA17-5570-088F-D697187214EA}"/>
              </a:ext>
            </a:extLst>
          </p:cNvPr>
          <p:cNvCxnSpPr>
            <a:cxnSpLocks/>
          </p:cNvCxnSpPr>
          <p:nvPr/>
        </p:nvCxnSpPr>
        <p:spPr>
          <a:xfrm>
            <a:off x="3646488" y="3461073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3" name="Oval 232">
            <a:extLst>
              <a:ext uri="{FF2B5EF4-FFF2-40B4-BE49-F238E27FC236}">
                <a16:creationId xmlns:a16="http://schemas.microsoft.com/office/drawing/2014/main" id="{D82FD990-463A-8F63-AE1E-2AE3E45D45D0}"/>
              </a:ext>
            </a:extLst>
          </p:cNvPr>
          <p:cNvSpPr/>
          <p:nvPr/>
        </p:nvSpPr>
        <p:spPr>
          <a:xfrm>
            <a:off x="3858808" y="2728725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34" name="Picture 233">
            <a:extLst>
              <a:ext uri="{FF2B5EF4-FFF2-40B4-BE49-F238E27FC236}">
                <a16:creationId xmlns:a16="http://schemas.microsoft.com/office/drawing/2014/main" id="{67EE51AF-369A-2A1A-3548-79B0DEB9C9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2396326"/>
            <a:ext cx="728704" cy="728704"/>
          </a:xfrm>
          <a:prstGeom prst="rect">
            <a:avLst/>
          </a:prstGeom>
        </p:spPr>
      </p:pic>
      <p:sp>
        <p:nvSpPr>
          <p:cNvPr id="259" name="TextBox 258">
            <a:extLst>
              <a:ext uri="{FF2B5EF4-FFF2-40B4-BE49-F238E27FC236}">
                <a16:creationId xmlns:a16="http://schemas.microsoft.com/office/drawing/2014/main" id="{30CCDBD5-EF63-96C7-6557-E7C53199DF1A}"/>
              </a:ext>
            </a:extLst>
          </p:cNvPr>
          <p:cNvSpPr txBox="1"/>
          <p:nvPr/>
        </p:nvSpPr>
        <p:spPr>
          <a:xfrm>
            <a:off x="3538537" y="252984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sp>
        <p:nvSpPr>
          <p:cNvPr id="319" name="TextBox 318">
            <a:extLst>
              <a:ext uri="{FF2B5EF4-FFF2-40B4-BE49-F238E27FC236}">
                <a16:creationId xmlns:a16="http://schemas.microsoft.com/office/drawing/2014/main" id="{B57483DA-C27C-36AE-6AD6-BC4AA2299915}"/>
              </a:ext>
            </a:extLst>
          </p:cNvPr>
          <p:cNvSpPr txBox="1"/>
          <p:nvPr/>
        </p:nvSpPr>
        <p:spPr>
          <a:xfrm>
            <a:off x="23723" y="4248317"/>
            <a:ext cx="3129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C)</a:t>
            </a:r>
          </a:p>
        </p:txBody>
      </p:sp>
      <p:sp>
        <p:nvSpPr>
          <p:cNvPr id="321" name="Equals 320">
            <a:extLst>
              <a:ext uri="{FF2B5EF4-FFF2-40B4-BE49-F238E27FC236}">
                <a16:creationId xmlns:a16="http://schemas.microsoft.com/office/drawing/2014/main" id="{B12CA7F8-C5AB-7CBB-32BB-2BAD2D9AC1AB}"/>
              </a:ext>
            </a:extLst>
          </p:cNvPr>
          <p:cNvSpPr/>
          <p:nvPr/>
        </p:nvSpPr>
        <p:spPr>
          <a:xfrm>
            <a:off x="3200874" y="4188863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83" name="Straight Connector 382">
            <a:extLst>
              <a:ext uri="{FF2B5EF4-FFF2-40B4-BE49-F238E27FC236}">
                <a16:creationId xmlns:a16="http://schemas.microsoft.com/office/drawing/2014/main" id="{07C861E0-C112-1143-85FF-DB2E97F067CD}"/>
              </a:ext>
            </a:extLst>
          </p:cNvPr>
          <p:cNvCxnSpPr>
            <a:cxnSpLocks/>
          </p:cNvCxnSpPr>
          <p:nvPr/>
        </p:nvCxnSpPr>
        <p:spPr>
          <a:xfrm>
            <a:off x="515938" y="509591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5" name="Oval 384">
            <a:extLst>
              <a:ext uri="{FF2B5EF4-FFF2-40B4-BE49-F238E27FC236}">
                <a16:creationId xmlns:a16="http://schemas.microsoft.com/office/drawing/2014/main" id="{EED4BE7A-211F-4239-3354-561D783F0DA0}"/>
              </a:ext>
            </a:extLst>
          </p:cNvPr>
          <p:cNvSpPr/>
          <p:nvPr/>
        </p:nvSpPr>
        <p:spPr>
          <a:xfrm>
            <a:off x="728258" y="436356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86" name="Picture 385">
            <a:extLst>
              <a:ext uri="{FF2B5EF4-FFF2-40B4-BE49-F238E27FC236}">
                <a16:creationId xmlns:a16="http://schemas.microsoft.com/office/drawing/2014/main" id="{31772677-B1F6-0EFF-45B1-AA595703AA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4031163"/>
            <a:ext cx="728704" cy="728704"/>
          </a:xfrm>
          <a:prstGeom prst="rect">
            <a:avLst/>
          </a:prstGeom>
        </p:spPr>
      </p:pic>
      <p:sp>
        <p:nvSpPr>
          <p:cNvPr id="404" name="Rectangle 403">
            <a:extLst>
              <a:ext uri="{FF2B5EF4-FFF2-40B4-BE49-F238E27FC236}">
                <a16:creationId xmlns:a16="http://schemas.microsoft.com/office/drawing/2014/main" id="{335B9045-A3B9-8892-0719-8E13C50180BE}"/>
              </a:ext>
            </a:extLst>
          </p:cNvPr>
          <p:cNvSpPr/>
          <p:nvPr/>
        </p:nvSpPr>
        <p:spPr>
          <a:xfrm>
            <a:off x="847677" y="403432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5" name="Rectangle 404">
            <a:extLst>
              <a:ext uri="{FF2B5EF4-FFF2-40B4-BE49-F238E27FC236}">
                <a16:creationId xmlns:a16="http://schemas.microsoft.com/office/drawing/2014/main" id="{604F91A7-7E50-14E5-610F-322C37BCAC01}"/>
              </a:ext>
            </a:extLst>
          </p:cNvPr>
          <p:cNvSpPr/>
          <p:nvPr/>
        </p:nvSpPr>
        <p:spPr>
          <a:xfrm>
            <a:off x="919394" y="403432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1" name="TextBox 410">
            <a:extLst>
              <a:ext uri="{FF2B5EF4-FFF2-40B4-BE49-F238E27FC236}">
                <a16:creationId xmlns:a16="http://schemas.microsoft.com/office/drawing/2014/main" id="{1DFD7753-452B-B281-9BC0-69B492048F10}"/>
              </a:ext>
            </a:extLst>
          </p:cNvPr>
          <p:cNvSpPr txBox="1"/>
          <p:nvPr/>
        </p:nvSpPr>
        <p:spPr>
          <a:xfrm>
            <a:off x="407987" y="416468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354" name="Straight Connector 353">
            <a:extLst>
              <a:ext uri="{FF2B5EF4-FFF2-40B4-BE49-F238E27FC236}">
                <a16:creationId xmlns:a16="http://schemas.microsoft.com/office/drawing/2014/main" id="{73FE9D60-3ECA-92F7-B28F-51FCF6B03039}"/>
              </a:ext>
            </a:extLst>
          </p:cNvPr>
          <p:cNvCxnSpPr>
            <a:cxnSpLocks/>
          </p:cNvCxnSpPr>
          <p:nvPr/>
        </p:nvCxnSpPr>
        <p:spPr>
          <a:xfrm>
            <a:off x="2090102" y="509591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6" name="Oval 355">
            <a:extLst>
              <a:ext uri="{FF2B5EF4-FFF2-40B4-BE49-F238E27FC236}">
                <a16:creationId xmlns:a16="http://schemas.microsoft.com/office/drawing/2014/main" id="{49822684-4223-84F7-0B90-F3D035148C18}"/>
              </a:ext>
            </a:extLst>
          </p:cNvPr>
          <p:cNvSpPr/>
          <p:nvPr/>
        </p:nvSpPr>
        <p:spPr>
          <a:xfrm>
            <a:off x="2302422" y="436356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57" name="Picture 356">
            <a:extLst>
              <a:ext uri="{FF2B5EF4-FFF2-40B4-BE49-F238E27FC236}">
                <a16:creationId xmlns:a16="http://schemas.microsoft.com/office/drawing/2014/main" id="{03D087D6-A09A-E3B1-C7E4-CDA5937FC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4031163"/>
            <a:ext cx="728704" cy="728704"/>
          </a:xfrm>
          <a:prstGeom prst="rect">
            <a:avLst/>
          </a:prstGeom>
        </p:spPr>
      </p:pic>
      <p:sp>
        <p:nvSpPr>
          <p:cNvPr id="358" name="Rectangle 357">
            <a:extLst>
              <a:ext uri="{FF2B5EF4-FFF2-40B4-BE49-F238E27FC236}">
                <a16:creationId xmlns:a16="http://schemas.microsoft.com/office/drawing/2014/main" id="{B89591D1-8E90-CBF7-A0B0-1D81BBDA3985}"/>
              </a:ext>
            </a:extLst>
          </p:cNvPr>
          <p:cNvSpPr/>
          <p:nvPr/>
        </p:nvSpPr>
        <p:spPr>
          <a:xfrm>
            <a:off x="2420621" y="403432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9" name="Rectangle 358">
            <a:extLst>
              <a:ext uri="{FF2B5EF4-FFF2-40B4-BE49-F238E27FC236}">
                <a16:creationId xmlns:a16="http://schemas.microsoft.com/office/drawing/2014/main" id="{4FFE4F40-DCFF-572B-E62C-56F1D7DBBD54}"/>
              </a:ext>
            </a:extLst>
          </p:cNvPr>
          <p:cNvSpPr/>
          <p:nvPr/>
        </p:nvSpPr>
        <p:spPr>
          <a:xfrm>
            <a:off x="2420621" y="410604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2" name="TextBox 381">
            <a:extLst>
              <a:ext uri="{FF2B5EF4-FFF2-40B4-BE49-F238E27FC236}">
                <a16:creationId xmlns:a16="http://schemas.microsoft.com/office/drawing/2014/main" id="{6D552DD5-4C24-F089-5237-AA6EF90062D7}"/>
              </a:ext>
            </a:extLst>
          </p:cNvPr>
          <p:cNvSpPr txBox="1"/>
          <p:nvPr/>
        </p:nvSpPr>
        <p:spPr>
          <a:xfrm>
            <a:off x="1982151" y="416468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325" name="Straight Connector 324">
            <a:extLst>
              <a:ext uri="{FF2B5EF4-FFF2-40B4-BE49-F238E27FC236}">
                <a16:creationId xmlns:a16="http://schemas.microsoft.com/office/drawing/2014/main" id="{C4638BD4-D6D2-AC08-A95C-4F37D5C286C8}"/>
              </a:ext>
            </a:extLst>
          </p:cNvPr>
          <p:cNvCxnSpPr>
            <a:cxnSpLocks/>
          </p:cNvCxnSpPr>
          <p:nvPr/>
        </p:nvCxnSpPr>
        <p:spPr>
          <a:xfrm>
            <a:off x="3646488" y="509591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7" name="Oval 326">
            <a:extLst>
              <a:ext uri="{FF2B5EF4-FFF2-40B4-BE49-F238E27FC236}">
                <a16:creationId xmlns:a16="http://schemas.microsoft.com/office/drawing/2014/main" id="{52280501-0978-C865-C1D1-03A409798CC3}"/>
              </a:ext>
            </a:extLst>
          </p:cNvPr>
          <p:cNvSpPr/>
          <p:nvPr/>
        </p:nvSpPr>
        <p:spPr>
          <a:xfrm>
            <a:off x="3858808" y="436356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28" name="Picture 327">
            <a:extLst>
              <a:ext uri="{FF2B5EF4-FFF2-40B4-BE49-F238E27FC236}">
                <a16:creationId xmlns:a16="http://schemas.microsoft.com/office/drawing/2014/main" id="{1D02B83F-32E9-1875-AAA2-355F7FA682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4031163"/>
            <a:ext cx="728704" cy="728704"/>
          </a:xfrm>
          <a:prstGeom prst="rect">
            <a:avLst/>
          </a:prstGeom>
        </p:spPr>
      </p:pic>
      <p:sp>
        <p:nvSpPr>
          <p:cNvPr id="353" name="TextBox 352">
            <a:extLst>
              <a:ext uri="{FF2B5EF4-FFF2-40B4-BE49-F238E27FC236}">
                <a16:creationId xmlns:a16="http://schemas.microsoft.com/office/drawing/2014/main" id="{F355B970-B509-A698-F944-974F4BBC8C50}"/>
              </a:ext>
            </a:extLst>
          </p:cNvPr>
          <p:cNvSpPr txBox="1"/>
          <p:nvPr/>
        </p:nvSpPr>
        <p:spPr>
          <a:xfrm>
            <a:off x="3538537" y="416468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sp>
        <p:nvSpPr>
          <p:cNvPr id="413" name="TextBox 412">
            <a:extLst>
              <a:ext uri="{FF2B5EF4-FFF2-40B4-BE49-F238E27FC236}">
                <a16:creationId xmlns:a16="http://schemas.microsoft.com/office/drawing/2014/main" id="{FF9C85CE-83BE-7746-577E-B881525DED23}"/>
              </a:ext>
            </a:extLst>
          </p:cNvPr>
          <p:cNvSpPr txBox="1"/>
          <p:nvPr/>
        </p:nvSpPr>
        <p:spPr>
          <a:xfrm>
            <a:off x="16509" y="5883153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D)</a:t>
            </a:r>
          </a:p>
        </p:txBody>
      </p:sp>
      <p:sp>
        <p:nvSpPr>
          <p:cNvPr id="415" name="Equals 414">
            <a:extLst>
              <a:ext uri="{FF2B5EF4-FFF2-40B4-BE49-F238E27FC236}">
                <a16:creationId xmlns:a16="http://schemas.microsoft.com/office/drawing/2014/main" id="{750EB784-1904-40D9-1DCA-A5FA37E73057}"/>
              </a:ext>
            </a:extLst>
          </p:cNvPr>
          <p:cNvSpPr/>
          <p:nvPr/>
        </p:nvSpPr>
        <p:spPr>
          <a:xfrm>
            <a:off x="3200874" y="5823699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77" name="Straight Connector 476">
            <a:extLst>
              <a:ext uri="{FF2B5EF4-FFF2-40B4-BE49-F238E27FC236}">
                <a16:creationId xmlns:a16="http://schemas.microsoft.com/office/drawing/2014/main" id="{3FA17D48-17DF-886A-61D9-A671EA347B11}"/>
              </a:ext>
            </a:extLst>
          </p:cNvPr>
          <p:cNvCxnSpPr>
            <a:cxnSpLocks/>
          </p:cNvCxnSpPr>
          <p:nvPr/>
        </p:nvCxnSpPr>
        <p:spPr>
          <a:xfrm>
            <a:off x="515938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9" name="Oval 478">
            <a:extLst>
              <a:ext uri="{FF2B5EF4-FFF2-40B4-BE49-F238E27FC236}">
                <a16:creationId xmlns:a16="http://schemas.microsoft.com/office/drawing/2014/main" id="{803B04C4-F83A-1C0C-EBAF-D1F4F87D1CE1}"/>
              </a:ext>
            </a:extLst>
          </p:cNvPr>
          <p:cNvSpPr/>
          <p:nvPr/>
        </p:nvSpPr>
        <p:spPr>
          <a:xfrm>
            <a:off x="728258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80" name="Picture 479">
            <a:extLst>
              <a:ext uri="{FF2B5EF4-FFF2-40B4-BE49-F238E27FC236}">
                <a16:creationId xmlns:a16="http://schemas.microsoft.com/office/drawing/2014/main" id="{03BEA461-FE34-05F5-E402-9986381712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5665999"/>
            <a:ext cx="728704" cy="728704"/>
          </a:xfrm>
          <a:prstGeom prst="rect">
            <a:avLst/>
          </a:prstGeom>
        </p:spPr>
      </p:pic>
      <p:sp>
        <p:nvSpPr>
          <p:cNvPr id="498" name="Rectangle 497">
            <a:extLst>
              <a:ext uri="{FF2B5EF4-FFF2-40B4-BE49-F238E27FC236}">
                <a16:creationId xmlns:a16="http://schemas.microsoft.com/office/drawing/2014/main" id="{189C80C5-2909-56AC-83D0-0008BBAE1FD3}"/>
              </a:ext>
            </a:extLst>
          </p:cNvPr>
          <p:cNvSpPr/>
          <p:nvPr/>
        </p:nvSpPr>
        <p:spPr>
          <a:xfrm>
            <a:off x="847677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9" name="Rectangle 498">
            <a:extLst>
              <a:ext uri="{FF2B5EF4-FFF2-40B4-BE49-F238E27FC236}">
                <a16:creationId xmlns:a16="http://schemas.microsoft.com/office/drawing/2014/main" id="{B12BB91F-F34F-0EB1-FBE4-59BF55AD8A33}"/>
              </a:ext>
            </a:extLst>
          </p:cNvPr>
          <p:cNvSpPr/>
          <p:nvPr/>
        </p:nvSpPr>
        <p:spPr>
          <a:xfrm>
            <a:off x="919394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5" name="TextBox 504">
            <a:extLst>
              <a:ext uri="{FF2B5EF4-FFF2-40B4-BE49-F238E27FC236}">
                <a16:creationId xmlns:a16="http://schemas.microsoft.com/office/drawing/2014/main" id="{87D21041-9406-4CC1-37EC-B6AB65853B72}"/>
              </a:ext>
            </a:extLst>
          </p:cNvPr>
          <p:cNvSpPr txBox="1"/>
          <p:nvPr/>
        </p:nvSpPr>
        <p:spPr>
          <a:xfrm>
            <a:off x="407987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448" name="Straight Connector 447">
            <a:extLst>
              <a:ext uri="{FF2B5EF4-FFF2-40B4-BE49-F238E27FC236}">
                <a16:creationId xmlns:a16="http://schemas.microsoft.com/office/drawing/2014/main" id="{922FB43E-3C68-B172-E249-7036D7943A57}"/>
              </a:ext>
            </a:extLst>
          </p:cNvPr>
          <p:cNvCxnSpPr>
            <a:cxnSpLocks/>
          </p:cNvCxnSpPr>
          <p:nvPr/>
        </p:nvCxnSpPr>
        <p:spPr>
          <a:xfrm>
            <a:off x="2090102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0" name="Oval 449">
            <a:extLst>
              <a:ext uri="{FF2B5EF4-FFF2-40B4-BE49-F238E27FC236}">
                <a16:creationId xmlns:a16="http://schemas.microsoft.com/office/drawing/2014/main" id="{02C5297C-5505-FD7A-66BF-11F1B1A8D286}"/>
              </a:ext>
            </a:extLst>
          </p:cNvPr>
          <p:cNvSpPr/>
          <p:nvPr/>
        </p:nvSpPr>
        <p:spPr>
          <a:xfrm>
            <a:off x="2302422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51" name="Picture 450">
            <a:extLst>
              <a:ext uri="{FF2B5EF4-FFF2-40B4-BE49-F238E27FC236}">
                <a16:creationId xmlns:a16="http://schemas.microsoft.com/office/drawing/2014/main" id="{6E0A6252-10E0-6DAA-D733-4611DF56AF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5665999"/>
            <a:ext cx="728704" cy="728704"/>
          </a:xfrm>
          <a:prstGeom prst="rect">
            <a:avLst/>
          </a:prstGeom>
        </p:spPr>
      </p:pic>
      <p:sp>
        <p:nvSpPr>
          <p:cNvPr id="476" name="TextBox 475">
            <a:extLst>
              <a:ext uri="{FF2B5EF4-FFF2-40B4-BE49-F238E27FC236}">
                <a16:creationId xmlns:a16="http://schemas.microsoft.com/office/drawing/2014/main" id="{12BFD967-3A85-27BE-75C3-8775147C3BAA}"/>
              </a:ext>
            </a:extLst>
          </p:cNvPr>
          <p:cNvSpPr txBox="1"/>
          <p:nvPr/>
        </p:nvSpPr>
        <p:spPr>
          <a:xfrm>
            <a:off x="1982151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419" name="Straight Connector 418">
            <a:extLst>
              <a:ext uri="{FF2B5EF4-FFF2-40B4-BE49-F238E27FC236}">
                <a16:creationId xmlns:a16="http://schemas.microsoft.com/office/drawing/2014/main" id="{3C196F65-5912-0283-8B52-C6EEB1ABECD3}"/>
              </a:ext>
            </a:extLst>
          </p:cNvPr>
          <p:cNvCxnSpPr>
            <a:cxnSpLocks/>
          </p:cNvCxnSpPr>
          <p:nvPr/>
        </p:nvCxnSpPr>
        <p:spPr>
          <a:xfrm>
            <a:off x="3646488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1" name="Oval 420">
            <a:extLst>
              <a:ext uri="{FF2B5EF4-FFF2-40B4-BE49-F238E27FC236}">
                <a16:creationId xmlns:a16="http://schemas.microsoft.com/office/drawing/2014/main" id="{7E576870-6738-12B4-168C-DAB91F3D0A75}"/>
              </a:ext>
            </a:extLst>
          </p:cNvPr>
          <p:cNvSpPr/>
          <p:nvPr/>
        </p:nvSpPr>
        <p:spPr>
          <a:xfrm>
            <a:off x="3858808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22" name="Picture 421">
            <a:extLst>
              <a:ext uri="{FF2B5EF4-FFF2-40B4-BE49-F238E27FC236}">
                <a16:creationId xmlns:a16="http://schemas.microsoft.com/office/drawing/2014/main" id="{2BD8383C-6956-4528-5F2C-3C45353C40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5665999"/>
            <a:ext cx="728704" cy="728704"/>
          </a:xfrm>
          <a:prstGeom prst="rect">
            <a:avLst/>
          </a:prstGeom>
        </p:spPr>
      </p:pic>
      <p:sp>
        <p:nvSpPr>
          <p:cNvPr id="447" name="TextBox 446">
            <a:extLst>
              <a:ext uri="{FF2B5EF4-FFF2-40B4-BE49-F238E27FC236}">
                <a16:creationId xmlns:a16="http://schemas.microsoft.com/office/drawing/2014/main" id="{C449126B-50DE-5B97-30CC-939051B673A9}"/>
              </a:ext>
            </a:extLst>
          </p:cNvPr>
          <p:cNvSpPr txBox="1"/>
          <p:nvPr/>
        </p:nvSpPr>
        <p:spPr>
          <a:xfrm>
            <a:off x="3538537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sp>
        <p:nvSpPr>
          <p:cNvPr id="507" name="TextBox 506">
            <a:extLst>
              <a:ext uri="{FF2B5EF4-FFF2-40B4-BE49-F238E27FC236}">
                <a16:creationId xmlns:a16="http://schemas.microsoft.com/office/drawing/2014/main" id="{E4D49EC4-DA9A-A961-54C7-B23210E9C01C}"/>
              </a:ext>
            </a:extLst>
          </p:cNvPr>
          <p:cNvSpPr txBox="1"/>
          <p:nvPr/>
        </p:nvSpPr>
        <p:spPr>
          <a:xfrm>
            <a:off x="5108409" y="1706007"/>
            <a:ext cx="3016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F)</a:t>
            </a:r>
          </a:p>
        </p:txBody>
      </p:sp>
      <p:sp>
        <p:nvSpPr>
          <p:cNvPr id="509" name="Equals 508">
            <a:extLst>
              <a:ext uri="{FF2B5EF4-FFF2-40B4-BE49-F238E27FC236}">
                <a16:creationId xmlns:a16="http://schemas.microsoft.com/office/drawing/2014/main" id="{22486ABD-7E6F-B568-5215-E52DED7FC269}"/>
              </a:ext>
            </a:extLst>
          </p:cNvPr>
          <p:cNvSpPr/>
          <p:nvPr/>
        </p:nvSpPr>
        <p:spPr>
          <a:xfrm>
            <a:off x="8279950" y="1646553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71" name="Straight Connector 570">
            <a:extLst>
              <a:ext uri="{FF2B5EF4-FFF2-40B4-BE49-F238E27FC236}">
                <a16:creationId xmlns:a16="http://schemas.microsoft.com/office/drawing/2014/main" id="{BEC7FB0D-711B-F48F-1BE1-D20291F45E12}"/>
              </a:ext>
            </a:extLst>
          </p:cNvPr>
          <p:cNvCxnSpPr>
            <a:cxnSpLocks/>
          </p:cNvCxnSpPr>
          <p:nvPr/>
        </p:nvCxnSpPr>
        <p:spPr>
          <a:xfrm>
            <a:off x="5595014" y="255360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3" name="Oval 572">
            <a:extLst>
              <a:ext uri="{FF2B5EF4-FFF2-40B4-BE49-F238E27FC236}">
                <a16:creationId xmlns:a16="http://schemas.microsoft.com/office/drawing/2014/main" id="{71E627D1-F972-7B9B-A845-808A94F42417}"/>
              </a:ext>
            </a:extLst>
          </p:cNvPr>
          <p:cNvSpPr/>
          <p:nvPr/>
        </p:nvSpPr>
        <p:spPr>
          <a:xfrm>
            <a:off x="5807334" y="182125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74" name="Picture 573">
            <a:extLst>
              <a:ext uri="{FF2B5EF4-FFF2-40B4-BE49-F238E27FC236}">
                <a16:creationId xmlns:a16="http://schemas.microsoft.com/office/drawing/2014/main" id="{D6644829-FABF-AA74-8BA6-6974DAA893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1488853"/>
            <a:ext cx="728704" cy="728704"/>
          </a:xfrm>
          <a:prstGeom prst="rect">
            <a:avLst/>
          </a:prstGeom>
        </p:spPr>
      </p:pic>
      <p:sp>
        <p:nvSpPr>
          <p:cNvPr id="592" name="Rectangle 591">
            <a:extLst>
              <a:ext uri="{FF2B5EF4-FFF2-40B4-BE49-F238E27FC236}">
                <a16:creationId xmlns:a16="http://schemas.microsoft.com/office/drawing/2014/main" id="{4541BED8-7955-542F-7029-5DD03E663E75}"/>
              </a:ext>
            </a:extLst>
          </p:cNvPr>
          <p:cNvSpPr/>
          <p:nvPr/>
        </p:nvSpPr>
        <p:spPr>
          <a:xfrm>
            <a:off x="5926753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3" name="Rectangle 592">
            <a:extLst>
              <a:ext uri="{FF2B5EF4-FFF2-40B4-BE49-F238E27FC236}">
                <a16:creationId xmlns:a16="http://schemas.microsoft.com/office/drawing/2014/main" id="{E790FAA2-11DE-FAC9-7022-E17D8D69A907}"/>
              </a:ext>
            </a:extLst>
          </p:cNvPr>
          <p:cNvSpPr/>
          <p:nvPr/>
        </p:nvSpPr>
        <p:spPr>
          <a:xfrm>
            <a:off x="5998470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9" name="TextBox 598">
            <a:extLst>
              <a:ext uri="{FF2B5EF4-FFF2-40B4-BE49-F238E27FC236}">
                <a16:creationId xmlns:a16="http://schemas.microsoft.com/office/drawing/2014/main" id="{F190C38B-4B36-05FC-6120-7FE65C510E38}"/>
              </a:ext>
            </a:extLst>
          </p:cNvPr>
          <p:cNvSpPr txBox="1"/>
          <p:nvPr/>
        </p:nvSpPr>
        <p:spPr>
          <a:xfrm>
            <a:off x="5487063" y="162237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542" name="Straight Connector 541">
            <a:extLst>
              <a:ext uri="{FF2B5EF4-FFF2-40B4-BE49-F238E27FC236}">
                <a16:creationId xmlns:a16="http://schemas.microsoft.com/office/drawing/2014/main" id="{C773AEBC-C854-0069-E30B-29E1E2A43394}"/>
              </a:ext>
            </a:extLst>
          </p:cNvPr>
          <p:cNvCxnSpPr>
            <a:cxnSpLocks/>
          </p:cNvCxnSpPr>
          <p:nvPr/>
        </p:nvCxnSpPr>
        <p:spPr>
          <a:xfrm>
            <a:off x="7169178" y="255360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4" name="Oval 543">
            <a:extLst>
              <a:ext uri="{FF2B5EF4-FFF2-40B4-BE49-F238E27FC236}">
                <a16:creationId xmlns:a16="http://schemas.microsoft.com/office/drawing/2014/main" id="{57A103DB-8EB6-68D8-98C9-DA5117D8A6DA}"/>
              </a:ext>
            </a:extLst>
          </p:cNvPr>
          <p:cNvSpPr/>
          <p:nvPr/>
        </p:nvSpPr>
        <p:spPr>
          <a:xfrm>
            <a:off x="7381498" y="182125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45" name="Picture 544">
            <a:extLst>
              <a:ext uri="{FF2B5EF4-FFF2-40B4-BE49-F238E27FC236}">
                <a16:creationId xmlns:a16="http://schemas.microsoft.com/office/drawing/2014/main" id="{1F063783-592E-08CF-038D-C3E7B01BD4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1488853"/>
            <a:ext cx="728704" cy="728704"/>
          </a:xfrm>
          <a:prstGeom prst="rect">
            <a:avLst/>
          </a:prstGeom>
        </p:spPr>
      </p:pic>
      <p:sp>
        <p:nvSpPr>
          <p:cNvPr id="570" name="TextBox 569">
            <a:extLst>
              <a:ext uri="{FF2B5EF4-FFF2-40B4-BE49-F238E27FC236}">
                <a16:creationId xmlns:a16="http://schemas.microsoft.com/office/drawing/2014/main" id="{C2A1D9FB-D898-BD7A-81BB-FAAE58754013}"/>
              </a:ext>
            </a:extLst>
          </p:cNvPr>
          <p:cNvSpPr txBox="1"/>
          <p:nvPr/>
        </p:nvSpPr>
        <p:spPr>
          <a:xfrm>
            <a:off x="7061227" y="162237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513" name="Straight Connector 512">
            <a:extLst>
              <a:ext uri="{FF2B5EF4-FFF2-40B4-BE49-F238E27FC236}">
                <a16:creationId xmlns:a16="http://schemas.microsoft.com/office/drawing/2014/main" id="{4FA6B302-81EC-77D1-B674-51E9ADB585BF}"/>
              </a:ext>
            </a:extLst>
          </p:cNvPr>
          <p:cNvCxnSpPr>
            <a:cxnSpLocks/>
          </p:cNvCxnSpPr>
          <p:nvPr/>
        </p:nvCxnSpPr>
        <p:spPr>
          <a:xfrm>
            <a:off x="8725564" y="255360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5" name="Oval 514">
            <a:extLst>
              <a:ext uri="{FF2B5EF4-FFF2-40B4-BE49-F238E27FC236}">
                <a16:creationId xmlns:a16="http://schemas.microsoft.com/office/drawing/2014/main" id="{EFFEF5F0-9ED0-A2C9-19FB-8ABAFF28B1A4}"/>
              </a:ext>
            </a:extLst>
          </p:cNvPr>
          <p:cNvSpPr/>
          <p:nvPr/>
        </p:nvSpPr>
        <p:spPr>
          <a:xfrm>
            <a:off x="8937884" y="182125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16" name="Picture 515">
            <a:extLst>
              <a:ext uri="{FF2B5EF4-FFF2-40B4-BE49-F238E27FC236}">
                <a16:creationId xmlns:a16="http://schemas.microsoft.com/office/drawing/2014/main" id="{34B25DF2-2DAC-8417-15A7-530377A3A9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1488853"/>
            <a:ext cx="728704" cy="728704"/>
          </a:xfrm>
          <a:prstGeom prst="rect">
            <a:avLst/>
          </a:prstGeom>
        </p:spPr>
      </p:pic>
      <p:sp>
        <p:nvSpPr>
          <p:cNvPr id="541" name="TextBox 540">
            <a:extLst>
              <a:ext uri="{FF2B5EF4-FFF2-40B4-BE49-F238E27FC236}">
                <a16:creationId xmlns:a16="http://schemas.microsoft.com/office/drawing/2014/main" id="{8856872A-166E-807B-BFB7-1A8D920AF754}"/>
              </a:ext>
            </a:extLst>
          </p:cNvPr>
          <p:cNvSpPr txBox="1"/>
          <p:nvPr/>
        </p:nvSpPr>
        <p:spPr>
          <a:xfrm>
            <a:off x="8617613" y="162237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sp>
        <p:nvSpPr>
          <p:cNvPr id="601" name="TextBox 600">
            <a:extLst>
              <a:ext uri="{FF2B5EF4-FFF2-40B4-BE49-F238E27FC236}">
                <a16:creationId xmlns:a16="http://schemas.microsoft.com/office/drawing/2014/main" id="{7F66724C-F99E-0032-84A1-294037033290}"/>
              </a:ext>
            </a:extLst>
          </p:cNvPr>
          <p:cNvSpPr txBox="1"/>
          <p:nvPr/>
        </p:nvSpPr>
        <p:spPr>
          <a:xfrm>
            <a:off x="5095585" y="3098389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G)</a:t>
            </a:r>
          </a:p>
        </p:txBody>
      </p:sp>
      <p:sp>
        <p:nvSpPr>
          <p:cNvPr id="603" name="Equals 602">
            <a:extLst>
              <a:ext uri="{FF2B5EF4-FFF2-40B4-BE49-F238E27FC236}">
                <a16:creationId xmlns:a16="http://schemas.microsoft.com/office/drawing/2014/main" id="{B98242E9-7926-C74F-68BD-81966DAFA7FD}"/>
              </a:ext>
            </a:extLst>
          </p:cNvPr>
          <p:cNvSpPr/>
          <p:nvPr/>
        </p:nvSpPr>
        <p:spPr>
          <a:xfrm>
            <a:off x="8279950" y="3038935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665" name="Straight Connector 664">
            <a:extLst>
              <a:ext uri="{FF2B5EF4-FFF2-40B4-BE49-F238E27FC236}">
                <a16:creationId xmlns:a16="http://schemas.microsoft.com/office/drawing/2014/main" id="{F98BE637-818A-EA6F-19C5-3867D51CFA95}"/>
              </a:ext>
            </a:extLst>
          </p:cNvPr>
          <p:cNvCxnSpPr>
            <a:cxnSpLocks/>
          </p:cNvCxnSpPr>
          <p:nvPr/>
        </p:nvCxnSpPr>
        <p:spPr>
          <a:xfrm>
            <a:off x="5595014" y="3945982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7" name="Oval 666">
            <a:extLst>
              <a:ext uri="{FF2B5EF4-FFF2-40B4-BE49-F238E27FC236}">
                <a16:creationId xmlns:a16="http://schemas.microsoft.com/office/drawing/2014/main" id="{B7F46FD6-5FC1-194E-190B-890D5F4AC2B2}"/>
              </a:ext>
            </a:extLst>
          </p:cNvPr>
          <p:cNvSpPr/>
          <p:nvPr/>
        </p:nvSpPr>
        <p:spPr>
          <a:xfrm>
            <a:off x="5807334" y="3213634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68" name="Picture 667">
            <a:extLst>
              <a:ext uri="{FF2B5EF4-FFF2-40B4-BE49-F238E27FC236}">
                <a16:creationId xmlns:a16="http://schemas.microsoft.com/office/drawing/2014/main" id="{3A12F198-2167-D553-DE2F-1DE4B07C6C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2881235"/>
            <a:ext cx="728704" cy="728704"/>
          </a:xfrm>
          <a:prstGeom prst="rect">
            <a:avLst/>
          </a:prstGeom>
        </p:spPr>
      </p:pic>
      <p:sp>
        <p:nvSpPr>
          <p:cNvPr id="669" name="Rectangle 668">
            <a:extLst>
              <a:ext uri="{FF2B5EF4-FFF2-40B4-BE49-F238E27FC236}">
                <a16:creationId xmlns:a16="http://schemas.microsoft.com/office/drawing/2014/main" id="{78FA82BF-E9E5-7363-7E2B-5CC0EDFB076D}"/>
              </a:ext>
            </a:extLst>
          </p:cNvPr>
          <p:cNvSpPr/>
          <p:nvPr/>
        </p:nvSpPr>
        <p:spPr>
          <a:xfrm>
            <a:off x="6138575" y="288439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70" name="Rectangle 669">
            <a:extLst>
              <a:ext uri="{FF2B5EF4-FFF2-40B4-BE49-F238E27FC236}">
                <a16:creationId xmlns:a16="http://schemas.microsoft.com/office/drawing/2014/main" id="{6A72D5EC-E6A1-A9D6-DA8C-064DF1496F51}"/>
              </a:ext>
            </a:extLst>
          </p:cNvPr>
          <p:cNvSpPr/>
          <p:nvPr/>
        </p:nvSpPr>
        <p:spPr>
          <a:xfrm>
            <a:off x="6138575" y="295611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71" name="Rectangle 670">
            <a:extLst>
              <a:ext uri="{FF2B5EF4-FFF2-40B4-BE49-F238E27FC236}">
                <a16:creationId xmlns:a16="http://schemas.microsoft.com/office/drawing/2014/main" id="{1A3928E1-A4D4-6F69-1244-C0E09C7502ED}"/>
              </a:ext>
            </a:extLst>
          </p:cNvPr>
          <p:cNvSpPr/>
          <p:nvPr/>
        </p:nvSpPr>
        <p:spPr>
          <a:xfrm>
            <a:off x="6138575" y="302783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6" name="Rectangle 685">
            <a:extLst>
              <a:ext uri="{FF2B5EF4-FFF2-40B4-BE49-F238E27FC236}">
                <a16:creationId xmlns:a16="http://schemas.microsoft.com/office/drawing/2014/main" id="{DB5E86EC-A264-9848-6BA7-F488B0CE7C6C}"/>
              </a:ext>
            </a:extLst>
          </p:cNvPr>
          <p:cNvSpPr/>
          <p:nvPr/>
        </p:nvSpPr>
        <p:spPr>
          <a:xfrm>
            <a:off x="5996277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7" name="Rectangle 686">
            <a:extLst>
              <a:ext uri="{FF2B5EF4-FFF2-40B4-BE49-F238E27FC236}">
                <a16:creationId xmlns:a16="http://schemas.microsoft.com/office/drawing/2014/main" id="{A7AE9099-D7B2-C66B-766F-989498663A47}"/>
              </a:ext>
            </a:extLst>
          </p:cNvPr>
          <p:cNvSpPr/>
          <p:nvPr/>
        </p:nvSpPr>
        <p:spPr>
          <a:xfrm>
            <a:off x="6067994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93" name="TextBox 692">
            <a:extLst>
              <a:ext uri="{FF2B5EF4-FFF2-40B4-BE49-F238E27FC236}">
                <a16:creationId xmlns:a16="http://schemas.microsoft.com/office/drawing/2014/main" id="{549748BF-0CED-28D6-EF6C-24E579B62B8B}"/>
              </a:ext>
            </a:extLst>
          </p:cNvPr>
          <p:cNvSpPr txBox="1"/>
          <p:nvPr/>
        </p:nvSpPr>
        <p:spPr>
          <a:xfrm>
            <a:off x="5487063" y="301475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636" name="Straight Connector 635">
            <a:extLst>
              <a:ext uri="{FF2B5EF4-FFF2-40B4-BE49-F238E27FC236}">
                <a16:creationId xmlns:a16="http://schemas.microsoft.com/office/drawing/2014/main" id="{6E982D62-084C-99BE-ED52-20024DFBE627}"/>
              </a:ext>
            </a:extLst>
          </p:cNvPr>
          <p:cNvCxnSpPr>
            <a:cxnSpLocks/>
          </p:cNvCxnSpPr>
          <p:nvPr/>
        </p:nvCxnSpPr>
        <p:spPr>
          <a:xfrm>
            <a:off x="7169178" y="3945982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8" name="Oval 637">
            <a:extLst>
              <a:ext uri="{FF2B5EF4-FFF2-40B4-BE49-F238E27FC236}">
                <a16:creationId xmlns:a16="http://schemas.microsoft.com/office/drawing/2014/main" id="{A1075176-525B-5557-D447-8CF11D62E664}"/>
              </a:ext>
            </a:extLst>
          </p:cNvPr>
          <p:cNvSpPr/>
          <p:nvPr/>
        </p:nvSpPr>
        <p:spPr>
          <a:xfrm>
            <a:off x="7381498" y="3213634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39" name="Picture 638">
            <a:extLst>
              <a:ext uri="{FF2B5EF4-FFF2-40B4-BE49-F238E27FC236}">
                <a16:creationId xmlns:a16="http://schemas.microsoft.com/office/drawing/2014/main" id="{8E8B3C41-3415-9F26-4179-2F433B1EDB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2881235"/>
            <a:ext cx="728704" cy="728704"/>
          </a:xfrm>
          <a:prstGeom prst="rect">
            <a:avLst/>
          </a:prstGeom>
        </p:spPr>
      </p:pic>
      <p:sp>
        <p:nvSpPr>
          <p:cNvPr id="651" name="Rectangle 650">
            <a:extLst>
              <a:ext uri="{FF2B5EF4-FFF2-40B4-BE49-F238E27FC236}">
                <a16:creationId xmlns:a16="http://schemas.microsoft.com/office/drawing/2014/main" id="{80D52980-0732-32BF-066D-3374811C7769}"/>
              </a:ext>
            </a:extLst>
          </p:cNvPr>
          <p:cNvSpPr/>
          <p:nvPr/>
        </p:nvSpPr>
        <p:spPr>
          <a:xfrm>
            <a:off x="7572295" y="199576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3" name="Rectangle 652">
            <a:extLst>
              <a:ext uri="{FF2B5EF4-FFF2-40B4-BE49-F238E27FC236}">
                <a16:creationId xmlns:a16="http://schemas.microsoft.com/office/drawing/2014/main" id="{F0E3EE05-CCF6-C876-E6EC-1B56D14BCF13}"/>
              </a:ext>
            </a:extLst>
          </p:cNvPr>
          <p:cNvSpPr/>
          <p:nvPr/>
        </p:nvSpPr>
        <p:spPr>
          <a:xfrm>
            <a:off x="7572295" y="206748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5" name="Rectangle 654">
            <a:extLst>
              <a:ext uri="{FF2B5EF4-FFF2-40B4-BE49-F238E27FC236}">
                <a16:creationId xmlns:a16="http://schemas.microsoft.com/office/drawing/2014/main" id="{890F1DCC-09DE-FA3A-90E5-0B782CAD8E13}"/>
              </a:ext>
            </a:extLst>
          </p:cNvPr>
          <p:cNvSpPr/>
          <p:nvPr/>
        </p:nvSpPr>
        <p:spPr>
          <a:xfrm>
            <a:off x="7572295" y="213919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7" name="Rectangle 656">
            <a:extLst>
              <a:ext uri="{FF2B5EF4-FFF2-40B4-BE49-F238E27FC236}">
                <a16:creationId xmlns:a16="http://schemas.microsoft.com/office/drawing/2014/main" id="{1BF0F57D-BE70-9328-1FE7-B49AB8688F42}"/>
              </a:ext>
            </a:extLst>
          </p:cNvPr>
          <p:cNvSpPr/>
          <p:nvPr/>
        </p:nvSpPr>
        <p:spPr>
          <a:xfrm>
            <a:off x="7500917" y="149374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4" name="TextBox 663">
            <a:extLst>
              <a:ext uri="{FF2B5EF4-FFF2-40B4-BE49-F238E27FC236}">
                <a16:creationId xmlns:a16="http://schemas.microsoft.com/office/drawing/2014/main" id="{1FA70C5F-9DE7-183D-BCE0-3D1FB6656330}"/>
              </a:ext>
            </a:extLst>
          </p:cNvPr>
          <p:cNvSpPr txBox="1"/>
          <p:nvPr/>
        </p:nvSpPr>
        <p:spPr>
          <a:xfrm>
            <a:off x="7061227" y="301475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607" name="Straight Connector 606">
            <a:extLst>
              <a:ext uri="{FF2B5EF4-FFF2-40B4-BE49-F238E27FC236}">
                <a16:creationId xmlns:a16="http://schemas.microsoft.com/office/drawing/2014/main" id="{E98CD451-FD14-B48D-5406-CAAC4CF7BE61}"/>
              </a:ext>
            </a:extLst>
          </p:cNvPr>
          <p:cNvCxnSpPr>
            <a:cxnSpLocks/>
          </p:cNvCxnSpPr>
          <p:nvPr/>
        </p:nvCxnSpPr>
        <p:spPr>
          <a:xfrm>
            <a:off x="8725564" y="3945982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9" name="Oval 608">
            <a:extLst>
              <a:ext uri="{FF2B5EF4-FFF2-40B4-BE49-F238E27FC236}">
                <a16:creationId xmlns:a16="http://schemas.microsoft.com/office/drawing/2014/main" id="{B4FBFF9F-791B-1879-5572-1F78958580FB}"/>
              </a:ext>
            </a:extLst>
          </p:cNvPr>
          <p:cNvSpPr/>
          <p:nvPr/>
        </p:nvSpPr>
        <p:spPr>
          <a:xfrm>
            <a:off x="8937884" y="3213634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10" name="Picture 609">
            <a:extLst>
              <a:ext uri="{FF2B5EF4-FFF2-40B4-BE49-F238E27FC236}">
                <a16:creationId xmlns:a16="http://schemas.microsoft.com/office/drawing/2014/main" id="{344A324A-2293-BEA5-AF02-4FE50EDEA6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2881235"/>
            <a:ext cx="728704" cy="728704"/>
          </a:xfrm>
          <a:prstGeom prst="rect">
            <a:avLst/>
          </a:prstGeom>
        </p:spPr>
      </p:pic>
      <p:sp>
        <p:nvSpPr>
          <p:cNvPr id="635" name="TextBox 634">
            <a:extLst>
              <a:ext uri="{FF2B5EF4-FFF2-40B4-BE49-F238E27FC236}">
                <a16:creationId xmlns:a16="http://schemas.microsoft.com/office/drawing/2014/main" id="{B5C8DAC0-E8D1-8D52-7E7E-1A448C0679E0}"/>
              </a:ext>
            </a:extLst>
          </p:cNvPr>
          <p:cNvSpPr txBox="1"/>
          <p:nvPr/>
        </p:nvSpPr>
        <p:spPr>
          <a:xfrm>
            <a:off x="8617613" y="301475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sp>
        <p:nvSpPr>
          <p:cNvPr id="695" name="TextBox 694">
            <a:extLst>
              <a:ext uri="{FF2B5EF4-FFF2-40B4-BE49-F238E27FC236}">
                <a16:creationId xmlns:a16="http://schemas.microsoft.com/office/drawing/2014/main" id="{FF18D682-74E3-0876-18C3-988CD8368FE2}"/>
              </a:ext>
            </a:extLst>
          </p:cNvPr>
          <p:cNvSpPr txBox="1"/>
          <p:nvPr/>
        </p:nvSpPr>
        <p:spPr>
          <a:xfrm>
            <a:off x="5095585" y="4490771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H)</a:t>
            </a:r>
          </a:p>
        </p:txBody>
      </p:sp>
      <p:sp>
        <p:nvSpPr>
          <p:cNvPr id="697" name="Equals 696">
            <a:extLst>
              <a:ext uri="{FF2B5EF4-FFF2-40B4-BE49-F238E27FC236}">
                <a16:creationId xmlns:a16="http://schemas.microsoft.com/office/drawing/2014/main" id="{B23E4139-BE9C-D71A-9B8C-6414D2E58997}"/>
              </a:ext>
            </a:extLst>
          </p:cNvPr>
          <p:cNvSpPr/>
          <p:nvPr/>
        </p:nvSpPr>
        <p:spPr>
          <a:xfrm>
            <a:off x="8279950" y="4431317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759" name="Straight Connector 758">
            <a:extLst>
              <a:ext uri="{FF2B5EF4-FFF2-40B4-BE49-F238E27FC236}">
                <a16:creationId xmlns:a16="http://schemas.microsoft.com/office/drawing/2014/main" id="{1555470D-345C-1854-5942-1D3EAF02C60E}"/>
              </a:ext>
            </a:extLst>
          </p:cNvPr>
          <p:cNvCxnSpPr>
            <a:cxnSpLocks/>
          </p:cNvCxnSpPr>
          <p:nvPr/>
        </p:nvCxnSpPr>
        <p:spPr>
          <a:xfrm>
            <a:off x="5595014" y="5338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61" name="Oval 760">
            <a:extLst>
              <a:ext uri="{FF2B5EF4-FFF2-40B4-BE49-F238E27FC236}">
                <a16:creationId xmlns:a16="http://schemas.microsoft.com/office/drawing/2014/main" id="{4E857FB3-A8D4-B02A-1A3A-7D5D5A6531B8}"/>
              </a:ext>
            </a:extLst>
          </p:cNvPr>
          <p:cNvSpPr/>
          <p:nvPr/>
        </p:nvSpPr>
        <p:spPr>
          <a:xfrm>
            <a:off x="5807334" y="4606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62" name="Picture 761">
            <a:extLst>
              <a:ext uri="{FF2B5EF4-FFF2-40B4-BE49-F238E27FC236}">
                <a16:creationId xmlns:a16="http://schemas.microsoft.com/office/drawing/2014/main" id="{A728B983-5855-E084-C14B-A5FD92044B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4273617"/>
            <a:ext cx="728704" cy="728704"/>
          </a:xfrm>
          <a:prstGeom prst="rect">
            <a:avLst/>
          </a:prstGeom>
        </p:spPr>
      </p:pic>
      <p:sp>
        <p:nvSpPr>
          <p:cNvPr id="787" name="TextBox 786">
            <a:extLst>
              <a:ext uri="{FF2B5EF4-FFF2-40B4-BE49-F238E27FC236}">
                <a16:creationId xmlns:a16="http://schemas.microsoft.com/office/drawing/2014/main" id="{B0EE47BD-7C0C-A4AB-EA93-662BF11E53C7}"/>
              </a:ext>
            </a:extLst>
          </p:cNvPr>
          <p:cNvSpPr txBox="1"/>
          <p:nvPr/>
        </p:nvSpPr>
        <p:spPr>
          <a:xfrm>
            <a:off x="5487063" y="44071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730" name="Straight Connector 729">
            <a:extLst>
              <a:ext uri="{FF2B5EF4-FFF2-40B4-BE49-F238E27FC236}">
                <a16:creationId xmlns:a16="http://schemas.microsoft.com/office/drawing/2014/main" id="{46B1C302-E400-899A-4BDD-69BF55C93DDF}"/>
              </a:ext>
            </a:extLst>
          </p:cNvPr>
          <p:cNvCxnSpPr>
            <a:cxnSpLocks/>
          </p:cNvCxnSpPr>
          <p:nvPr/>
        </p:nvCxnSpPr>
        <p:spPr>
          <a:xfrm>
            <a:off x="7169178" y="5338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32" name="Oval 731">
            <a:extLst>
              <a:ext uri="{FF2B5EF4-FFF2-40B4-BE49-F238E27FC236}">
                <a16:creationId xmlns:a16="http://schemas.microsoft.com/office/drawing/2014/main" id="{8510520C-FA1B-30F0-18FD-F20554D541AF}"/>
              </a:ext>
            </a:extLst>
          </p:cNvPr>
          <p:cNvSpPr/>
          <p:nvPr/>
        </p:nvSpPr>
        <p:spPr>
          <a:xfrm>
            <a:off x="7381498" y="4606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33" name="Picture 732">
            <a:extLst>
              <a:ext uri="{FF2B5EF4-FFF2-40B4-BE49-F238E27FC236}">
                <a16:creationId xmlns:a16="http://schemas.microsoft.com/office/drawing/2014/main" id="{5F253AD0-5671-DEDC-906B-7F3C5FC2FD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4273617"/>
            <a:ext cx="728704" cy="728704"/>
          </a:xfrm>
          <a:prstGeom prst="rect">
            <a:avLst/>
          </a:prstGeom>
        </p:spPr>
      </p:pic>
      <p:sp>
        <p:nvSpPr>
          <p:cNvPr id="758" name="TextBox 757">
            <a:extLst>
              <a:ext uri="{FF2B5EF4-FFF2-40B4-BE49-F238E27FC236}">
                <a16:creationId xmlns:a16="http://schemas.microsoft.com/office/drawing/2014/main" id="{AC654DC1-2D92-60E2-466A-DAE04CEA7CE3}"/>
              </a:ext>
            </a:extLst>
          </p:cNvPr>
          <p:cNvSpPr txBox="1"/>
          <p:nvPr/>
        </p:nvSpPr>
        <p:spPr>
          <a:xfrm>
            <a:off x="7061227" y="44071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701" name="Straight Connector 700">
            <a:extLst>
              <a:ext uri="{FF2B5EF4-FFF2-40B4-BE49-F238E27FC236}">
                <a16:creationId xmlns:a16="http://schemas.microsoft.com/office/drawing/2014/main" id="{80DF823C-B0FA-81F7-BE72-B2A56A2EFA98}"/>
              </a:ext>
            </a:extLst>
          </p:cNvPr>
          <p:cNvCxnSpPr>
            <a:cxnSpLocks/>
          </p:cNvCxnSpPr>
          <p:nvPr/>
        </p:nvCxnSpPr>
        <p:spPr>
          <a:xfrm>
            <a:off x="8725564" y="5338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3" name="Oval 702">
            <a:extLst>
              <a:ext uri="{FF2B5EF4-FFF2-40B4-BE49-F238E27FC236}">
                <a16:creationId xmlns:a16="http://schemas.microsoft.com/office/drawing/2014/main" id="{5E17DC94-BBC1-67E6-C46A-B341E5DE13AF}"/>
              </a:ext>
            </a:extLst>
          </p:cNvPr>
          <p:cNvSpPr/>
          <p:nvPr/>
        </p:nvSpPr>
        <p:spPr>
          <a:xfrm>
            <a:off x="8937884" y="4606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04" name="Picture 703">
            <a:extLst>
              <a:ext uri="{FF2B5EF4-FFF2-40B4-BE49-F238E27FC236}">
                <a16:creationId xmlns:a16="http://schemas.microsoft.com/office/drawing/2014/main" id="{D8250B91-E52C-5244-7E7D-EBDB8CE51F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4273617"/>
            <a:ext cx="728704" cy="728704"/>
          </a:xfrm>
          <a:prstGeom prst="rect">
            <a:avLst/>
          </a:prstGeom>
        </p:spPr>
      </p:pic>
      <p:sp>
        <p:nvSpPr>
          <p:cNvPr id="845" name="Rectangle 844">
            <a:extLst>
              <a:ext uri="{FF2B5EF4-FFF2-40B4-BE49-F238E27FC236}">
                <a16:creationId xmlns:a16="http://schemas.microsoft.com/office/drawing/2014/main" id="{DECFB86E-330D-DA82-4A12-766A9FDC30DA}"/>
              </a:ext>
            </a:extLst>
          </p:cNvPr>
          <p:cNvSpPr/>
          <p:nvPr/>
        </p:nvSpPr>
        <p:spPr>
          <a:xfrm>
            <a:off x="7500917" y="4278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78" name="TextBox 977">
            <a:extLst>
              <a:ext uri="{FF2B5EF4-FFF2-40B4-BE49-F238E27FC236}">
                <a16:creationId xmlns:a16="http://schemas.microsoft.com/office/drawing/2014/main" id="{B592A6D9-E8C0-91E5-86AC-536959A93130}"/>
              </a:ext>
            </a:extLst>
          </p:cNvPr>
          <p:cNvSpPr txBox="1"/>
          <p:nvPr/>
        </p:nvSpPr>
        <p:spPr>
          <a:xfrm>
            <a:off x="709409" y="1526397"/>
            <a:ext cx="4443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0.4</a:t>
            </a:r>
          </a:p>
        </p:txBody>
      </p:sp>
      <p:sp>
        <p:nvSpPr>
          <p:cNvPr id="979" name="TextBox 978">
            <a:extLst>
              <a:ext uri="{FF2B5EF4-FFF2-40B4-BE49-F238E27FC236}">
                <a16:creationId xmlns:a16="http://schemas.microsoft.com/office/drawing/2014/main" id="{AF678627-5CF9-0578-5AB2-B4D4421386C6}"/>
              </a:ext>
            </a:extLst>
          </p:cNvPr>
          <p:cNvSpPr txBox="1"/>
          <p:nvPr/>
        </p:nvSpPr>
        <p:spPr>
          <a:xfrm>
            <a:off x="657311" y="3130753"/>
            <a:ext cx="5485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0.31</a:t>
            </a:r>
          </a:p>
        </p:txBody>
      </p:sp>
      <p:sp>
        <p:nvSpPr>
          <p:cNvPr id="310" name="Rectangle 309">
            <a:extLst>
              <a:ext uri="{FF2B5EF4-FFF2-40B4-BE49-F238E27FC236}">
                <a16:creationId xmlns:a16="http://schemas.microsoft.com/office/drawing/2014/main" id="{CADDB128-4474-3AEC-B198-7C913B41EBDE}"/>
              </a:ext>
            </a:extLst>
          </p:cNvPr>
          <p:cNvSpPr/>
          <p:nvPr/>
        </p:nvSpPr>
        <p:spPr>
          <a:xfrm>
            <a:off x="987587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Minus Sign 4">
            <a:extLst>
              <a:ext uri="{FF2B5EF4-FFF2-40B4-BE49-F238E27FC236}">
                <a16:creationId xmlns:a16="http://schemas.microsoft.com/office/drawing/2014/main" id="{94688B6A-88B7-40D4-506B-3961ED353553}"/>
              </a:ext>
            </a:extLst>
          </p:cNvPr>
          <p:cNvSpPr/>
          <p:nvPr/>
        </p:nvSpPr>
        <p:spPr>
          <a:xfrm>
            <a:off x="1679906" y="971552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Minus Sign 9">
            <a:extLst>
              <a:ext uri="{FF2B5EF4-FFF2-40B4-BE49-F238E27FC236}">
                <a16:creationId xmlns:a16="http://schemas.microsoft.com/office/drawing/2014/main" id="{AE00138E-AACE-07B3-A08E-E532A67A6EF1}"/>
              </a:ext>
            </a:extLst>
          </p:cNvPr>
          <p:cNvSpPr/>
          <p:nvPr/>
        </p:nvSpPr>
        <p:spPr>
          <a:xfrm>
            <a:off x="1679906" y="2602232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Minus Sign 10">
            <a:extLst>
              <a:ext uri="{FF2B5EF4-FFF2-40B4-BE49-F238E27FC236}">
                <a16:creationId xmlns:a16="http://schemas.microsoft.com/office/drawing/2014/main" id="{88CF577B-EE3E-358D-A735-0EC203D474C8}"/>
              </a:ext>
            </a:extLst>
          </p:cNvPr>
          <p:cNvSpPr/>
          <p:nvPr/>
        </p:nvSpPr>
        <p:spPr>
          <a:xfrm>
            <a:off x="1679906" y="4240532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Minus Sign 11">
            <a:extLst>
              <a:ext uri="{FF2B5EF4-FFF2-40B4-BE49-F238E27FC236}">
                <a16:creationId xmlns:a16="http://schemas.microsoft.com/office/drawing/2014/main" id="{4983445F-6AE1-826F-06D9-97853DAEE324}"/>
              </a:ext>
            </a:extLst>
          </p:cNvPr>
          <p:cNvSpPr/>
          <p:nvPr/>
        </p:nvSpPr>
        <p:spPr>
          <a:xfrm>
            <a:off x="1679906" y="5878832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Minus Sign 18">
            <a:extLst>
              <a:ext uri="{FF2B5EF4-FFF2-40B4-BE49-F238E27FC236}">
                <a16:creationId xmlns:a16="http://schemas.microsoft.com/office/drawing/2014/main" id="{0E70485E-392D-6364-D84C-D3C1AEA02AD5}"/>
              </a:ext>
            </a:extLst>
          </p:cNvPr>
          <p:cNvSpPr/>
          <p:nvPr/>
        </p:nvSpPr>
        <p:spPr>
          <a:xfrm>
            <a:off x="6709806" y="1694149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Minus Sign 19">
            <a:extLst>
              <a:ext uri="{FF2B5EF4-FFF2-40B4-BE49-F238E27FC236}">
                <a16:creationId xmlns:a16="http://schemas.microsoft.com/office/drawing/2014/main" id="{00D7E527-72AA-42DA-3BC1-36849AB9ABD6}"/>
              </a:ext>
            </a:extLst>
          </p:cNvPr>
          <p:cNvSpPr/>
          <p:nvPr/>
        </p:nvSpPr>
        <p:spPr>
          <a:xfrm>
            <a:off x="6709806" y="3090687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Minus Sign 22">
            <a:extLst>
              <a:ext uri="{FF2B5EF4-FFF2-40B4-BE49-F238E27FC236}">
                <a16:creationId xmlns:a16="http://schemas.microsoft.com/office/drawing/2014/main" id="{E8B4DEEA-A618-5E93-F07D-315D89CD0B82}"/>
              </a:ext>
            </a:extLst>
          </p:cNvPr>
          <p:cNvSpPr/>
          <p:nvPr/>
        </p:nvSpPr>
        <p:spPr>
          <a:xfrm>
            <a:off x="6709806" y="4487225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1121D6D-DDD0-6E6A-7BAD-A5E27832A179}"/>
              </a:ext>
            </a:extLst>
          </p:cNvPr>
          <p:cNvSpPr/>
          <p:nvPr/>
        </p:nvSpPr>
        <p:spPr>
          <a:xfrm>
            <a:off x="1061750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0117ED3-E351-D9BD-D48C-87A8A4350E7B}"/>
              </a:ext>
            </a:extLst>
          </p:cNvPr>
          <p:cNvSpPr/>
          <p:nvPr/>
        </p:nvSpPr>
        <p:spPr>
          <a:xfrm>
            <a:off x="2421841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0513957-5BD8-FA1F-17B7-278AA8A03547}"/>
              </a:ext>
            </a:extLst>
          </p:cNvPr>
          <p:cNvSpPr/>
          <p:nvPr/>
        </p:nvSpPr>
        <p:spPr>
          <a:xfrm>
            <a:off x="2493558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09E8EDE-6D74-B5B7-73E4-522511B8EE4C}"/>
              </a:ext>
            </a:extLst>
          </p:cNvPr>
          <p:cNvSpPr/>
          <p:nvPr/>
        </p:nvSpPr>
        <p:spPr>
          <a:xfrm>
            <a:off x="989489" y="403432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E1C63FF-0A1E-DC68-F79A-F9FE1624EBFA}"/>
              </a:ext>
            </a:extLst>
          </p:cNvPr>
          <p:cNvSpPr/>
          <p:nvPr/>
        </p:nvSpPr>
        <p:spPr>
          <a:xfrm>
            <a:off x="989489" y="410604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6A2B02A-033A-A822-4C10-66E2B5331E94}"/>
              </a:ext>
            </a:extLst>
          </p:cNvPr>
          <p:cNvSpPr/>
          <p:nvPr/>
        </p:nvSpPr>
        <p:spPr>
          <a:xfrm>
            <a:off x="989489" y="417775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D6DE810-8EC4-BD77-1453-0FAC2804459A}"/>
              </a:ext>
            </a:extLst>
          </p:cNvPr>
          <p:cNvSpPr/>
          <p:nvPr/>
        </p:nvSpPr>
        <p:spPr>
          <a:xfrm>
            <a:off x="989489" y="424947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DCF667A-72C1-20FB-0798-E62C410C887F}"/>
              </a:ext>
            </a:extLst>
          </p:cNvPr>
          <p:cNvSpPr/>
          <p:nvPr/>
        </p:nvSpPr>
        <p:spPr>
          <a:xfrm>
            <a:off x="989489" y="432119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72202624-F892-EC82-CE1B-260B0EF3A010}"/>
              </a:ext>
            </a:extLst>
          </p:cNvPr>
          <p:cNvSpPr/>
          <p:nvPr/>
        </p:nvSpPr>
        <p:spPr>
          <a:xfrm>
            <a:off x="1133621" y="566916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14EA596C-F0EB-FEA9-3159-DAAF5C9AB14C}"/>
              </a:ext>
            </a:extLst>
          </p:cNvPr>
          <p:cNvSpPr/>
          <p:nvPr/>
        </p:nvSpPr>
        <p:spPr>
          <a:xfrm>
            <a:off x="1133621" y="574087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838C6CD5-0F02-360C-0FD2-1DC892199CB6}"/>
              </a:ext>
            </a:extLst>
          </p:cNvPr>
          <p:cNvSpPr/>
          <p:nvPr/>
        </p:nvSpPr>
        <p:spPr>
          <a:xfrm>
            <a:off x="1133621" y="581259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1B47D753-A79D-B4B2-9598-E0EF1CDDBED1}"/>
              </a:ext>
            </a:extLst>
          </p:cNvPr>
          <p:cNvSpPr/>
          <p:nvPr/>
        </p:nvSpPr>
        <p:spPr>
          <a:xfrm>
            <a:off x="1133621" y="588431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D4C4DC7A-405C-857C-7F34-3C877A59CFE2}"/>
              </a:ext>
            </a:extLst>
          </p:cNvPr>
          <p:cNvSpPr/>
          <p:nvPr/>
        </p:nvSpPr>
        <p:spPr>
          <a:xfrm>
            <a:off x="1133621" y="595602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36A54CE4-D06C-5B1D-2BBC-F7DD74C07B0A}"/>
              </a:ext>
            </a:extLst>
          </p:cNvPr>
          <p:cNvSpPr/>
          <p:nvPr/>
        </p:nvSpPr>
        <p:spPr>
          <a:xfrm>
            <a:off x="1133621" y="602774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E468A25F-98E8-BD06-2D4B-C7B1B35E8D0D}"/>
              </a:ext>
            </a:extLst>
          </p:cNvPr>
          <p:cNvSpPr/>
          <p:nvPr/>
        </p:nvSpPr>
        <p:spPr>
          <a:xfrm>
            <a:off x="1133621" y="609946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06F68A7D-626C-DD30-9395-CCA6CE006882}"/>
              </a:ext>
            </a:extLst>
          </p:cNvPr>
          <p:cNvSpPr/>
          <p:nvPr/>
        </p:nvSpPr>
        <p:spPr>
          <a:xfrm>
            <a:off x="1133621" y="617117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D227B885-ECC7-DC07-D560-6D670793D5B8}"/>
              </a:ext>
            </a:extLst>
          </p:cNvPr>
          <p:cNvSpPr/>
          <p:nvPr/>
        </p:nvSpPr>
        <p:spPr>
          <a:xfrm>
            <a:off x="991616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7590307C-2647-21D8-78A9-54936BC95F0F}"/>
              </a:ext>
            </a:extLst>
          </p:cNvPr>
          <p:cNvSpPr/>
          <p:nvPr/>
        </p:nvSpPr>
        <p:spPr>
          <a:xfrm>
            <a:off x="1063333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E87F3955-0044-8CC4-8465-4FB341DD24EC}"/>
              </a:ext>
            </a:extLst>
          </p:cNvPr>
          <p:cNvSpPr/>
          <p:nvPr/>
        </p:nvSpPr>
        <p:spPr>
          <a:xfrm>
            <a:off x="2422747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21B38CF4-14A0-CF28-F4AA-A481EAC8F240}"/>
              </a:ext>
            </a:extLst>
          </p:cNvPr>
          <p:cNvSpPr/>
          <p:nvPr/>
        </p:nvSpPr>
        <p:spPr>
          <a:xfrm>
            <a:off x="2494464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307F4980-08DD-63D1-8DA8-00CE264E64FB}"/>
              </a:ext>
            </a:extLst>
          </p:cNvPr>
          <p:cNvSpPr/>
          <p:nvPr/>
        </p:nvSpPr>
        <p:spPr>
          <a:xfrm>
            <a:off x="2563165" y="566916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D882DA13-B7F5-DB1D-16AE-8570CCE51C4E}"/>
              </a:ext>
            </a:extLst>
          </p:cNvPr>
          <p:cNvSpPr/>
          <p:nvPr/>
        </p:nvSpPr>
        <p:spPr>
          <a:xfrm>
            <a:off x="2563165" y="574087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281C7E64-8ED7-8A0C-4931-62E6A50D8E99}"/>
              </a:ext>
            </a:extLst>
          </p:cNvPr>
          <p:cNvSpPr/>
          <p:nvPr/>
        </p:nvSpPr>
        <p:spPr>
          <a:xfrm>
            <a:off x="2563165" y="581259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5F4B53D0-9BFB-E8B7-260D-7240C9F4AD48}"/>
              </a:ext>
            </a:extLst>
          </p:cNvPr>
          <p:cNvSpPr txBox="1"/>
          <p:nvPr/>
        </p:nvSpPr>
        <p:spPr>
          <a:xfrm>
            <a:off x="5098991" y="312615"/>
            <a:ext cx="3064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E)</a:t>
            </a:r>
          </a:p>
        </p:txBody>
      </p:sp>
      <p:sp>
        <p:nvSpPr>
          <p:cNvPr id="165" name="Equals 164">
            <a:extLst>
              <a:ext uri="{FF2B5EF4-FFF2-40B4-BE49-F238E27FC236}">
                <a16:creationId xmlns:a16="http://schemas.microsoft.com/office/drawing/2014/main" id="{48F884CA-FF99-D622-B3E5-7EBAA6ACCD48}"/>
              </a:ext>
            </a:extLst>
          </p:cNvPr>
          <p:cNvSpPr/>
          <p:nvPr/>
        </p:nvSpPr>
        <p:spPr>
          <a:xfrm>
            <a:off x="8272936" y="253161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04D69FCC-4330-05C2-9B0F-652029ACD79F}"/>
              </a:ext>
            </a:extLst>
          </p:cNvPr>
          <p:cNvCxnSpPr>
            <a:cxnSpLocks/>
          </p:cNvCxnSpPr>
          <p:nvPr/>
        </p:nvCxnSpPr>
        <p:spPr>
          <a:xfrm>
            <a:off x="5588000" y="1160208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8" name="Oval 167">
            <a:extLst>
              <a:ext uri="{FF2B5EF4-FFF2-40B4-BE49-F238E27FC236}">
                <a16:creationId xmlns:a16="http://schemas.microsoft.com/office/drawing/2014/main" id="{6AA01318-5150-6AF8-8881-4490301E530C}"/>
              </a:ext>
            </a:extLst>
          </p:cNvPr>
          <p:cNvSpPr/>
          <p:nvPr/>
        </p:nvSpPr>
        <p:spPr>
          <a:xfrm>
            <a:off x="5800320" y="427860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69" name="Picture 168">
            <a:extLst>
              <a:ext uri="{FF2B5EF4-FFF2-40B4-BE49-F238E27FC236}">
                <a16:creationId xmlns:a16="http://schemas.microsoft.com/office/drawing/2014/main" id="{9F24C985-8662-A19F-211A-1C178073B8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8158" y="95461"/>
            <a:ext cx="728704" cy="728704"/>
          </a:xfrm>
          <a:prstGeom prst="rect">
            <a:avLst/>
          </a:prstGeom>
        </p:spPr>
      </p:pic>
      <p:sp>
        <p:nvSpPr>
          <p:cNvPr id="170" name="Rectangle 169">
            <a:extLst>
              <a:ext uri="{FF2B5EF4-FFF2-40B4-BE49-F238E27FC236}">
                <a16:creationId xmlns:a16="http://schemas.microsoft.com/office/drawing/2014/main" id="{DC4E8658-46A8-5917-DAEF-2E4719F0838C}"/>
              </a:ext>
            </a:extLst>
          </p:cNvPr>
          <p:cNvSpPr/>
          <p:nvPr/>
        </p:nvSpPr>
        <p:spPr>
          <a:xfrm>
            <a:off x="5919739" y="98623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613C98F5-4C1C-0894-D614-9D1804A49C77}"/>
              </a:ext>
            </a:extLst>
          </p:cNvPr>
          <p:cNvSpPr txBox="1"/>
          <p:nvPr/>
        </p:nvSpPr>
        <p:spPr>
          <a:xfrm>
            <a:off x="5480049" y="228981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AFC4D3B8-242D-36CE-0F81-9CDC919711B1}"/>
              </a:ext>
            </a:extLst>
          </p:cNvPr>
          <p:cNvCxnSpPr>
            <a:cxnSpLocks/>
          </p:cNvCxnSpPr>
          <p:nvPr/>
        </p:nvCxnSpPr>
        <p:spPr>
          <a:xfrm>
            <a:off x="7162164" y="1160208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5" name="Oval 174">
            <a:extLst>
              <a:ext uri="{FF2B5EF4-FFF2-40B4-BE49-F238E27FC236}">
                <a16:creationId xmlns:a16="http://schemas.microsoft.com/office/drawing/2014/main" id="{2ABEB764-0817-9101-3363-44446703998E}"/>
              </a:ext>
            </a:extLst>
          </p:cNvPr>
          <p:cNvSpPr/>
          <p:nvPr/>
        </p:nvSpPr>
        <p:spPr>
          <a:xfrm>
            <a:off x="7374484" y="427860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76" name="Picture 175">
            <a:extLst>
              <a:ext uri="{FF2B5EF4-FFF2-40B4-BE49-F238E27FC236}">
                <a16:creationId xmlns:a16="http://schemas.microsoft.com/office/drawing/2014/main" id="{A313533E-216A-5D89-E092-0ED7F8D73F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2322" y="95461"/>
            <a:ext cx="728704" cy="728704"/>
          </a:xfrm>
          <a:prstGeom prst="rect">
            <a:avLst/>
          </a:prstGeom>
        </p:spPr>
      </p:pic>
      <p:sp>
        <p:nvSpPr>
          <p:cNvPr id="177" name="Rectangle 176">
            <a:extLst>
              <a:ext uri="{FF2B5EF4-FFF2-40B4-BE49-F238E27FC236}">
                <a16:creationId xmlns:a16="http://schemas.microsoft.com/office/drawing/2014/main" id="{0B588A17-90A8-5C7A-815A-F77B1B7711EF}"/>
              </a:ext>
            </a:extLst>
          </p:cNvPr>
          <p:cNvSpPr/>
          <p:nvPr/>
        </p:nvSpPr>
        <p:spPr>
          <a:xfrm>
            <a:off x="7494315" y="9862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4F3D4E7A-2B06-A1E6-034B-B7954C9F847C}"/>
              </a:ext>
            </a:extLst>
          </p:cNvPr>
          <p:cNvSpPr txBox="1"/>
          <p:nvPr/>
        </p:nvSpPr>
        <p:spPr>
          <a:xfrm>
            <a:off x="7054213" y="228981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1EC54ADA-C156-936A-D0FA-9FF9F6EB3494}"/>
              </a:ext>
            </a:extLst>
          </p:cNvPr>
          <p:cNvCxnSpPr>
            <a:cxnSpLocks/>
          </p:cNvCxnSpPr>
          <p:nvPr/>
        </p:nvCxnSpPr>
        <p:spPr>
          <a:xfrm>
            <a:off x="8718550" y="1160208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1" name="Oval 180">
            <a:extLst>
              <a:ext uri="{FF2B5EF4-FFF2-40B4-BE49-F238E27FC236}">
                <a16:creationId xmlns:a16="http://schemas.microsoft.com/office/drawing/2014/main" id="{05279B9C-7E01-F596-636F-A334FADC5D69}"/>
              </a:ext>
            </a:extLst>
          </p:cNvPr>
          <p:cNvSpPr/>
          <p:nvPr/>
        </p:nvSpPr>
        <p:spPr>
          <a:xfrm>
            <a:off x="8930870" y="427860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87" name="Picture 186">
            <a:extLst>
              <a:ext uri="{FF2B5EF4-FFF2-40B4-BE49-F238E27FC236}">
                <a16:creationId xmlns:a16="http://schemas.microsoft.com/office/drawing/2014/main" id="{BD392F84-AE7C-0312-92FB-0C3496A137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8708" y="95461"/>
            <a:ext cx="728704" cy="728704"/>
          </a:xfrm>
          <a:prstGeom prst="rect">
            <a:avLst/>
          </a:prstGeom>
        </p:spPr>
      </p:pic>
      <p:sp>
        <p:nvSpPr>
          <p:cNvPr id="203" name="TextBox 202">
            <a:extLst>
              <a:ext uri="{FF2B5EF4-FFF2-40B4-BE49-F238E27FC236}">
                <a16:creationId xmlns:a16="http://schemas.microsoft.com/office/drawing/2014/main" id="{EE57E980-B7F0-DE82-FE86-A0218EAF7596}"/>
              </a:ext>
            </a:extLst>
          </p:cNvPr>
          <p:cNvSpPr txBox="1"/>
          <p:nvPr/>
        </p:nvSpPr>
        <p:spPr>
          <a:xfrm>
            <a:off x="8610599" y="228981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sp>
        <p:nvSpPr>
          <p:cNvPr id="204" name="Minus Sign 203">
            <a:extLst>
              <a:ext uri="{FF2B5EF4-FFF2-40B4-BE49-F238E27FC236}">
                <a16:creationId xmlns:a16="http://schemas.microsoft.com/office/drawing/2014/main" id="{22B50ADE-ACB4-95D0-7982-D1D127ED1E6B}"/>
              </a:ext>
            </a:extLst>
          </p:cNvPr>
          <p:cNvSpPr/>
          <p:nvPr/>
        </p:nvSpPr>
        <p:spPr>
          <a:xfrm>
            <a:off x="6751968" y="308294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FCDB2F33-3D59-AA2E-BE2C-86BC6CF439A5}"/>
              </a:ext>
            </a:extLst>
          </p:cNvPr>
          <p:cNvSpPr/>
          <p:nvPr/>
        </p:nvSpPr>
        <p:spPr>
          <a:xfrm>
            <a:off x="6068128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A041196B-5132-4C7E-3D3E-9FB6120539CA}"/>
              </a:ext>
            </a:extLst>
          </p:cNvPr>
          <p:cNvSpPr/>
          <p:nvPr/>
        </p:nvSpPr>
        <p:spPr>
          <a:xfrm>
            <a:off x="6139845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CCA1F00A-8043-00DD-21DD-DBB64395D7BF}"/>
              </a:ext>
            </a:extLst>
          </p:cNvPr>
          <p:cNvSpPr/>
          <p:nvPr/>
        </p:nvSpPr>
        <p:spPr>
          <a:xfrm>
            <a:off x="6208857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A4E1FE2C-3AB0-6C47-5C29-2071826B7300}"/>
              </a:ext>
            </a:extLst>
          </p:cNvPr>
          <p:cNvSpPr/>
          <p:nvPr/>
        </p:nvSpPr>
        <p:spPr>
          <a:xfrm>
            <a:off x="6280574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AE908AB3-78BD-B5DD-03DC-BCD9EDECDD1B}"/>
              </a:ext>
            </a:extLst>
          </p:cNvPr>
          <p:cNvSpPr/>
          <p:nvPr/>
        </p:nvSpPr>
        <p:spPr>
          <a:xfrm>
            <a:off x="5929134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2" name="Rectangle 241">
            <a:extLst>
              <a:ext uri="{FF2B5EF4-FFF2-40B4-BE49-F238E27FC236}">
                <a16:creationId xmlns:a16="http://schemas.microsoft.com/office/drawing/2014/main" id="{5D68086C-F269-BA96-7D93-EA7D271C38CD}"/>
              </a:ext>
            </a:extLst>
          </p:cNvPr>
          <p:cNvSpPr/>
          <p:nvPr/>
        </p:nvSpPr>
        <p:spPr>
          <a:xfrm>
            <a:off x="7573786" y="288390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3" name="Rectangle 242">
            <a:extLst>
              <a:ext uri="{FF2B5EF4-FFF2-40B4-BE49-F238E27FC236}">
                <a16:creationId xmlns:a16="http://schemas.microsoft.com/office/drawing/2014/main" id="{B2DC5AEE-6E4F-3AF4-35F5-C787A5CAE108}"/>
              </a:ext>
            </a:extLst>
          </p:cNvPr>
          <p:cNvSpPr/>
          <p:nvPr/>
        </p:nvSpPr>
        <p:spPr>
          <a:xfrm>
            <a:off x="7573786" y="295562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4" name="Rectangle 243">
            <a:extLst>
              <a:ext uri="{FF2B5EF4-FFF2-40B4-BE49-F238E27FC236}">
                <a16:creationId xmlns:a16="http://schemas.microsoft.com/office/drawing/2014/main" id="{333EAB6C-3E51-21D1-DF0C-DF61D9DDB8F5}"/>
              </a:ext>
            </a:extLst>
          </p:cNvPr>
          <p:cNvSpPr/>
          <p:nvPr/>
        </p:nvSpPr>
        <p:spPr>
          <a:xfrm>
            <a:off x="7573786" y="302734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5" name="Rectangle 244">
            <a:extLst>
              <a:ext uri="{FF2B5EF4-FFF2-40B4-BE49-F238E27FC236}">
                <a16:creationId xmlns:a16="http://schemas.microsoft.com/office/drawing/2014/main" id="{0C41DC24-E75A-45C9-4A31-4BEBEAED8507}"/>
              </a:ext>
            </a:extLst>
          </p:cNvPr>
          <p:cNvSpPr/>
          <p:nvPr/>
        </p:nvSpPr>
        <p:spPr>
          <a:xfrm>
            <a:off x="7573786" y="309905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6" name="Rectangle 245">
            <a:extLst>
              <a:ext uri="{FF2B5EF4-FFF2-40B4-BE49-F238E27FC236}">
                <a16:creationId xmlns:a16="http://schemas.microsoft.com/office/drawing/2014/main" id="{E64C4E2C-D41E-A1E8-E61F-502BEBA40418}"/>
              </a:ext>
            </a:extLst>
          </p:cNvPr>
          <p:cNvSpPr/>
          <p:nvPr/>
        </p:nvSpPr>
        <p:spPr>
          <a:xfrm>
            <a:off x="7573786" y="317077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7" name="Rectangle 246">
            <a:extLst>
              <a:ext uri="{FF2B5EF4-FFF2-40B4-BE49-F238E27FC236}">
                <a16:creationId xmlns:a16="http://schemas.microsoft.com/office/drawing/2014/main" id="{30374C85-219C-7317-F03A-4D45FDBD96E2}"/>
              </a:ext>
            </a:extLst>
          </p:cNvPr>
          <p:cNvSpPr/>
          <p:nvPr/>
        </p:nvSpPr>
        <p:spPr>
          <a:xfrm>
            <a:off x="7573786" y="324249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4" name="Rectangle 263">
            <a:extLst>
              <a:ext uri="{FF2B5EF4-FFF2-40B4-BE49-F238E27FC236}">
                <a16:creationId xmlns:a16="http://schemas.microsoft.com/office/drawing/2014/main" id="{B99A57C6-B855-7225-4C07-2C2D483F50DF}"/>
              </a:ext>
            </a:extLst>
          </p:cNvPr>
          <p:cNvSpPr/>
          <p:nvPr/>
        </p:nvSpPr>
        <p:spPr>
          <a:xfrm>
            <a:off x="7645488" y="428125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6" name="Rectangle 265">
            <a:extLst>
              <a:ext uri="{FF2B5EF4-FFF2-40B4-BE49-F238E27FC236}">
                <a16:creationId xmlns:a16="http://schemas.microsoft.com/office/drawing/2014/main" id="{DE926638-E9BF-BBD9-C8E4-068DCD10A4F0}"/>
              </a:ext>
            </a:extLst>
          </p:cNvPr>
          <p:cNvSpPr/>
          <p:nvPr/>
        </p:nvSpPr>
        <p:spPr>
          <a:xfrm>
            <a:off x="7645488" y="435297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8" name="Rectangle 267">
            <a:extLst>
              <a:ext uri="{FF2B5EF4-FFF2-40B4-BE49-F238E27FC236}">
                <a16:creationId xmlns:a16="http://schemas.microsoft.com/office/drawing/2014/main" id="{921D7101-6A76-5C22-B31B-713D271D63A1}"/>
              </a:ext>
            </a:extLst>
          </p:cNvPr>
          <p:cNvSpPr/>
          <p:nvPr/>
        </p:nvSpPr>
        <p:spPr>
          <a:xfrm>
            <a:off x="7645488" y="442469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4" name="TextBox 323">
            <a:extLst>
              <a:ext uri="{FF2B5EF4-FFF2-40B4-BE49-F238E27FC236}">
                <a16:creationId xmlns:a16="http://schemas.microsoft.com/office/drawing/2014/main" id="{E31505DE-03F4-B501-6C78-49E54E1B6FF5}"/>
              </a:ext>
            </a:extLst>
          </p:cNvPr>
          <p:cNvSpPr txBox="1"/>
          <p:nvPr/>
        </p:nvSpPr>
        <p:spPr>
          <a:xfrm>
            <a:off x="3936078" y="-59713"/>
            <a:ext cx="9189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Ultra Bold" panose="020B0A02020104020203" pitchFamily="34" charset="0"/>
                <a:ea typeface="+mn-ea"/>
                <a:cs typeface="+mn-cs"/>
              </a:rPr>
              <a:t>кемитүү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Ultra Bold" panose="020B0A02020104020203" pitchFamily="34" charset="0"/>
              <a:ea typeface="+mn-ea"/>
              <a:cs typeface="+mn-cs"/>
            </a:endParaRPr>
          </a:p>
        </p:txBody>
      </p:sp>
      <p:sp>
        <p:nvSpPr>
          <p:cNvPr id="335" name="Rectangle 334">
            <a:extLst>
              <a:ext uri="{FF2B5EF4-FFF2-40B4-BE49-F238E27FC236}">
                <a16:creationId xmlns:a16="http://schemas.microsoft.com/office/drawing/2014/main" id="{F1E555A5-2337-65C5-C6CB-0EB6038A5873}"/>
              </a:ext>
            </a:extLst>
          </p:cNvPr>
          <p:cNvSpPr/>
          <p:nvPr/>
        </p:nvSpPr>
        <p:spPr>
          <a:xfrm>
            <a:off x="7502301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3" name="TextBox 402">
            <a:extLst>
              <a:ext uri="{FF2B5EF4-FFF2-40B4-BE49-F238E27FC236}">
                <a16:creationId xmlns:a16="http://schemas.microsoft.com/office/drawing/2014/main" id="{A4B3E96A-64D1-02E7-5038-A82E0CA418B6}"/>
              </a:ext>
            </a:extLst>
          </p:cNvPr>
          <p:cNvSpPr txBox="1"/>
          <p:nvPr/>
        </p:nvSpPr>
        <p:spPr>
          <a:xfrm>
            <a:off x="5124439" y="5887771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I)</a:t>
            </a:r>
          </a:p>
        </p:txBody>
      </p:sp>
      <p:sp>
        <p:nvSpPr>
          <p:cNvPr id="406" name="Equals 405">
            <a:extLst>
              <a:ext uri="{FF2B5EF4-FFF2-40B4-BE49-F238E27FC236}">
                <a16:creationId xmlns:a16="http://schemas.microsoft.com/office/drawing/2014/main" id="{5B5AA970-AE6E-5CC7-A69E-402DC1F2BAEF}"/>
              </a:ext>
            </a:extLst>
          </p:cNvPr>
          <p:cNvSpPr/>
          <p:nvPr/>
        </p:nvSpPr>
        <p:spPr>
          <a:xfrm>
            <a:off x="8279950" y="5828317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07" name="Straight Connector 406">
            <a:extLst>
              <a:ext uri="{FF2B5EF4-FFF2-40B4-BE49-F238E27FC236}">
                <a16:creationId xmlns:a16="http://schemas.microsoft.com/office/drawing/2014/main" id="{90E92239-6B97-7744-8F1B-008A8F9CF23F}"/>
              </a:ext>
            </a:extLst>
          </p:cNvPr>
          <p:cNvCxnSpPr>
            <a:cxnSpLocks/>
          </p:cNvCxnSpPr>
          <p:nvPr/>
        </p:nvCxnSpPr>
        <p:spPr>
          <a:xfrm>
            <a:off x="5595014" y="6735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9" name="Oval 408">
            <a:extLst>
              <a:ext uri="{FF2B5EF4-FFF2-40B4-BE49-F238E27FC236}">
                <a16:creationId xmlns:a16="http://schemas.microsoft.com/office/drawing/2014/main" id="{0C9C71DE-5DFE-B78A-32FA-E016F976A11B}"/>
              </a:ext>
            </a:extLst>
          </p:cNvPr>
          <p:cNvSpPr/>
          <p:nvPr/>
        </p:nvSpPr>
        <p:spPr>
          <a:xfrm>
            <a:off x="5807334" y="6003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10" name="Picture 409">
            <a:extLst>
              <a:ext uri="{FF2B5EF4-FFF2-40B4-BE49-F238E27FC236}">
                <a16:creationId xmlns:a16="http://schemas.microsoft.com/office/drawing/2014/main" id="{E0D696D9-40C0-3968-B932-F0F8B8D383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5670617"/>
            <a:ext cx="728704" cy="728704"/>
          </a:xfrm>
          <a:prstGeom prst="rect">
            <a:avLst/>
          </a:prstGeom>
        </p:spPr>
      </p:pic>
      <p:sp>
        <p:nvSpPr>
          <p:cNvPr id="412" name="TextBox 411">
            <a:extLst>
              <a:ext uri="{FF2B5EF4-FFF2-40B4-BE49-F238E27FC236}">
                <a16:creationId xmlns:a16="http://schemas.microsoft.com/office/drawing/2014/main" id="{AABF8000-AB7D-0ACF-BA32-EDD892B43481}"/>
              </a:ext>
            </a:extLst>
          </p:cNvPr>
          <p:cNvSpPr txBox="1"/>
          <p:nvPr/>
        </p:nvSpPr>
        <p:spPr>
          <a:xfrm>
            <a:off x="5487063" y="58041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</a:p>
        </p:txBody>
      </p:sp>
      <p:cxnSp>
        <p:nvCxnSpPr>
          <p:cNvPr id="416" name="Straight Connector 415">
            <a:extLst>
              <a:ext uri="{FF2B5EF4-FFF2-40B4-BE49-F238E27FC236}">
                <a16:creationId xmlns:a16="http://schemas.microsoft.com/office/drawing/2014/main" id="{725506DB-2FDD-75F9-16DD-5CB31CAD4641}"/>
              </a:ext>
            </a:extLst>
          </p:cNvPr>
          <p:cNvCxnSpPr>
            <a:cxnSpLocks/>
          </p:cNvCxnSpPr>
          <p:nvPr/>
        </p:nvCxnSpPr>
        <p:spPr>
          <a:xfrm>
            <a:off x="7169178" y="6735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8" name="Oval 417">
            <a:extLst>
              <a:ext uri="{FF2B5EF4-FFF2-40B4-BE49-F238E27FC236}">
                <a16:creationId xmlns:a16="http://schemas.microsoft.com/office/drawing/2014/main" id="{478DBF4D-7CE9-DF51-F83A-B04F1D2A44AD}"/>
              </a:ext>
            </a:extLst>
          </p:cNvPr>
          <p:cNvSpPr/>
          <p:nvPr/>
        </p:nvSpPr>
        <p:spPr>
          <a:xfrm>
            <a:off x="7381498" y="6003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27" name="Picture 426">
            <a:extLst>
              <a:ext uri="{FF2B5EF4-FFF2-40B4-BE49-F238E27FC236}">
                <a16:creationId xmlns:a16="http://schemas.microsoft.com/office/drawing/2014/main" id="{1C668737-55E4-77F7-1BC5-85778CE71D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5670617"/>
            <a:ext cx="728704" cy="728704"/>
          </a:xfrm>
          <a:prstGeom prst="rect">
            <a:avLst/>
          </a:prstGeom>
        </p:spPr>
      </p:pic>
      <p:sp>
        <p:nvSpPr>
          <p:cNvPr id="429" name="TextBox 428">
            <a:extLst>
              <a:ext uri="{FF2B5EF4-FFF2-40B4-BE49-F238E27FC236}">
                <a16:creationId xmlns:a16="http://schemas.microsoft.com/office/drawing/2014/main" id="{F6AC71D5-DCA5-E8B9-3886-A82CB7EBDC20}"/>
              </a:ext>
            </a:extLst>
          </p:cNvPr>
          <p:cNvSpPr txBox="1"/>
          <p:nvPr/>
        </p:nvSpPr>
        <p:spPr>
          <a:xfrm>
            <a:off x="7061227" y="58041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431" name="Straight Connector 430">
            <a:extLst>
              <a:ext uri="{FF2B5EF4-FFF2-40B4-BE49-F238E27FC236}">
                <a16:creationId xmlns:a16="http://schemas.microsoft.com/office/drawing/2014/main" id="{338C13E8-97F6-D7E4-8842-095E0F5C17A8}"/>
              </a:ext>
            </a:extLst>
          </p:cNvPr>
          <p:cNvCxnSpPr>
            <a:cxnSpLocks/>
          </p:cNvCxnSpPr>
          <p:nvPr/>
        </p:nvCxnSpPr>
        <p:spPr>
          <a:xfrm>
            <a:off x="8725564" y="6735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5" name="Oval 434">
            <a:extLst>
              <a:ext uri="{FF2B5EF4-FFF2-40B4-BE49-F238E27FC236}">
                <a16:creationId xmlns:a16="http://schemas.microsoft.com/office/drawing/2014/main" id="{DB4A5476-EBE3-E469-3255-4E8514CA2410}"/>
              </a:ext>
            </a:extLst>
          </p:cNvPr>
          <p:cNvSpPr/>
          <p:nvPr/>
        </p:nvSpPr>
        <p:spPr>
          <a:xfrm>
            <a:off x="8937884" y="6003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37" name="Picture 436">
            <a:extLst>
              <a:ext uri="{FF2B5EF4-FFF2-40B4-BE49-F238E27FC236}">
                <a16:creationId xmlns:a16="http://schemas.microsoft.com/office/drawing/2014/main" id="{1431B69B-3BA3-D338-0922-DF240FE99E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5670617"/>
            <a:ext cx="728704" cy="728704"/>
          </a:xfrm>
          <a:prstGeom prst="rect">
            <a:avLst/>
          </a:prstGeom>
        </p:spPr>
      </p:pic>
      <p:sp>
        <p:nvSpPr>
          <p:cNvPr id="457" name="Rectangle 456">
            <a:extLst>
              <a:ext uri="{FF2B5EF4-FFF2-40B4-BE49-F238E27FC236}">
                <a16:creationId xmlns:a16="http://schemas.microsoft.com/office/drawing/2014/main" id="{2B978556-A1EC-160B-D74B-E07AA530DF61}"/>
              </a:ext>
            </a:extLst>
          </p:cNvPr>
          <p:cNvSpPr/>
          <p:nvPr/>
        </p:nvSpPr>
        <p:spPr>
          <a:xfrm>
            <a:off x="7646174" y="5675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8" name="Rectangle 457">
            <a:extLst>
              <a:ext uri="{FF2B5EF4-FFF2-40B4-BE49-F238E27FC236}">
                <a16:creationId xmlns:a16="http://schemas.microsoft.com/office/drawing/2014/main" id="{DFEE7843-D6D9-30C1-3C3B-B4F8DCEDA421}"/>
              </a:ext>
            </a:extLst>
          </p:cNvPr>
          <p:cNvSpPr/>
          <p:nvPr/>
        </p:nvSpPr>
        <p:spPr>
          <a:xfrm>
            <a:off x="7717891" y="5675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9" name="Rectangle 458">
            <a:extLst>
              <a:ext uri="{FF2B5EF4-FFF2-40B4-BE49-F238E27FC236}">
                <a16:creationId xmlns:a16="http://schemas.microsoft.com/office/drawing/2014/main" id="{A191D9D7-FB7B-0DE7-1511-10DEA4D9C98C}"/>
              </a:ext>
            </a:extLst>
          </p:cNvPr>
          <p:cNvSpPr/>
          <p:nvPr/>
        </p:nvSpPr>
        <p:spPr>
          <a:xfrm>
            <a:off x="6073122" y="56737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0" name="Rectangle 459">
            <a:extLst>
              <a:ext uri="{FF2B5EF4-FFF2-40B4-BE49-F238E27FC236}">
                <a16:creationId xmlns:a16="http://schemas.microsoft.com/office/drawing/2014/main" id="{F6D454EA-D5BF-9121-AD98-6F9B64978F98}"/>
              </a:ext>
            </a:extLst>
          </p:cNvPr>
          <p:cNvSpPr/>
          <p:nvPr/>
        </p:nvSpPr>
        <p:spPr>
          <a:xfrm>
            <a:off x="6073122" y="57454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2" name="Minus Sign 461">
            <a:extLst>
              <a:ext uri="{FF2B5EF4-FFF2-40B4-BE49-F238E27FC236}">
                <a16:creationId xmlns:a16="http://schemas.microsoft.com/office/drawing/2014/main" id="{192EA053-DAF6-BEF6-442C-D5BA75136DB3}"/>
              </a:ext>
            </a:extLst>
          </p:cNvPr>
          <p:cNvSpPr/>
          <p:nvPr/>
        </p:nvSpPr>
        <p:spPr>
          <a:xfrm>
            <a:off x="6709806" y="5884225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3" name="Rectangle 462">
            <a:extLst>
              <a:ext uri="{FF2B5EF4-FFF2-40B4-BE49-F238E27FC236}">
                <a16:creationId xmlns:a16="http://schemas.microsoft.com/office/drawing/2014/main" id="{512DB0E1-8E62-3D71-2804-5282EF6BC075}"/>
              </a:ext>
            </a:extLst>
          </p:cNvPr>
          <p:cNvSpPr/>
          <p:nvPr/>
        </p:nvSpPr>
        <p:spPr>
          <a:xfrm>
            <a:off x="7788364" y="567349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4" name="Rectangle 463">
            <a:extLst>
              <a:ext uri="{FF2B5EF4-FFF2-40B4-BE49-F238E27FC236}">
                <a16:creationId xmlns:a16="http://schemas.microsoft.com/office/drawing/2014/main" id="{09949964-933D-8BF7-E6F0-501F22138F41}"/>
              </a:ext>
            </a:extLst>
          </p:cNvPr>
          <p:cNvSpPr/>
          <p:nvPr/>
        </p:nvSpPr>
        <p:spPr>
          <a:xfrm>
            <a:off x="7788364" y="574521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5" name="Rectangle 464">
            <a:extLst>
              <a:ext uri="{FF2B5EF4-FFF2-40B4-BE49-F238E27FC236}">
                <a16:creationId xmlns:a16="http://schemas.microsoft.com/office/drawing/2014/main" id="{6611C1B6-8C29-DD3D-FCD2-FA92448C9F87}"/>
              </a:ext>
            </a:extLst>
          </p:cNvPr>
          <p:cNvSpPr/>
          <p:nvPr/>
        </p:nvSpPr>
        <p:spPr>
          <a:xfrm>
            <a:off x="7788364" y="581693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7" name="TextBox 486">
            <a:extLst>
              <a:ext uri="{FF2B5EF4-FFF2-40B4-BE49-F238E27FC236}">
                <a16:creationId xmlns:a16="http://schemas.microsoft.com/office/drawing/2014/main" id="{CDE543EB-010A-014D-DFCF-966D72117039}"/>
              </a:ext>
            </a:extLst>
          </p:cNvPr>
          <p:cNvSpPr txBox="1"/>
          <p:nvPr/>
        </p:nvSpPr>
        <p:spPr>
          <a:xfrm>
            <a:off x="8617613" y="441129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sp>
        <p:nvSpPr>
          <p:cNvPr id="489" name="Rectangle 488">
            <a:extLst>
              <a:ext uri="{FF2B5EF4-FFF2-40B4-BE49-F238E27FC236}">
                <a16:creationId xmlns:a16="http://schemas.microsoft.com/office/drawing/2014/main" id="{9A5C5AE4-72DA-D620-F483-4ED78D94E0D6}"/>
              </a:ext>
            </a:extLst>
          </p:cNvPr>
          <p:cNvSpPr/>
          <p:nvPr/>
        </p:nvSpPr>
        <p:spPr>
          <a:xfrm>
            <a:off x="6002370" y="428197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1" name="Rectangle 490">
            <a:extLst>
              <a:ext uri="{FF2B5EF4-FFF2-40B4-BE49-F238E27FC236}">
                <a16:creationId xmlns:a16="http://schemas.microsoft.com/office/drawing/2014/main" id="{89DC9D65-1536-6463-5F82-58513BF08CFB}"/>
              </a:ext>
            </a:extLst>
          </p:cNvPr>
          <p:cNvSpPr/>
          <p:nvPr/>
        </p:nvSpPr>
        <p:spPr>
          <a:xfrm>
            <a:off x="6500846" y="428197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3" name="Rectangle 492">
            <a:extLst>
              <a:ext uri="{FF2B5EF4-FFF2-40B4-BE49-F238E27FC236}">
                <a16:creationId xmlns:a16="http://schemas.microsoft.com/office/drawing/2014/main" id="{7F1160E8-A454-6897-56F2-A31DA337F285}"/>
              </a:ext>
            </a:extLst>
          </p:cNvPr>
          <p:cNvSpPr/>
          <p:nvPr/>
        </p:nvSpPr>
        <p:spPr>
          <a:xfrm>
            <a:off x="6429129" y="428197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7" name="Rectangle 496">
            <a:extLst>
              <a:ext uri="{FF2B5EF4-FFF2-40B4-BE49-F238E27FC236}">
                <a16:creationId xmlns:a16="http://schemas.microsoft.com/office/drawing/2014/main" id="{941700C0-DF05-4C2F-D18B-1ABBC5962357}"/>
              </a:ext>
            </a:extLst>
          </p:cNvPr>
          <p:cNvSpPr/>
          <p:nvPr/>
        </p:nvSpPr>
        <p:spPr>
          <a:xfrm>
            <a:off x="6074520" y="471184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3" name="Rectangle 502">
            <a:extLst>
              <a:ext uri="{FF2B5EF4-FFF2-40B4-BE49-F238E27FC236}">
                <a16:creationId xmlns:a16="http://schemas.microsoft.com/office/drawing/2014/main" id="{D1F34050-0549-8F91-2CFE-E8DDEB3EC40E}"/>
              </a:ext>
            </a:extLst>
          </p:cNvPr>
          <p:cNvSpPr/>
          <p:nvPr/>
        </p:nvSpPr>
        <p:spPr>
          <a:xfrm>
            <a:off x="6074520" y="478355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4" name="Rectangle 503">
            <a:extLst>
              <a:ext uri="{FF2B5EF4-FFF2-40B4-BE49-F238E27FC236}">
                <a16:creationId xmlns:a16="http://schemas.microsoft.com/office/drawing/2014/main" id="{29F050EC-34C3-E5CB-B2CB-75D67D01E8C9}"/>
              </a:ext>
            </a:extLst>
          </p:cNvPr>
          <p:cNvSpPr/>
          <p:nvPr/>
        </p:nvSpPr>
        <p:spPr>
          <a:xfrm>
            <a:off x="6074520" y="485527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6" name="Rectangle 505">
            <a:extLst>
              <a:ext uri="{FF2B5EF4-FFF2-40B4-BE49-F238E27FC236}">
                <a16:creationId xmlns:a16="http://schemas.microsoft.com/office/drawing/2014/main" id="{BCC8CB13-81E7-C516-648A-D8E96EBF91DF}"/>
              </a:ext>
            </a:extLst>
          </p:cNvPr>
          <p:cNvSpPr/>
          <p:nvPr/>
        </p:nvSpPr>
        <p:spPr>
          <a:xfrm>
            <a:off x="6074520" y="492699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0" name="Rectangle 509">
            <a:extLst>
              <a:ext uri="{FF2B5EF4-FFF2-40B4-BE49-F238E27FC236}">
                <a16:creationId xmlns:a16="http://schemas.microsoft.com/office/drawing/2014/main" id="{B47C8DC7-C7EC-F119-D7B0-B6EB404C4E9C}"/>
              </a:ext>
            </a:extLst>
          </p:cNvPr>
          <p:cNvSpPr/>
          <p:nvPr/>
        </p:nvSpPr>
        <p:spPr>
          <a:xfrm>
            <a:off x="6281648" y="428125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1" name="Rectangle 510">
            <a:extLst>
              <a:ext uri="{FF2B5EF4-FFF2-40B4-BE49-F238E27FC236}">
                <a16:creationId xmlns:a16="http://schemas.microsoft.com/office/drawing/2014/main" id="{F4270E03-9997-1BD4-EC5E-3940261C423E}"/>
              </a:ext>
            </a:extLst>
          </p:cNvPr>
          <p:cNvSpPr/>
          <p:nvPr/>
        </p:nvSpPr>
        <p:spPr>
          <a:xfrm>
            <a:off x="6281648" y="435297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2" name="Rectangle 511">
            <a:extLst>
              <a:ext uri="{FF2B5EF4-FFF2-40B4-BE49-F238E27FC236}">
                <a16:creationId xmlns:a16="http://schemas.microsoft.com/office/drawing/2014/main" id="{F60910E0-6A2F-CB9B-C88E-5ED11CAA1DCF}"/>
              </a:ext>
            </a:extLst>
          </p:cNvPr>
          <p:cNvSpPr/>
          <p:nvPr/>
        </p:nvSpPr>
        <p:spPr>
          <a:xfrm>
            <a:off x="6281648" y="442469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7" name="Rectangle 516">
            <a:extLst>
              <a:ext uri="{FF2B5EF4-FFF2-40B4-BE49-F238E27FC236}">
                <a16:creationId xmlns:a16="http://schemas.microsoft.com/office/drawing/2014/main" id="{083948B5-53E2-96DC-6ABF-9C778CC5BD5E}"/>
              </a:ext>
            </a:extLst>
          </p:cNvPr>
          <p:cNvSpPr/>
          <p:nvPr/>
        </p:nvSpPr>
        <p:spPr>
          <a:xfrm>
            <a:off x="6281648" y="449640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8" name="Rectangle 517">
            <a:extLst>
              <a:ext uri="{FF2B5EF4-FFF2-40B4-BE49-F238E27FC236}">
                <a16:creationId xmlns:a16="http://schemas.microsoft.com/office/drawing/2014/main" id="{F2EDB1DA-55B2-6078-E367-760BCA3E1353}"/>
              </a:ext>
            </a:extLst>
          </p:cNvPr>
          <p:cNvSpPr/>
          <p:nvPr/>
        </p:nvSpPr>
        <p:spPr>
          <a:xfrm>
            <a:off x="6281648" y="456364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9" name="Rectangle 518">
            <a:extLst>
              <a:ext uri="{FF2B5EF4-FFF2-40B4-BE49-F238E27FC236}">
                <a16:creationId xmlns:a16="http://schemas.microsoft.com/office/drawing/2014/main" id="{4A56321B-86A4-0144-9611-233EE860ABCE}"/>
              </a:ext>
            </a:extLst>
          </p:cNvPr>
          <p:cNvSpPr/>
          <p:nvPr/>
        </p:nvSpPr>
        <p:spPr>
          <a:xfrm>
            <a:off x="6281648" y="463536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0" name="Rectangle 519">
            <a:extLst>
              <a:ext uri="{FF2B5EF4-FFF2-40B4-BE49-F238E27FC236}">
                <a16:creationId xmlns:a16="http://schemas.microsoft.com/office/drawing/2014/main" id="{EC3CC38E-4A78-755E-D394-49B4079FAEA8}"/>
              </a:ext>
            </a:extLst>
          </p:cNvPr>
          <p:cNvSpPr/>
          <p:nvPr/>
        </p:nvSpPr>
        <p:spPr>
          <a:xfrm>
            <a:off x="6281648" y="47070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2" name="Rectangle 521">
            <a:extLst>
              <a:ext uri="{FF2B5EF4-FFF2-40B4-BE49-F238E27FC236}">
                <a16:creationId xmlns:a16="http://schemas.microsoft.com/office/drawing/2014/main" id="{256DD5D9-BBE7-76D6-5ACF-44BBCF67FAB2}"/>
              </a:ext>
            </a:extLst>
          </p:cNvPr>
          <p:cNvSpPr/>
          <p:nvPr/>
        </p:nvSpPr>
        <p:spPr>
          <a:xfrm>
            <a:off x="6570532" y="428197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3" name="Rectangle 522">
            <a:extLst>
              <a:ext uri="{FF2B5EF4-FFF2-40B4-BE49-F238E27FC236}">
                <a16:creationId xmlns:a16="http://schemas.microsoft.com/office/drawing/2014/main" id="{8BE80588-CFB8-7BF5-AA73-20719E3D8D21}"/>
              </a:ext>
            </a:extLst>
          </p:cNvPr>
          <p:cNvSpPr/>
          <p:nvPr/>
        </p:nvSpPr>
        <p:spPr>
          <a:xfrm>
            <a:off x="8074771" y="441703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4" name="Rectangle 523">
            <a:extLst>
              <a:ext uri="{FF2B5EF4-FFF2-40B4-BE49-F238E27FC236}">
                <a16:creationId xmlns:a16="http://schemas.microsoft.com/office/drawing/2014/main" id="{486FA604-B1C4-F1CB-6205-EF2D850DBFBB}"/>
              </a:ext>
            </a:extLst>
          </p:cNvPr>
          <p:cNvSpPr/>
          <p:nvPr/>
        </p:nvSpPr>
        <p:spPr>
          <a:xfrm>
            <a:off x="8074771" y="448875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5" name="Rectangle 524">
            <a:extLst>
              <a:ext uri="{FF2B5EF4-FFF2-40B4-BE49-F238E27FC236}">
                <a16:creationId xmlns:a16="http://schemas.microsoft.com/office/drawing/2014/main" id="{A6B62C4B-706B-7BD0-2665-076861B4D249}"/>
              </a:ext>
            </a:extLst>
          </p:cNvPr>
          <p:cNvSpPr/>
          <p:nvPr/>
        </p:nvSpPr>
        <p:spPr>
          <a:xfrm>
            <a:off x="8074771" y="456047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6" name="Rectangle 525">
            <a:extLst>
              <a:ext uri="{FF2B5EF4-FFF2-40B4-BE49-F238E27FC236}">
                <a16:creationId xmlns:a16="http://schemas.microsoft.com/office/drawing/2014/main" id="{ADB9CFF8-10E3-CCA6-C5A6-0A0C6F5CEAC4}"/>
              </a:ext>
            </a:extLst>
          </p:cNvPr>
          <p:cNvSpPr/>
          <p:nvPr/>
        </p:nvSpPr>
        <p:spPr>
          <a:xfrm>
            <a:off x="8074771" y="463218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7" name="Rectangle 526">
            <a:extLst>
              <a:ext uri="{FF2B5EF4-FFF2-40B4-BE49-F238E27FC236}">
                <a16:creationId xmlns:a16="http://schemas.microsoft.com/office/drawing/2014/main" id="{8A270B89-0897-A9F4-B16D-89020034940B}"/>
              </a:ext>
            </a:extLst>
          </p:cNvPr>
          <p:cNvSpPr/>
          <p:nvPr/>
        </p:nvSpPr>
        <p:spPr>
          <a:xfrm>
            <a:off x="8074771" y="470390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8" name="Rectangle 527">
            <a:extLst>
              <a:ext uri="{FF2B5EF4-FFF2-40B4-BE49-F238E27FC236}">
                <a16:creationId xmlns:a16="http://schemas.microsoft.com/office/drawing/2014/main" id="{CA2771CD-9B2D-15E8-B17E-2FE16B6A3D9C}"/>
              </a:ext>
            </a:extLst>
          </p:cNvPr>
          <p:cNvSpPr/>
          <p:nvPr/>
        </p:nvSpPr>
        <p:spPr>
          <a:xfrm>
            <a:off x="8074771" y="477562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9" name="Rectangle 528">
            <a:extLst>
              <a:ext uri="{FF2B5EF4-FFF2-40B4-BE49-F238E27FC236}">
                <a16:creationId xmlns:a16="http://schemas.microsoft.com/office/drawing/2014/main" id="{4706448F-7361-8589-2D2A-9087A025A2A9}"/>
              </a:ext>
            </a:extLst>
          </p:cNvPr>
          <p:cNvSpPr/>
          <p:nvPr/>
        </p:nvSpPr>
        <p:spPr>
          <a:xfrm>
            <a:off x="8074771" y="484733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0" name="Rectangle 529">
            <a:extLst>
              <a:ext uri="{FF2B5EF4-FFF2-40B4-BE49-F238E27FC236}">
                <a16:creationId xmlns:a16="http://schemas.microsoft.com/office/drawing/2014/main" id="{A05BDD7D-09F7-DF84-26CC-2E19E3FAD72B}"/>
              </a:ext>
            </a:extLst>
          </p:cNvPr>
          <p:cNvSpPr/>
          <p:nvPr/>
        </p:nvSpPr>
        <p:spPr>
          <a:xfrm>
            <a:off x="8074771" y="491905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1" name="Rectangle 530">
            <a:extLst>
              <a:ext uri="{FF2B5EF4-FFF2-40B4-BE49-F238E27FC236}">
                <a16:creationId xmlns:a16="http://schemas.microsoft.com/office/drawing/2014/main" id="{5F45D022-19E5-CF26-02B6-19DF620FBEC0}"/>
              </a:ext>
            </a:extLst>
          </p:cNvPr>
          <p:cNvSpPr/>
          <p:nvPr/>
        </p:nvSpPr>
        <p:spPr>
          <a:xfrm>
            <a:off x="8074771" y="435200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2" name="Rectangle 531">
            <a:extLst>
              <a:ext uri="{FF2B5EF4-FFF2-40B4-BE49-F238E27FC236}">
                <a16:creationId xmlns:a16="http://schemas.microsoft.com/office/drawing/2014/main" id="{99931296-AE5D-A478-7824-33C6020DE907}"/>
              </a:ext>
            </a:extLst>
          </p:cNvPr>
          <p:cNvSpPr/>
          <p:nvPr/>
        </p:nvSpPr>
        <p:spPr>
          <a:xfrm>
            <a:off x="8148617" y="4278512"/>
            <a:ext cx="71717" cy="71226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3" name="Rectangle 532">
            <a:extLst>
              <a:ext uri="{FF2B5EF4-FFF2-40B4-BE49-F238E27FC236}">
                <a16:creationId xmlns:a16="http://schemas.microsoft.com/office/drawing/2014/main" id="{40196953-EB68-C068-14FF-AFC8617E79ED}"/>
              </a:ext>
            </a:extLst>
          </p:cNvPr>
          <p:cNvSpPr/>
          <p:nvPr/>
        </p:nvSpPr>
        <p:spPr>
          <a:xfrm>
            <a:off x="7645488" y="449637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7" name="Rectangle 536">
            <a:extLst>
              <a:ext uri="{FF2B5EF4-FFF2-40B4-BE49-F238E27FC236}">
                <a16:creationId xmlns:a16="http://schemas.microsoft.com/office/drawing/2014/main" id="{C494DDD4-BB01-EA10-6387-100D25B6AD36}"/>
              </a:ext>
            </a:extLst>
          </p:cNvPr>
          <p:cNvSpPr/>
          <p:nvPr/>
        </p:nvSpPr>
        <p:spPr>
          <a:xfrm>
            <a:off x="7645488" y="456808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8" name="Rectangle 537">
            <a:extLst>
              <a:ext uri="{FF2B5EF4-FFF2-40B4-BE49-F238E27FC236}">
                <a16:creationId xmlns:a16="http://schemas.microsoft.com/office/drawing/2014/main" id="{DE552666-072D-8544-EFDA-64DCD3582FAE}"/>
              </a:ext>
            </a:extLst>
          </p:cNvPr>
          <p:cNvSpPr/>
          <p:nvPr/>
        </p:nvSpPr>
        <p:spPr>
          <a:xfrm>
            <a:off x="5930653" y="428197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9" name="Rectangle 538">
            <a:extLst>
              <a:ext uri="{FF2B5EF4-FFF2-40B4-BE49-F238E27FC236}">
                <a16:creationId xmlns:a16="http://schemas.microsoft.com/office/drawing/2014/main" id="{16EDFE9F-439F-3626-C92A-C7D4D3FA02D2}"/>
              </a:ext>
            </a:extLst>
          </p:cNvPr>
          <p:cNvSpPr/>
          <p:nvPr/>
        </p:nvSpPr>
        <p:spPr>
          <a:xfrm>
            <a:off x="7645488" y="463672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0" name="Rectangle 539">
            <a:extLst>
              <a:ext uri="{FF2B5EF4-FFF2-40B4-BE49-F238E27FC236}">
                <a16:creationId xmlns:a16="http://schemas.microsoft.com/office/drawing/2014/main" id="{779188F6-0CEB-3EE1-B510-519298E17C47}"/>
              </a:ext>
            </a:extLst>
          </p:cNvPr>
          <p:cNvSpPr/>
          <p:nvPr/>
        </p:nvSpPr>
        <p:spPr>
          <a:xfrm>
            <a:off x="7505680" y="5675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6" name="Rectangle 545">
            <a:extLst>
              <a:ext uri="{FF2B5EF4-FFF2-40B4-BE49-F238E27FC236}">
                <a16:creationId xmlns:a16="http://schemas.microsoft.com/office/drawing/2014/main" id="{C42783AA-E50E-033F-0CF7-881753FB466E}"/>
              </a:ext>
            </a:extLst>
          </p:cNvPr>
          <p:cNvSpPr/>
          <p:nvPr/>
        </p:nvSpPr>
        <p:spPr>
          <a:xfrm>
            <a:off x="7577397" y="5675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7" name="Rectangle 546">
            <a:extLst>
              <a:ext uri="{FF2B5EF4-FFF2-40B4-BE49-F238E27FC236}">
                <a16:creationId xmlns:a16="http://schemas.microsoft.com/office/drawing/2014/main" id="{5B25761C-A9E5-C639-83DA-8C880D3CC63C}"/>
              </a:ext>
            </a:extLst>
          </p:cNvPr>
          <p:cNvSpPr/>
          <p:nvPr/>
        </p:nvSpPr>
        <p:spPr>
          <a:xfrm>
            <a:off x="5929293" y="5675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8" name="Rectangle 547">
            <a:extLst>
              <a:ext uri="{FF2B5EF4-FFF2-40B4-BE49-F238E27FC236}">
                <a16:creationId xmlns:a16="http://schemas.microsoft.com/office/drawing/2014/main" id="{BF6B2700-C67A-FAB5-3FB2-B19FA4B89DAE}"/>
              </a:ext>
            </a:extLst>
          </p:cNvPr>
          <p:cNvSpPr/>
          <p:nvPr/>
        </p:nvSpPr>
        <p:spPr>
          <a:xfrm>
            <a:off x="6001010" y="5675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9" name="Rectangle 548">
            <a:extLst>
              <a:ext uri="{FF2B5EF4-FFF2-40B4-BE49-F238E27FC236}">
                <a16:creationId xmlns:a16="http://schemas.microsoft.com/office/drawing/2014/main" id="{1CA64FBF-C5D0-705B-A1DC-064B19FB43E1}"/>
              </a:ext>
            </a:extLst>
          </p:cNvPr>
          <p:cNvSpPr/>
          <p:nvPr/>
        </p:nvSpPr>
        <p:spPr>
          <a:xfrm>
            <a:off x="7788364" y="588780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0" name="Rectangle 549">
            <a:extLst>
              <a:ext uri="{FF2B5EF4-FFF2-40B4-BE49-F238E27FC236}">
                <a16:creationId xmlns:a16="http://schemas.microsoft.com/office/drawing/2014/main" id="{09279B48-A5CF-3D39-6BA0-151544D6DD07}"/>
              </a:ext>
            </a:extLst>
          </p:cNvPr>
          <p:cNvSpPr/>
          <p:nvPr/>
        </p:nvSpPr>
        <p:spPr>
          <a:xfrm>
            <a:off x="7788364" y="595952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1" name="Rectangle 550">
            <a:extLst>
              <a:ext uri="{FF2B5EF4-FFF2-40B4-BE49-F238E27FC236}">
                <a16:creationId xmlns:a16="http://schemas.microsoft.com/office/drawing/2014/main" id="{E5526494-2D22-C42D-2889-6D2C411192CE}"/>
              </a:ext>
            </a:extLst>
          </p:cNvPr>
          <p:cNvSpPr/>
          <p:nvPr/>
        </p:nvSpPr>
        <p:spPr>
          <a:xfrm>
            <a:off x="7788364" y="603124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1D615A-341A-35E1-8E33-77071BD0FC6A}"/>
              </a:ext>
            </a:extLst>
          </p:cNvPr>
          <p:cNvSpPr txBox="1"/>
          <p:nvPr/>
        </p:nvSpPr>
        <p:spPr>
          <a:xfrm>
            <a:off x="170529" y="-69730"/>
            <a:ext cx="17064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ill Sans Ultra Bold" panose="020B0A02020104020203" pitchFamily="34" charset="0"/>
                <a:ea typeface="+mn-ea"/>
                <a:cs typeface="+mn-cs"/>
              </a:rPr>
              <a:t>эсептөө кандай?</a:t>
            </a:r>
            <a:endParaRPr kumimoji="0" lang="en-GB" sz="16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Gill Sans Ultra Bold" panose="020B0A02020104020203" pitchFamily="34" charset="0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A3B1F3-4F92-67E0-71E1-7AC36D048875}"/>
              </a:ext>
            </a:extLst>
          </p:cNvPr>
          <p:cNvSpPr txBox="1"/>
          <p:nvPr/>
        </p:nvSpPr>
        <p:spPr>
          <a:xfrm>
            <a:off x="-30573" y="139985"/>
            <a:ext cx="50683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Ар бир диаграммада бир эсептөө көрсөтүлгөн.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Ар бир ондукту жазыңыз, диаграммаларды толтуруңуз,жоопту табыңыз!</a:t>
            </a: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362219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>
            <a:extLst>
              <a:ext uri="{FF2B5EF4-FFF2-40B4-BE49-F238E27FC236}">
                <a16:creationId xmlns:a16="http://schemas.microsoft.com/office/drawing/2014/main" id="{6643FA3C-401C-C568-17ED-CF1FA289359F}"/>
              </a:ext>
            </a:extLst>
          </p:cNvPr>
          <p:cNvSpPr txBox="1"/>
          <p:nvPr/>
        </p:nvSpPr>
        <p:spPr>
          <a:xfrm>
            <a:off x="1624505" y="-4906"/>
            <a:ext cx="17064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Gill Sans Ultra Bold" panose="020B0A02020104020203" pitchFamily="34" charset="0"/>
                <a:ea typeface="+mn-ea"/>
                <a:cs typeface="+mn-cs"/>
              </a:rPr>
              <a:t>эсептөө кандай?</a:t>
            </a:r>
            <a:endParaRPr kumimoji="0" lang="en-GB" sz="16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Gill Sans Ultra Bold" panose="020B0A02020104020203" pitchFamily="34" charset="0"/>
              <a:ea typeface="+mn-ea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2ABFA11-56D9-A7CB-2EC2-1B42B95D346B}"/>
              </a:ext>
            </a:extLst>
          </p:cNvPr>
          <p:cNvSpPr txBox="1"/>
          <p:nvPr/>
        </p:nvSpPr>
        <p:spPr>
          <a:xfrm>
            <a:off x="16509" y="978643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A)</a:t>
            </a:r>
          </a:p>
        </p:txBody>
      </p:sp>
      <p:sp>
        <p:nvSpPr>
          <p:cNvPr id="35" name="Plus Sign 34">
            <a:extLst>
              <a:ext uri="{FF2B5EF4-FFF2-40B4-BE49-F238E27FC236}">
                <a16:creationId xmlns:a16="http://schemas.microsoft.com/office/drawing/2014/main" id="{72C218F8-CA44-3F92-2AB1-E426B5CD9F0E}"/>
              </a:ext>
            </a:extLst>
          </p:cNvPr>
          <p:cNvSpPr/>
          <p:nvPr/>
        </p:nvSpPr>
        <p:spPr>
          <a:xfrm>
            <a:off x="1626710" y="973280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7" name="Equals 156">
            <a:extLst>
              <a:ext uri="{FF2B5EF4-FFF2-40B4-BE49-F238E27FC236}">
                <a16:creationId xmlns:a16="http://schemas.microsoft.com/office/drawing/2014/main" id="{2A84A91F-1C8A-EAEC-CC8F-9C67AEBDBF39}"/>
              </a:ext>
            </a:extLst>
          </p:cNvPr>
          <p:cNvSpPr/>
          <p:nvPr/>
        </p:nvSpPr>
        <p:spPr>
          <a:xfrm>
            <a:off x="3200874" y="919189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7A8DFE7-FDD0-28AC-6FD4-C3942CF899FC}"/>
              </a:ext>
            </a:extLst>
          </p:cNvPr>
          <p:cNvCxnSpPr>
            <a:cxnSpLocks/>
          </p:cNvCxnSpPr>
          <p:nvPr/>
        </p:nvCxnSpPr>
        <p:spPr>
          <a:xfrm>
            <a:off x="515938" y="182623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D94D69-97D8-F35A-04CA-F6659CAB1FB4}"/>
              </a:ext>
            </a:extLst>
          </p:cNvPr>
          <p:cNvSpPr/>
          <p:nvPr/>
        </p:nvSpPr>
        <p:spPr>
          <a:xfrm>
            <a:off x="728258" y="109388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905AA3D-D04F-DCAC-5E4C-CA448700BF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761489"/>
            <a:ext cx="728704" cy="728704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E4A4F63C-9F75-3B4D-4F7C-6C7FDAE6D50B}"/>
              </a:ext>
            </a:extLst>
          </p:cNvPr>
          <p:cNvSpPr/>
          <p:nvPr/>
        </p:nvSpPr>
        <p:spPr>
          <a:xfrm>
            <a:off x="847677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5C7EB72-7CA1-7C9E-713C-BBBBED1C8F68}"/>
              </a:ext>
            </a:extLst>
          </p:cNvPr>
          <p:cNvSpPr/>
          <p:nvPr/>
        </p:nvSpPr>
        <p:spPr>
          <a:xfrm>
            <a:off x="919394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42495DB-996A-F823-7E08-3214A14B1CCA}"/>
              </a:ext>
            </a:extLst>
          </p:cNvPr>
          <p:cNvSpPr/>
          <p:nvPr/>
        </p:nvSpPr>
        <p:spPr>
          <a:xfrm>
            <a:off x="991110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10B6302E-F297-4A71-9361-7262E59DE83B}"/>
              </a:ext>
            </a:extLst>
          </p:cNvPr>
          <p:cNvSpPr txBox="1"/>
          <p:nvPr/>
        </p:nvSpPr>
        <p:spPr>
          <a:xfrm>
            <a:off x="407987" y="89500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7E30E0CF-9887-B4AE-C4CA-1F4252954053}"/>
              </a:ext>
            </a:extLst>
          </p:cNvPr>
          <p:cNvCxnSpPr>
            <a:cxnSpLocks/>
          </p:cNvCxnSpPr>
          <p:nvPr/>
        </p:nvCxnSpPr>
        <p:spPr>
          <a:xfrm>
            <a:off x="2090102" y="182623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2" name="TextBox 161">
            <a:extLst>
              <a:ext uri="{FF2B5EF4-FFF2-40B4-BE49-F238E27FC236}">
                <a16:creationId xmlns:a16="http://schemas.microsoft.com/office/drawing/2014/main" id="{E20D05FE-CDDB-1672-E0D1-CF75B0DA77A2}"/>
              </a:ext>
            </a:extLst>
          </p:cNvPr>
          <p:cNvSpPr txBox="1"/>
          <p:nvPr/>
        </p:nvSpPr>
        <p:spPr>
          <a:xfrm>
            <a:off x="2252634" y="1555227"/>
            <a:ext cx="460630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0.5</a:t>
            </a:r>
          </a:p>
        </p:txBody>
      </p:sp>
      <p:sp>
        <p:nvSpPr>
          <p:cNvPr id="163" name="Oval 162">
            <a:extLst>
              <a:ext uri="{FF2B5EF4-FFF2-40B4-BE49-F238E27FC236}">
                <a16:creationId xmlns:a16="http://schemas.microsoft.com/office/drawing/2014/main" id="{1F6BED3C-8BCE-506B-FD0E-18D31A0C5EBC}"/>
              </a:ext>
            </a:extLst>
          </p:cNvPr>
          <p:cNvSpPr/>
          <p:nvPr/>
        </p:nvSpPr>
        <p:spPr>
          <a:xfrm>
            <a:off x="2302422" y="109388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64" name="Picture 163">
            <a:extLst>
              <a:ext uri="{FF2B5EF4-FFF2-40B4-BE49-F238E27FC236}">
                <a16:creationId xmlns:a16="http://schemas.microsoft.com/office/drawing/2014/main" id="{3E55A6D1-30B9-4C7A-BFC7-98ECEF192B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761489"/>
            <a:ext cx="728704" cy="728704"/>
          </a:xfrm>
          <a:prstGeom prst="rect">
            <a:avLst/>
          </a:prstGeom>
        </p:spPr>
      </p:pic>
      <p:sp>
        <p:nvSpPr>
          <p:cNvPr id="182" name="Rectangle 181">
            <a:extLst>
              <a:ext uri="{FF2B5EF4-FFF2-40B4-BE49-F238E27FC236}">
                <a16:creationId xmlns:a16="http://schemas.microsoft.com/office/drawing/2014/main" id="{E2CB63C3-D180-D996-3B6A-B37C8F5BDB58}"/>
              </a:ext>
            </a:extLst>
          </p:cNvPr>
          <p:cNvSpPr/>
          <p:nvPr/>
        </p:nvSpPr>
        <p:spPr>
          <a:xfrm>
            <a:off x="2421841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57A53C04-DF89-EA1F-6C5E-F4EF45D2B856}"/>
              </a:ext>
            </a:extLst>
          </p:cNvPr>
          <p:cNvSpPr/>
          <p:nvPr/>
        </p:nvSpPr>
        <p:spPr>
          <a:xfrm>
            <a:off x="2493558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106632BD-79E9-10C8-1ED7-D8CF7832BA99}"/>
              </a:ext>
            </a:extLst>
          </p:cNvPr>
          <p:cNvSpPr/>
          <p:nvPr/>
        </p:nvSpPr>
        <p:spPr>
          <a:xfrm>
            <a:off x="2565274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B5708577-FC53-E835-7995-5F5AA3FC1B92}"/>
              </a:ext>
            </a:extLst>
          </p:cNvPr>
          <p:cNvSpPr/>
          <p:nvPr/>
        </p:nvSpPr>
        <p:spPr>
          <a:xfrm>
            <a:off x="2636991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3814ED61-E52B-94D8-C970-092F51E3F6F0}"/>
              </a:ext>
            </a:extLst>
          </p:cNvPr>
          <p:cNvSpPr/>
          <p:nvPr/>
        </p:nvSpPr>
        <p:spPr>
          <a:xfrm>
            <a:off x="2708708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4C5BFA64-99A3-3210-5004-AF31219BBCC5}"/>
              </a:ext>
            </a:extLst>
          </p:cNvPr>
          <p:cNvSpPr txBox="1"/>
          <p:nvPr/>
        </p:nvSpPr>
        <p:spPr>
          <a:xfrm>
            <a:off x="1982151" y="89500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8E54EB3B-ECFD-E857-6620-A86E50E9FFE6}"/>
              </a:ext>
            </a:extLst>
          </p:cNvPr>
          <p:cNvCxnSpPr>
            <a:cxnSpLocks/>
          </p:cNvCxnSpPr>
          <p:nvPr/>
        </p:nvCxnSpPr>
        <p:spPr>
          <a:xfrm>
            <a:off x="3646488" y="182623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2" name="TextBox 191">
            <a:extLst>
              <a:ext uri="{FF2B5EF4-FFF2-40B4-BE49-F238E27FC236}">
                <a16:creationId xmlns:a16="http://schemas.microsoft.com/office/drawing/2014/main" id="{C1EE2B31-10FD-D852-3DF0-136003EFF9C5}"/>
              </a:ext>
            </a:extLst>
          </p:cNvPr>
          <p:cNvSpPr txBox="1"/>
          <p:nvPr/>
        </p:nvSpPr>
        <p:spPr>
          <a:xfrm>
            <a:off x="3809020" y="1555227"/>
            <a:ext cx="460630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0.8</a:t>
            </a:r>
          </a:p>
        </p:txBody>
      </p:sp>
      <p:sp>
        <p:nvSpPr>
          <p:cNvPr id="193" name="Oval 192">
            <a:extLst>
              <a:ext uri="{FF2B5EF4-FFF2-40B4-BE49-F238E27FC236}">
                <a16:creationId xmlns:a16="http://schemas.microsoft.com/office/drawing/2014/main" id="{AD7CF90E-022C-8081-064A-F87AE0853237}"/>
              </a:ext>
            </a:extLst>
          </p:cNvPr>
          <p:cNvSpPr/>
          <p:nvPr/>
        </p:nvSpPr>
        <p:spPr>
          <a:xfrm>
            <a:off x="3858808" y="109388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4" name="Picture 193">
            <a:extLst>
              <a:ext uri="{FF2B5EF4-FFF2-40B4-BE49-F238E27FC236}">
                <a16:creationId xmlns:a16="http://schemas.microsoft.com/office/drawing/2014/main" id="{1EC8E3D2-C647-EF35-9DEE-FEA37127CE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761489"/>
            <a:ext cx="728704" cy="728704"/>
          </a:xfrm>
          <a:prstGeom prst="rect">
            <a:avLst/>
          </a:prstGeom>
        </p:spPr>
      </p:pic>
      <p:sp>
        <p:nvSpPr>
          <p:cNvPr id="212" name="Rectangle 211">
            <a:extLst>
              <a:ext uri="{FF2B5EF4-FFF2-40B4-BE49-F238E27FC236}">
                <a16:creationId xmlns:a16="http://schemas.microsoft.com/office/drawing/2014/main" id="{DF04E0DC-F85E-717D-3CB7-4039041037F9}"/>
              </a:ext>
            </a:extLst>
          </p:cNvPr>
          <p:cNvSpPr/>
          <p:nvPr/>
        </p:nvSpPr>
        <p:spPr>
          <a:xfrm>
            <a:off x="3978227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3" name="Rectangle 212">
            <a:extLst>
              <a:ext uri="{FF2B5EF4-FFF2-40B4-BE49-F238E27FC236}">
                <a16:creationId xmlns:a16="http://schemas.microsoft.com/office/drawing/2014/main" id="{6C5348DF-4A15-E0FE-9906-C2C50062CA85}"/>
              </a:ext>
            </a:extLst>
          </p:cNvPr>
          <p:cNvSpPr/>
          <p:nvPr/>
        </p:nvSpPr>
        <p:spPr>
          <a:xfrm>
            <a:off x="4049944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3EABD465-2DC4-FED4-0691-913ECA175C27}"/>
              </a:ext>
            </a:extLst>
          </p:cNvPr>
          <p:cNvSpPr/>
          <p:nvPr/>
        </p:nvSpPr>
        <p:spPr>
          <a:xfrm>
            <a:off x="4121660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5" name="Rectangle 214">
            <a:extLst>
              <a:ext uri="{FF2B5EF4-FFF2-40B4-BE49-F238E27FC236}">
                <a16:creationId xmlns:a16="http://schemas.microsoft.com/office/drawing/2014/main" id="{947396C7-61F0-2435-B872-06F30278CCD6}"/>
              </a:ext>
            </a:extLst>
          </p:cNvPr>
          <p:cNvSpPr/>
          <p:nvPr/>
        </p:nvSpPr>
        <p:spPr>
          <a:xfrm>
            <a:off x="4193377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754149DE-7859-C0D8-E542-5D043B2D92D7}"/>
              </a:ext>
            </a:extLst>
          </p:cNvPr>
          <p:cNvSpPr/>
          <p:nvPr/>
        </p:nvSpPr>
        <p:spPr>
          <a:xfrm>
            <a:off x="4265094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7" name="Rectangle 216">
            <a:extLst>
              <a:ext uri="{FF2B5EF4-FFF2-40B4-BE49-F238E27FC236}">
                <a16:creationId xmlns:a16="http://schemas.microsoft.com/office/drawing/2014/main" id="{7079577C-1CDB-1D96-5258-C8D3CE1DE385}"/>
              </a:ext>
            </a:extLst>
          </p:cNvPr>
          <p:cNvSpPr/>
          <p:nvPr/>
        </p:nvSpPr>
        <p:spPr>
          <a:xfrm>
            <a:off x="4336810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8" name="Rectangle 217">
            <a:extLst>
              <a:ext uri="{FF2B5EF4-FFF2-40B4-BE49-F238E27FC236}">
                <a16:creationId xmlns:a16="http://schemas.microsoft.com/office/drawing/2014/main" id="{6F29B96D-3B21-A263-8A04-FA6FCAF49164}"/>
              </a:ext>
            </a:extLst>
          </p:cNvPr>
          <p:cNvSpPr/>
          <p:nvPr/>
        </p:nvSpPr>
        <p:spPr>
          <a:xfrm>
            <a:off x="4408527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F27D5A2A-DC82-0968-2C8A-7EE609EA82F5}"/>
              </a:ext>
            </a:extLst>
          </p:cNvPr>
          <p:cNvSpPr txBox="1"/>
          <p:nvPr/>
        </p:nvSpPr>
        <p:spPr>
          <a:xfrm>
            <a:off x="3538537" y="89500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220" name="Straight Connector 219">
            <a:extLst>
              <a:ext uri="{FF2B5EF4-FFF2-40B4-BE49-F238E27FC236}">
                <a16:creationId xmlns:a16="http://schemas.microsoft.com/office/drawing/2014/main" id="{CA095802-16CA-FECA-DAB9-09839F053C53}"/>
              </a:ext>
            </a:extLst>
          </p:cNvPr>
          <p:cNvCxnSpPr>
            <a:cxnSpLocks/>
          </p:cNvCxnSpPr>
          <p:nvPr/>
        </p:nvCxnSpPr>
        <p:spPr>
          <a:xfrm>
            <a:off x="4953000" y="109564"/>
            <a:ext cx="0" cy="6638873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2" name="TextBox 221">
            <a:extLst>
              <a:ext uri="{FF2B5EF4-FFF2-40B4-BE49-F238E27FC236}">
                <a16:creationId xmlns:a16="http://schemas.microsoft.com/office/drawing/2014/main" id="{0060CC7B-8464-98D8-8F69-AD4445BD9044}"/>
              </a:ext>
            </a:extLst>
          </p:cNvPr>
          <p:cNvSpPr txBox="1"/>
          <p:nvPr/>
        </p:nvSpPr>
        <p:spPr>
          <a:xfrm>
            <a:off x="-21074" y="221299"/>
            <a:ext cx="49976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Ар бир диаграммада бир эсептөө көрсөтүлгөн.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Ар бир ондукту жазыңыз, диаграммаларды толтуруңуз,жоопту табыңыз!</a:t>
            </a: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09E20B67-DED6-12E0-6495-E92439F8BB90}"/>
              </a:ext>
            </a:extLst>
          </p:cNvPr>
          <p:cNvSpPr txBox="1"/>
          <p:nvPr/>
        </p:nvSpPr>
        <p:spPr>
          <a:xfrm>
            <a:off x="22921" y="2613480"/>
            <a:ext cx="3145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B)</a:t>
            </a:r>
          </a:p>
        </p:txBody>
      </p:sp>
      <p:sp>
        <p:nvSpPr>
          <p:cNvPr id="226" name="Plus Sign 225">
            <a:extLst>
              <a:ext uri="{FF2B5EF4-FFF2-40B4-BE49-F238E27FC236}">
                <a16:creationId xmlns:a16="http://schemas.microsoft.com/office/drawing/2014/main" id="{EEFE84CE-EE0F-AC58-E25D-F59CAC6EFBD1}"/>
              </a:ext>
            </a:extLst>
          </p:cNvPr>
          <p:cNvSpPr/>
          <p:nvPr/>
        </p:nvSpPr>
        <p:spPr>
          <a:xfrm>
            <a:off x="1626710" y="2608117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7" name="Equals 226">
            <a:extLst>
              <a:ext uri="{FF2B5EF4-FFF2-40B4-BE49-F238E27FC236}">
                <a16:creationId xmlns:a16="http://schemas.microsoft.com/office/drawing/2014/main" id="{62C0AC13-3B52-8B8B-F183-2DDDF4058D81}"/>
              </a:ext>
            </a:extLst>
          </p:cNvPr>
          <p:cNvSpPr/>
          <p:nvPr/>
        </p:nvSpPr>
        <p:spPr>
          <a:xfrm>
            <a:off x="3200874" y="2554026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89" name="Straight Connector 288">
            <a:extLst>
              <a:ext uri="{FF2B5EF4-FFF2-40B4-BE49-F238E27FC236}">
                <a16:creationId xmlns:a16="http://schemas.microsoft.com/office/drawing/2014/main" id="{28E8500E-483C-960E-67A6-C259D2A7E741}"/>
              </a:ext>
            </a:extLst>
          </p:cNvPr>
          <p:cNvCxnSpPr>
            <a:cxnSpLocks/>
          </p:cNvCxnSpPr>
          <p:nvPr/>
        </p:nvCxnSpPr>
        <p:spPr>
          <a:xfrm>
            <a:off x="515938" y="3461073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1" name="Oval 290">
            <a:extLst>
              <a:ext uri="{FF2B5EF4-FFF2-40B4-BE49-F238E27FC236}">
                <a16:creationId xmlns:a16="http://schemas.microsoft.com/office/drawing/2014/main" id="{47AF9D91-8CD9-4AB0-E8CF-174F6F7DF582}"/>
              </a:ext>
            </a:extLst>
          </p:cNvPr>
          <p:cNvSpPr/>
          <p:nvPr/>
        </p:nvSpPr>
        <p:spPr>
          <a:xfrm>
            <a:off x="728258" y="2728725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92" name="Picture 291">
            <a:extLst>
              <a:ext uri="{FF2B5EF4-FFF2-40B4-BE49-F238E27FC236}">
                <a16:creationId xmlns:a16="http://schemas.microsoft.com/office/drawing/2014/main" id="{F6AE8323-3361-657B-77C1-9165A19B27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2396326"/>
            <a:ext cx="728704" cy="728704"/>
          </a:xfrm>
          <a:prstGeom prst="rect">
            <a:avLst/>
          </a:prstGeom>
        </p:spPr>
      </p:pic>
      <p:sp>
        <p:nvSpPr>
          <p:cNvPr id="293" name="Rectangle 292">
            <a:extLst>
              <a:ext uri="{FF2B5EF4-FFF2-40B4-BE49-F238E27FC236}">
                <a16:creationId xmlns:a16="http://schemas.microsoft.com/office/drawing/2014/main" id="{4C539E55-DA91-EE15-7F7E-D0EBE1C8D824}"/>
              </a:ext>
            </a:extLst>
          </p:cNvPr>
          <p:cNvSpPr/>
          <p:nvPr/>
        </p:nvSpPr>
        <p:spPr>
          <a:xfrm>
            <a:off x="919133" y="239948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4" name="Rectangle 293">
            <a:extLst>
              <a:ext uri="{FF2B5EF4-FFF2-40B4-BE49-F238E27FC236}">
                <a16:creationId xmlns:a16="http://schemas.microsoft.com/office/drawing/2014/main" id="{BDEB3D1E-571B-51AB-0C8E-6664C15FAD5A}"/>
              </a:ext>
            </a:extLst>
          </p:cNvPr>
          <p:cNvSpPr/>
          <p:nvPr/>
        </p:nvSpPr>
        <p:spPr>
          <a:xfrm>
            <a:off x="919133" y="247120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5" name="Rectangle 294">
            <a:extLst>
              <a:ext uri="{FF2B5EF4-FFF2-40B4-BE49-F238E27FC236}">
                <a16:creationId xmlns:a16="http://schemas.microsoft.com/office/drawing/2014/main" id="{0A9E9B0A-8DEA-B55C-6FB2-31CDDDAA6B3B}"/>
              </a:ext>
            </a:extLst>
          </p:cNvPr>
          <p:cNvSpPr/>
          <p:nvPr/>
        </p:nvSpPr>
        <p:spPr>
          <a:xfrm>
            <a:off x="919133" y="254292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7" name="TextBox 316">
            <a:extLst>
              <a:ext uri="{FF2B5EF4-FFF2-40B4-BE49-F238E27FC236}">
                <a16:creationId xmlns:a16="http://schemas.microsoft.com/office/drawing/2014/main" id="{3416E68F-5976-2C07-BF2A-D675D61A4981}"/>
              </a:ext>
            </a:extLst>
          </p:cNvPr>
          <p:cNvSpPr txBox="1"/>
          <p:nvPr/>
        </p:nvSpPr>
        <p:spPr>
          <a:xfrm>
            <a:off x="407987" y="252984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260" name="Straight Connector 259">
            <a:extLst>
              <a:ext uri="{FF2B5EF4-FFF2-40B4-BE49-F238E27FC236}">
                <a16:creationId xmlns:a16="http://schemas.microsoft.com/office/drawing/2014/main" id="{2A281E36-2A15-B8FE-3737-BAC60FE39FB1}"/>
              </a:ext>
            </a:extLst>
          </p:cNvPr>
          <p:cNvCxnSpPr>
            <a:cxnSpLocks/>
          </p:cNvCxnSpPr>
          <p:nvPr/>
        </p:nvCxnSpPr>
        <p:spPr>
          <a:xfrm>
            <a:off x="2090102" y="3461073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1" name="TextBox 260">
            <a:extLst>
              <a:ext uri="{FF2B5EF4-FFF2-40B4-BE49-F238E27FC236}">
                <a16:creationId xmlns:a16="http://schemas.microsoft.com/office/drawing/2014/main" id="{1A97851B-FC49-4A6F-C5B3-4C21BDCCDFA2}"/>
              </a:ext>
            </a:extLst>
          </p:cNvPr>
          <p:cNvSpPr txBox="1"/>
          <p:nvPr/>
        </p:nvSpPr>
        <p:spPr>
          <a:xfrm>
            <a:off x="2252634" y="3190064"/>
            <a:ext cx="460630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0.2</a:t>
            </a:r>
          </a:p>
        </p:txBody>
      </p:sp>
      <p:sp>
        <p:nvSpPr>
          <p:cNvPr id="262" name="Oval 261">
            <a:extLst>
              <a:ext uri="{FF2B5EF4-FFF2-40B4-BE49-F238E27FC236}">
                <a16:creationId xmlns:a16="http://schemas.microsoft.com/office/drawing/2014/main" id="{FBC4B01D-C7A4-E9B0-E294-193D37E0FD5A}"/>
              </a:ext>
            </a:extLst>
          </p:cNvPr>
          <p:cNvSpPr/>
          <p:nvPr/>
        </p:nvSpPr>
        <p:spPr>
          <a:xfrm>
            <a:off x="2302422" y="2728725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63" name="Picture 262">
            <a:extLst>
              <a:ext uri="{FF2B5EF4-FFF2-40B4-BE49-F238E27FC236}">
                <a16:creationId xmlns:a16="http://schemas.microsoft.com/office/drawing/2014/main" id="{725C76E3-BB75-2F3A-6AA2-57CCA94933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2396326"/>
            <a:ext cx="728704" cy="728704"/>
          </a:xfrm>
          <a:prstGeom prst="rect">
            <a:avLst/>
          </a:prstGeom>
        </p:spPr>
      </p:pic>
      <p:sp>
        <p:nvSpPr>
          <p:cNvPr id="281" name="Rectangle 280">
            <a:extLst>
              <a:ext uri="{FF2B5EF4-FFF2-40B4-BE49-F238E27FC236}">
                <a16:creationId xmlns:a16="http://schemas.microsoft.com/office/drawing/2014/main" id="{67B1CC02-2239-9B2A-F3CB-38DFD48D0FD2}"/>
              </a:ext>
            </a:extLst>
          </p:cNvPr>
          <p:cNvSpPr/>
          <p:nvPr/>
        </p:nvSpPr>
        <p:spPr>
          <a:xfrm>
            <a:off x="2421841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2" name="Rectangle 281">
            <a:extLst>
              <a:ext uri="{FF2B5EF4-FFF2-40B4-BE49-F238E27FC236}">
                <a16:creationId xmlns:a16="http://schemas.microsoft.com/office/drawing/2014/main" id="{13BE1108-71B4-7E15-BCD9-ABE5B1D02D57}"/>
              </a:ext>
            </a:extLst>
          </p:cNvPr>
          <p:cNvSpPr/>
          <p:nvPr/>
        </p:nvSpPr>
        <p:spPr>
          <a:xfrm>
            <a:off x="2493558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8" name="TextBox 287">
            <a:extLst>
              <a:ext uri="{FF2B5EF4-FFF2-40B4-BE49-F238E27FC236}">
                <a16:creationId xmlns:a16="http://schemas.microsoft.com/office/drawing/2014/main" id="{874779E8-FAFE-750A-4A7E-18F5487999AC}"/>
              </a:ext>
            </a:extLst>
          </p:cNvPr>
          <p:cNvSpPr txBox="1"/>
          <p:nvPr/>
        </p:nvSpPr>
        <p:spPr>
          <a:xfrm>
            <a:off x="1982151" y="252984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48E1ABC9-CA17-5570-088F-D697187214EA}"/>
              </a:ext>
            </a:extLst>
          </p:cNvPr>
          <p:cNvCxnSpPr>
            <a:cxnSpLocks/>
          </p:cNvCxnSpPr>
          <p:nvPr/>
        </p:nvCxnSpPr>
        <p:spPr>
          <a:xfrm>
            <a:off x="3646488" y="3461073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2" name="TextBox 231">
            <a:extLst>
              <a:ext uri="{FF2B5EF4-FFF2-40B4-BE49-F238E27FC236}">
                <a16:creationId xmlns:a16="http://schemas.microsoft.com/office/drawing/2014/main" id="{42B23034-4596-87F5-10A9-894AA2EFD720}"/>
              </a:ext>
            </a:extLst>
          </p:cNvPr>
          <p:cNvSpPr txBox="1"/>
          <p:nvPr/>
        </p:nvSpPr>
        <p:spPr>
          <a:xfrm>
            <a:off x="3731274" y="3190064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0.34</a:t>
            </a:r>
          </a:p>
        </p:txBody>
      </p:sp>
      <p:sp>
        <p:nvSpPr>
          <p:cNvPr id="233" name="Oval 232">
            <a:extLst>
              <a:ext uri="{FF2B5EF4-FFF2-40B4-BE49-F238E27FC236}">
                <a16:creationId xmlns:a16="http://schemas.microsoft.com/office/drawing/2014/main" id="{D82FD990-463A-8F63-AE1E-2AE3E45D45D0}"/>
              </a:ext>
            </a:extLst>
          </p:cNvPr>
          <p:cNvSpPr/>
          <p:nvPr/>
        </p:nvSpPr>
        <p:spPr>
          <a:xfrm>
            <a:off x="3858808" y="2728725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34" name="Picture 233">
            <a:extLst>
              <a:ext uri="{FF2B5EF4-FFF2-40B4-BE49-F238E27FC236}">
                <a16:creationId xmlns:a16="http://schemas.microsoft.com/office/drawing/2014/main" id="{67EE51AF-369A-2A1A-3548-79B0DEB9C9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2396326"/>
            <a:ext cx="728704" cy="728704"/>
          </a:xfrm>
          <a:prstGeom prst="rect">
            <a:avLst/>
          </a:prstGeom>
        </p:spPr>
      </p:pic>
      <p:sp>
        <p:nvSpPr>
          <p:cNvPr id="235" name="Rectangle 234">
            <a:extLst>
              <a:ext uri="{FF2B5EF4-FFF2-40B4-BE49-F238E27FC236}">
                <a16:creationId xmlns:a16="http://schemas.microsoft.com/office/drawing/2014/main" id="{28F7566D-5375-D83D-3312-F41E2434EB64}"/>
              </a:ext>
            </a:extLst>
          </p:cNvPr>
          <p:cNvSpPr/>
          <p:nvPr/>
        </p:nvSpPr>
        <p:spPr>
          <a:xfrm>
            <a:off x="4197542" y="239948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6" name="Rectangle 235">
            <a:extLst>
              <a:ext uri="{FF2B5EF4-FFF2-40B4-BE49-F238E27FC236}">
                <a16:creationId xmlns:a16="http://schemas.microsoft.com/office/drawing/2014/main" id="{A2DD77BA-1775-5728-86D2-910A7DA0F3C5}"/>
              </a:ext>
            </a:extLst>
          </p:cNvPr>
          <p:cNvSpPr/>
          <p:nvPr/>
        </p:nvSpPr>
        <p:spPr>
          <a:xfrm>
            <a:off x="4197542" y="247120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7" name="Rectangle 236">
            <a:extLst>
              <a:ext uri="{FF2B5EF4-FFF2-40B4-BE49-F238E27FC236}">
                <a16:creationId xmlns:a16="http://schemas.microsoft.com/office/drawing/2014/main" id="{9BE4D82F-D8C0-956A-6AA1-363395D963B8}"/>
              </a:ext>
            </a:extLst>
          </p:cNvPr>
          <p:cNvSpPr/>
          <p:nvPr/>
        </p:nvSpPr>
        <p:spPr>
          <a:xfrm>
            <a:off x="4197542" y="254292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2" name="Rectangle 251">
            <a:extLst>
              <a:ext uri="{FF2B5EF4-FFF2-40B4-BE49-F238E27FC236}">
                <a16:creationId xmlns:a16="http://schemas.microsoft.com/office/drawing/2014/main" id="{16BBE3E9-BF33-00B1-14B5-73306087418A}"/>
              </a:ext>
            </a:extLst>
          </p:cNvPr>
          <p:cNvSpPr/>
          <p:nvPr/>
        </p:nvSpPr>
        <p:spPr>
          <a:xfrm>
            <a:off x="3978227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3" name="Rectangle 252">
            <a:extLst>
              <a:ext uri="{FF2B5EF4-FFF2-40B4-BE49-F238E27FC236}">
                <a16:creationId xmlns:a16="http://schemas.microsoft.com/office/drawing/2014/main" id="{94819E4C-ADF1-88FF-375A-D96A8EE77B56}"/>
              </a:ext>
            </a:extLst>
          </p:cNvPr>
          <p:cNvSpPr/>
          <p:nvPr/>
        </p:nvSpPr>
        <p:spPr>
          <a:xfrm>
            <a:off x="4049944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4" name="Rectangle 253">
            <a:extLst>
              <a:ext uri="{FF2B5EF4-FFF2-40B4-BE49-F238E27FC236}">
                <a16:creationId xmlns:a16="http://schemas.microsoft.com/office/drawing/2014/main" id="{A13FF467-426F-88B3-9924-F9126D7DACFC}"/>
              </a:ext>
            </a:extLst>
          </p:cNvPr>
          <p:cNvSpPr/>
          <p:nvPr/>
        </p:nvSpPr>
        <p:spPr>
          <a:xfrm>
            <a:off x="4121660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30CCDBD5-EF63-96C7-6557-E7C53199DF1A}"/>
              </a:ext>
            </a:extLst>
          </p:cNvPr>
          <p:cNvSpPr txBox="1"/>
          <p:nvPr/>
        </p:nvSpPr>
        <p:spPr>
          <a:xfrm>
            <a:off x="3538537" y="252984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sp>
        <p:nvSpPr>
          <p:cNvPr id="319" name="TextBox 318">
            <a:extLst>
              <a:ext uri="{FF2B5EF4-FFF2-40B4-BE49-F238E27FC236}">
                <a16:creationId xmlns:a16="http://schemas.microsoft.com/office/drawing/2014/main" id="{B57483DA-C27C-36AE-6AD6-BC4AA2299915}"/>
              </a:ext>
            </a:extLst>
          </p:cNvPr>
          <p:cNvSpPr txBox="1"/>
          <p:nvPr/>
        </p:nvSpPr>
        <p:spPr>
          <a:xfrm>
            <a:off x="23723" y="4248317"/>
            <a:ext cx="3129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C)</a:t>
            </a:r>
          </a:p>
        </p:txBody>
      </p:sp>
      <p:sp>
        <p:nvSpPr>
          <p:cNvPr id="320" name="Plus Sign 319">
            <a:extLst>
              <a:ext uri="{FF2B5EF4-FFF2-40B4-BE49-F238E27FC236}">
                <a16:creationId xmlns:a16="http://schemas.microsoft.com/office/drawing/2014/main" id="{715ABA57-0EBD-BA25-545E-3EEBB7B5CABB}"/>
              </a:ext>
            </a:extLst>
          </p:cNvPr>
          <p:cNvSpPr/>
          <p:nvPr/>
        </p:nvSpPr>
        <p:spPr>
          <a:xfrm>
            <a:off x="1626710" y="4242954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1" name="Equals 320">
            <a:extLst>
              <a:ext uri="{FF2B5EF4-FFF2-40B4-BE49-F238E27FC236}">
                <a16:creationId xmlns:a16="http://schemas.microsoft.com/office/drawing/2014/main" id="{B12CA7F8-C5AB-7CBB-32BB-2BAD2D9AC1AB}"/>
              </a:ext>
            </a:extLst>
          </p:cNvPr>
          <p:cNvSpPr/>
          <p:nvPr/>
        </p:nvSpPr>
        <p:spPr>
          <a:xfrm>
            <a:off x="3200874" y="4188863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83" name="Straight Connector 382">
            <a:extLst>
              <a:ext uri="{FF2B5EF4-FFF2-40B4-BE49-F238E27FC236}">
                <a16:creationId xmlns:a16="http://schemas.microsoft.com/office/drawing/2014/main" id="{07C861E0-C112-1143-85FF-DB2E97F067CD}"/>
              </a:ext>
            </a:extLst>
          </p:cNvPr>
          <p:cNvCxnSpPr>
            <a:cxnSpLocks/>
          </p:cNvCxnSpPr>
          <p:nvPr/>
        </p:nvCxnSpPr>
        <p:spPr>
          <a:xfrm>
            <a:off x="515938" y="509591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4" name="TextBox 383">
            <a:extLst>
              <a:ext uri="{FF2B5EF4-FFF2-40B4-BE49-F238E27FC236}">
                <a16:creationId xmlns:a16="http://schemas.microsoft.com/office/drawing/2014/main" id="{43DB105A-BF44-9AD8-91D2-47C845CB0F38}"/>
              </a:ext>
            </a:extLst>
          </p:cNvPr>
          <p:cNvSpPr txBox="1"/>
          <p:nvPr/>
        </p:nvSpPr>
        <p:spPr>
          <a:xfrm>
            <a:off x="600724" y="4824901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0.21</a:t>
            </a:r>
          </a:p>
        </p:txBody>
      </p:sp>
      <p:sp>
        <p:nvSpPr>
          <p:cNvPr id="385" name="Oval 384">
            <a:extLst>
              <a:ext uri="{FF2B5EF4-FFF2-40B4-BE49-F238E27FC236}">
                <a16:creationId xmlns:a16="http://schemas.microsoft.com/office/drawing/2014/main" id="{EED4BE7A-211F-4239-3354-561D783F0DA0}"/>
              </a:ext>
            </a:extLst>
          </p:cNvPr>
          <p:cNvSpPr/>
          <p:nvPr/>
        </p:nvSpPr>
        <p:spPr>
          <a:xfrm>
            <a:off x="728258" y="436356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86" name="Picture 385">
            <a:extLst>
              <a:ext uri="{FF2B5EF4-FFF2-40B4-BE49-F238E27FC236}">
                <a16:creationId xmlns:a16="http://schemas.microsoft.com/office/drawing/2014/main" id="{31772677-B1F6-0EFF-45B1-AA595703AA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4031163"/>
            <a:ext cx="728704" cy="728704"/>
          </a:xfrm>
          <a:prstGeom prst="rect">
            <a:avLst/>
          </a:prstGeom>
        </p:spPr>
      </p:pic>
      <p:sp>
        <p:nvSpPr>
          <p:cNvPr id="387" name="Rectangle 386">
            <a:extLst>
              <a:ext uri="{FF2B5EF4-FFF2-40B4-BE49-F238E27FC236}">
                <a16:creationId xmlns:a16="http://schemas.microsoft.com/office/drawing/2014/main" id="{F06001C1-2404-7B3B-2919-BC0432FC1CCD}"/>
              </a:ext>
            </a:extLst>
          </p:cNvPr>
          <p:cNvSpPr/>
          <p:nvPr/>
        </p:nvSpPr>
        <p:spPr>
          <a:xfrm>
            <a:off x="990919" y="403432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4" name="Rectangle 403">
            <a:extLst>
              <a:ext uri="{FF2B5EF4-FFF2-40B4-BE49-F238E27FC236}">
                <a16:creationId xmlns:a16="http://schemas.microsoft.com/office/drawing/2014/main" id="{335B9045-A3B9-8892-0719-8E13C50180BE}"/>
              </a:ext>
            </a:extLst>
          </p:cNvPr>
          <p:cNvSpPr/>
          <p:nvPr/>
        </p:nvSpPr>
        <p:spPr>
          <a:xfrm>
            <a:off x="847677" y="403432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5" name="Rectangle 404">
            <a:extLst>
              <a:ext uri="{FF2B5EF4-FFF2-40B4-BE49-F238E27FC236}">
                <a16:creationId xmlns:a16="http://schemas.microsoft.com/office/drawing/2014/main" id="{604F91A7-7E50-14E5-610F-322C37BCAC01}"/>
              </a:ext>
            </a:extLst>
          </p:cNvPr>
          <p:cNvSpPr/>
          <p:nvPr/>
        </p:nvSpPr>
        <p:spPr>
          <a:xfrm>
            <a:off x="919394" y="403432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1" name="TextBox 410">
            <a:extLst>
              <a:ext uri="{FF2B5EF4-FFF2-40B4-BE49-F238E27FC236}">
                <a16:creationId xmlns:a16="http://schemas.microsoft.com/office/drawing/2014/main" id="{1DFD7753-452B-B281-9BC0-69B492048F10}"/>
              </a:ext>
            </a:extLst>
          </p:cNvPr>
          <p:cNvSpPr txBox="1"/>
          <p:nvPr/>
        </p:nvSpPr>
        <p:spPr>
          <a:xfrm>
            <a:off x="407987" y="416468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354" name="Straight Connector 353">
            <a:extLst>
              <a:ext uri="{FF2B5EF4-FFF2-40B4-BE49-F238E27FC236}">
                <a16:creationId xmlns:a16="http://schemas.microsoft.com/office/drawing/2014/main" id="{73FE9D60-3ECA-92F7-B28F-51FCF6B03039}"/>
              </a:ext>
            </a:extLst>
          </p:cNvPr>
          <p:cNvCxnSpPr>
            <a:cxnSpLocks/>
          </p:cNvCxnSpPr>
          <p:nvPr/>
        </p:nvCxnSpPr>
        <p:spPr>
          <a:xfrm>
            <a:off x="2090102" y="509591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5" name="TextBox 354">
            <a:extLst>
              <a:ext uri="{FF2B5EF4-FFF2-40B4-BE49-F238E27FC236}">
                <a16:creationId xmlns:a16="http://schemas.microsoft.com/office/drawing/2014/main" id="{8EB5EB23-C4DC-DEFB-F951-175383A3A408}"/>
              </a:ext>
            </a:extLst>
          </p:cNvPr>
          <p:cNvSpPr txBox="1"/>
          <p:nvPr/>
        </p:nvSpPr>
        <p:spPr>
          <a:xfrm>
            <a:off x="2174888" y="4824901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0.15</a:t>
            </a:r>
          </a:p>
        </p:txBody>
      </p:sp>
      <p:sp>
        <p:nvSpPr>
          <p:cNvPr id="356" name="Oval 355">
            <a:extLst>
              <a:ext uri="{FF2B5EF4-FFF2-40B4-BE49-F238E27FC236}">
                <a16:creationId xmlns:a16="http://schemas.microsoft.com/office/drawing/2014/main" id="{49822684-4223-84F7-0B90-F3D035148C18}"/>
              </a:ext>
            </a:extLst>
          </p:cNvPr>
          <p:cNvSpPr/>
          <p:nvPr/>
        </p:nvSpPr>
        <p:spPr>
          <a:xfrm>
            <a:off x="2302422" y="436356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57" name="Picture 356">
            <a:extLst>
              <a:ext uri="{FF2B5EF4-FFF2-40B4-BE49-F238E27FC236}">
                <a16:creationId xmlns:a16="http://schemas.microsoft.com/office/drawing/2014/main" id="{03D087D6-A09A-E3B1-C7E4-CDA5937FC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4031163"/>
            <a:ext cx="728704" cy="728704"/>
          </a:xfrm>
          <a:prstGeom prst="rect">
            <a:avLst/>
          </a:prstGeom>
        </p:spPr>
      </p:pic>
      <p:sp>
        <p:nvSpPr>
          <p:cNvPr id="358" name="Rectangle 357">
            <a:extLst>
              <a:ext uri="{FF2B5EF4-FFF2-40B4-BE49-F238E27FC236}">
                <a16:creationId xmlns:a16="http://schemas.microsoft.com/office/drawing/2014/main" id="{B89591D1-8E90-CBF7-A0B0-1D81BBDA3985}"/>
              </a:ext>
            </a:extLst>
          </p:cNvPr>
          <p:cNvSpPr/>
          <p:nvPr/>
        </p:nvSpPr>
        <p:spPr>
          <a:xfrm>
            <a:off x="2492058" y="403432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9" name="Rectangle 358">
            <a:extLst>
              <a:ext uri="{FF2B5EF4-FFF2-40B4-BE49-F238E27FC236}">
                <a16:creationId xmlns:a16="http://schemas.microsoft.com/office/drawing/2014/main" id="{4FFE4F40-DCFF-572B-E62C-56F1D7DBBD54}"/>
              </a:ext>
            </a:extLst>
          </p:cNvPr>
          <p:cNvSpPr/>
          <p:nvPr/>
        </p:nvSpPr>
        <p:spPr>
          <a:xfrm>
            <a:off x="2492058" y="410604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0" name="Rectangle 359">
            <a:extLst>
              <a:ext uri="{FF2B5EF4-FFF2-40B4-BE49-F238E27FC236}">
                <a16:creationId xmlns:a16="http://schemas.microsoft.com/office/drawing/2014/main" id="{DEC377DC-F481-E411-9A29-F164D52D16B1}"/>
              </a:ext>
            </a:extLst>
          </p:cNvPr>
          <p:cNvSpPr/>
          <p:nvPr/>
        </p:nvSpPr>
        <p:spPr>
          <a:xfrm>
            <a:off x="2492058" y="417775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1" name="Rectangle 360">
            <a:extLst>
              <a:ext uri="{FF2B5EF4-FFF2-40B4-BE49-F238E27FC236}">
                <a16:creationId xmlns:a16="http://schemas.microsoft.com/office/drawing/2014/main" id="{1C64907D-767D-0529-24F2-67DD409BDF47}"/>
              </a:ext>
            </a:extLst>
          </p:cNvPr>
          <p:cNvSpPr/>
          <p:nvPr/>
        </p:nvSpPr>
        <p:spPr>
          <a:xfrm>
            <a:off x="2492058" y="424947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3" name="Rectangle 362">
            <a:extLst>
              <a:ext uri="{FF2B5EF4-FFF2-40B4-BE49-F238E27FC236}">
                <a16:creationId xmlns:a16="http://schemas.microsoft.com/office/drawing/2014/main" id="{182827DE-6AE1-C978-F73B-DEE39535845E}"/>
              </a:ext>
            </a:extLst>
          </p:cNvPr>
          <p:cNvSpPr/>
          <p:nvPr/>
        </p:nvSpPr>
        <p:spPr>
          <a:xfrm>
            <a:off x="2492058" y="432119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5" name="Rectangle 374">
            <a:extLst>
              <a:ext uri="{FF2B5EF4-FFF2-40B4-BE49-F238E27FC236}">
                <a16:creationId xmlns:a16="http://schemas.microsoft.com/office/drawing/2014/main" id="{A26E5B2C-67EF-6CEB-FF07-9D00C111AB60}"/>
              </a:ext>
            </a:extLst>
          </p:cNvPr>
          <p:cNvSpPr/>
          <p:nvPr/>
        </p:nvSpPr>
        <p:spPr>
          <a:xfrm>
            <a:off x="2421841" y="403432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2" name="TextBox 381">
            <a:extLst>
              <a:ext uri="{FF2B5EF4-FFF2-40B4-BE49-F238E27FC236}">
                <a16:creationId xmlns:a16="http://schemas.microsoft.com/office/drawing/2014/main" id="{6D552DD5-4C24-F089-5237-AA6EF90062D7}"/>
              </a:ext>
            </a:extLst>
          </p:cNvPr>
          <p:cNvSpPr txBox="1"/>
          <p:nvPr/>
        </p:nvSpPr>
        <p:spPr>
          <a:xfrm>
            <a:off x="1982151" y="416468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325" name="Straight Connector 324">
            <a:extLst>
              <a:ext uri="{FF2B5EF4-FFF2-40B4-BE49-F238E27FC236}">
                <a16:creationId xmlns:a16="http://schemas.microsoft.com/office/drawing/2014/main" id="{C4638BD4-D6D2-AC08-A95C-4F37D5C286C8}"/>
              </a:ext>
            </a:extLst>
          </p:cNvPr>
          <p:cNvCxnSpPr>
            <a:cxnSpLocks/>
          </p:cNvCxnSpPr>
          <p:nvPr/>
        </p:nvCxnSpPr>
        <p:spPr>
          <a:xfrm>
            <a:off x="3646488" y="509591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6" name="TextBox 325">
            <a:extLst>
              <a:ext uri="{FF2B5EF4-FFF2-40B4-BE49-F238E27FC236}">
                <a16:creationId xmlns:a16="http://schemas.microsoft.com/office/drawing/2014/main" id="{B98ADAC1-22D9-DAB5-06AD-C998929EC371}"/>
              </a:ext>
            </a:extLst>
          </p:cNvPr>
          <p:cNvSpPr txBox="1"/>
          <p:nvPr/>
        </p:nvSpPr>
        <p:spPr>
          <a:xfrm>
            <a:off x="3731275" y="4824901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0.36</a:t>
            </a:r>
          </a:p>
        </p:txBody>
      </p:sp>
      <p:sp>
        <p:nvSpPr>
          <p:cNvPr id="327" name="Oval 326">
            <a:extLst>
              <a:ext uri="{FF2B5EF4-FFF2-40B4-BE49-F238E27FC236}">
                <a16:creationId xmlns:a16="http://schemas.microsoft.com/office/drawing/2014/main" id="{52280501-0978-C865-C1D1-03A409798CC3}"/>
              </a:ext>
            </a:extLst>
          </p:cNvPr>
          <p:cNvSpPr/>
          <p:nvPr/>
        </p:nvSpPr>
        <p:spPr>
          <a:xfrm>
            <a:off x="3858808" y="436356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28" name="Picture 327">
            <a:extLst>
              <a:ext uri="{FF2B5EF4-FFF2-40B4-BE49-F238E27FC236}">
                <a16:creationId xmlns:a16="http://schemas.microsoft.com/office/drawing/2014/main" id="{1D02B83F-32E9-1875-AAA2-355F7FA682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4031163"/>
            <a:ext cx="728704" cy="728704"/>
          </a:xfrm>
          <a:prstGeom prst="rect">
            <a:avLst/>
          </a:prstGeom>
        </p:spPr>
      </p:pic>
      <p:sp>
        <p:nvSpPr>
          <p:cNvPr id="329" name="Rectangle 328">
            <a:extLst>
              <a:ext uri="{FF2B5EF4-FFF2-40B4-BE49-F238E27FC236}">
                <a16:creationId xmlns:a16="http://schemas.microsoft.com/office/drawing/2014/main" id="{673E1F96-6EB4-DE83-13E0-D1C7F46EE911}"/>
              </a:ext>
            </a:extLst>
          </p:cNvPr>
          <p:cNvSpPr/>
          <p:nvPr/>
        </p:nvSpPr>
        <p:spPr>
          <a:xfrm>
            <a:off x="4191319" y="403432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0" name="Rectangle 329">
            <a:extLst>
              <a:ext uri="{FF2B5EF4-FFF2-40B4-BE49-F238E27FC236}">
                <a16:creationId xmlns:a16="http://schemas.microsoft.com/office/drawing/2014/main" id="{EF53D287-69CE-3A86-5E4B-0AB309DFF798}"/>
              </a:ext>
            </a:extLst>
          </p:cNvPr>
          <p:cNvSpPr/>
          <p:nvPr/>
        </p:nvSpPr>
        <p:spPr>
          <a:xfrm>
            <a:off x="4191319" y="410604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1" name="Rectangle 330">
            <a:extLst>
              <a:ext uri="{FF2B5EF4-FFF2-40B4-BE49-F238E27FC236}">
                <a16:creationId xmlns:a16="http://schemas.microsoft.com/office/drawing/2014/main" id="{2403C892-23F9-07CD-B15D-F15A61C38F30}"/>
              </a:ext>
            </a:extLst>
          </p:cNvPr>
          <p:cNvSpPr/>
          <p:nvPr/>
        </p:nvSpPr>
        <p:spPr>
          <a:xfrm>
            <a:off x="4191319" y="417775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2" name="Rectangle 331">
            <a:extLst>
              <a:ext uri="{FF2B5EF4-FFF2-40B4-BE49-F238E27FC236}">
                <a16:creationId xmlns:a16="http://schemas.microsoft.com/office/drawing/2014/main" id="{F5AA1072-AD8B-42D0-E4E0-76964312B296}"/>
              </a:ext>
            </a:extLst>
          </p:cNvPr>
          <p:cNvSpPr/>
          <p:nvPr/>
        </p:nvSpPr>
        <p:spPr>
          <a:xfrm>
            <a:off x="4191319" y="424947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4" name="Rectangle 333">
            <a:extLst>
              <a:ext uri="{FF2B5EF4-FFF2-40B4-BE49-F238E27FC236}">
                <a16:creationId xmlns:a16="http://schemas.microsoft.com/office/drawing/2014/main" id="{5DDB52E9-40D7-8DCF-814F-CFEF752FDD26}"/>
              </a:ext>
            </a:extLst>
          </p:cNvPr>
          <p:cNvSpPr/>
          <p:nvPr/>
        </p:nvSpPr>
        <p:spPr>
          <a:xfrm>
            <a:off x="4191319" y="432119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6" name="Rectangle 335">
            <a:extLst>
              <a:ext uri="{FF2B5EF4-FFF2-40B4-BE49-F238E27FC236}">
                <a16:creationId xmlns:a16="http://schemas.microsoft.com/office/drawing/2014/main" id="{5454DDBD-6FF9-DC99-7283-1D6B9654E0FA}"/>
              </a:ext>
            </a:extLst>
          </p:cNvPr>
          <p:cNvSpPr/>
          <p:nvPr/>
        </p:nvSpPr>
        <p:spPr>
          <a:xfrm>
            <a:off x="4191319" y="439290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6" name="Rectangle 345">
            <a:extLst>
              <a:ext uri="{FF2B5EF4-FFF2-40B4-BE49-F238E27FC236}">
                <a16:creationId xmlns:a16="http://schemas.microsoft.com/office/drawing/2014/main" id="{FBDF602B-51E3-A851-C330-6D5329393A1F}"/>
              </a:ext>
            </a:extLst>
          </p:cNvPr>
          <p:cNvSpPr/>
          <p:nvPr/>
        </p:nvSpPr>
        <p:spPr>
          <a:xfrm>
            <a:off x="3978227" y="403432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7" name="Rectangle 346">
            <a:extLst>
              <a:ext uri="{FF2B5EF4-FFF2-40B4-BE49-F238E27FC236}">
                <a16:creationId xmlns:a16="http://schemas.microsoft.com/office/drawing/2014/main" id="{5C516DD3-BCC6-459C-3C1B-364E4B4591F0}"/>
              </a:ext>
            </a:extLst>
          </p:cNvPr>
          <p:cNvSpPr/>
          <p:nvPr/>
        </p:nvSpPr>
        <p:spPr>
          <a:xfrm>
            <a:off x="4049944" y="403432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8" name="Rectangle 347">
            <a:extLst>
              <a:ext uri="{FF2B5EF4-FFF2-40B4-BE49-F238E27FC236}">
                <a16:creationId xmlns:a16="http://schemas.microsoft.com/office/drawing/2014/main" id="{6BEFD2A3-4542-5D13-BC2C-DD25829DEEF9}"/>
              </a:ext>
            </a:extLst>
          </p:cNvPr>
          <p:cNvSpPr/>
          <p:nvPr/>
        </p:nvSpPr>
        <p:spPr>
          <a:xfrm>
            <a:off x="4121660" y="403432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3" name="TextBox 352">
            <a:extLst>
              <a:ext uri="{FF2B5EF4-FFF2-40B4-BE49-F238E27FC236}">
                <a16:creationId xmlns:a16="http://schemas.microsoft.com/office/drawing/2014/main" id="{F355B970-B509-A698-F944-974F4BBC8C50}"/>
              </a:ext>
            </a:extLst>
          </p:cNvPr>
          <p:cNvSpPr txBox="1"/>
          <p:nvPr/>
        </p:nvSpPr>
        <p:spPr>
          <a:xfrm>
            <a:off x="3538537" y="416468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sp>
        <p:nvSpPr>
          <p:cNvPr id="413" name="TextBox 412">
            <a:extLst>
              <a:ext uri="{FF2B5EF4-FFF2-40B4-BE49-F238E27FC236}">
                <a16:creationId xmlns:a16="http://schemas.microsoft.com/office/drawing/2014/main" id="{FF9C85CE-83BE-7746-577E-B881525DED23}"/>
              </a:ext>
            </a:extLst>
          </p:cNvPr>
          <p:cNvSpPr txBox="1"/>
          <p:nvPr/>
        </p:nvSpPr>
        <p:spPr>
          <a:xfrm>
            <a:off x="16509" y="5883153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D)</a:t>
            </a:r>
          </a:p>
        </p:txBody>
      </p:sp>
      <p:sp>
        <p:nvSpPr>
          <p:cNvPr id="414" name="Plus Sign 413">
            <a:extLst>
              <a:ext uri="{FF2B5EF4-FFF2-40B4-BE49-F238E27FC236}">
                <a16:creationId xmlns:a16="http://schemas.microsoft.com/office/drawing/2014/main" id="{818FFE4E-9EE3-7BB5-5C4D-4B23374370F7}"/>
              </a:ext>
            </a:extLst>
          </p:cNvPr>
          <p:cNvSpPr/>
          <p:nvPr/>
        </p:nvSpPr>
        <p:spPr>
          <a:xfrm>
            <a:off x="1626710" y="5877790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5" name="Equals 414">
            <a:extLst>
              <a:ext uri="{FF2B5EF4-FFF2-40B4-BE49-F238E27FC236}">
                <a16:creationId xmlns:a16="http://schemas.microsoft.com/office/drawing/2014/main" id="{750EB784-1904-40D9-1DCA-A5FA37E73057}"/>
              </a:ext>
            </a:extLst>
          </p:cNvPr>
          <p:cNvSpPr/>
          <p:nvPr/>
        </p:nvSpPr>
        <p:spPr>
          <a:xfrm>
            <a:off x="3200874" y="5823699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77" name="Straight Connector 476">
            <a:extLst>
              <a:ext uri="{FF2B5EF4-FFF2-40B4-BE49-F238E27FC236}">
                <a16:creationId xmlns:a16="http://schemas.microsoft.com/office/drawing/2014/main" id="{3FA17D48-17DF-886A-61D9-A671EA347B11}"/>
              </a:ext>
            </a:extLst>
          </p:cNvPr>
          <p:cNvCxnSpPr>
            <a:cxnSpLocks/>
          </p:cNvCxnSpPr>
          <p:nvPr/>
        </p:nvCxnSpPr>
        <p:spPr>
          <a:xfrm>
            <a:off x="515938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8" name="TextBox 477">
            <a:extLst>
              <a:ext uri="{FF2B5EF4-FFF2-40B4-BE49-F238E27FC236}">
                <a16:creationId xmlns:a16="http://schemas.microsoft.com/office/drawing/2014/main" id="{B339C67D-3F26-BC76-3120-BDE56EF11B86}"/>
              </a:ext>
            </a:extLst>
          </p:cNvPr>
          <p:cNvSpPr txBox="1"/>
          <p:nvPr/>
        </p:nvSpPr>
        <p:spPr>
          <a:xfrm>
            <a:off x="600724" y="6459737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0.57</a:t>
            </a:r>
          </a:p>
        </p:txBody>
      </p:sp>
      <p:sp>
        <p:nvSpPr>
          <p:cNvPr id="479" name="Oval 478">
            <a:extLst>
              <a:ext uri="{FF2B5EF4-FFF2-40B4-BE49-F238E27FC236}">
                <a16:creationId xmlns:a16="http://schemas.microsoft.com/office/drawing/2014/main" id="{803B04C4-F83A-1C0C-EBAF-D1F4F87D1CE1}"/>
              </a:ext>
            </a:extLst>
          </p:cNvPr>
          <p:cNvSpPr/>
          <p:nvPr/>
        </p:nvSpPr>
        <p:spPr>
          <a:xfrm>
            <a:off x="728258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80" name="Picture 479">
            <a:extLst>
              <a:ext uri="{FF2B5EF4-FFF2-40B4-BE49-F238E27FC236}">
                <a16:creationId xmlns:a16="http://schemas.microsoft.com/office/drawing/2014/main" id="{03BEA461-FE34-05F5-E402-9986381712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5665999"/>
            <a:ext cx="728704" cy="728704"/>
          </a:xfrm>
          <a:prstGeom prst="rect">
            <a:avLst/>
          </a:prstGeom>
        </p:spPr>
      </p:pic>
      <p:sp>
        <p:nvSpPr>
          <p:cNvPr id="484" name="Rectangle 483">
            <a:extLst>
              <a:ext uri="{FF2B5EF4-FFF2-40B4-BE49-F238E27FC236}">
                <a16:creationId xmlns:a16="http://schemas.microsoft.com/office/drawing/2014/main" id="{DD532DF9-7CB4-C5FB-4741-44280ACE9438}"/>
              </a:ext>
            </a:extLst>
          </p:cNvPr>
          <p:cNvSpPr/>
          <p:nvPr/>
        </p:nvSpPr>
        <p:spPr>
          <a:xfrm>
            <a:off x="1206139" y="588431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6" name="Rectangle 485">
            <a:extLst>
              <a:ext uri="{FF2B5EF4-FFF2-40B4-BE49-F238E27FC236}">
                <a16:creationId xmlns:a16="http://schemas.microsoft.com/office/drawing/2014/main" id="{03E00E98-E27A-CFF1-26E6-2027403E81C1}"/>
              </a:ext>
            </a:extLst>
          </p:cNvPr>
          <p:cNvSpPr/>
          <p:nvPr/>
        </p:nvSpPr>
        <p:spPr>
          <a:xfrm>
            <a:off x="1206139" y="595602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8" name="Rectangle 487">
            <a:extLst>
              <a:ext uri="{FF2B5EF4-FFF2-40B4-BE49-F238E27FC236}">
                <a16:creationId xmlns:a16="http://schemas.microsoft.com/office/drawing/2014/main" id="{EAEEF18A-6713-F73A-C1A0-1356AA2742E9}"/>
              </a:ext>
            </a:extLst>
          </p:cNvPr>
          <p:cNvSpPr/>
          <p:nvPr/>
        </p:nvSpPr>
        <p:spPr>
          <a:xfrm>
            <a:off x="1206139" y="602774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0" name="Rectangle 489">
            <a:extLst>
              <a:ext uri="{FF2B5EF4-FFF2-40B4-BE49-F238E27FC236}">
                <a16:creationId xmlns:a16="http://schemas.microsoft.com/office/drawing/2014/main" id="{98DEBE14-65CE-75A7-D72E-80350E36F8EB}"/>
              </a:ext>
            </a:extLst>
          </p:cNvPr>
          <p:cNvSpPr/>
          <p:nvPr/>
        </p:nvSpPr>
        <p:spPr>
          <a:xfrm>
            <a:off x="1206139" y="609946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2" name="Rectangle 491">
            <a:extLst>
              <a:ext uri="{FF2B5EF4-FFF2-40B4-BE49-F238E27FC236}">
                <a16:creationId xmlns:a16="http://schemas.microsoft.com/office/drawing/2014/main" id="{055A9F68-CE27-06FD-A3C7-868AA504053C}"/>
              </a:ext>
            </a:extLst>
          </p:cNvPr>
          <p:cNvSpPr/>
          <p:nvPr/>
        </p:nvSpPr>
        <p:spPr>
          <a:xfrm>
            <a:off x="1206139" y="61711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4" name="Rectangle 493">
            <a:extLst>
              <a:ext uri="{FF2B5EF4-FFF2-40B4-BE49-F238E27FC236}">
                <a16:creationId xmlns:a16="http://schemas.microsoft.com/office/drawing/2014/main" id="{8536EEA9-4EC2-4F98-4410-9125196BC716}"/>
              </a:ext>
            </a:extLst>
          </p:cNvPr>
          <p:cNvSpPr/>
          <p:nvPr/>
        </p:nvSpPr>
        <p:spPr>
          <a:xfrm>
            <a:off x="1206139" y="624289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6" name="Rectangle 495">
            <a:extLst>
              <a:ext uri="{FF2B5EF4-FFF2-40B4-BE49-F238E27FC236}">
                <a16:creationId xmlns:a16="http://schemas.microsoft.com/office/drawing/2014/main" id="{2BEB639C-00F3-597D-2276-405F982C42FA}"/>
              </a:ext>
            </a:extLst>
          </p:cNvPr>
          <p:cNvSpPr/>
          <p:nvPr/>
        </p:nvSpPr>
        <p:spPr>
          <a:xfrm>
            <a:off x="1206139" y="631461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8" name="Rectangle 497">
            <a:extLst>
              <a:ext uri="{FF2B5EF4-FFF2-40B4-BE49-F238E27FC236}">
                <a16:creationId xmlns:a16="http://schemas.microsoft.com/office/drawing/2014/main" id="{189C80C5-2909-56AC-83D0-0008BBAE1FD3}"/>
              </a:ext>
            </a:extLst>
          </p:cNvPr>
          <p:cNvSpPr/>
          <p:nvPr/>
        </p:nvSpPr>
        <p:spPr>
          <a:xfrm>
            <a:off x="847677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9" name="Rectangle 498">
            <a:extLst>
              <a:ext uri="{FF2B5EF4-FFF2-40B4-BE49-F238E27FC236}">
                <a16:creationId xmlns:a16="http://schemas.microsoft.com/office/drawing/2014/main" id="{B12BB91F-F34F-0EB1-FBE4-59BF55AD8A33}"/>
              </a:ext>
            </a:extLst>
          </p:cNvPr>
          <p:cNvSpPr/>
          <p:nvPr/>
        </p:nvSpPr>
        <p:spPr>
          <a:xfrm>
            <a:off x="919394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0" name="Rectangle 499">
            <a:extLst>
              <a:ext uri="{FF2B5EF4-FFF2-40B4-BE49-F238E27FC236}">
                <a16:creationId xmlns:a16="http://schemas.microsoft.com/office/drawing/2014/main" id="{396E6771-A05E-CB68-EF90-6DC35DAFDA9C}"/>
              </a:ext>
            </a:extLst>
          </p:cNvPr>
          <p:cNvSpPr/>
          <p:nvPr/>
        </p:nvSpPr>
        <p:spPr>
          <a:xfrm>
            <a:off x="991110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1" name="Rectangle 500">
            <a:extLst>
              <a:ext uri="{FF2B5EF4-FFF2-40B4-BE49-F238E27FC236}">
                <a16:creationId xmlns:a16="http://schemas.microsoft.com/office/drawing/2014/main" id="{71F57264-20E6-DE19-D6EE-F36A17FC723F}"/>
              </a:ext>
            </a:extLst>
          </p:cNvPr>
          <p:cNvSpPr/>
          <p:nvPr/>
        </p:nvSpPr>
        <p:spPr>
          <a:xfrm>
            <a:off x="1062827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2" name="Rectangle 501">
            <a:extLst>
              <a:ext uri="{FF2B5EF4-FFF2-40B4-BE49-F238E27FC236}">
                <a16:creationId xmlns:a16="http://schemas.microsoft.com/office/drawing/2014/main" id="{BA4AA158-E59D-0CE0-4147-3A7F129C54B8}"/>
              </a:ext>
            </a:extLst>
          </p:cNvPr>
          <p:cNvSpPr/>
          <p:nvPr/>
        </p:nvSpPr>
        <p:spPr>
          <a:xfrm>
            <a:off x="1134544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5" name="TextBox 504">
            <a:extLst>
              <a:ext uri="{FF2B5EF4-FFF2-40B4-BE49-F238E27FC236}">
                <a16:creationId xmlns:a16="http://schemas.microsoft.com/office/drawing/2014/main" id="{87D21041-9406-4CC1-37EC-B6AB65853B72}"/>
              </a:ext>
            </a:extLst>
          </p:cNvPr>
          <p:cNvSpPr txBox="1"/>
          <p:nvPr/>
        </p:nvSpPr>
        <p:spPr>
          <a:xfrm>
            <a:off x="407987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448" name="Straight Connector 447">
            <a:extLst>
              <a:ext uri="{FF2B5EF4-FFF2-40B4-BE49-F238E27FC236}">
                <a16:creationId xmlns:a16="http://schemas.microsoft.com/office/drawing/2014/main" id="{922FB43E-3C68-B172-E249-7036D7943A57}"/>
              </a:ext>
            </a:extLst>
          </p:cNvPr>
          <p:cNvCxnSpPr>
            <a:cxnSpLocks/>
          </p:cNvCxnSpPr>
          <p:nvPr/>
        </p:nvCxnSpPr>
        <p:spPr>
          <a:xfrm>
            <a:off x="2090102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9" name="TextBox 448">
            <a:extLst>
              <a:ext uri="{FF2B5EF4-FFF2-40B4-BE49-F238E27FC236}">
                <a16:creationId xmlns:a16="http://schemas.microsoft.com/office/drawing/2014/main" id="{6BAEA490-28A4-FD53-1639-37A9B134B079}"/>
              </a:ext>
            </a:extLst>
          </p:cNvPr>
          <p:cNvSpPr txBox="1"/>
          <p:nvPr/>
        </p:nvSpPr>
        <p:spPr>
          <a:xfrm>
            <a:off x="2174888" y="6459737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0.32</a:t>
            </a:r>
          </a:p>
        </p:txBody>
      </p:sp>
      <p:sp>
        <p:nvSpPr>
          <p:cNvPr id="450" name="Oval 449">
            <a:extLst>
              <a:ext uri="{FF2B5EF4-FFF2-40B4-BE49-F238E27FC236}">
                <a16:creationId xmlns:a16="http://schemas.microsoft.com/office/drawing/2014/main" id="{02C5297C-5505-FD7A-66BF-11F1B1A8D286}"/>
              </a:ext>
            </a:extLst>
          </p:cNvPr>
          <p:cNvSpPr/>
          <p:nvPr/>
        </p:nvSpPr>
        <p:spPr>
          <a:xfrm>
            <a:off x="2302422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51" name="Picture 450">
            <a:extLst>
              <a:ext uri="{FF2B5EF4-FFF2-40B4-BE49-F238E27FC236}">
                <a16:creationId xmlns:a16="http://schemas.microsoft.com/office/drawing/2014/main" id="{6E0A6252-10E0-6DAA-D733-4611DF56AF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5665999"/>
            <a:ext cx="728704" cy="728704"/>
          </a:xfrm>
          <a:prstGeom prst="rect">
            <a:avLst/>
          </a:prstGeom>
        </p:spPr>
      </p:pic>
      <p:sp>
        <p:nvSpPr>
          <p:cNvPr id="452" name="Rectangle 451">
            <a:extLst>
              <a:ext uri="{FF2B5EF4-FFF2-40B4-BE49-F238E27FC236}">
                <a16:creationId xmlns:a16="http://schemas.microsoft.com/office/drawing/2014/main" id="{E7FDB50A-9D2D-BB95-FD87-A588D5396C88}"/>
              </a:ext>
            </a:extLst>
          </p:cNvPr>
          <p:cNvSpPr/>
          <p:nvPr/>
        </p:nvSpPr>
        <p:spPr>
          <a:xfrm>
            <a:off x="2636565" y="566916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3" name="Rectangle 452">
            <a:extLst>
              <a:ext uri="{FF2B5EF4-FFF2-40B4-BE49-F238E27FC236}">
                <a16:creationId xmlns:a16="http://schemas.microsoft.com/office/drawing/2014/main" id="{81416B41-5BEE-FC02-15D0-033A1D0AE587}"/>
              </a:ext>
            </a:extLst>
          </p:cNvPr>
          <p:cNvSpPr/>
          <p:nvPr/>
        </p:nvSpPr>
        <p:spPr>
          <a:xfrm>
            <a:off x="2636565" y="57408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9" name="Rectangle 468">
            <a:extLst>
              <a:ext uri="{FF2B5EF4-FFF2-40B4-BE49-F238E27FC236}">
                <a16:creationId xmlns:a16="http://schemas.microsoft.com/office/drawing/2014/main" id="{C67BCE49-8FC3-DE28-03E2-9CF86B2DB8BE}"/>
              </a:ext>
            </a:extLst>
          </p:cNvPr>
          <p:cNvSpPr/>
          <p:nvPr/>
        </p:nvSpPr>
        <p:spPr>
          <a:xfrm>
            <a:off x="2421841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0" name="Rectangle 469">
            <a:extLst>
              <a:ext uri="{FF2B5EF4-FFF2-40B4-BE49-F238E27FC236}">
                <a16:creationId xmlns:a16="http://schemas.microsoft.com/office/drawing/2014/main" id="{1AB1754F-4E3B-F0AE-4073-9BADAA170B68}"/>
              </a:ext>
            </a:extLst>
          </p:cNvPr>
          <p:cNvSpPr/>
          <p:nvPr/>
        </p:nvSpPr>
        <p:spPr>
          <a:xfrm>
            <a:off x="2493558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1" name="Rectangle 470">
            <a:extLst>
              <a:ext uri="{FF2B5EF4-FFF2-40B4-BE49-F238E27FC236}">
                <a16:creationId xmlns:a16="http://schemas.microsoft.com/office/drawing/2014/main" id="{29A392F0-72D7-3D77-26DF-4C69437004F5}"/>
              </a:ext>
            </a:extLst>
          </p:cNvPr>
          <p:cNvSpPr/>
          <p:nvPr/>
        </p:nvSpPr>
        <p:spPr>
          <a:xfrm>
            <a:off x="2565274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6" name="TextBox 475">
            <a:extLst>
              <a:ext uri="{FF2B5EF4-FFF2-40B4-BE49-F238E27FC236}">
                <a16:creationId xmlns:a16="http://schemas.microsoft.com/office/drawing/2014/main" id="{12BFD967-3A85-27BE-75C3-8775147C3BAA}"/>
              </a:ext>
            </a:extLst>
          </p:cNvPr>
          <p:cNvSpPr txBox="1"/>
          <p:nvPr/>
        </p:nvSpPr>
        <p:spPr>
          <a:xfrm>
            <a:off x="1982151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419" name="Straight Connector 418">
            <a:extLst>
              <a:ext uri="{FF2B5EF4-FFF2-40B4-BE49-F238E27FC236}">
                <a16:creationId xmlns:a16="http://schemas.microsoft.com/office/drawing/2014/main" id="{3C196F65-5912-0283-8B52-C6EEB1ABECD3}"/>
              </a:ext>
            </a:extLst>
          </p:cNvPr>
          <p:cNvCxnSpPr>
            <a:cxnSpLocks/>
          </p:cNvCxnSpPr>
          <p:nvPr/>
        </p:nvCxnSpPr>
        <p:spPr>
          <a:xfrm>
            <a:off x="3646488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0" name="TextBox 419">
            <a:extLst>
              <a:ext uri="{FF2B5EF4-FFF2-40B4-BE49-F238E27FC236}">
                <a16:creationId xmlns:a16="http://schemas.microsoft.com/office/drawing/2014/main" id="{DF7262DB-4DFC-CB14-540D-278F4BF812CE}"/>
              </a:ext>
            </a:extLst>
          </p:cNvPr>
          <p:cNvSpPr txBox="1"/>
          <p:nvPr/>
        </p:nvSpPr>
        <p:spPr>
          <a:xfrm>
            <a:off x="3731274" y="6459737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0.89</a:t>
            </a:r>
          </a:p>
        </p:txBody>
      </p:sp>
      <p:sp>
        <p:nvSpPr>
          <p:cNvPr id="421" name="Oval 420">
            <a:extLst>
              <a:ext uri="{FF2B5EF4-FFF2-40B4-BE49-F238E27FC236}">
                <a16:creationId xmlns:a16="http://schemas.microsoft.com/office/drawing/2014/main" id="{7E576870-6738-12B4-168C-DAB91F3D0A75}"/>
              </a:ext>
            </a:extLst>
          </p:cNvPr>
          <p:cNvSpPr/>
          <p:nvPr/>
        </p:nvSpPr>
        <p:spPr>
          <a:xfrm>
            <a:off x="3858808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22" name="Picture 421">
            <a:extLst>
              <a:ext uri="{FF2B5EF4-FFF2-40B4-BE49-F238E27FC236}">
                <a16:creationId xmlns:a16="http://schemas.microsoft.com/office/drawing/2014/main" id="{2BD8383C-6956-4528-5F2C-3C45353C40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5665999"/>
            <a:ext cx="728704" cy="728704"/>
          </a:xfrm>
          <a:prstGeom prst="rect">
            <a:avLst/>
          </a:prstGeom>
        </p:spPr>
      </p:pic>
      <p:sp>
        <p:nvSpPr>
          <p:cNvPr id="423" name="Rectangle 422">
            <a:extLst>
              <a:ext uri="{FF2B5EF4-FFF2-40B4-BE49-F238E27FC236}">
                <a16:creationId xmlns:a16="http://schemas.microsoft.com/office/drawing/2014/main" id="{C2396A56-C5C4-345E-A25D-3BB74D555FFE}"/>
              </a:ext>
            </a:extLst>
          </p:cNvPr>
          <p:cNvSpPr/>
          <p:nvPr/>
        </p:nvSpPr>
        <p:spPr>
          <a:xfrm>
            <a:off x="4551112" y="566916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4" name="Rectangle 423">
            <a:extLst>
              <a:ext uri="{FF2B5EF4-FFF2-40B4-BE49-F238E27FC236}">
                <a16:creationId xmlns:a16="http://schemas.microsoft.com/office/drawing/2014/main" id="{6A559D60-ABC0-9CD3-709E-4EACE5B01A27}"/>
              </a:ext>
            </a:extLst>
          </p:cNvPr>
          <p:cNvSpPr/>
          <p:nvPr/>
        </p:nvSpPr>
        <p:spPr>
          <a:xfrm>
            <a:off x="4551112" y="57408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5" name="Rectangle 424">
            <a:extLst>
              <a:ext uri="{FF2B5EF4-FFF2-40B4-BE49-F238E27FC236}">
                <a16:creationId xmlns:a16="http://schemas.microsoft.com/office/drawing/2014/main" id="{674272D7-D89C-6349-A4D3-C3BA3793695F}"/>
              </a:ext>
            </a:extLst>
          </p:cNvPr>
          <p:cNvSpPr/>
          <p:nvPr/>
        </p:nvSpPr>
        <p:spPr>
          <a:xfrm>
            <a:off x="4551112" y="581259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6" name="Rectangle 425">
            <a:extLst>
              <a:ext uri="{FF2B5EF4-FFF2-40B4-BE49-F238E27FC236}">
                <a16:creationId xmlns:a16="http://schemas.microsoft.com/office/drawing/2014/main" id="{0EEEB743-73E3-DA76-31A2-200A57CEAB9A}"/>
              </a:ext>
            </a:extLst>
          </p:cNvPr>
          <p:cNvSpPr/>
          <p:nvPr/>
        </p:nvSpPr>
        <p:spPr>
          <a:xfrm>
            <a:off x="4551112" y="588431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8" name="Rectangle 427">
            <a:extLst>
              <a:ext uri="{FF2B5EF4-FFF2-40B4-BE49-F238E27FC236}">
                <a16:creationId xmlns:a16="http://schemas.microsoft.com/office/drawing/2014/main" id="{715A1BEE-0D64-F3C8-9B3D-BD95FD96E531}"/>
              </a:ext>
            </a:extLst>
          </p:cNvPr>
          <p:cNvSpPr/>
          <p:nvPr/>
        </p:nvSpPr>
        <p:spPr>
          <a:xfrm>
            <a:off x="4551112" y="595602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0" name="Rectangle 429">
            <a:extLst>
              <a:ext uri="{FF2B5EF4-FFF2-40B4-BE49-F238E27FC236}">
                <a16:creationId xmlns:a16="http://schemas.microsoft.com/office/drawing/2014/main" id="{4AA80AAB-6C2D-D4F9-F3A3-5EB8D7CD6E5C}"/>
              </a:ext>
            </a:extLst>
          </p:cNvPr>
          <p:cNvSpPr/>
          <p:nvPr/>
        </p:nvSpPr>
        <p:spPr>
          <a:xfrm>
            <a:off x="4551112" y="602774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2" name="Rectangle 431">
            <a:extLst>
              <a:ext uri="{FF2B5EF4-FFF2-40B4-BE49-F238E27FC236}">
                <a16:creationId xmlns:a16="http://schemas.microsoft.com/office/drawing/2014/main" id="{9AC13521-0AE4-E08C-6B4A-BD59D4293D78}"/>
              </a:ext>
            </a:extLst>
          </p:cNvPr>
          <p:cNvSpPr/>
          <p:nvPr/>
        </p:nvSpPr>
        <p:spPr>
          <a:xfrm>
            <a:off x="4551112" y="609946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4" name="Rectangle 433">
            <a:extLst>
              <a:ext uri="{FF2B5EF4-FFF2-40B4-BE49-F238E27FC236}">
                <a16:creationId xmlns:a16="http://schemas.microsoft.com/office/drawing/2014/main" id="{2093C470-DC26-25DB-5D19-C34F79DC8EAD}"/>
              </a:ext>
            </a:extLst>
          </p:cNvPr>
          <p:cNvSpPr/>
          <p:nvPr/>
        </p:nvSpPr>
        <p:spPr>
          <a:xfrm>
            <a:off x="4551112" y="61711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6" name="Rectangle 435">
            <a:extLst>
              <a:ext uri="{FF2B5EF4-FFF2-40B4-BE49-F238E27FC236}">
                <a16:creationId xmlns:a16="http://schemas.microsoft.com/office/drawing/2014/main" id="{E69D5697-1F5D-929B-267B-7D10F6B808EB}"/>
              </a:ext>
            </a:extLst>
          </p:cNvPr>
          <p:cNvSpPr/>
          <p:nvPr/>
        </p:nvSpPr>
        <p:spPr>
          <a:xfrm>
            <a:off x="4551112" y="624289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0" name="Rectangle 439">
            <a:extLst>
              <a:ext uri="{FF2B5EF4-FFF2-40B4-BE49-F238E27FC236}">
                <a16:creationId xmlns:a16="http://schemas.microsoft.com/office/drawing/2014/main" id="{96B43C60-446B-8BD7-9405-694B20F55604}"/>
              </a:ext>
            </a:extLst>
          </p:cNvPr>
          <p:cNvSpPr/>
          <p:nvPr/>
        </p:nvSpPr>
        <p:spPr>
          <a:xfrm>
            <a:off x="3978227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1" name="Rectangle 440">
            <a:extLst>
              <a:ext uri="{FF2B5EF4-FFF2-40B4-BE49-F238E27FC236}">
                <a16:creationId xmlns:a16="http://schemas.microsoft.com/office/drawing/2014/main" id="{6A3F4B06-DDB3-2B36-5E0B-E8BC6287592D}"/>
              </a:ext>
            </a:extLst>
          </p:cNvPr>
          <p:cNvSpPr/>
          <p:nvPr/>
        </p:nvSpPr>
        <p:spPr>
          <a:xfrm>
            <a:off x="4049944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2" name="Rectangle 441">
            <a:extLst>
              <a:ext uri="{FF2B5EF4-FFF2-40B4-BE49-F238E27FC236}">
                <a16:creationId xmlns:a16="http://schemas.microsoft.com/office/drawing/2014/main" id="{79FFC581-E38E-66C2-8C03-784C93AFA224}"/>
              </a:ext>
            </a:extLst>
          </p:cNvPr>
          <p:cNvSpPr/>
          <p:nvPr/>
        </p:nvSpPr>
        <p:spPr>
          <a:xfrm>
            <a:off x="4121660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3" name="Rectangle 442">
            <a:extLst>
              <a:ext uri="{FF2B5EF4-FFF2-40B4-BE49-F238E27FC236}">
                <a16:creationId xmlns:a16="http://schemas.microsoft.com/office/drawing/2014/main" id="{93D06BA8-481A-7BAF-8A3D-EAE5A12F3C5D}"/>
              </a:ext>
            </a:extLst>
          </p:cNvPr>
          <p:cNvSpPr/>
          <p:nvPr/>
        </p:nvSpPr>
        <p:spPr>
          <a:xfrm>
            <a:off x="4193377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4" name="Rectangle 443">
            <a:extLst>
              <a:ext uri="{FF2B5EF4-FFF2-40B4-BE49-F238E27FC236}">
                <a16:creationId xmlns:a16="http://schemas.microsoft.com/office/drawing/2014/main" id="{9AAC296A-F77B-9B0E-92D2-A70B9DE7BEEB}"/>
              </a:ext>
            </a:extLst>
          </p:cNvPr>
          <p:cNvSpPr/>
          <p:nvPr/>
        </p:nvSpPr>
        <p:spPr>
          <a:xfrm>
            <a:off x="4265094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5" name="Rectangle 444">
            <a:extLst>
              <a:ext uri="{FF2B5EF4-FFF2-40B4-BE49-F238E27FC236}">
                <a16:creationId xmlns:a16="http://schemas.microsoft.com/office/drawing/2014/main" id="{5AE55525-3060-3AE9-2D48-07A3D0C75C8E}"/>
              </a:ext>
            </a:extLst>
          </p:cNvPr>
          <p:cNvSpPr/>
          <p:nvPr/>
        </p:nvSpPr>
        <p:spPr>
          <a:xfrm>
            <a:off x="4336810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6" name="Rectangle 445">
            <a:extLst>
              <a:ext uri="{FF2B5EF4-FFF2-40B4-BE49-F238E27FC236}">
                <a16:creationId xmlns:a16="http://schemas.microsoft.com/office/drawing/2014/main" id="{9E3A998C-FBEB-C8C4-ECBC-E04B1DC74C89}"/>
              </a:ext>
            </a:extLst>
          </p:cNvPr>
          <p:cNvSpPr/>
          <p:nvPr/>
        </p:nvSpPr>
        <p:spPr>
          <a:xfrm>
            <a:off x="4479395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7" name="TextBox 446">
            <a:extLst>
              <a:ext uri="{FF2B5EF4-FFF2-40B4-BE49-F238E27FC236}">
                <a16:creationId xmlns:a16="http://schemas.microsoft.com/office/drawing/2014/main" id="{C449126B-50DE-5B97-30CC-939051B673A9}"/>
              </a:ext>
            </a:extLst>
          </p:cNvPr>
          <p:cNvSpPr txBox="1"/>
          <p:nvPr/>
        </p:nvSpPr>
        <p:spPr>
          <a:xfrm>
            <a:off x="3538537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sp>
        <p:nvSpPr>
          <p:cNvPr id="507" name="TextBox 506">
            <a:extLst>
              <a:ext uri="{FF2B5EF4-FFF2-40B4-BE49-F238E27FC236}">
                <a16:creationId xmlns:a16="http://schemas.microsoft.com/office/drawing/2014/main" id="{E4D49EC4-DA9A-A961-54C7-B23210E9C01C}"/>
              </a:ext>
            </a:extLst>
          </p:cNvPr>
          <p:cNvSpPr txBox="1"/>
          <p:nvPr/>
        </p:nvSpPr>
        <p:spPr>
          <a:xfrm>
            <a:off x="5108409" y="1706007"/>
            <a:ext cx="3016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F)</a:t>
            </a:r>
          </a:p>
        </p:txBody>
      </p:sp>
      <p:sp>
        <p:nvSpPr>
          <p:cNvPr id="508" name="Plus Sign 507">
            <a:extLst>
              <a:ext uri="{FF2B5EF4-FFF2-40B4-BE49-F238E27FC236}">
                <a16:creationId xmlns:a16="http://schemas.microsoft.com/office/drawing/2014/main" id="{CEBBFCE4-7FBA-BCB0-DBC8-95D3E0075DDF}"/>
              </a:ext>
            </a:extLst>
          </p:cNvPr>
          <p:cNvSpPr/>
          <p:nvPr/>
        </p:nvSpPr>
        <p:spPr>
          <a:xfrm>
            <a:off x="6705786" y="1700644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9" name="Equals 508">
            <a:extLst>
              <a:ext uri="{FF2B5EF4-FFF2-40B4-BE49-F238E27FC236}">
                <a16:creationId xmlns:a16="http://schemas.microsoft.com/office/drawing/2014/main" id="{22486ABD-7E6F-B568-5215-E52DED7FC269}"/>
              </a:ext>
            </a:extLst>
          </p:cNvPr>
          <p:cNvSpPr/>
          <p:nvPr/>
        </p:nvSpPr>
        <p:spPr>
          <a:xfrm>
            <a:off x="8279950" y="1646553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71" name="Straight Connector 570">
            <a:extLst>
              <a:ext uri="{FF2B5EF4-FFF2-40B4-BE49-F238E27FC236}">
                <a16:creationId xmlns:a16="http://schemas.microsoft.com/office/drawing/2014/main" id="{BEC7FB0D-711B-F48F-1BE1-D20291F45E12}"/>
              </a:ext>
            </a:extLst>
          </p:cNvPr>
          <p:cNvCxnSpPr>
            <a:cxnSpLocks/>
          </p:cNvCxnSpPr>
          <p:nvPr/>
        </p:nvCxnSpPr>
        <p:spPr>
          <a:xfrm>
            <a:off x="5595014" y="255360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2" name="TextBox 571">
            <a:extLst>
              <a:ext uri="{FF2B5EF4-FFF2-40B4-BE49-F238E27FC236}">
                <a16:creationId xmlns:a16="http://schemas.microsoft.com/office/drawing/2014/main" id="{9935D0A3-5F8B-2B56-AA2D-994323576033}"/>
              </a:ext>
            </a:extLst>
          </p:cNvPr>
          <p:cNvSpPr txBox="1"/>
          <p:nvPr/>
        </p:nvSpPr>
        <p:spPr>
          <a:xfrm>
            <a:off x="5679800" y="2282591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0.25</a:t>
            </a:r>
          </a:p>
        </p:txBody>
      </p:sp>
      <p:sp>
        <p:nvSpPr>
          <p:cNvPr id="573" name="Oval 572">
            <a:extLst>
              <a:ext uri="{FF2B5EF4-FFF2-40B4-BE49-F238E27FC236}">
                <a16:creationId xmlns:a16="http://schemas.microsoft.com/office/drawing/2014/main" id="{71E627D1-F972-7B9B-A845-808A94F42417}"/>
              </a:ext>
            </a:extLst>
          </p:cNvPr>
          <p:cNvSpPr/>
          <p:nvPr/>
        </p:nvSpPr>
        <p:spPr>
          <a:xfrm>
            <a:off x="5807334" y="182125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74" name="Picture 573">
            <a:extLst>
              <a:ext uri="{FF2B5EF4-FFF2-40B4-BE49-F238E27FC236}">
                <a16:creationId xmlns:a16="http://schemas.microsoft.com/office/drawing/2014/main" id="{D6644829-FABF-AA74-8BA6-6974DAA893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1488853"/>
            <a:ext cx="728704" cy="728704"/>
          </a:xfrm>
          <a:prstGeom prst="rect">
            <a:avLst/>
          </a:prstGeom>
        </p:spPr>
      </p:pic>
      <p:sp>
        <p:nvSpPr>
          <p:cNvPr id="575" name="Rectangle 574">
            <a:extLst>
              <a:ext uri="{FF2B5EF4-FFF2-40B4-BE49-F238E27FC236}">
                <a16:creationId xmlns:a16="http://schemas.microsoft.com/office/drawing/2014/main" id="{9741C39F-065C-22E9-FEB3-B7FEF56BB0E1}"/>
              </a:ext>
            </a:extLst>
          </p:cNvPr>
          <p:cNvSpPr/>
          <p:nvPr/>
        </p:nvSpPr>
        <p:spPr>
          <a:xfrm>
            <a:off x="6067624" y="149201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6" name="Rectangle 575">
            <a:extLst>
              <a:ext uri="{FF2B5EF4-FFF2-40B4-BE49-F238E27FC236}">
                <a16:creationId xmlns:a16="http://schemas.microsoft.com/office/drawing/2014/main" id="{05B54CCD-675B-7F10-81DF-7B82B22D3B62}"/>
              </a:ext>
            </a:extLst>
          </p:cNvPr>
          <p:cNvSpPr/>
          <p:nvPr/>
        </p:nvSpPr>
        <p:spPr>
          <a:xfrm>
            <a:off x="6067624" y="156373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7" name="Rectangle 576">
            <a:extLst>
              <a:ext uri="{FF2B5EF4-FFF2-40B4-BE49-F238E27FC236}">
                <a16:creationId xmlns:a16="http://schemas.microsoft.com/office/drawing/2014/main" id="{07D71F1D-6A03-E678-807D-D4AA056863BC}"/>
              </a:ext>
            </a:extLst>
          </p:cNvPr>
          <p:cNvSpPr/>
          <p:nvPr/>
        </p:nvSpPr>
        <p:spPr>
          <a:xfrm>
            <a:off x="6067624" y="163544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8" name="Rectangle 577">
            <a:extLst>
              <a:ext uri="{FF2B5EF4-FFF2-40B4-BE49-F238E27FC236}">
                <a16:creationId xmlns:a16="http://schemas.microsoft.com/office/drawing/2014/main" id="{97F3131C-1666-AB63-23EA-24CFC7A54390}"/>
              </a:ext>
            </a:extLst>
          </p:cNvPr>
          <p:cNvSpPr/>
          <p:nvPr/>
        </p:nvSpPr>
        <p:spPr>
          <a:xfrm>
            <a:off x="6067624" y="170716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0" name="Rectangle 579">
            <a:extLst>
              <a:ext uri="{FF2B5EF4-FFF2-40B4-BE49-F238E27FC236}">
                <a16:creationId xmlns:a16="http://schemas.microsoft.com/office/drawing/2014/main" id="{6F8E1338-612A-97ED-A941-19DC477C27DC}"/>
              </a:ext>
            </a:extLst>
          </p:cNvPr>
          <p:cNvSpPr/>
          <p:nvPr/>
        </p:nvSpPr>
        <p:spPr>
          <a:xfrm>
            <a:off x="6067624" y="177888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2" name="Rectangle 591">
            <a:extLst>
              <a:ext uri="{FF2B5EF4-FFF2-40B4-BE49-F238E27FC236}">
                <a16:creationId xmlns:a16="http://schemas.microsoft.com/office/drawing/2014/main" id="{4541BED8-7955-542F-7029-5DD03E663E75}"/>
              </a:ext>
            </a:extLst>
          </p:cNvPr>
          <p:cNvSpPr/>
          <p:nvPr/>
        </p:nvSpPr>
        <p:spPr>
          <a:xfrm>
            <a:off x="5926753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3" name="Rectangle 592">
            <a:extLst>
              <a:ext uri="{FF2B5EF4-FFF2-40B4-BE49-F238E27FC236}">
                <a16:creationId xmlns:a16="http://schemas.microsoft.com/office/drawing/2014/main" id="{E790FAA2-11DE-FAC9-7022-E17D8D69A907}"/>
              </a:ext>
            </a:extLst>
          </p:cNvPr>
          <p:cNvSpPr/>
          <p:nvPr/>
        </p:nvSpPr>
        <p:spPr>
          <a:xfrm>
            <a:off x="5998470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9" name="TextBox 598">
            <a:extLst>
              <a:ext uri="{FF2B5EF4-FFF2-40B4-BE49-F238E27FC236}">
                <a16:creationId xmlns:a16="http://schemas.microsoft.com/office/drawing/2014/main" id="{F190C38B-4B36-05FC-6120-7FE65C510E38}"/>
              </a:ext>
            </a:extLst>
          </p:cNvPr>
          <p:cNvSpPr txBox="1"/>
          <p:nvPr/>
        </p:nvSpPr>
        <p:spPr>
          <a:xfrm>
            <a:off x="5487063" y="162237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542" name="Straight Connector 541">
            <a:extLst>
              <a:ext uri="{FF2B5EF4-FFF2-40B4-BE49-F238E27FC236}">
                <a16:creationId xmlns:a16="http://schemas.microsoft.com/office/drawing/2014/main" id="{C773AEBC-C854-0069-E30B-29E1E2A43394}"/>
              </a:ext>
            </a:extLst>
          </p:cNvPr>
          <p:cNvCxnSpPr>
            <a:cxnSpLocks/>
          </p:cNvCxnSpPr>
          <p:nvPr/>
        </p:nvCxnSpPr>
        <p:spPr>
          <a:xfrm>
            <a:off x="7169178" y="255360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3" name="TextBox 542">
            <a:extLst>
              <a:ext uri="{FF2B5EF4-FFF2-40B4-BE49-F238E27FC236}">
                <a16:creationId xmlns:a16="http://schemas.microsoft.com/office/drawing/2014/main" id="{BFAA5086-971C-278C-88D6-1CE79BC103BB}"/>
              </a:ext>
            </a:extLst>
          </p:cNvPr>
          <p:cNvSpPr txBox="1"/>
          <p:nvPr/>
        </p:nvSpPr>
        <p:spPr>
          <a:xfrm>
            <a:off x="7253964" y="2282591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0.05</a:t>
            </a:r>
          </a:p>
        </p:txBody>
      </p:sp>
      <p:sp>
        <p:nvSpPr>
          <p:cNvPr id="544" name="Oval 543">
            <a:extLst>
              <a:ext uri="{FF2B5EF4-FFF2-40B4-BE49-F238E27FC236}">
                <a16:creationId xmlns:a16="http://schemas.microsoft.com/office/drawing/2014/main" id="{57A103DB-8EB6-68D8-98C9-DA5117D8A6DA}"/>
              </a:ext>
            </a:extLst>
          </p:cNvPr>
          <p:cNvSpPr/>
          <p:nvPr/>
        </p:nvSpPr>
        <p:spPr>
          <a:xfrm>
            <a:off x="7381498" y="182125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45" name="Picture 544">
            <a:extLst>
              <a:ext uri="{FF2B5EF4-FFF2-40B4-BE49-F238E27FC236}">
                <a16:creationId xmlns:a16="http://schemas.microsoft.com/office/drawing/2014/main" id="{1F063783-592E-08CF-038D-C3E7B01BD4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1488853"/>
            <a:ext cx="728704" cy="728704"/>
          </a:xfrm>
          <a:prstGeom prst="rect">
            <a:avLst/>
          </a:prstGeom>
        </p:spPr>
      </p:pic>
      <p:sp>
        <p:nvSpPr>
          <p:cNvPr id="570" name="TextBox 569">
            <a:extLst>
              <a:ext uri="{FF2B5EF4-FFF2-40B4-BE49-F238E27FC236}">
                <a16:creationId xmlns:a16="http://schemas.microsoft.com/office/drawing/2014/main" id="{C2A1D9FB-D898-BD7A-81BB-FAAE58754013}"/>
              </a:ext>
            </a:extLst>
          </p:cNvPr>
          <p:cNvSpPr txBox="1"/>
          <p:nvPr/>
        </p:nvSpPr>
        <p:spPr>
          <a:xfrm>
            <a:off x="7061227" y="162237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513" name="Straight Connector 512">
            <a:extLst>
              <a:ext uri="{FF2B5EF4-FFF2-40B4-BE49-F238E27FC236}">
                <a16:creationId xmlns:a16="http://schemas.microsoft.com/office/drawing/2014/main" id="{4FA6B302-81EC-77D1-B674-51E9ADB585BF}"/>
              </a:ext>
            </a:extLst>
          </p:cNvPr>
          <p:cNvCxnSpPr>
            <a:cxnSpLocks/>
          </p:cNvCxnSpPr>
          <p:nvPr/>
        </p:nvCxnSpPr>
        <p:spPr>
          <a:xfrm>
            <a:off x="8725564" y="255360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4" name="TextBox 513">
            <a:extLst>
              <a:ext uri="{FF2B5EF4-FFF2-40B4-BE49-F238E27FC236}">
                <a16:creationId xmlns:a16="http://schemas.microsoft.com/office/drawing/2014/main" id="{4A04475D-674C-6617-20EB-CBCA6EB24DD0}"/>
              </a:ext>
            </a:extLst>
          </p:cNvPr>
          <p:cNvSpPr txBox="1"/>
          <p:nvPr/>
        </p:nvSpPr>
        <p:spPr>
          <a:xfrm>
            <a:off x="8888096" y="2282591"/>
            <a:ext cx="460630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0.3</a:t>
            </a:r>
          </a:p>
        </p:txBody>
      </p:sp>
      <p:sp>
        <p:nvSpPr>
          <p:cNvPr id="515" name="Oval 514">
            <a:extLst>
              <a:ext uri="{FF2B5EF4-FFF2-40B4-BE49-F238E27FC236}">
                <a16:creationId xmlns:a16="http://schemas.microsoft.com/office/drawing/2014/main" id="{EFFEF5F0-9ED0-A2C9-19FB-8ABAFF28B1A4}"/>
              </a:ext>
            </a:extLst>
          </p:cNvPr>
          <p:cNvSpPr/>
          <p:nvPr/>
        </p:nvSpPr>
        <p:spPr>
          <a:xfrm>
            <a:off x="8937884" y="182125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16" name="Picture 515">
            <a:extLst>
              <a:ext uri="{FF2B5EF4-FFF2-40B4-BE49-F238E27FC236}">
                <a16:creationId xmlns:a16="http://schemas.microsoft.com/office/drawing/2014/main" id="{34B25DF2-2DAC-8417-15A7-530377A3A9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1488853"/>
            <a:ext cx="728704" cy="728704"/>
          </a:xfrm>
          <a:prstGeom prst="rect">
            <a:avLst/>
          </a:prstGeom>
        </p:spPr>
      </p:pic>
      <p:sp>
        <p:nvSpPr>
          <p:cNvPr id="534" name="Rectangle 533">
            <a:extLst>
              <a:ext uri="{FF2B5EF4-FFF2-40B4-BE49-F238E27FC236}">
                <a16:creationId xmlns:a16="http://schemas.microsoft.com/office/drawing/2014/main" id="{3163FADC-0B17-25BD-6359-7B779BC8A2F3}"/>
              </a:ext>
            </a:extLst>
          </p:cNvPr>
          <p:cNvSpPr/>
          <p:nvPr/>
        </p:nvSpPr>
        <p:spPr>
          <a:xfrm>
            <a:off x="9057303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5" name="Rectangle 534">
            <a:extLst>
              <a:ext uri="{FF2B5EF4-FFF2-40B4-BE49-F238E27FC236}">
                <a16:creationId xmlns:a16="http://schemas.microsoft.com/office/drawing/2014/main" id="{35D689F8-547E-602C-6671-87816984AE44}"/>
              </a:ext>
            </a:extLst>
          </p:cNvPr>
          <p:cNvSpPr/>
          <p:nvPr/>
        </p:nvSpPr>
        <p:spPr>
          <a:xfrm>
            <a:off x="9129020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6" name="Rectangle 535">
            <a:extLst>
              <a:ext uri="{FF2B5EF4-FFF2-40B4-BE49-F238E27FC236}">
                <a16:creationId xmlns:a16="http://schemas.microsoft.com/office/drawing/2014/main" id="{B19D4EA4-67D5-0978-4516-6791B4C52B59}"/>
              </a:ext>
            </a:extLst>
          </p:cNvPr>
          <p:cNvSpPr/>
          <p:nvPr/>
        </p:nvSpPr>
        <p:spPr>
          <a:xfrm>
            <a:off x="9200736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1" name="TextBox 540">
            <a:extLst>
              <a:ext uri="{FF2B5EF4-FFF2-40B4-BE49-F238E27FC236}">
                <a16:creationId xmlns:a16="http://schemas.microsoft.com/office/drawing/2014/main" id="{8856872A-166E-807B-BFB7-1A8D920AF754}"/>
              </a:ext>
            </a:extLst>
          </p:cNvPr>
          <p:cNvSpPr txBox="1"/>
          <p:nvPr/>
        </p:nvSpPr>
        <p:spPr>
          <a:xfrm>
            <a:off x="8617613" y="162237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sp>
        <p:nvSpPr>
          <p:cNvPr id="601" name="TextBox 600">
            <a:extLst>
              <a:ext uri="{FF2B5EF4-FFF2-40B4-BE49-F238E27FC236}">
                <a16:creationId xmlns:a16="http://schemas.microsoft.com/office/drawing/2014/main" id="{7F66724C-F99E-0032-84A1-294037033290}"/>
              </a:ext>
            </a:extLst>
          </p:cNvPr>
          <p:cNvSpPr txBox="1"/>
          <p:nvPr/>
        </p:nvSpPr>
        <p:spPr>
          <a:xfrm>
            <a:off x="5095585" y="3098389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G)</a:t>
            </a:r>
          </a:p>
        </p:txBody>
      </p:sp>
      <p:sp>
        <p:nvSpPr>
          <p:cNvPr id="602" name="Plus Sign 601">
            <a:extLst>
              <a:ext uri="{FF2B5EF4-FFF2-40B4-BE49-F238E27FC236}">
                <a16:creationId xmlns:a16="http://schemas.microsoft.com/office/drawing/2014/main" id="{3B91B6FE-CA2E-60EE-1E04-FE8D71D4AF57}"/>
              </a:ext>
            </a:extLst>
          </p:cNvPr>
          <p:cNvSpPr/>
          <p:nvPr/>
        </p:nvSpPr>
        <p:spPr>
          <a:xfrm>
            <a:off x="6705786" y="3093026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3" name="Equals 602">
            <a:extLst>
              <a:ext uri="{FF2B5EF4-FFF2-40B4-BE49-F238E27FC236}">
                <a16:creationId xmlns:a16="http://schemas.microsoft.com/office/drawing/2014/main" id="{B98242E9-7926-C74F-68BD-81966DAFA7FD}"/>
              </a:ext>
            </a:extLst>
          </p:cNvPr>
          <p:cNvSpPr/>
          <p:nvPr/>
        </p:nvSpPr>
        <p:spPr>
          <a:xfrm>
            <a:off x="8279950" y="3038935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665" name="Straight Connector 664">
            <a:extLst>
              <a:ext uri="{FF2B5EF4-FFF2-40B4-BE49-F238E27FC236}">
                <a16:creationId xmlns:a16="http://schemas.microsoft.com/office/drawing/2014/main" id="{F98BE637-818A-EA6F-19C5-3867D51CFA95}"/>
              </a:ext>
            </a:extLst>
          </p:cNvPr>
          <p:cNvCxnSpPr>
            <a:cxnSpLocks/>
          </p:cNvCxnSpPr>
          <p:nvPr/>
        </p:nvCxnSpPr>
        <p:spPr>
          <a:xfrm>
            <a:off x="5595014" y="3945982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6" name="TextBox 665">
            <a:extLst>
              <a:ext uri="{FF2B5EF4-FFF2-40B4-BE49-F238E27FC236}">
                <a16:creationId xmlns:a16="http://schemas.microsoft.com/office/drawing/2014/main" id="{88B95A6E-2943-E184-9515-4CD85CB69C0A}"/>
              </a:ext>
            </a:extLst>
          </p:cNvPr>
          <p:cNvSpPr txBox="1"/>
          <p:nvPr/>
        </p:nvSpPr>
        <p:spPr>
          <a:xfrm>
            <a:off x="5679800" y="3674973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0.23</a:t>
            </a:r>
          </a:p>
        </p:txBody>
      </p:sp>
      <p:sp>
        <p:nvSpPr>
          <p:cNvPr id="667" name="Oval 666">
            <a:extLst>
              <a:ext uri="{FF2B5EF4-FFF2-40B4-BE49-F238E27FC236}">
                <a16:creationId xmlns:a16="http://schemas.microsoft.com/office/drawing/2014/main" id="{B7F46FD6-5FC1-194E-190B-890D5F4AC2B2}"/>
              </a:ext>
            </a:extLst>
          </p:cNvPr>
          <p:cNvSpPr/>
          <p:nvPr/>
        </p:nvSpPr>
        <p:spPr>
          <a:xfrm>
            <a:off x="5807334" y="3213634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68" name="Picture 667">
            <a:extLst>
              <a:ext uri="{FF2B5EF4-FFF2-40B4-BE49-F238E27FC236}">
                <a16:creationId xmlns:a16="http://schemas.microsoft.com/office/drawing/2014/main" id="{3A12F198-2167-D553-DE2F-1DE4B07C6C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2881235"/>
            <a:ext cx="728704" cy="728704"/>
          </a:xfrm>
          <a:prstGeom prst="rect">
            <a:avLst/>
          </a:prstGeom>
        </p:spPr>
      </p:pic>
      <p:sp>
        <p:nvSpPr>
          <p:cNvPr id="669" name="Rectangle 668">
            <a:extLst>
              <a:ext uri="{FF2B5EF4-FFF2-40B4-BE49-F238E27FC236}">
                <a16:creationId xmlns:a16="http://schemas.microsoft.com/office/drawing/2014/main" id="{78FA82BF-E9E5-7363-7E2B-5CC0EDFB076D}"/>
              </a:ext>
            </a:extLst>
          </p:cNvPr>
          <p:cNvSpPr/>
          <p:nvPr/>
        </p:nvSpPr>
        <p:spPr>
          <a:xfrm>
            <a:off x="6071432" y="288439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70" name="Rectangle 669">
            <a:extLst>
              <a:ext uri="{FF2B5EF4-FFF2-40B4-BE49-F238E27FC236}">
                <a16:creationId xmlns:a16="http://schemas.microsoft.com/office/drawing/2014/main" id="{6A72D5EC-E6A1-A9D6-DA8C-064DF1496F51}"/>
              </a:ext>
            </a:extLst>
          </p:cNvPr>
          <p:cNvSpPr/>
          <p:nvPr/>
        </p:nvSpPr>
        <p:spPr>
          <a:xfrm>
            <a:off x="6071432" y="295611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71" name="Rectangle 670">
            <a:extLst>
              <a:ext uri="{FF2B5EF4-FFF2-40B4-BE49-F238E27FC236}">
                <a16:creationId xmlns:a16="http://schemas.microsoft.com/office/drawing/2014/main" id="{1A3928E1-A4D4-6F69-1244-C0E09C7502ED}"/>
              </a:ext>
            </a:extLst>
          </p:cNvPr>
          <p:cNvSpPr/>
          <p:nvPr/>
        </p:nvSpPr>
        <p:spPr>
          <a:xfrm>
            <a:off x="6071432" y="302783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6" name="Rectangle 685">
            <a:extLst>
              <a:ext uri="{FF2B5EF4-FFF2-40B4-BE49-F238E27FC236}">
                <a16:creationId xmlns:a16="http://schemas.microsoft.com/office/drawing/2014/main" id="{DB5E86EC-A264-9848-6BA7-F488B0CE7C6C}"/>
              </a:ext>
            </a:extLst>
          </p:cNvPr>
          <p:cNvSpPr/>
          <p:nvPr/>
        </p:nvSpPr>
        <p:spPr>
          <a:xfrm>
            <a:off x="5926753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7" name="Rectangle 686">
            <a:extLst>
              <a:ext uri="{FF2B5EF4-FFF2-40B4-BE49-F238E27FC236}">
                <a16:creationId xmlns:a16="http://schemas.microsoft.com/office/drawing/2014/main" id="{A7AE9099-D7B2-C66B-766F-989498663A47}"/>
              </a:ext>
            </a:extLst>
          </p:cNvPr>
          <p:cNvSpPr/>
          <p:nvPr/>
        </p:nvSpPr>
        <p:spPr>
          <a:xfrm>
            <a:off x="5998470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93" name="TextBox 692">
            <a:extLst>
              <a:ext uri="{FF2B5EF4-FFF2-40B4-BE49-F238E27FC236}">
                <a16:creationId xmlns:a16="http://schemas.microsoft.com/office/drawing/2014/main" id="{549748BF-0CED-28D6-EF6C-24E579B62B8B}"/>
              </a:ext>
            </a:extLst>
          </p:cNvPr>
          <p:cNvSpPr txBox="1"/>
          <p:nvPr/>
        </p:nvSpPr>
        <p:spPr>
          <a:xfrm>
            <a:off x="5487063" y="301475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636" name="Straight Connector 635">
            <a:extLst>
              <a:ext uri="{FF2B5EF4-FFF2-40B4-BE49-F238E27FC236}">
                <a16:creationId xmlns:a16="http://schemas.microsoft.com/office/drawing/2014/main" id="{6E982D62-084C-99BE-ED52-20024DFBE627}"/>
              </a:ext>
            </a:extLst>
          </p:cNvPr>
          <p:cNvCxnSpPr>
            <a:cxnSpLocks/>
          </p:cNvCxnSpPr>
          <p:nvPr/>
        </p:nvCxnSpPr>
        <p:spPr>
          <a:xfrm>
            <a:off x="7169178" y="3945982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7" name="TextBox 636">
            <a:extLst>
              <a:ext uri="{FF2B5EF4-FFF2-40B4-BE49-F238E27FC236}">
                <a16:creationId xmlns:a16="http://schemas.microsoft.com/office/drawing/2014/main" id="{D258A318-88D0-1CA2-3829-08071101CB43}"/>
              </a:ext>
            </a:extLst>
          </p:cNvPr>
          <p:cNvSpPr txBox="1"/>
          <p:nvPr/>
        </p:nvSpPr>
        <p:spPr>
          <a:xfrm>
            <a:off x="7253965" y="3674973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0.18</a:t>
            </a:r>
          </a:p>
        </p:txBody>
      </p:sp>
      <p:sp>
        <p:nvSpPr>
          <p:cNvPr id="638" name="Oval 637">
            <a:extLst>
              <a:ext uri="{FF2B5EF4-FFF2-40B4-BE49-F238E27FC236}">
                <a16:creationId xmlns:a16="http://schemas.microsoft.com/office/drawing/2014/main" id="{A1075176-525B-5557-D447-8CF11D62E664}"/>
              </a:ext>
            </a:extLst>
          </p:cNvPr>
          <p:cNvSpPr/>
          <p:nvPr/>
        </p:nvSpPr>
        <p:spPr>
          <a:xfrm>
            <a:off x="7381498" y="3213634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39" name="Picture 638">
            <a:extLst>
              <a:ext uri="{FF2B5EF4-FFF2-40B4-BE49-F238E27FC236}">
                <a16:creationId xmlns:a16="http://schemas.microsoft.com/office/drawing/2014/main" id="{8E8B3C41-3415-9F26-4179-2F433B1EDB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2881235"/>
            <a:ext cx="728704" cy="728704"/>
          </a:xfrm>
          <a:prstGeom prst="rect">
            <a:avLst/>
          </a:prstGeom>
        </p:spPr>
      </p:pic>
      <p:sp>
        <p:nvSpPr>
          <p:cNvPr id="642" name="Rectangle 641">
            <a:extLst>
              <a:ext uri="{FF2B5EF4-FFF2-40B4-BE49-F238E27FC236}">
                <a16:creationId xmlns:a16="http://schemas.microsoft.com/office/drawing/2014/main" id="{E6E21E7F-34C0-488E-AED6-00AB54BCA848}"/>
              </a:ext>
            </a:extLst>
          </p:cNvPr>
          <p:cNvSpPr/>
          <p:nvPr/>
        </p:nvSpPr>
        <p:spPr>
          <a:xfrm>
            <a:off x="7572295" y="302783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3" name="Rectangle 642">
            <a:extLst>
              <a:ext uri="{FF2B5EF4-FFF2-40B4-BE49-F238E27FC236}">
                <a16:creationId xmlns:a16="http://schemas.microsoft.com/office/drawing/2014/main" id="{331E600F-9B20-009F-C92A-EEEE74ED3753}"/>
              </a:ext>
            </a:extLst>
          </p:cNvPr>
          <p:cNvSpPr/>
          <p:nvPr/>
        </p:nvSpPr>
        <p:spPr>
          <a:xfrm>
            <a:off x="7572295" y="309954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5" name="Rectangle 644">
            <a:extLst>
              <a:ext uri="{FF2B5EF4-FFF2-40B4-BE49-F238E27FC236}">
                <a16:creationId xmlns:a16="http://schemas.microsoft.com/office/drawing/2014/main" id="{237B542F-387A-1B91-3DAC-F98B3B7F6744}"/>
              </a:ext>
            </a:extLst>
          </p:cNvPr>
          <p:cNvSpPr/>
          <p:nvPr/>
        </p:nvSpPr>
        <p:spPr>
          <a:xfrm>
            <a:off x="7572295" y="317126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7" name="Rectangle 646">
            <a:extLst>
              <a:ext uri="{FF2B5EF4-FFF2-40B4-BE49-F238E27FC236}">
                <a16:creationId xmlns:a16="http://schemas.microsoft.com/office/drawing/2014/main" id="{B2E7A636-F47C-766B-8C75-83FEB8A7789C}"/>
              </a:ext>
            </a:extLst>
          </p:cNvPr>
          <p:cNvSpPr/>
          <p:nvPr/>
        </p:nvSpPr>
        <p:spPr>
          <a:xfrm>
            <a:off x="7572295" y="324298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9" name="Rectangle 648">
            <a:extLst>
              <a:ext uri="{FF2B5EF4-FFF2-40B4-BE49-F238E27FC236}">
                <a16:creationId xmlns:a16="http://schemas.microsoft.com/office/drawing/2014/main" id="{D24BCD12-7ECA-91E4-A39D-94A41CE151CC}"/>
              </a:ext>
            </a:extLst>
          </p:cNvPr>
          <p:cNvSpPr/>
          <p:nvPr/>
        </p:nvSpPr>
        <p:spPr>
          <a:xfrm>
            <a:off x="7572295" y="331469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1" name="Rectangle 650">
            <a:extLst>
              <a:ext uri="{FF2B5EF4-FFF2-40B4-BE49-F238E27FC236}">
                <a16:creationId xmlns:a16="http://schemas.microsoft.com/office/drawing/2014/main" id="{80D52980-0732-32BF-066D-3374811C7769}"/>
              </a:ext>
            </a:extLst>
          </p:cNvPr>
          <p:cNvSpPr/>
          <p:nvPr/>
        </p:nvSpPr>
        <p:spPr>
          <a:xfrm>
            <a:off x="7572295" y="338641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3" name="Rectangle 652">
            <a:extLst>
              <a:ext uri="{FF2B5EF4-FFF2-40B4-BE49-F238E27FC236}">
                <a16:creationId xmlns:a16="http://schemas.microsoft.com/office/drawing/2014/main" id="{F0E3EE05-CCF6-C876-E6EC-1B56D14BCF13}"/>
              </a:ext>
            </a:extLst>
          </p:cNvPr>
          <p:cNvSpPr/>
          <p:nvPr/>
        </p:nvSpPr>
        <p:spPr>
          <a:xfrm>
            <a:off x="7572295" y="345813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5" name="Rectangle 654">
            <a:extLst>
              <a:ext uri="{FF2B5EF4-FFF2-40B4-BE49-F238E27FC236}">
                <a16:creationId xmlns:a16="http://schemas.microsoft.com/office/drawing/2014/main" id="{890F1DCC-09DE-FA3A-90E5-0B782CAD8E13}"/>
              </a:ext>
            </a:extLst>
          </p:cNvPr>
          <p:cNvSpPr/>
          <p:nvPr/>
        </p:nvSpPr>
        <p:spPr>
          <a:xfrm>
            <a:off x="7572295" y="352984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7" name="Rectangle 656">
            <a:extLst>
              <a:ext uri="{FF2B5EF4-FFF2-40B4-BE49-F238E27FC236}">
                <a16:creationId xmlns:a16="http://schemas.microsoft.com/office/drawing/2014/main" id="{1BF0F57D-BE70-9328-1FE7-B49AB8688F42}"/>
              </a:ext>
            </a:extLst>
          </p:cNvPr>
          <p:cNvSpPr/>
          <p:nvPr/>
        </p:nvSpPr>
        <p:spPr>
          <a:xfrm>
            <a:off x="7500917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4" name="TextBox 663">
            <a:extLst>
              <a:ext uri="{FF2B5EF4-FFF2-40B4-BE49-F238E27FC236}">
                <a16:creationId xmlns:a16="http://schemas.microsoft.com/office/drawing/2014/main" id="{1FA70C5F-9DE7-183D-BCE0-3D1FB6656330}"/>
              </a:ext>
            </a:extLst>
          </p:cNvPr>
          <p:cNvSpPr txBox="1"/>
          <p:nvPr/>
        </p:nvSpPr>
        <p:spPr>
          <a:xfrm>
            <a:off x="7061227" y="301475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607" name="Straight Connector 606">
            <a:extLst>
              <a:ext uri="{FF2B5EF4-FFF2-40B4-BE49-F238E27FC236}">
                <a16:creationId xmlns:a16="http://schemas.microsoft.com/office/drawing/2014/main" id="{E98CD451-FD14-B48D-5406-CAAC4CF7BE61}"/>
              </a:ext>
            </a:extLst>
          </p:cNvPr>
          <p:cNvCxnSpPr>
            <a:cxnSpLocks/>
          </p:cNvCxnSpPr>
          <p:nvPr/>
        </p:nvCxnSpPr>
        <p:spPr>
          <a:xfrm>
            <a:off x="8725564" y="3945982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8" name="TextBox 607">
            <a:extLst>
              <a:ext uri="{FF2B5EF4-FFF2-40B4-BE49-F238E27FC236}">
                <a16:creationId xmlns:a16="http://schemas.microsoft.com/office/drawing/2014/main" id="{AC69A1BC-4E6E-ED35-4201-2B986BD71ED5}"/>
              </a:ext>
            </a:extLst>
          </p:cNvPr>
          <p:cNvSpPr txBox="1"/>
          <p:nvPr/>
        </p:nvSpPr>
        <p:spPr>
          <a:xfrm>
            <a:off x="8810350" y="3674973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0.41</a:t>
            </a:r>
          </a:p>
        </p:txBody>
      </p:sp>
      <p:sp>
        <p:nvSpPr>
          <p:cNvPr id="609" name="Oval 608">
            <a:extLst>
              <a:ext uri="{FF2B5EF4-FFF2-40B4-BE49-F238E27FC236}">
                <a16:creationId xmlns:a16="http://schemas.microsoft.com/office/drawing/2014/main" id="{B4FBFF9F-791B-1879-5572-1F78958580FB}"/>
              </a:ext>
            </a:extLst>
          </p:cNvPr>
          <p:cNvSpPr/>
          <p:nvPr/>
        </p:nvSpPr>
        <p:spPr>
          <a:xfrm>
            <a:off x="8937884" y="3213634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10" name="Picture 609">
            <a:extLst>
              <a:ext uri="{FF2B5EF4-FFF2-40B4-BE49-F238E27FC236}">
                <a16:creationId xmlns:a16="http://schemas.microsoft.com/office/drawing/2014/main" id="{344A324A-2293-BEA5-AF02-4FE50EDEA6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2881235"/>
            <a:ext cx="728704" cy="728704"/>
          </a:xfrm>
          <a:prstGeom prst="rect">
            <a:avLst/>
          </a:prstGeom>
        </p:spPr>
      </p:pic>
      <p:sp>
        <p:nvSpPr>
          <p:cNvPr id="611" name="Rectangle 610">
            <a:extLst>
              <a:ext uri="{FF2B5EF4-FFF2-40B4-BE49-F238E27FC236}">
                <a16:creationId xmlns:a16="http://schemas.microsoft.com/office/drawing/2014/main" id="{86DB94D8-C8F4-CCFC-BCDB-0B707F1CE466}"/>
              </a:ext>
            </a:extLst>
          </p:cNvPr>
          <p:cNvSpPr/>
          <p:nvPr/>
        </p:nvSpPr>
        <p:spPr>
          <a:xfrm>
            <a:off x="9344169" y="288439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8" name="Rectangle 627">
            <a:extLst>
              <a:ext uri="{FF2B5EF4-FFF2-40B4-BE49-F238E27FC236}">
                <a16:creationId xmlns:a16="http://schemas.microsoft.com/office/drawing/2014/main" id="{92A0C2A9-99EE-1A72-2EED-A68D55178302}"/>
              </a:ext>
            </a:extLst>
          </p:cNvPr>
          <p:cNvSpPr/>
          <p:nvPr/>
        </p:nvSpPr>
        <p:spPr>
          <a:xfrm>
            <a:off x="9057303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9" name="Rectangle 628">
            <a:extLst>
              <a:ext uri="{FF2B5EF4-FFF2-40B4-BE49-F238E27FC236}">
                <a16:creationId xmlns:a16="http://schemas.microsoft.com/office/drawing/2014/main" id="{8C4E4A12-4490-9C32-C914-45C525CCAAF4}"/>
              </a:ext>
            </a:extLst>
          </p:cNvPr>
          <p:cNvSpPr/>
          <p:nvPr/>
        </p:nvSpPr>
        <p:spPr>
          <a:xfrm>
            <a:off x="9129020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0" name="Rectangle 629">
            <a:extLst>
              <a:ext uri="{FF2B5EF4-FFF2-40B4-BE49-F238E27FC236}">
                <a16:creationId xmlns:a16="http://schemas.microsoft.com/office/drawing/2014/main" id="{C2015A97-FC62-7031-C162-07A633301D43}"/>
              </a:ext>
            </a:extLst>
          </p:cNvPr>
          <p:cNvSpPr/>
          <p:nvPr/>
        </p:nvSpPr>
        <p:spPr>
          <a:xfrm>
            <a:off x="9200736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1" name="Rectangle 630">
            <a:extLst>
              <a:ext uri="{FF2B5EF4-FFF2-40B4-BE49-F238E27FC236}">
                <a16:creationId xmlns:a16="http://schemas.microsoft.com/office/drawing/2014/main" id="{DE8D1DCF-C9F1-6CAA-B74E-88EE7638890A}"/>
              </a:ext>
            </a:extLst>
          </p:cNvPr>
          <p:cNvSpPr/>
          <p:nvPr/>
        </p:nvSpPr>
        <p:spPr>
          <a:xfrm>
            <a:off x="9272453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5" name="TextBox 634">
            <a:extLst>
              <a:ext uri="{FF2B5EF4-FFF2-40B4-BE49-F238E27FC236}">
                <a16:creationId xmlns:a16="http://schemas.microsoft.com/office/drawing/2014/main" id="{B5C8DAC0-E8D1-8D52-7E7E-1A448C0679E0}"/>
              </a:ext>
            </a:extLst>
          </p:cNvPr>
          <p:cNvSpPr txBox="1"/>
          <p:nvPr/>
        </p:nvSpPr>
        <p:spPr>
          <a:xfrm>
            <a:off x="8617613" y="301475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sp>
        <p:nvSpPr>
          <p:cNvPr id="695" name="TextBox 694">
            <a:extLst>
              <a:ext uri="{FF2B5EF4-FFF2-40B4-BE49-F238E27FC236}">
                <a16:creationId xmlns:a16="http://schemas.microsoft.com/office/drawing/2014/main" id="{FF18D682-74E3-0876-18C3-988CD8368FE2}"/>
              </a:ext>
            </a:extLst>
          </p:cNvPr>
          <p:cNvSpPr txBox="1"/>
          <p:nvPr/>
        </p:nvSpPr>
        <p:spPr>
          <a:xfrm>
            <a:off x="5095585" y="4490771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H)</a:t>
            </a:r>
          </a:p>
        </p:txBody>
      </p:sp>
      <p:sp>
        <p:nvSpPr>
          <p:cNvPr id="696" name="Plus Sign 695">
            <a:extLst>
              <a:ext uri="{FF2B5EF4-FFF2-40B4-BE49-F238E27FC236}">
                <a16:creationId xmlns:a16="http://schemas.microsoft.com/office/drawing/2014/main" id="{95669BB9-B292-46A8-24AE-797775915F28}"/>
              </a:ext>
            </a:extLst>
          </p:cNvPr>
          <p:cNvSpPr/>
          <p:nvPr/>
        </p:nvSpPr>
        <p:spPr>
          <a:xfrm>
            <a:off x="6705786" y="4485408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97" name="Equals 696">
            <a:extLst>
              <a:ext uri="{FF2B5EF4-FFF2-40B4-BE49-F238E27FC236}">
                <a16:creationId xmlns:a16="http://schemas.microsoft.com/office/drawing/2014/main" id="{B23E4139-BE9C-D71A-9B8C-6414D2E58997}"/>
              </a:ext>
            </a:extLst>
          </p:cNvPr>
          <p:cNvSpPr/>
          <p:nvPr/>
        </p:nvSpPr>
        <p:spPr>
          <a:xfrm>
            <a:off x="8279950" y="4431317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759" name="Straight Connector 758">
            <a:extLst>
              <a:ext uri="{FF2B5EF4-FFF2-40B4-BE49-F238E27FC236}">
                <a16:creationId xmlns:a16="http://schemas.microsoft.com/office/drawing/2014/main" id="{1555470D-345C-1854-5942-1D3EAF02C60E}"/>
              </a:ext>
            </a:extLst>
          </p:cNvPr>
          <p:cNvCxnSpPr>
            <a:cxnSpLocks/>
          </p:cNvCxnSpPr>
          <p:nvPr/>
        </p:nvCxnSpPr>
        <p:spPr>
          <a:xfrm>
            <a:off x="5595014" y="5338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60" name="TextBox 759">
            <a:extLst>
              <a:ext uri="{FF2B5EF4-FFF2-40B4-BE49-F238E27FC236}">
                <a16:creationId xmlns:a16="http://schemas.microsoft.com/office/drawing/2014/main" id="{975FB052-06CC-E3E3-25DB-76B37DDA5435}"/>
              </a:ext>
            </a:extLst>
          </p:cNvPr>
          <p:cNvSpPr txBox="1"/>
          <p:nvPr/>
        </p:nvSpPr>
        <p:spPr>
          <a:xfrm>
            <a:off x="5679800" y="5067355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0.46</a:t>
            </a:r>
          </a:p>
        </p:txBody>
      </p:sp>
      <p:sp>
        <p:nvSpPr>
          <p:cNvPr id="761" name="Oval 760">
            <a:extLst>
              <a:ext uri="{FF2B5EF4-FFF2-40B4-BE49-F238E27FC236}">
                <a16:creationId xmlns:a16="http://schemas.microsoft.com/office/drawing/2014/main" id="{4E857FB3-A8D4-B02A-1A3A-7D5D5A6531B8}"/>
              </a:ext>
            </a:extLst>
          </p:cNvPr>
          <p:cNvSpPr/>
          <p:nvPr/>
        </p:nvSpPr>
        <p:spPr>
          <a:xfrm>
            <a:off x="5807334" y="4606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62" name="Picture 761">
            <a:extLst>
              <a:ext uri="{FF2B5EF4-FFF2-40B4-BE49-F238E27FC236}">
                <a16:creationId xmlns:a16="http://schemas.microsoft.com/office/drawing/2014/main" id="{A728B983-5855-E084-C14B-A5FD92044B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4273617"/>
            <a:ext cx="728704" cy="728704"/>
          </a:xfrm>
          <a:prstGeom prst="rect">
            <a:avLst/>
          </a:prstGeom>
        </p:spPr>
      </p:pic>
      <p:sp>
        <p:nvSpPr>
          <p:cNvPr id="763" name="Rectangle 762">
            <a:extLst>
              <a:ext uri="{FF2B5EF4-FFF2-40B4-BE49-F238E27FC236}">
                <a16:creationId xmlns:a16="http://schemas.microsoft.com/office/drawing/2014/main" id="{F6C2C752-3BBF-3F8A-2985-D8B03E36F3A4}"/>
              </a:ext>
            </a:extLst>
          </p:cNvPr>
          <p:cNvSpPr/>
          <p:nvPr/>
        </p:nvSpPr>
        <p:spPr>
          <a:xfrm>
            <a:off x="6139845" y="42767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64" name="Rectangle 763">
            <a:extLst>
              <a:ext uri="{FF2B5EF4-FFF2-40B4-BE49-F238E27FC236}">
                <a16:creationId xmlns:a16="http://schemas.microsoft.com/office/drawing/2014/main" id="{296517DB-B746-28E7-E10B-9F1952EBEFD6}"/>
              </a:ext>
            </a:extLst>
          </p:cNvPr>
          <p:cNvSpPr/>
          <p:nvPr/>
        </p:nvSpPr>
        <p:spPr>
          <a:xfrm>
            <a:off x="6139845" y="43484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65" name="Rectangle 764">
            <a:extLst>
              <a:ext uri="{FF2B5EF4-FFF2-40B4-BE49-F238E27FC236}">
                <a16:creationId xmlns:a16="http://schemas.microsoft.com/office/drawing/2014/main" id="{EE1459E7-0BD3-CD6B-3C89-62B83E9E2D69}"/>
              </a:ext>
            </a:extLst>
          </p:cNvPr>
          <p:cNvSpPr/>
          <p:nvPr/>
        </p:nvSpPr>
        <p:spPr>
          <a:xfrm>
            <a:off x="6139845" y="44202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66" name="Rectangle 765">
            <a:extLst>
              <a:ext uri="{FF2B5EF4-FFF2-40B4-BE49-F238E27FC236}">
                <a16:creationId xmlns:a16="http://schemas.microsoft.com/office/drawing/2014/main" id="{372F9207-987C-8FB0-8555-44E6621B54FD}"/>
              </a:ext>
            </a:extLst>
          </p:cNvPr>
          <p:cNvSpPr/>
          <p:nvPr/>
        </p:nvSpPr>
        <p:spPr>
          <a:xfrm>
            <a:off x="6139845" y="44919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68" name="Rectangle 767">
            <a:extLst>
              <a:ext uri="{FF2B5EF4-FFF2-40B4-BE49-F238E27FC236}">
                <a16:creationId xmlns:a16="http://schemas.microsoft.com/office/drawing/2014/main" id="{1CB90F32-9EF0-80FB-1932-1FD04C948D24}"/>
              </a:ext>
            </a:extLst>
          </p:cNvPr>
          <p:cNvSpPr/>
          <p:nvPr/>
        </p:nvSpPr>
        <p:spPr>
          <a:xfrm>
            <a:off x="6139845" y="456364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69" name="Rectangle 768">
            <a:extLst>
              <a:ext uri="{FF2B5EF4-FFF2-40B4-BE49-F238E27FC236}">
                <a16:creationId xmlns:a16="http://schemas.microsoft.com/office/drawing/2014/main" id="{C4741E33-3CE3-DC9A-A3E5-35DB524C14CE}"/>
              </a:ext>
            </a:extLst>
          </p:cNvPr>
          <p:cNvSpPr/>
          <p:nvPr/>
        </p:nvSpPr>
        <p:spPr>
          <a:xfrm>
            <a:off x="6211561" y="456364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0" name="Rectangle 769">
            <a:extLst>
              <a:ext uri="{FF2B5EF4-FFF2-40B4-BE49-F238E27FC236}">
                <a16:creationId xmlns:a16="http://schemas.microsoft.com/office/drawing/2014/main" id="{42810122-662C-059C-56C8-DD9590E9E090}"/>
              </a:ext>
            </a:extLst>
          </p:cNvPr>
          <p:cNvSpPr/>
          <p:nvPr/>
        </p:nvSpPr>
        <p:spPr>
          <a:xfrm>
            <a:off x="6139845" y="463536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1" name="Rectangle 770">
            <a:extLst>
              <a:ext uri="{FF2B5EF4-FFF2-40B4-BE49-F238E27FC236}">
                <a16:creationId xmlns:a16="http://schemas.microsoft.com/office/drawing/2014/main" id="{3352A117-693F-A138-64A4-214C65ECC7B1}"/>
              </a:ext>
            </a:extLst>
          </p:cNvPr>
          <p:cNvSpPr/>
          <p:nvPr/>
        </p:nvSpPr>
        <p:spPr>
          <a:xfrm>
            <a:off x="6211561" y="463536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2" name="Rectangle 771">
            <a:extLst>
              <a:ext uri="{FF2B5EF4-FFF2-40B4-BE49-F238E27FC236}">
                <a16:creationId xmlns:a16="http://schemas.microsoft.com/office/drawing/2014/main" id="{80C8167F-0838-0A96-5248-8C3087BAC3E0}"/>
              </a:ext>
            </a:extLst>
          </p:cNvPr>
          <p:cNvSpPr/>
          <p:nvPr/>
        </p:nvSpPr>
        <p:spPr>
          <a:xfrm>
            <a:off x="6139845" y="47070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3" name="Rectangle 772">
            <a:extLst>
              <a:ext uri="{FF2B5EF4-FFF2-40B4-BE49-F238E27FC236}">
                <a16:creationId xmlns:a16="http://schemas.microsoft.com/office/drawing/2014/main" id="{48BB2ADC-CFC8-A6D2-B711-EE69501266E1}"/>
              </a:ext>
            </a:extLst>
          </p:cNvPr>
          <p:cNvSpPr/>
          <p:nvPr/>
        </p:nvSpPr>
        <p:spPr>
          <a:xfrm>
            <a:off x="6211561" y="47070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4" name="Rectangle 773">
            <a:extLst>
              <a:ext uri="{FF2B5EF4-FFF2-40B4-BE49-F238E27FC236}">
                <a16:creationId xmlns:a16="http://schemas.microsoft.com/office/drawing/2014/main" id="{9AA8D63D-8BD0-D233-9867-7C3947FF996F}"/>
              </a:ext>
            </a:extLst>
          </p:cNvPr>
          <p:cNvSpPr/>
          <p:nvPr/>
        </p:nvSpPr>
        <p:spPr>
          <a:xfrm>
            <a:off x="6139845" y="47787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5" name="Rectangle 774">
            <a:extLst>
              <a:ext uri="{FF2B5EF4-FFF2-40B4-BE49-F238E27FC236}">
                <a16:creationId xmlns:a16="http://schemas.microsoft.com/office/drawing/2014/main" id="{E2808AC9-82D4-62E7-B302-047AD147DEB4}"/>
              </a:ext>
            </a:extLst>
          </p:cNvPr>
          <p:cNvSpPr/>
          <p:nvPr/>
        </p:nvSpPr>
        <p:spPr>
          <a:xfrm>
            <a:off x="6211561" y="47787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6" name="Rectangle 775">
            <a:extLst>
              <a:ext uri="{FF2B5EF4-FFF2-40B4-BE49-F238E27FC236}">
                <a16:creationId xmlns:a16="http://schemas.microsoft.com/office/drawing/2014/main" id="{CDDB8D6C-4227-4B4E-43EC-2B9AED636A74}"/>
              </a:ext>
            </a:extLst>
          </p:cNvPr>
          <p:cNvSpPr/>
          <p:nvPr/>
        </p:nvSpPr>
        <p:spPr>
          <a:xfrm>
            <a:off x="6139845" y="48505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7" name="Rectangle 776">
            <a:extLst>
              <a:ext uri="{FF2B5EF4-FFF2-40B4-BE49-F238E27FC236}">
                <a16:creationId xmlns:a16="http://schemas.microsoft.com/office/drawing/2014/main" id="{A15AC380-55C2-0425-AAB1-F0E3B25C8986}"/>
              </a:ext>
            </a:extLst>
          </p:cNvPr>
          <p:cNvSpPr/>
          <p:nvPr/>
        </p:nvSpPr>
        <p:spPr>
          <a:xfrm>
            <a:off x="6211561" y="48505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8" name="Rectangle 777">
            <a:extLst>
              <a:ext uri="{FF2B5EF4-FFF2-40B4-BE49-F238E27FC236}">
                <a16:creationId xmlns:a16="http://schemas.microsoft.com/office/drawing/2014/main" id="{73C62541-37B0-E6A7-594D-365DD1A6A7DA}"/>
              </a:ext>
            </a:extLst>
          </p:cNvPr>
          <p:cNvSpPr/>
          <p:nvPr/>
        </p:nvSpPr>
        <p:spPr>
          <a:xfrm>
            <a:off x="6139845" y="49222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9" name="Rectangle 778">
            <a:extLst>
              <a:ext uri="{FF2B5EF4-FFF2-40B4-BE49-F238E27FC236}">
                <a16:creationId xmlns:a16="http://schemas.microsoft.com/office/drawing/2014/main" id="{5E2A2C65-BF48-91F7-EDF8-4AF1FC6025E1}"/>
              </a:ext>
            </a:extLst>
          </p:cNvPr>
          <p:cNvSpPr/>
          <p:nvPr/>
        </p:nvSpPr>
        <p:spPr>
          <a:xfrm>
            <a:off x="6211561" y="49222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87" name="TextBox 786">
            <a:extLst>
              <a:ext uri="{FF2B5EF4-FFF2-40B4-BE49-F238E27FC236}">
                <a16:creationId xmlns:a16="http://schemas.microsoft.com/office/drawing/2014/main" id="{B0EE47BD-7C0C-A4AB-EA93-662BF11E53C7}"/>
              </a:ext>
            </a:extLst>
          </p:cNvPr>
          <p:cNvSpPr txBox="1"/>
          <p:nvPr/>
        </p:nvSpPr>
        <p:spPr>
          <a:xfrm>
            <a:off x="5487063" y="44071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730" name="Straight Connector 729">
            <a:extLst>
              <a:ext uri="{FF2B5EF4-FFF2-40B4-BE49-F238E27FC236}">
                <a16:creationId xmlns:a16="http://schemas.microsoft.com/office/drawing/2014/main" id="{46B1C302-E400-899A-4BDD-69BF55C93DDF}"/>
              </a:ext>
            </a:extLst>
          </p:cNvPr>
          <p:cNvCxnSpPr>
            <a:cxnSpLocks/>
          </p:cNvCxnSpPr>
          <p:nvPr/>
        </p:nvCxnSpPr>
        <p:spPr>
          <a:xfrm>
            <a:off x="7169178" y="5338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31" name="TextBox 730">
            <a:extLst>
              <a:ext uri="{FF2B5EF4-FFF2-40B4-BE49-F238E27FC236}">
                <a16:creationId xmlns:a16="http://schemas.microsoft.com/office/drawing/2014/main" id="{D1325A40-5040-079E-E0C7-907F919400C3}"/>
              </a:ext>
            </a:extLst>
          </p:cNvPr>
          <p:cNvSpPr txBox="1"/>
          <p:nvPr/>
        </p:nvSpPr>
        <p:spPr>
          <a:xfrm>
            <a:off x="7253964" y="5067355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0.39</a:t>
            </a:r>
          </a:p>
        </p:txBody>
      </p:sp>
      <p:sp>
        <p:nvSpPr>
          <p:cNvPr id="732" name="Oval 731">
            <a:extLst>
              <a:ext uri="{FF2B5EF4-FFF2-40B4-BE49-F238E27FC236}">
                <a16:creationId xmlns:a16="http://schemas.microsoft.com/office/drawing/2014/main" id="{8510520C-FA1B-30F0-18FD-F20554D541AF}"/>
              </a:ext>
            </a:extLst>
          </p:cNvPr>
          <p:cNvSpPr/>
          <p:nvPr/>
        </p:nvSpPr>
        <p:spPr>
          <a:xfrm>
            <a:off x="7381498" y="4606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33" name="Picture 732">
            <a:extLst>
              <a:ext uri="{FF2B5EF4-FFF2-40B4-BE49-F238E27FC236}">
                <a16:creationId xmlns:a16="http://schemas.microsoft.com/office/drawing/2014/main" id="{5F253AD0-5671-DEDC-906B-7F3C5FC2FD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4273617"/>
            <a:ext cx="728704" cy="728704"/>
          </a:xfrm>
          <a:prstGeom prst="rect">
            <a:avLst/>
          </a:prstGeom>
        </p:spPr>
      </p:pic>
      <p:grpSp>
        <p:nvGrpSpPr>
          <p:cNvPr id="1019" name="Group 1018">
            <a:extLst>
              <a:ext uri="{FF2B5EF4-FFF2-40B4-BE49-F238E27FC236}">
                <a16:creationId xmlns:a16="http://schemas.microsoft.com/office/drawing/2014/main" id="{06AD108E-D3D9-8666-A645-6FE9A20CB83A}"/>
              </a:ext>
            </a:extLst>
          </p:cNvPr>
          <p:cNvGrpSpPr/>
          <p:nvPr/>
        </p:nvGrpSpPr>
        <p:grpSpPr>
          <a:xfrm rot="5400000">
            <a:off x="7788759" y="4352892"/>
            <a:ext cx="71717" cy="645450"/>
            <a:chOff x="8002934" y="4348496"/>
            <a:chExt cx="71717" cy="645450"/>
          </a:xfrm>
        </p:grpSpPr>
        <p:sp>
          <p:nvSpPr>
            <p:cNvPr id="735" name="Rectangle 734">
              <a:extLst>
                <a:ext uri="{FF2B5EF4-FFF2-40B4-BE49-F238E27FC236}">
                  <a16:creationId xmlns:a16="http://schemas.microsoft.com/office/drawing/2014/main" id="{1A181389-112D-6661-585E-142A31CE04EB}"/>
                </a:ext>
              </a:extLst>
            </p:cNvPr>
            <p:cNvSpPr/>
            <p:nvPr/>
          </p:nvSpPr>
          <p:spPr>
            <a:xfrm>
              <a:off x="8002934" y="4348496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36" name="Rectangle 735">
              <a:extLst>
                <a:ext uri="{FF2B5EF4-FFF2-40B4-BE49-F238E27FC236}">
                  <a16:creationId xmlns:a16="http://schemas.microsoft.com/office/drawing/2014/main" id="{C65D6BF3-FD45-2796-F942-C54CBE98EE58}"/>
                </a:ext>
              </a:extLst>
            </p:cNvPr>
            <p:cNvSpPr/>
            <p:nvPr/>
          </p:nvSpPr>
          <p:spPr>
            <a:xfrm>
              <a:off x="8002934" y="4420212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37" name="Rectangle 736">
              <a:extLst>
                <a:ext uri="{FF2B5EF4-FFF2-40B4-BE49-F238E27FC236}">
                  <a16:creationId xmlns:a16="http://schemas.microsoft.com/office/drawing/2014/main" id="{72D32CA4-7211-F630-3157-8C1E15B413E9}"/>
                </a:ext>
              </a:extLst>
            </p:cNvPr>
            <p:cNvSpPr/>
            <p:nvPr/>
          </p:nvSpPr>
          <p:spPr>
            <a:xfrm>
              <a:off x="8002934" y="4491929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39" name="Rectangle 738">
              <a:extLst>
                <a:ext uri="{FF2B5EF4-FFF2-40B4-BE49-F238E27FC236}">
                  <a16:creationId xmlns:a16="http://schemas.microsoft.com/office/drawing/2014/main" id="{F5143732-D3BF-186E-6D63-9E8F21B64FAD}"/>
                </a:ext>
              </a:extLst>
            </p:cNvPr>
            <p:cNvSpPr/>
            <p:nvPr/>
          </p:nvSpPr>
          <p:spPr>
            <a:xfrm>
              <a:off x="8002934" y="4563645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41" name="Rectangle 740">
              <a:extLst>
                <a:ext uri="{FF2B5EF4-FFF2-40B4-BE49-F238E27FC236}">
                  <a16:creationId xmlns:a16="http://schemas.microsoft.com/office/drawing/2014/main" id="{AAA732AA-CBCF-8825-59C9-30E88476CB38}"/>
                </a:ext>
              </a:extLst>
            </p:cNvPr>
            <p:cNvSpPr/>
            <p:nvPr/>
          </p:nvSpPr>
          <p:spPr>
            <a:xfrm>
              <a:off x="8002934" y="4635362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43" name="Rectangle 742">
              <a:extLst>
                <a:ext uri="{FF2B5EF4-FFF2-40B4-BE49-F238E27FC236}">
                  <a16:creationId xmlns:a16="http://schemas.microsoft.com/office/drawing/2014/main" id="{5235BEF4-39F8-F6E6-0297-08CD6854F7A0}"/>
                </a:ext>
              </a:extLst>
            </p:cNvPr>
            <p:cNvSpPr/>
            <p:nvPr/>
          </p:nvSpPr>
          <p:spPr>
            <a:xfrm>
              <a:off x="8002934" y="4707079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45" name="Rectangle 744">
              <a:extLst>
                <a:ext uri="{FF2B5EF4-FFF2-40B4-BE49-F238E27FC236}">
                  <a16:creationId xmlns:a16="http://schemas.microsoft.com/office/drawing/2014/main" id="{69636F01-3083-3269-DF95-12D3FACC0EBC}"/>
                </a:ext>
              </a:extLst>
            </p:cNvPr>
            <p:cNvSpPr/>
            <p:nvPr/>
          </p:nvSpPr>
          <p:spPr>
            <a:xfrm>
              <a:off x="8002934" y="4778796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47" name="Rectangle 746">
              <a:extLst>
                <a:ext uri="{FF2B5EF4-FFF2-40B4-BE49-F238E27FC236}">
                  <a16:creationId xmlns:a16="http://schemas.microsoft.com/office/drawing/2014/main" id="{1D9495C3-65D2-4F36-7958-738B7131D0B8}"/>
                </a:ext>
              </a:extLst>
            </p:cNvPr>
            <p:cNvSpPr/>
            <p:nvPr/>
          </p:nvSpPr>
          <p:spPr>
            <a:xfrm>
              <a:off x="8002934" y="4850512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49" name="Rectangle 748">
              <a:extLst>
                <a:ext uri="{FF2B5EF4-FFF2-40B4-BE49-F238E27FC236}">
                  <a16:creationId xmlns:a16="http://schemas.microsoft.com/office/drawing/2014/main" id="{08E49E36-4EA4-FCC3-4029-CC46E234AF17}"/>
                </a:ext>
              </a:extLst>
            </p:cNvPr>
            <p:cNvSpPr/>
            <p:nvPr/>
          </p:nvSpPr>
          <p:spPr>
            <a:xfrm>
              <a:off x="8002934" y="4922229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020" name="Group 1019">
            <a:extLst>
              <a:ext uri="{FF2B5EF4-FFF2-40B4-BE49-F238E27FC236}">
                <a16:creationId xmlns:a16="http://schemas.microsoft.com/office/drawing/2014/main" id="{A0568E2B-9BD8-D280-9A18-0094CCE2D3E4}"/>
              </a:ext>
            </a:extLst>
          </p:cNvPr>
          <p:cNvGrpSpPr/>
          <p:nvPr/>
        </p:nvGrpSpPr>
        <p:grpSpPr>
          <a:xfrm rot="5400000">
            <a:off x="7788759" y="3993320"/>
            <a:ext cx="143434" cy="717167"/>
            <a:chOff x="7859500" y="4276779"/>
            <a:chExt cx="143434" cy="717167"/>
          </a:xfrm>
        </p:grpSpPr>
        <p:sp>
          <p:nvSpPr>
            <p:cNvPr id="756" name="Rectangle 755">
              <a:extLst>
                <a:ext uri="{FF2B5EF4-FFF2-40B4-BE49-F238E27FC236}">
                  <a16:creationId xmlns:a16="http://schemas.microsoft.com/office/drawing/2014/main" id="{3817DF8C-44DF-7B4C-7D0B-EF825471A30E}"/>
                </a:ext>
              </a:extLst>
            </p:cNvPr>
            <p:cNvSpPr/>
            <p:nvPr/>
          </p:nvSpPr>
          <p:spPr>
            <a:xfrm>
              <a:off x="7859500" y="4276779"/>
              <a:ext cx="71717" cy="71716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57" name="Rectangle 756">
              <a:extLst>
                <a:ext uri="{FF2B5EF4-FFF2-40B4-BE49-F238E27FC236}">
                  <a16:creationId xmlns:a16="http://schemas.microsoft.com/office/drawing/2014/main" id="{45AB176A-4375-0584-FB61-F78422ADD51C}"/>
                </a:ext>
              </a:extLst>
            </p:cNvPr>
            <p:cNvSpPr/>
            <p:nvPr/>
          </p:nvSpPr>
          <p:spPr>
            <a:xfrm>
              <a:off x="7931217" y="4276779"/>
              <a:ext cx="71717" cy="71716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758" name="TextBox 757">
            <a:extLst>
              <a:ext uri="{FF2B5EF4-FFF2-40B4-BE49-F238E27FC236}">
                <a16:creationId xmlns:a16="http://schemas.microsoft.com/office/drawing/2014/main" id="{AC654DC1-2D92-60E2-466A-DAE04CEA7CE3}"/>
              </a:ext>
            </a:extLst>
          </p:cNvPr>
          <p:cNvSpPr txBox="1"/>
          <p:nvPr/>
        </p:nvSpPr>
        <p:spPr>
          <a:xfrm>
            <a:off x="7061227" y="44071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701" name="Straight Connector 700">
            <a:extLst>
              <a:ext uri="{FF2B5EF4-FFF2-40B4-BE49-F238E27FC236}">
                <a16:creationId xmlns:a16="http://schemas.microsoft.com/office/drawing/2014/main" id="{80DF823C-B0FA-81F7-BE72-B2A56A2EFA98}"/>
              </a:ext>
            </a:extLst>
          </p:cNvPr>
          <p:cNvCxnSpPr>
            <a:cxnSpLocks/>
          </p:cNvCxnSpPr>
          <p:nvPr/>
        </p:nvCxnSpPr>
        <p:spPr>
          <a:xfrm>
            <a:off x="8725564" y="5338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2" name="TextBox 701">
            <a:extLst>
              <a:ext uri="{FF2B5EF4-FFF2-40B4-BE49-F238E27FC236}">
                <a16:creationId xmlns:a16="http://schemas.microsoft.com/office/drawing/2014/main" id="{47D69766-193E-1295-3D77-2ACD8336CE45}"/>
              </a:ext>
            </a:extLst>
          </p:cNvPr>
          <p:cNvSpPr txBox="1"/>
          <p:nvPr/>
        </p:nvSpPr>
        <p:spPr>
          <a:xfrm>
            <a:off x="8810350" y="5067355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0.85</a:t>
            </a:r>
          </a:p>
        </p:txBody>
      </p:sp>
      <p:sp>
        <p:nvSpPr>
          <p:cNvPr id="703" name="Oval 702">
            <a:extLst>
              <a:ext uri="{FF2B5EF4-FFF2-40B4-BE49-F238E27FC236}">
                <a16:creationId xmlns:a16="http://schemas.microsoft.com/office/drawing/2014/main" id="{5E17DC94-BBC1-67E6-C46A-B341E5DE13AF}"/>
              </a:ext>
            </a:extLst>
          </p:cNvPr>
          <p:cNvSpPr/>
          <p:nvPr/>
        </p:nvSpPr>
        <p:spPr>
          <a:xfrm>
            <a:off x="8937884" y="4606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04" name="Picture 703">
            <a:extLst>
              <a:ext uri="{FF2B5EF4-FFF2-40B4-BE49-F238E27FC236}">
                <a16:creationId xmlns:a16="http://schemas.microsoft.com/office/drawing/2014/main" id="{D8250B91-E52C-5244-7E7D-EBDB8CE51F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4273617"/>
            <a:ext cx="728704" cy="728704"/>
          </a:xfrm>
          <a:prstGeom prst="rect">
            <a:avLst/>
          </a:prstGeom>
        </p:spPr>
      </p:pic>
      <p:sp>
        <p:nvSpPr>
          <p:cNvPr id="713" name="Rectangle 712">
            <a:extLst>
              <a:ext uri="{FF2B5EF4-FFF2-40B4-BE49-F238E27FC236}">
                <a16:creationId xmlns:a16="http://schemas.microsoft.com/office/drawing/2014/main" id="{4407B3A8-AAF6-8E43-997D-D709007E65D1}"/>
              </a:ext>
            </a:extLst>
          </p:cNvPr>
          <p:cNvSpPr/>
          <p:nvPr/>
        </p:nvSpPr>
        <p:spPr>
          <a:xfrm>
            <a:off x="9631036" y="463536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15" name="Rectangle 714">
            <a:extLst>
              <a:ext uri="{FF2B5EF4-FFF2-40B4-BE49-F238E27FC236}">
                <a16:creationId xmlns:a16="http://schemas.microsoft.com/office/drawing/2014/main" id="{7A20E375-905D-7C2B-6E9C-5A2015E6681C}"/>
              </a:ext>
            </a:extLst>
          </p:cNvPr>
          <p:cNvSpPr/>
          <p:nvPr/>
        </p:nvSpPr>
        <p:spPr>
          <a:xfrm>
            <a:off x="9631036" y="47070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17" name="Rectangle 716">
            <a:extLst>
              <a:ext uri="{FF2B5EF4-FFF2-40B4-BE49-F238E27FC236}">
                <a16:creationId xmlns:a16="http://schemas.microsoft.com/office/drawing/2014/main" id="{E862DADF-C409-753A-5C32-2A181605F266}"/>
              </a:ext>
            </a:extLst>
          </p:cNvPr>
          <p:cNvSpPr/>
          <p:nvPr/>
        </p:nvSpPr>
        <p:spPr>
          <a:xfrm>
            <a:off x="9631036" y="47787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19" name="Rectangle 718">
            <a:extLst>
              <a:ext uri="{FF2B5EF4-FFF2-40B4-BE49-F238E27FC236}">
                <a16:creationId xmlns:a16="http://schemas.microsoft.com/office/drawing/2014/main" id="{F926A16E-CB9B-F418-93CF-7E8B8E1979E8}"/>
              </a:ext>
            </a:extLst>
          </p:cNvPr>
          <p:cNvSpPr/>
          <p:nvPr/>
        </p:nvSpPr>
        <p:spPr>
          <a:xfrm>
            <a:off x="9631036" y="48505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21" name="Rectangle 720">
            <a:extLst>
              <a:ext uri="{FF2B5EF4-FFF2-40B4-BE49-F238E27FC236}">
                <a16:creationId xmlns:a16="http://schemas.microsoft.com/office/drawing/2014/main" id="{9CFFFD6C-8DEB-D37D-2733-B99D639AECA1}"/>
              </a:ext>
            </a:extLst>
          </p:cNvPr>
          <p:cNvSpPr/>
          <p:nvPr/>
        </p:nvSpPr>
        <p:spPr>
          <a:xfrm>
            <a:off x="9631036" y="49222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22" name="Rectangle 721">
            <a:extLst>
              <a:ext uri="{FF2B5EF4-FFF2-40B4-BE49-F238E27FC236}">
                <a16:creationId xmlns:a16="http://schemas.microsoft.com/office/drawing/2014/main" id="{AF5D6A1E-3C94-110D-870A-32EC2742A68D}"/>
              </a:ext>
            </a:extLst>
          </p:cNvPr>
          <p:cNvSpPr/>
          <p:nvPr/>
        </p:nvSpPr>
        <p:spPr>
          <a:xfrm>
            <a:off x="9057303" y="4276779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23" name="Rectangle 722">
            <a:extLst>
              <a:ext uri="{FF2B5EF4-FFF2-40B4-BE49-F238E27FC236}">
                <a16:creationId xmlns:a16="http://schemas.microsoft.com/office/drawing/2014/main" id="{787CDD07-A6F9-8DD4-469D-9A4A37B62133}"/>
              </a:ext>
            </a:extLst>
          </p:cNvPr>
          <p:cNvSpPr/>
          <p:nvPr/>
        </p:nvSpPr>
        <p:spPr>
          <a:xfrm>
            <a:off x="9129020" y="4276779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24" name="Rectangle 723">
            <a:extLst>
              <a:ext uri="{FF2B5EF4-FFF2-40B4-BE49-F238E27FC236}">
                <a16:creationId xmlns:a16="http://schemas.microsoft.com/office/drawing/2014/main" id="{EDEAB634-DF2A-5B9E-AFF8-229F8405849E}"/>
              </a:ext>
            </a:extLst>
          </p:cNvPr>
          <p:cNvSpPr/>
          <p:nvPr/>
        </p:nvSpPr>
        <p:spPr>
          <a:xfrm>
            <a:off x="9200736" y="4276779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25" name="Rectangle 724">
            <a:extLst>
              <a:ext uri="{FF2B5EF4-FFF2-40B4-BE49-F238E27FC236}">
                <a16:creationId xmlns:a16="http://schemas.microsoft.com/office/drawing/2014/main" id="{F7629753-7003-E429-396D-653F53B9D7A2}"/>
              </a:ext>
            </a:extLst>
          </p:cNvPr>
          <p:cNvSpPr/>
          <p:nvPr/>
        </p:nvSpPr>
        <p:spPr>
          <a:xfrm>
            <a:off x="9272453" y="4276779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26" name="Rectangle 725">
            <a:extLst>
              <a:ext uri="{FF2B5EF4-FFF2-40B4-BE49-F238E27FC236}">
                <a16:creationId xmlns:a16="http://schemas.microsoft.com/office/drawing/2014/main" id="{1CF3FDEA-3521-0EBF-07FF-70D4DC1D89CD}"/>
              </a:ext>
            </a:extLst>
          </p:cNvPr>
          <p:cNvSpPr/>
          <p:nvPr/>
        </p:nvSpPr>
        <p:spPr>
          <a:xfrm>
            <a:off x="9344170" y="4276779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27" name="Rectangle 726">
            <a:extLst>
              <a:ext uri="{FF2B5EF4-FFF2-40B4-BE49-F238E27FC236}">
                <a16:creationId xmlns:a16="http://schemas.microsoft.com/office/drawing/2014/main" id="{80046E24-4070-1756-BFA4-2685E5FD8565}"/>
              </a:ext>
            </a:extLst>
          </p:cNvPr>
          <p:cNvSpPr/>
          <p:nvPr/>
        </p:nvSpPr>
        <p:spPr>
          <a:xfrm>
            <a:off x="9415886" y="4276779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28" name="Rectangle 727">
            <a:extLst>
              <a:ext uri="{FF2B5EF4-FFF2-40B4-BE49-F238E27FC236}">
                <a16:creationId xmlns:a16="http://schemas.microsoft.com/office/drawing/2014/main" id="{C261E67D-8CAA-05DE-19A4-E4F2DA9E7632}"/>
              </a:ext>
            </a:extLst>
          </p:cNvPr>
          <p:cNvSpPr/>
          <p:nvPr/>
        </p:nvSpPr>
        <p:spPr>
          <a:xfrm>
            <a:off x="9487603" y="4276779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29" name="TextBox 728">
            <a:extLst>
              <a:ext uri="{FF2B5EF4-FFF2-40B4-BE49-F238E27FC236}">
                <a16:creationId xmlns:a16="http://schemas.microsoft.com/office/drawing/2014/main" id="{F4998129-92AA-F91A-F057-80A1306317CB}"/>
              </a:ext>
            </a:extLst>
          </p:cNvPr>
          <p:cNvSpPr txBox="1"/>
          <p:nvPr/>
        </p:nvSpPr>
        <p:spPr>
          <a:xfrm>
            <a:off x="8617613" y="44071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sp>
        <p:nvSpPr>
          <p:cNvPr id="789" name="TextBox 788">
            <a:extLst>
              <a:ext uri="{FF2B5EF4-FFF2-40B4-BE49-F238E27FC236}">
                <a16:creationId xmlns:a16="http://schemas.microsoft.com/office/drawing/2014/main" id="{F6213150-EAF5-6BFA-D4BE-FB96C2F73092}"/>
              </a:ext>
            </a:extLst>
          </p:cNvPr>
          <p:cNvSpPr txBox="1"/>
          <p:nvPr/>
        </p:nvSpPr>
        <p:spPr>
          <a:xfrm>
            <a:off x="5124439" y="5883153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I)</a:t>
            </a:r>
          </a:p>
        </p:txBody>
      </p:sp>
      <p:sp>
        <p:nvSpPr>
          <p:cNvPr id="790" name="Plus Sign 789">
            <a:extLst>
              <a:ext uri="{FF2B5EF4-FFF2-40B4-BE49-F238E27FC236}">
                <a16:creationId xmlns:a16="http://schemas.microsoft.com/office/drawing/2014/main" id="{B702BCCE-2376-76B3-C4D2-7975F7420590}"/>
              </a:ext>
            </a:extLst>
          </p:cNvPr>
          <p:cNvSpPr/>
          <p:nvPr/>
        </p:nvSpPr>
        <p:spPr>
          <a:xfrm>
            <a:off x="6705786" y="5877790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91" name="Equals 790">
            <a:extLst>
              <a:ext uri="{FF2B5EF4-FFF2-40B4-BE49-F238E27FC236}">
                <a16:creationId xmlns:a16="http://schemas.microsoft.com/office/drawing/2014/main" id="{93A1BAF3-474E-1514-66C3-41FE45E663D5}"/>
              </a:ext>
            </a:extLst>
          </p:cNvPr>
          <p:cNvSpPr/>
          <p:nvPr/>
        </p:nvSpPr>
        <p:spPr>
          <a:xfrm>
            <a:off x="8279950" y="5823699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53" name="Straight Connector 852">
            <a:extLst>
              <a:ext uri="{FF2B5EF4-FFF2-40B4-BE49-F238E27FC236}">
                <a16:creationId xmlns:a16="http://schemas.microsoft.com/office/drawing/2014/main" id="{2E4B9D52-8868-4EA9-C570-C0C70EC05EBA}"/>
              </a:ext>
            </a:extLst>
          </p:cNvPr>
          <p:cNvCxnSpPr>
            <a:cxnSpLocks/>
          </p:cNvCxnSpPr>
          <p:nvPr/>
        </p:nvCxnSpPr>
        <p:spPr>
          <a:xfrm>
            <a:off x="5595014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54" name="TextBox 853">
            <a:extLst>
              <a:ext uri="{FF2B5EF4-FFF2-40B4-BE49-F238E27FC236}">
                <a16:creationId xmlns:a16="http://schemas.microsoft.com/office/drawing/2014/main" id="{E134BD37-06D0-A7D3-AE70-EB2BFA94DB40}"/>
              </a:ext>
            </a:extLst>
          </p:cNvPr>
          <p:cNvSpPr txBox="1"/>
          <p:nvPr/>
        </p:nvSpPr>
        <p:spPr>
          <a:xfrm>
            <a:off x="5679800" y="6459737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0.67</a:t>
            </a:r>
          </a:p>
        </p:txBody>
      </p:sp>
      <p:sp>
        <p:nvSpPr>
          <p:cNvPr id="855" name="Oval 854">
            <a:extLst>
              <a:ext uri="{FF2B5EF4-FFF2-40B4-BE49-F238E27FC236}">
                <a16:creationId xmlns:a16="http://schemas.microsoft.com/office/drawing/2014/main" id="{FFB8F380-E4B8-3FB2-E040-6AB117D96454}"/>
              </a:ext>
            </a:extLst>
          </p:cNvPr>
          <p:cNvSpPr/>
          <p:nvPr/>
        </p:nvSpPr>
        <p:spPr>
          <a:xfrm>
            <a:off x="5807334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56" name="Picture 855">
            <a:extLst>
              <a:ext uri="{FF2B5EF4-FFF2-40B4-BE49-F238E27FC236}">
                <a16:creationId xmlns:a16="http://schemas.microsoft.com/office/drawing/2014/main" id="{2D3A842D-747B-B077-3456-A3F3A8AB38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5665999"/>
            <a:ext cx="728704" cy="728704"/>
          </a:xfrm>
          <a:prstGeom prst="rect">
            <a:avLst/>
          </a:prstGeom>
        </p:spPr>
      </p:pic>
      <p:sp>
        <p:nvSpPr>
          <p:cNvPr id="867" name="Rectangle 866">
            <a:extLst>
              <a:ext uri="{FF2B5EF4-FFF2-40B4-BE49-F238E27FC236}">
                <a16:creationId xmlns:a16="http://schemas.microsoft.com/office/drawing/2014/main" id="{BE6AE3CB-AD3D-48F2-AFEA-088D7B52E35D}"/>
              </a:ext>
            </a:extLst>
          </p:cNvPr>
          <p:cNvSpPr/>
          <p:nvPr/>
        </p:nvSpPr>
        <p:spPr>
          <a:xfrm>
            <a:off x="6500486" y="609946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68" name="Rectangle 867">
            <a:extLst>
              <a:ext uri="{FF2B5EF4-FFF2-40B4-BE49-F238E27FC236}">
                <a16:creationId xmlns:a16="http://schemas.microsoft.com/office/drawing/2014/main" id="{547A61DB-4750-FCFF-73D1-0379CBA144C7}"/>
              </a:ext>
            </a:extLst>
          </p:cNvPr>
          <p:cNvSpPr/>
          <p:nvPr/>
        </p:nvSpPr>
        <p:spPr>
          <a:xfrm>
            <a:off x="6428770" y="61711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69" name="Rectangle 868">
            <a:extLst>
              <a:ext uri="{FF2B5EF4-FFF2-40B4-BE49-F238E27FC236}">
                <a16:creationId xmlns:a16="http://schemas.microsoft.com/office/drawing/2014/main" id="{257E4173-CCBC-BD7A-1266-66C45CDED173}"/>
              </a:ext>
            </a:extLst>
          </p:cNvPr>
          <p:cNvSpPr/>
          <p:nvPr/>
        </p:nvSpPr>
        <p:spPr>
          <a:xfrm>
            <a:off x="6500486" y="61711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70" name="Rectangle 869">
            <a:extLst>
              <a:ext uri="{FF2B5EF4-FFF2-40B4-BE49-F238E27FC236}">
                <a16:creationId xmlns:a16="http://schemas.microsoft.com/office/drawing/2014/main" id="{23A577FC-C068-900A-C685-5F5AA23F2810}"/>
              </a:ext>
            </a:extLst>
          </p:cNvPr>
          <p:cNvSpPr/>
          <p:nvPr/>
        </p:nvSpPr>
        <p:spPr>
          <a:xfrm>
            <a:off x="6428770" y="624289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71" name="Rectangle 870">
            <a:extLst>
              <a:ext uri="{FF2B5EF4-FFF2-40B4-BE49-F238E27FC236}">
                <a16:creationId xmlns:a16="http://schemas.microsoft.com/office/drawing/2014/main" id="{E282C72C-9C12-334C-1764-3A5ABA70C4E7}"/>
              </a:ext>
            </a:extLst>
          </p:cNvPr>
          <p:cNvSpPr/>
          <p:nvPr/>
        </p:nvSpPr>
        <p:spPr>
          <a:xfrm>
            <a:off x="6500486" y="624289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72" name="Rectangle 871">
            <a:extLst>
              <a:ext uri="{FF2B5EF4-FFF2-40B4-BE49-F238E27FC236}">
                <a16:creationId xmlns:a16="http://schemas.microsoft.com/office/drawing/2014/main" id="{EF6EE0CA-43FA-7F64-2CD7-BFCDEBDF7CE4}"/>
              </a:ext>
            </a:extLst>
          </p:cNvPr>
          <p:cNvSpPr/>
          <p:nvPr/>
        </p:nvSpPr>
        <p:spPr>
          <a:xfrm>
            <a:off x="6428770" y="631461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73" name="Rectangle 872">
            <a:extLst>
              <a:ext uri="{FF2B5EF4-FFF2-40B4-BE49-F238E27FC236}">
                <a16:creationId xmlns:a16="http://schemas.microsoft.com/office/drawing/2014/main" id="{B25D1D8A-3673-5E9E-569B-16432A493727}"/>
              </a:ext>
            </a:extLst>
          </p:cNvPr>
          <p:cNvSpPr/>
          <p:nvPr/>
        </p:nvSpPr>
        <p:spPr>
          <a:xfrm>
            <a:off x="6500486" y="631461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74" name="Rectangle 873">
            <a:extLst>
              <a:ext uri="{FF2B5EF4-FFF2-40B4-BE49-F238E27FC236}">
                <a16:creationId xmlns:a16="http://schemas.microsoft.com/office/drawing/2014/main" id="{F2A5772C-8AFD-8D0E-8CBA-CA14BB26BE2A}"/>
              </a:ext>
            </a:extLst>
          </p:cNvPr>
          <p:cNvSpPr/>
          <p:nvPr/>
        </p:nvSpPr>
        <p:spPr>
          <a:xfrm>
            <a:off x="5926753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75" name="Rectangle 874">
            <a:extLst>
              <a:ext uri="{FF2B5EF4-FFF2-40B4-BE49-F238E27FC236}">
                <a16:creationId xmlns:a16="http://schemas.microsoft.com/office/drawing/2014/main" id="{17C1BD61-160C-C92D-66CD-CF1B40BDFF7F}"/>
              </a:ext>
            </a:extLst>
          </p:cNvPr>
          <p:cNvSpPr/>
          <p:nvPr/>
        </p:nvSpPr>
        <p:spPr>
          <a:xfrm>
            <a:off x="5998470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76" name="Rectangle 875">
            <a:extLst>
              <a:ext uri="{FF2B5EF4-FFF2-40B4-BE49-F238E27FC236}">
                <a16:creationId xmlns:a16="http://schemas.microsoft.com/office/drawing/2014/main" id="{3F9D1221-8FE5-F26D-C865-5BA11D7783F5}"/>
              </a:ext>
            </a:extLst>
          </p:cNvPr>
          <p:cNvSpPr/>
          <p:nvPr/>
        </p:nvSpPr>
        <p:spPr>
          <a:xfrm>
            <a:off x="6070186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77" name="Rectangle 876">
            <a:extLst>
              <a:ext uri="{FF2B5EF4-FFF2-40B4-BE49-F238E27FC236}">
                <a16:creationId xmlns:a16="http://schemas.microsoft.com/office/drawing/2014/main" id="{E7734D1A-67D1-8ACA-2513-BB3131A6FF14}"/>
              </a:ext>
            </a:extLst>
          </p:cNvPr>
          <p:cNvSpPr/>
          <p:nvPr/>
        </p:nvSpPr>
        <p:spPr>
          <a:xfrm>
            <a:off x="6141903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78" name="Rectangle 877">
            <a:extLst>
              <a:ext uri="{FF2B5EF4-FFF2-40B4-BE49-F238E27FC236}">
                <a16:creationId xmlns:a16="http://schemas.microsoft.com/office/drawing/2014/main" id="{D696F4E8-B8CD-DCEF-B69A-61F82FE26B6F}"/>
              </a:ext>
            </a:extLst>
          </p:cNvPr>
          <p:cNvSpPr/>
          <p:nvPr/>
        </p:nvSpPr>
        <p:spPr>
          <a:xfrm>
            <a:off x="6213620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79" name="Rectangle 878">
            <a:extLst>
              <a:ext uri="{FF2B5EF4-FFF2-40B4-BE49-F238E27FC236}">
                <a16:creationId xmlns:a16="http://schemas.microsoft.com/office/drawing/2014/main" id="{33CC33CB-2EE0-F41D-1D1D-ABE5588B6C10}"/>
              </a:ext>
            </a:extLst>
          </p:cNvPr>
          <p:cNvSpPr/>
          <p:nvPr/>
        </p:nvSpPr>
        <p:spPr>
          <a:xfrm>
            <a:off x="6573484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81" name="TextBox 880">
            <a:extLst>
              <a:ext uri="{FF2B5EF4-FFF2-40B4-BE49-F238E27FC236}">
                <a16:creationId xmlns:a16="http://schemas.microsoft.com/office/drawing/2014/main" id="{4EE725E9-A906-8E1E-BE93-7EC7AE485AC1}"/>
              </a:ext>
            </a:extLst>
          </p:cNvPr>
          <p:cNvSpPr txBox="1"/>
          <p:nvPr/>
        </p:nvSpPr>
        <p:spPr>
          <a:xfrm>
            <a:off x="5487063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824" name="Straight Connector 823">
            <a:extLst>
              <a:ext uri="{FF2B5EF4-FFF2-40B4-BE49-F238E27FC236}">
                <a16:creationId xmlns:a16="http://schemas.microsoft.com/office/drawing/2014/main" id="{24D69158-F57E-D719-4A03-DE971F74F8FD}"/>
              </a:ext>
            </a:extLst>
          </p:cNvPr>
          <p:cNvCxnSpPr>
            <a:cxnSpLocks/>
          </p:cNvCxnSpPr>
          <p:nvPr/>
        </p:nvCxnSpPr>
        <p:spPr>
          <a:xfrm>
            <a:off x="7169178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25" name="TextBox 824">
            <a:extLst>
              <a:ext uri="{FF2B5EF4-FFF2-40B4-BE49-F238E27FC236}">
                <a16:creationId xmlns:a16="http://schemas.microsoft.com/office/drawing/2014/main" id="{A23B0C17-0B46-CA74-A81A-9F0A29F7061F}"/>
              </a:ext>
            </a:extLst>
          </p:cNvPr>
          <p:cNvSpPr txBox="1"/>
          <p:nvPr/>
        </p:nvSpPr>
        <p:spPr>
          <a:xfrm>
            <a:off x="7253964" y="6459737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0.58</a:t>
            </a:r>
          </a:p>
        </p:txBody>
      </p:sp>
      <p:sp>
        <p:nvSpPr>
          <p:cNvPr id="826" name="Oval 825">
            <a:extLst>
              <a:ext uri="{FF2B5EF4-FFF2-40B4-BE49-F238E27FC236}">
                <a16:creationId xmlns:a16="http://schemas.microsoft.com/office/drawing/2014/main" id="{411000B0-85F5-D2B3-A8FD-7D06864B5ABE}"/>
              </a:ext>
            </a:extLst>
          </p:cNvPr>
          <p:cNvSpPr/>
          <p:nvPr/>
        </p:nvSpPr>
        <p:spPr>
          <a:xfrm>
            <a:off x="7381498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27" name="Picture 826">
            <a:extLst>
              <a:ext uri="{FF2B5EF4-FFF2-40B4-BE49-F238E27FC236}">
                <a16:creationId xmlns:a16="http://schemas.microsoft.com/office/drawing/2014/main" id="{F3146743-B9D0-5D7E-92F1-FB11888128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5665999"/>
            <a:ext cx="728704" cy="728704"/>
          </a:xfrm>
          <a:prstGeom prst="rect">
            <a:avLst/>
          </a:prstGeom>
        </p:spPr>
      </p:pic>
      <p:sp>
        <p:nvSpPr>
          <p:cNvPr id="845" name="Rectangle 844">
            <a:extLst>
              <a:ext uri="{FF2B5EF4-FFF2-40B4-BE49-F238E27FC236}">
                <a16:creationId xmlns:a16="http://schemas.microsoft.com/office/drawing/2014/main" id="{DECFB86E-330D-DA82-4A12-766A9FDC30DA}"/>
              </a:ext>
            </a:extLst>
          </p:cNvPr>
          <p:cNvSpPr/>
          <p:nvPr/>
        </p:nvSpPr>
        <p:spPr>
          <a:xfrm>
            <a:off x="7500917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46" name="Rectangle 845">
            <a:extLst>
              <a:ext uri="{FF2B5EF4-FFF2-40B4-BE49-F238E27FC236}">
                <a16:creationId xmlns:a16="http://schemas.microsoft.com/office/drawing/2014/main" id="{AD9C534B-6FBF-2F8E-78A5-D272AF583DE3}"/>
              </a:ext>
            </a:extLst>
          </p:cNvPr>
          <p:cNvSpPr/>
          <p:nvPr/>
        </p:nvSpPr>
        <p:spPr>
          <a:xfrm>
            <a:off x="7572634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47" name="Rectangle 846">
            <a:extLst>
              <a:ext uri="{FF2B5EF4-FFF2-40B4-BE49-F238E27FC236}">
                <a16:creationId xmlns:a16="http://schemas.microsoft.com/office/drawing/2014/main" id="{321C23E2-386C-D72D-9A19-3F88B5635E6F}"/>
              </a:ext>
            </a:extLst>
          </p:cNvPr>
          <p:cNvSpPr/>
          <p:nvPr/>
        </p:nvSpPr>
        <p:spPr>
          <a:xfrm>
            <a:off x="7644350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50" name="Rectangle 849">
            <a:extLst>
              <a:ext uri="{FF2B5EF4-FFF2-40B4-BE49-F238E27FC236}">
                <a16:creationId xmlns:a16="http://schemas.microsoft.com/office/drawing/2014/main" id="{264E09DE-D839-2035-F076-DA04DF4D57EC}"/>
              </a:ext>
            </a:extLst>
          </p:cNvPr>
          <p:cNvSpPr/>
          <p:nvPr/>
        </p:nvSpPr>
        <p:spPr>
          <a:xfrm>
            <a:off x="8075245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51" name="Rectangle 850">
            <a:extLst>
              <a:ext uri="{FF2B5EF4-FFF2-40B4-BE49-F238E27FC236}">
                <a16:creationId xmlns:a16="http://schemas.microsoft.com/office/drawing/2014/main" id="{C419F2E2-86B3-A987-3773-9AF4FD2D6F1A}"/>
              </a:ext>
            </a:extLst>
          </p:cNvPr>
          <p:cNvSpPr/>
          <p:nvPr/>
        </p:nvSpPr>
        <p:spPr>
          <a:xfrm>
            <a:off x="8146962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52" name="TextBox 851">
            <a:extLst>
              <a:ext uri="{FF2B5EF4-FFF2-40B4-BE49-F238E27FC236}">
                <a16:creationId xmlns:a16="http://schemas.microsoft.com/office/drawing/2014/main" id="{9A09205F-9949-B406-3E7B-6C57BC132421}"/>
              </a:ext>
            </a:extLst>
          </p:cNvPr>
          <p:cNvSpPr txBox="1"/>
          <p:nvPr/>
        </p:nvSpPr>
        <p:spPr>
          <a:xfrm>
            <a:off x="7061227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795" name="Straight Connector 794">
            <a:extLst>
              <a:ext uri="{FF2B5EF4-FFF2-40B4-BE49-F238E27FC236}">
                <a16:creationId xmlns:a16="http://schemas.microsoft.com/office/drawing/2014/main" id="{7AD16B20-FD8B-8136-1D08-10AA7815DFEF}"/>
              </a:ext>
            </a:extLst>
          </p:cNvPr>
          <p:cNvCxnSpPr>
            <a:cxnSpLocks/>
          </p:cNvCxnSpPr>
          <p:nvPr/>
        </p:nvCxnSpPr>
        <p:spPr>
          <a:xfrm>
            <a:off x="8725564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96" name="TextBox 795">
            <a:extLst>
              <a:ext uri="{FF2B5EF4-FFF2-40B4-BE49-F238E27FC236}">
                <a16:creationId xmlns:a16="http://schemas.microsoft.com/office/drawing/2014/main" id="{7B2C5A05-0823-017F-9284-8472E3A62FDD}"/>
              </a:ext>
            </a:extLst>
          </p:cNvPr>
          <p:cNvSpPr txBox="1"/>
          <p:nvPr/>
        </p:nvSpPr>
        <p:spPr>
          <a:xfrm>
            <a:off x="8810350" y="6459737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1.25</a:t>
            </a:r>
          </a:p>
        </p:txBody>
      </p:sp>
      <p:sp>
        <p:nvSpPr>
          <p:cNvPr id="797" name="Oval 796">
            <a:extLst>
              <a:ext uri="{FF2B5EF4-FFF2-40B4-BE49-F238E27FC236}">
                <a16:creationId xmlns:a16="http://schemas.microsoft.com/office/drawing/2014/main" id="{233C54FE-18A1-BE19-AB6F-BD15B4BC41A2}"/>
              </a:ext>
            </a:extLst>
          </p:cNvPr>
          <p:cNvSpPr/>
          <p:nvPr/>
        </p:nvSpPr>
        <p:spPr>
          <a:xfrm>
            <a:off x="8937884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98" name="Picture 797">
            <a:extLst>
              <a:ext uri="{FF2B5EF4-FFF2-40B4-BE49-F238E27FC236}">
                <a16:creationId xmlns:a16="http://schemas.microsoft.com/office/drawing/2014/main" id="{6C369A33-5621-8CD6-BF98-0C6C6EFD2A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5665999"/>
            <a:ext cx="728704" cy="728704"/>
          </a:xfrm>
          <a:prstGeom prst="rect">
            <a:avLst/>
          </a:prstGeom>
        </p:spPr>
      </p:pic>
      <p:sp>
        <p:nvSpPr>
          <p:cNvPr id="806" name="Rectangle 805">
            <a:extLst>
              <a:ext uri="{FF2B5EF4-FFF2-40B4-BE49-F238E27FC236}">
                <a16:creationId xmlns:a16="http://schemas.microsoft.com/office/drawing/2014/main" id="{27CB8B72-8843-A340-8829-C44B5C21FB5D}"/>
              </a:ext>
            </a:extLst>
          </p:cNvPr>
          <p:cNvSpPr/>
          <p:nvPr/>
        </p:nvSpPr>
        <p:spPr>
          <a:xfrm>
            <a:off x="9200736" y="602774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08" name="Rectangle 807">
            <a:extLst>
              <a:ext uri="{FF2B5EF4-FFF2-40B4-BE49-F238E27FC236}">
                <a16:creationId xmlns:a16="http://schemas.microsoft.com/office/drawing/2014/main" id="{DE5D392A-B02D-F14D-2B16-E099A2C5CAF3}"/>
              </a:ext>
            </a:extLst>
          </p:cNvPr>
          <p:cNvSpPr/>
          <p:nvPr/>
        </p:nvSpPr>
        <p:spPr>
          <a:xfrm>
            <a:off x="9200736" y="609946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10" name="Rectangle 809">
            <a:extLst>
              <a:ext uri="{FF2B5EF4-FFF2-40B4-BE49-F238E27FC236}">
                <a16:creationId xmlns:a16="http://schemas.microsoft.com/office/drawing/2014/main" id="{823148D1-D170-6D5C-95E2-5B9D1F539C29}"/>
              </a:ext>
            </a:extLst>
          </p:cNvPr>
          <p:cNvSpPr/>
          <p:nvPr/>
        </p:nvSpPr>
        <p:spPr>
          <a:xfrm>
            <a:off x="9200736" y="61711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12" name="Rectangle 811">
            <a:extLst>
              <a:ext uri="{FF2B5EF4-FFF2-40B4-BE49-F238E27FC236}">
                <a16:creationId xmlns:a16="http://schemas.microsoft.com/office/drawing/2014/main" id="{EF9767CC-9892-33EE-371F-1168EBFCCF9F}"/>
              </a:ext>
            </a:extLst>
          </p:cNvPr>
          <p:cNvSpPr/>
          <p:nvPr/>
        </p:nvSpPr>
        <p:spPr>
          <a:xfrm>
            <a:off x="9200736" y="624289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14" name="Rectangle 813">
            <a:extLst>
              <a:ext uri="{FF2B5EF4-FFF2-40B4-BE49-F238E27FC236}">
                <a16:creationId xmlns:a16="http://schemas.microsoft.com/office/drawing/2014/main" id="{25BE69BC-0D49-B547-BAFB-576D0422704E}"/>
              </a:ext>
            </a:extLst>
          </p:cNvPr>
          <p:cNvSpPr/>
          <p:nvPr/>
        </p:nvSpPr>
        <p:spPr>
          <a:xfrm>
            <a:off x="9200736" y="631461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16" name="Rectangle 815">
            <a:extLst>
              <a:ext uri="{FF2B5EF4-FFF2-40B4-BE49-F238E27FC236}">
                <a16:creationId xmlns:a16="http://schemas.microsoft.com/office/drawing/2014/main" id="{DF2F7DA3-75DD-F8F1-08E1-435F584DEF71}"/>
              </a:ext>
            </a:extLst>
          </p:cNvPr>
          <p:cNvSpPr/>
          <p:nvPr/>
        </p:nvSpPr>
        <p:spPr>
          <a:xfrm>
            <a:off x="9057303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17" name="Rectangle 816">
            <a:extLst>
              <a:ext uri="{FF2B5EF4-FFF2-40B4-BE49-F238E27FC236}">
                <a16:creationId xmlns:a16="http://schemas.microsoft.com/office/drawing/2014/main" id="{1240F449-C860-282A-0012-1079EBAE63C2}"/>
              </a:ext>
            </a:extLst>
          </p:cNvPr>
          <p:cNvSpPr/>
          <p:nvPr/>
        </p:nvSpPr>
        <p:spPr>
          <a:xfrm>
            <a:off x="9129020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83" name="TextBox 882">
            <a:extLst>
              <a:ext uri="{FF2B5EF4-FFF2-40B4-BE49-F238E27FC236}">
                <a16:creationId xmlns:a16="http://schemas.microsoft.com/office/drawing/2014/main" id="{BC0013E0-5174-FF99-21D1-F11357245537}"/>
              </a:ext>
            </a:extLst>
          </p:cNvPr>
          <p:cNvSpPr txBox="1"/>
          <p:nvPr/>
        </p:nvSpPr>
        <p:spPr>
          <a:xfrm>
            <a:off x="5106005" y="313625"/>
            <a:ext cx="3064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E)</a:t>
            </a:r>
          </a:p>
        </p:txBody>
      </p:sp>
      <p:sp>
        <p:nvSpPr>
          <p:cNvPr id="884" name="Plus Sign 883">
            <a:extLst>
              <a:ext uri="{FF2B5EF4-FFF2-40B4-BE49-F238E27FC236}">
                <a16:creationId xmlns:a16="http://schemas.microsoft.com/office/drawing/2014/main" id="{6EB1A61E-6DE0-9D94-DBCC-2E02E4230EC5}"/>
              </a:ext>
            </a:extLst>
          </p:cNvPr>
          <p:cNvSpPr/>
          <p:nvPr/>
        </p:nvSpPr>
        <p:spPr>
          <a:xfrm>
            <a:off x="6705786" y="308262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85" name="Equals 884">
            <a:extLst>
              <a:ext uri="{FF2B5EF4-FFF2-40B4-BE49-F238E27FC236}">
                <a16:creationId xmlns:a16="http://schemas.microsoft.com/office/drawing/2014/main" id="{60F8EC96-425E-0ABA-2588-56200E8725D7}"/>
              </a:ext>
            </a:extLst>
          </p:cNvPr>
          <p:cNvSpPr/>
          <p:nvPr/>
        </p:nvSpPr>
        <p:spPr>
          <a:xfrm>
            <a:off x="8279950" y="254171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947" name="Straight Connector 946">
            <a:extLst>
              <a:ext uri="{FF2B5EF4-FFF2-40B4-BE49-F238E27FC236}">
                <a16:creationId xmlns:a16="http://schemas.microsoft.com/office/drawing/2014/main" id="{5BE5446D-7525-219F-F286-689BC505D219}"/>
              </a:ext>
            </a:extLst>
          </p:cNvPr>
          <p:cNvCxnSpPr>
            <a:cxnSpLocks/>
          </p:cNvCxnSpPr>
          <p:nvPr/>
        </p:nvCxnSpPr>
        <p:spPr>
          <a:xfrm>
            <a:off x="5595014" y="1161218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48" name="TextBox 947">
            <a:extLst>
              <a:ext uri="{FF2B5EF4-FFF2-40B4-BE49-F238E27FC236}">
                <a16:creationId xmlns:a16="http://schemas.microsoft.com/office/drawing/2014/main" id="{BE988062-21E2-301A-F4A2-63848386AD53}"/>
              </a:ext>
            </a:extLst>
          </p:cNvPr>
          <p:cNvSpPr txBox="1"/>
          <p:nvPr/>
        </p:nvSpPr>
        <p:spPr>
          <a:xfrm>
            <a:off x="5679800" y="890209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0.07</a:t>
            </a:r>
          </a:p>
        </p:txBody>
      </p:sp>
      <p:sp>
        <p:nvSpPr>
          <p:cNvPr id="949" name="Oval 948">
            <a:extLst>
              <a:ext uri="{FF2B5EF4-FFF2-40B4-BE49-F238E27FC236}">
                <a16:creationId xmlns:a16="http://schemas.microsoft.com/office/drawing/2014/main" id="{2CEFD95F-C0DE-FB2D-B675-4CFC15DA4A69}"/>
              </a:ext>
            </a:extLst>
          </p:cNvPr>
          <p:cNvSpPr/>
          <p:nvPr/>
        </p:nvSpPr>
        <p:spPr>
          <a:xfrm>
            <a:off x="5807334" y="428870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50" name="Picture 949">
            <a:extLst>
              <a:ext uri="{FF2B5EF4-FFF2-40B4-BE49-F238E27FC236}">
                <a16:creationId xmlns:a16="http://schemas.microsoft.com/office/drawing/2014/main" id="{360D154D-2A8E-6D06-5DC8-63B8C4DEA5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96471"/>
            <a:ext cx="728704" cy="728704"/>
          </a:xfrm>
          <a:prstGeom prst="rect">
            <a:avLst/>
          </a:prstGeom>
        </p:spPr>
      </p:pic>
      <p:sp>
        <p:nvSpPr>
          <p:cNvPr id="955" name="Rectangle 954">
            <a:extLst>
              <a:ext uri="{FF2B5EF4-FFF2-40B4-BE49-F238E27FC236}">
                <a16:creationId xmlns:a16="http://schemas.microsoft.com/office/drawing/2014/main" id="{E544A8B1-07AD-BB2D-5065-F84BFD19DD67}"/>
              </a:ext>
            </a:extLst>
          </p:cNvPr>
          <p:cNvSpPr/>
          <p:nvPr/>
        </p:nvSpPr>
        <p:spPr>
          <a:xfrm>
            <a:off x="5928980" y="31478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57" name="Rectangle 956">
            <a:extLst>
              <a:ext uri="{FF2B5EF4-FFF2-40B4-BE49-F238E27FC236}">
                <a16:creationId xmlns:a16="http://schemas.microsoft.com/office/drawing/2014/main" id="{3092D8FE-B2EF-45A2-874F-08DA08A76608}"/>
              </a:ext>
            </a:extLst>
          </p:cNvPr>
          <p:cNvSpPr/>
          <p:nvPr/>
        </p:nvSpPr>
        <p:spPr>
          <a:xfrm>
            <a:off x="5928980" y="38649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59" name="Rectangle 958">
            <a:extLst>
              <a:ext uri="{FF2B5EF4-FFF2-40B4-BE49-F238E27FC236}">
                <a16:creationId xmlns:a16="http://schemas.microsoft.com/office/drawing/2014/main" id="{4E54D700-F068-FBBC-D760-E1E42ABA8D1F}"/>
              </a:ext>
            </a:extLst>
          </p:cNvPr>
          <p:cNvSpPr/>
          <p:nvPr/>
        </p:nvSpPr>
        <p:spPr>
          <a:xfrm>
            <a:off x="5928980" y="45821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61" name="Rectangle 960">
            <a:extLst>
              <a:ext uri="{FF2B5EF4-FFF2-40B4-BE49-F238E27FC236}">
                <a16:creationId xmlns:a16="http://schemas.microsoft.com/office/drawing/2014/main" id="{A75B4A3A-9D2D-8A8F-7E79-4A3058E39515}"/>
              </a:ext>
            </a:extLst>
          </p:cNvPr>
          <p:cNvSpPr/>
          <p:nvPr/>
        </p:nvSpPr>
        <p:spPr>
          <a:xfrm>
            <a:off x="5928980" y="52993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63" name="Rectangle 962">
            <a:extLst>
              <a:ext uri="{FF2B5EF4-FFF2-40B4-BE49-F238E27FC236}">
                <a16:creationId xmlns:a16="http://schemas.microsoft.com/office/drawing/2014/main" id="{6EDCDDE6-AF1C-C6A7-D326-9EF0C5F573AC}"/>
              </a:ext>
            </a:extLst>
          </p:cNvPr>
          <p:cNvSpPr/>
          <p:nvPr/>
        </p:nvSpPr>
        <p:spPr>
          <a:xfrm>
            <a:off x="5928980" y="60165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65" name="Rectangle 964">
            <a:extLst>
              <a:ext uri="{FF2B5EF4-FFF2-40B4-BE49-F238E27FC236}">
                <a16:creationId xmlns:a16="http://schemas.microsoft.com/office/drawing/2014/main" id="{8D218554-FE29-544E-81A1-5018F5CE25BB}"/>
              </a:ext>
            </a:extLst>
          </p:cNvPr>
          <p:cNvSpPr/>
          <p:nvPr/>
        </p:nvSpPr>
        <p:spPr>
          <a:xfrm>
            <a:off x="5928980" y="67336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67" name="Rectangle 966">
            <a:extLst>
              <a:ext uri="{FF2B5EF4-FFF2-40B4-BE49-F238E27FC236}">
                <a16:creationId xmlns:a16="http://schemas.microsoft.com/office/drawing/2014/main" id="{D2F7F7D6-0BEE-4174-B061-395DEE1E7734}"/>
              </a:ext>
            </a:extLst>
          </p:cNvPr>
          <p:cNvSpPr/>
          <p:nvPr/>
        </p:nvSpPr>
        <p:spPr>
          <a:xfrm>
            <a:off x="5928980" y="74508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75" name="TextBox 974">
            <a:extLst>
              <a:ext uri="{FF2B5EF4-FFF2-40B4-BE49-F238E27FC236}">
                <a16:creationId xmlns:a16="http://schemas.microsoft.com/office/drawing/2014/main" id="{62FF68C8-4F0E-8364-B8A8-2261EDE872ED}"/>
              </a:ext>
            </a:extLst>
          </p:cNvPr>
          <p:cNvSpPr txBox="1"/>
          <p:nvPr/>
        </p:nvSpPr>
        <p:spPr>
          <a:xfrm>
            <a:off x="5487063" y="229991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918" name="Straight Connector 917">
            <a:extLst>
              <a:ext uri="{FF2B5EF4-FFF2-40B4-BE49-F238E27FC236}">
                <a16:creationId xmlns:a16="http://schemas.microsoft.com/office/drawing/2014/main" id="{4052F827-8268-66AF-7F01-BE27A8894695}"/>
              </a:ext>
            </a:extLst>
          </p:cNvPr>
          <p:cNvCxnSpPr>
            <a:cxnSpLocks/>
          </p:cNvCxnSpPr>
          <p:nvPr/>
        </p:nvCxnSpPr>
        <p:spPr>
          <a:xfrm>
            <a:off x="7169178" y="1161218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19" name="TextBox 918">
            <a:extLst>
              <a:ext uri="{FF2B5EF4-FFF2-40B4-BE49-F238E27FC236}">
                <a16:creationId xmlns:a16="http://schemas.microsoft.com/office/drawing/2014/main" id="{5234AD3F-38D8-CD1D-D195-8F18144BDEB0}"/>
              </a:ext>
            </a:extLst>
          </p:cNvPr>
          <p:cNvSpPr txBox="1"/>
          <p:nvPr/>
        </p:nvSpPr>
        <p:spPr>
          <a:xfrm>
            <a:off x="7253964" y="890209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0.04</a:t>
            </a:r>
          </a:p>
        </p:txBody>
      </p:sp>
      <p:sp>
        <p:nvSpPr>
          <p:cNvPr id="920" name="Oval 919">
            <a:extLst>
              <a:ext uri="{FF2B5EF4-FFF2-40B4-BE49-F238E27FC236}">
                <a16:creationId xmlns:a16="http://schemas.microsoft.com/office/drawing/2014/main" id="{052BE690-9047-B386-3F17-EEEE3C249A55}"/>
              </a:ext>
            </a:extLst>
          </p:cNvPr>
          <p:cNvSpPr/>
          <p:nvPr/>
        </p:nvSpPr>
        <p:spPr>
          <a:xfrm>
            <a:off x="7381498" y="428870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21" name="Picture 920">
            <a:extLst>
              <a:ext uri="{FF2B5EF4-FFF2-40B4-BE49-F238E27FC236}">
                <a16:creationId xmlns:a16="http://schemas.microsoft.com/office/drawing/2014/main" id="{F5E30BD2-118C-D43F-3367-D1774368DA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96471"/>
            <a:ext cx="728704" cy="728704"/>
          </a:xfrm>
          <a:prstGeom prst="rect">
            <a:avLst/>
          </a:prstGeom>
        </p:spPr>
      </p:pic>
      <p:sp>
        <p:nvSpPr>
          <p:cNvPr id="922" name="Rectangle 921">
            <a:extLst>
              <a:ext uri="{FF2B5EF4-FFF2-40B4-BE49-F238E27FC236}">
                <a16:creationId xmlns:a16="http://schemas.microsoft.com/office/drawing/2014/main" id="{A3D0655F-AF26-E77E-0534-E67E797997C2}"/>
              </a:ext>
            </a:extLst>
          </p:cNvPr>
          <p:cNvSpPr/>
          <p:nvPr/>
        </p:nvSpPr>
        <p:spPr>
          <a:xfrm>
            <a:off x="7504625" y="9963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23" name="Rectangle 922">
            <a:extLst>
              <a:ext uri="{FF2B5EF4-FFF2-40B4-BE49-F238E27FC236}">
                <a16:creationId xmlns:a16="http://schemas.microsoft.com/office/drawing/2014/main" id="{6F90CDF9-184A-C5EF-FC55-7DF38EC8FBBD}"/>
              </a:ext>
            </a:extLst>
          </p:cNvPr>
          <p:cNvSpPr/>
          <p:nvPr/>
        </p:nvSpPr>
        <p:spPr>
          <a:xfrm>
            <a:off x="7504625" y="17135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24" name="Rectangle 923">
            <a:extLst>
              <a:ext uri="{FF2B5EF4-FFF2-40B4-BE49-F238E27FC236}">
                <a16:creationId xmlns:a16="http://schemas.microsoft.com/office/drawing/2014/main" id="{C5B70726-B769-9A37-A572-CC0DC6E443CB}"/>
              </a:ext>
            </a:extLst>
          </p:cNvPr>
          <p:cNvSpPr/>
          <p:nvPr/>
        </p:nvSpPr>
        <p:spPr>
          <a:xfrm>
            <a:off x="7504625" y="24306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25" name="Rectangle 924">
            <a:extLst>
              <a:ext uri="{FF2B5EF4-FFF2-40B4-BE49-F238E27FC236}">
                <a16:creationId xmlns:a16="http://schemas.microsoft.com/office/drawing/2014/main" id="{4E454E98-AEA0-588F-0FDF-CCBCF3EA6DAE}"/>
              </a:ext>
            </a:extLst>
          </p:cNvPr>
          <p:cNvSpPr/>
          <p:nvPr/>
        </p:nvSpPr>
        <p:spPr>
          <a:xfrm>
            <a:off x="7504625" y="31478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46" name="TextBox 945">
            <a:extLst>
              <a:ext uri="{FF2B5EF4-FFF2-40B4-BE49-F238E27FC236}">
                <a16:creationId xmlns:a16="http://schemas.microsoft.com/office/drawing/2014/main" id="{B8E5AAEB-1EFD-C940-B159-D0FCBE7BCB77}"/>
              </a:ext>
            </a:extLst>
          </p:cNvPr>
          <p:cNvSpPr txBox="1"/>
          <p:nvPr/>
        </p:nvSpPr>
        <p:spPr>
          <a:xfrm>
            <a:off x="7061227" y="229991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889" name="Straight Connector 888">
            <a:extLst>
              <a:ext uri="{FF2B5EF4-FFF2-40B4-BE49-F238E27FC236}">
                <a16:creationId xmlns:a16="http://schemas.microsoft.com/office/drawing/2014/main" id="{32ADBFC8-3CC7-7E70-2706-BD167170CA71}"/>
              </a:ext>
            </a:extLst>
          </p:cNvPr>
          <p:cNvCxnSpPr>
            <a:cxnSpLocks/>
          </p:cNvCxnSpPr>
          <p:nvPr/>
        </p:nvCxnSpPr>
        <p:spPr>
          <a:xfrm>
            <a:off x="8725564" y="1161218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90" name="TextBox 889">
            <a:extLst>
              <a:ext uri="{FF2B5EF4-FFF2-40B4-BE49-F238E27FC236}">
                <a16:creationId xmlns:a16="http://schemas.microsoft.com/office/drawing/2014/main" id="{E847CDC5-FD36-9A69-2D67-9799EF12F8F3}"/>
              </a:ext>
            </a:extLst>
          </p:cNvPr>
          <p:cNvSpPr txBox="1"/>
          <p:nvPr/>
        </p:nvSpPr>
        <p:spPr>
          <a:xfrm>
            <a:off x="8810350" y="890209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0.11</a:t>
            </a:r>
          </a:p>
        </p:txBody>
      </p:sp>
      <p:sp>
        <p:nvSpPr>
          <p:cNvPr id="891" name="Oval 890">
            <a:extLst>
              <a:ext uri="{FF2B5EF4-FFF2-40B4-BE49-F238E27FC236}">
                <a16:creationId xmlns:a16="http://schemas.microsoft.com/office/drawing/2014/main" id="{888E9458-E8AB-DEC1-2B5E-D8AA3283D306}"/>
              </a:ext>
            </a:extLst>
          </p:cNvPr>
          <p:cNvSpPr/>
          <p:nvPr/>
        </p:nvSpPr>
        <p:spPr>
          <a:xfrm>
            <a:off x="8937884" y="428870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92" name="Picture 891">
            <a:extLst>
              <a:ext uri="{FF2B5EF4-FFF2-40B4-BE49-F238E27FC236}">
                <a16:creationId xmlns:a16="http://schemas.microsoft.com/office/drawing/2014/main" id="{5B65D250-7741-236C-4CB8-D109B05FB9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96471"/>
            <a:ext cx="728704" cy="728704"/>
          </a:xfrm>
          <a:prstGeom prst="rect">
            <a:avLst/>
          </a:prstGeom>
        </p:spPr>
      </p:pic>
      <p:sp>
        <p:nvSpPr>
          <p:cNvPr id="893" name="Rectangle 892">
            <a:extLst>
              <a:ext uri="{FF2B5EF4-FFF2-40B4-BE49-F238E27FC236}">
                <a16:creationId xmlns:a16="http://schemas.microsoft.com/office/drawing/2014/main" id="{85F9A8D1-6AF6-FC5D-CC6A-B840D3623397}"/>
              </a:ext>
            </a:extLst>
          </p:cNvPr>
          <p:cNvSpPr/>
          <p:nvPr/>
        </p:nvSpPr>
        <p:spPr>
          <a:xfrm>
            <a:off x="9126081" y="9963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10" name="Rectangle 909">
            <a:extLst>
              <a:ext uri="{FF2B5EF4-FFF2-40B4-BE49-F238E27FC236}">
                <a16:creationId xmlns:a16="http://schemas.microsoft.com/office/drawing/2014/main" id="{385DE886-CBAE-016B-DD04-F1102DDC6921}"/>
              </a:ext>
            </a:extLst>
          </p:cNvPr>
          <p:cNvSpPr/>
          <p:nvPr/>
        </p:nvSpPr>
        <p:spPr>
          <a:xfrm>
            <a:off x="9057303" y="99633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17" name="TextBox 916">
            <a:extLst>
              <a:ext uri="{FF2B5EF4-FFF2-40B4-BE49-F238E27FC236}">
                <a16:creationId xmlns:a16="http://schemas.microsoft.com/office/drawing/2014/main" id="{4B128C04-D144-E21B-6F4F-3E64D134DD3D}"/>
              </a:ext>
            </a:extLst>
          </p:cNvPr>
          <p:cNvSpPr txBox="1"/>
          <p:nvPr/>
        </p:nvSpPr>
        <p:spPr>
          <a:xfrm>
            <a:off x="8617613" y="229991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sp>
        <p:nvSpPr>
          <p:cNvPr id="976" name="Rectangle 975">
            <a:extLst>
              <a:ext uri="{FF2B5EF4-FFF2-40B4-BE49-F238E27FC236}">
                <a16:creationId xmlns:a16="http://schemas.microsoft.com/office/drawing/2014/main" id="{EC268BBC-D98F-5637-5F76-8E9F4F118E2C}"/>
              </a:ext>
            </a:extLst>
          </p:cNvPr>
          <p:cNvSpPr/>
          <p:nvPr/>
        </p:nvSpPr>
        <p:spPr>
          <a:xfrm>
            <a:off x="4479685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77" name="Rectangle 976">
            <a:extLst>
              <a:ext uri="{FF2B5EF4-FFF2-40B4-BE49-F238E27FC236}">
                <a16:creationId xmlns:a16="http://schemas.microsoft.com/office/drawing/2014/main" id="{3B657A17-9606-CAD4-B799-6ED9E1FD6C86}"/>
              </a:ext>
            </a:extLst>
          </p:cNvPr>
          <p:cNvSpPr/>
          <p:nvPr/>
        </p:nvSpPr>
        <p:spPr>
          <a:xfrm>
            <a:off x="4551402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78" name="TextBox 977">
            <a:extLst>
              <a:ext uri="{FF2B5EF4-FFF2-40B4-BE49-F238E27FC236}">
                <a16:creationId xmlns:a16="http://schemas.microsoft.com/office/drawing/2014/main" id="{B592A6D9-E8C0-91E5-86AC-536959A93130}"/>
              </a:ext>
            </a:extLst>
          </p:cNvPr>
          <p:cNvSpPr txBox="1"/>
          <p:nvPr/>
        </p:nvSpPr>
        <p:spPr>
          <a:xfrm>
            <a:off x="709409" y="1526397"/>
            <a:ext cx="4443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0.3</a:t>
            </a:r>
          </a:p>
        </p:txBody>
      </p:sp>
      <p:sp>
        <p:nvSpPr>
          <p:cNvPr id="979" name="TextBox 978">
            <a:extLst>
              <a:ext uri="{FF2B5EF4-FFF2-40B4-BE49-F238E27FC236}">
                <a16:creationId xmlns:a16="http://schemas.microsoft.com/office/drawing/2014/main" id="{AF678627-5CF9-0578-5AB2-B4D4421386C6}"/>
              </a:ext>
            </a:extLst>
          </p:cNvPr>
          <p:cNvSpPr txBox="1"/>
          <p:nvPr/>
        </p:nvSpPr>
        <p:spPr>
          <a:xfrm>
            <a:off x="657311" y="3130753"/>
            <a:ext cx="5485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0.14</a:t>
            </a:r>
          </a:p>
        </p:txBody>
      </p:sp>
      <p:sp>
        <p:nvSpPr>
          <p:cNvPr id="980" name="Rectangle 979">
            <a:extLst>
              <a:ext uri="{FF2B5EF4-FFF2-40B4-BE49-F238E27FC236}">
                <a16:creationId xmlns:a16="http://schemas.microsoft.com/office/drawing/2014/main" id="{3722741B-CAD4-687C-5144-FFBC01F1E436}"/>
              </a:ext>
            </a:extLst>
          </p:cNvPr>
          <p:cNvSpPr/>
          <p:nvPr/>
        </p:nvSpPr>
        <p:spPr>
          <a:xfrm>
            <a:off x="919133" y="261435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81" name="Rectangle 980">
            <a:extLst>
              <a:ext uri="{FF2B5EF4-FFF2-40B4-BE49-F238E27FC236}">
                <a16:creationId xmlns:a16="http://schemas.microsoft.com/office/drawing/2014/main" id="{E095CA3E-6599-E8FD-0EE1-0A65294092A5}"/>
              </a:ext>
            </a:extLst>
          </p:cNvPr>
          <p:cNvSpPr/>
          <p:nvPr/>
        </p:nvSpPr>
        <p:spPr>
          <a:xfrm>
            <a:off x="4197542" y="261435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82" name="Rectangle 981">
            <a:extLst>
              <a:ext uri="{FF2B5EF4-FFF2-40B4-BE49-F238E27FC236}">
                <a16:creationId xmlns:a16="http://schemas.microsoft.com/office/drawing/2014/main" id="{998D39CE-33D0-A94E-E7CC-E12257814967}"/>
              </a:ext>
            </a:extLst>
          </p:cNvPr>
          <p:cNvSpPr/>
          <p:nvPr/>
        </p:nvSpPr>
        <p:spPr>
          <a:xfrm>
            <a:off x="4408247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988" name="Group 987">
            <a:extLst>
              <a:ext uri="{FF2B5EF4-FFF2-40B4-BE49-F238E27FC236}">
                <a16:creationId xmlns:a16="http://schemas.microsoft.com/office/drawing/2014/main" id="{0E70C72C-0E16-F253-1161-BE6E16440CEF}"/>
              </a:ext>
            </a:extLst>
          </p:cNvPr>
          <p:cNvGrpSpPr/>
          <p:nvPr/>
        </p:nvGrpSpPr>
        <p:grpSpPr>
          <a:xfrm rot="5400000">
            <a:off x="7644012" y="1349140"/>
            <a:ext cx="71717" cy="358583"/>
            <a:chOff x="6220024" y="1644415"/>
            <a:chExt cx="71717" cy="358583"/>
          </a:xfrm>
        </p:grpSpPr>
        <p:sp>
          <p:nvSpPr>
            <p:cNvPr id="983" name="Rectangle 982">
              <a:extLst>
                <a:ext uri="{FF2B5EF4-FFF2-40B4-BE49-F238E27FC236}">
                  <a16:creationId xmlns:a16="http://schemas.microsoft.com/office/drawing/2014/main" id="{5A83CF06-CF69-D975-C452-CB3FF7D423F8}"/>
                </a:ext>
              </a:extLst>
            </p:cNvPr>
            <p:cNvSpPr/>
            <p:nvPr/>
          </p:nvSpPr>
          <p:spPr>
            <a:xfrm>
              <a:off x="6220024" y="1644415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84" name="Rectangle 983">
              <a:extLst>
                <a:ext uri="{FF2B5EF4-FFF2-40B4-BE49-F238E27FC236}">
                  <a16:creationId xmlns:a16="http://schemas.microsoft.com/office/drawing/2014/main" id="{7D6BD2F4-BDA5-ECFC-9A51-7796D646CFF1}"/>
                </a:ext>
              </a:extLst>
            </p:cNvPr>
            <p:cNvSpPr/>
            <p:nvPr/>
          </p:nvSpPr>
          <p:spPr>
            <a:xfrm>
              <a:off x="6220024" y="1716132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85" name="Rectangle 984">
              <a:extLst>
                <a:ext uri="{FF2B5EF4-FFF2-40B4-BE49-F238E27FC236}">
                  <a16:creationId xmlns:a16="http://schemas.microsoft.com/office/drawing/2014/main" id="{96911777-F72B-FD53-A70A-C31F789F8FFA}"/>
                </a:ext>
              </a:extLst>
            </p:cNvPr>
            <p:cNvSpPr/>
            <p:nvPr/>
          </p:nvSpPr>
          <p:spPr>
            <a:xfrm>
              <a:off x="6220024" y="1787848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86" name="Rectangle 985">
              <a:extLst>
                <a:ext uri="{FF2B5EF4-FFF2-40B4-BE49-F238E27FC236}">
                  <a16:creationId xmlns:a16="http://schemas.microsoft.com/office/drawing/2014/main" id="{A35799C5-D429-69A5-13B6-33141DE43B10}"/>
                </a:ext>
              </a:extLst>
            </p:cNvPr>
            <p:cNvSpPr/>
            <p:nvPr/>
          </p:nvSpPr>
          <p:spPr>
            <a:xfrm>
              <a:off x="6220024" y="1859565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87" name="Rectangle 986">
              <a:extLst>
                <a:ext uri="{FF2B5EF4-FFF2-40B4-BE49-F238E27FC236}">
                  <a16:creationId xmlns:a16="http://schemas.microsoft.com/office/drawing/2014/main" id="{DAAA7C47-1743-58BB-0CC3-9DAA447FA3B6}"/>
                </a:ext>
              </a:extLst>
            </p:cNvPr>
            <p:cNvSpPr/>
            <p:nvPr/>
          </p:nvSpPr>
          <p:spPr>
            <a:xfrm>
              <a:off x="6220024" y="1931281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989" name="Rectangle 988">
            <a:extLst>
              <a:ext uri="{FF2B5EF4-FFF2-40B4-BE49-F238E27FC236}">
                <a16:creationId xmlns:a16="http://schemas.microsoft.com/office/drawing/2014/main" id="{3DD2FCE0-F809-0061-A3BC-67A24484F898}"/>
              </a:ext>
            </a:extLst>
          </p:cNvPr>
          <p:cNvSpPr/>
          <p:nvPr/>
        </p:nvSpPr>
        <p:spPr>
          <a:xfrm>
            <a:off x="6069995" y="42767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90" name="Rectangle 989">
            <a:extLst>
              <a:ext uri="{FF2B5EF4-FFF2-40B4-BE49-F238E27FC236}">
                <a16:creationId xmlns:a16="http://schemas.microsoft.com/office/drawing/2014/main" id="{4E76AB82-548D-577A-D605-76456C02F696}"/>
              </a:ext>
            </a:extLst>
          </p:cNvPr>
          <p:cNvSpPr/>
          <p:nvPr/>
        </p:nvSpPr>
        <p:spPr>
          <a:xfrm>
            <a:off x="6069995" y="43484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91" name="Rectangle 990">
            <a:extLst>
              <a:ext uri="{FF2B5EF4-FFF2-40B4-BE49-F238E27FC236}">
                <a16:creationId xmlns:a16="http://schemas.microsoft.com/office/drawing/2014/main" id="{79A09811-80A4-3072-AF1C-AE147D0AE46C}"/>
              </a:ext>
            </a:extLst>
          </p:cNvPr>
          <p:cNvSpPr/>
          <p:nvPr/>
        </p:nvSpPr>
        <p:spPr>
          <a:xfrm>
            <a:off x="6069995" y="44202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92" name="Rectangle 991">
            <a:extLst>
              <a:ext uri="{FF2B5EF4-FFF2-40B4-BE49-F238E27FC236}">
                <a16:creationId xmlns:a16="http://schemas.microsoft.com/office/drawing/2014/main" id="{6D20B57C-8367-99FD-2DAA-30116F4ACA7B}"/>
              </a:ext>
            </a:extLst>
          </p:cNvPr>
          <p:cNvSpPr/>
          <p:nvPr/>
        </p:nvSpPr>
        <p:spPr>
          <a:xfrm>
            <a:off x="6069995" y="44919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93" name="Rectangle 992">
            <a:extLst>
              <a:ext uri="{FF2B5EF4-FFF2-40B4-BE49-F238E27FC236}">
                <a16:creationId xmlns:a16="http://schemas.microsoft.com/office/drawing/2014/main" id="{9B3D8E4E-0750-750D-74C8-B0E724FFFE36}"/>
              </a:ext>
            </a:extLst>
          </p:cNvPr>
          <p:cNvSpPr/>
          <p:nvPr/>
        </p:nvSpPr>
        <p:spPr>
          <a:xfrm>
            <a:off x="6069995" y="456364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94" name="Rectangle 993">
            <a:extLst>
              <a:ext uri="{FF2B5EF4-FFF2-40B4-BE49-F238E27FC236}">
                <a16:creationId xmlns:a16="http://schemas.microsoft.com/office/drawing/2014/main" id="{0DC70938-E568-350B-F9B7-6D848961611C}"/>
              </a:ext>
            </a:extLst>
          </p:cNvPr>
          <p:cNvSpPr/>
          <p:nvPr/>
        </p:nvSpPr>
        <p:spPr>
          <a:xfrm>
            <a:off x="6069995" y="463536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95" name="Rectangle 994">
            <a:extLst>
              <a:ext uri="{FF2B5EF4-FFF2-40B4-BE49-F238E27FC236}">
                <a16:creationId xmlns:a16="http://schemas.microsoft.com/office/drawing/2014/main" id="{1C9D1692-FE1E-9038-6B9C-DB0436A011CB}"/>
              </a:ext>
            </a:extLst>
          </p:cNvPr>
          <p:cNvSpPr/>
          <p:nvPr/>
        </p:nvSpPr>
        <p:spPr>
          <a:xfrm>
            <a:off x="6069995" y="47070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96" name="Rectangle 995">
            <a:extLst>
              <a:ext uri="{FF2B5EF4-FFF2-40B4-BE49-F238E27FC236}">
                <a16:creationId xmlns:a16="http://schemas.microsoft.com/office/drawing/2014/main" id="{288B23A3-9A35-AE11-E2DC-A3E18C14E966}"/>
              </a:ext>
            </a:extLst>
          </p:cNvPr>
          <p:cNvSpPr/>
          <p:nvPr/>
        </p:nvSpPr>
        <p:spPr>
          <a:xfrm>
            <a:off x="6069995" y="47787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97" name="Rectangle 996">
            <a:extLst>
              <a:ext uri="{FF2B5EF4-FFF2-40B4-BE49-F238E27FC236}">
                <a16:creationId xmlns:a16="http://schemas.microsoft.com/office/drawing/2014/main" id="{51A71E0A-4A82-C8FF-B4E6-D0B113F87164}"/>
              </a:ext>
            </a:extLst>
          </p:cNvPr>
          <p:cNvSpPr/>
          <p:nvPr/>
        </p:nvSpPr>
        <p:spPr>
          <a:xfrm>
            <a:off x="6069995" y="48505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98" name="Rectangle 997">
            <a:extLst>
              <a:ext uri="{FF2B5EF4-FFF2-40B4-BE49-F238E27FC236}">
                <a16:creationId xmlns:a16="http://schemas.microsoft.com/office/drawing/2014/main" id="{8C85C1FA-14E0-C7E8-4538-D91E4CCC3B9B}"/>
              </a:ext>
            </a:extLst>
          </p:cNvPr>
          <p:cNvSpPr/>
          <p:nvPr/>
        </p:nvSpPr>
        <p:spPr>
          <a:xfrm>
            <a:off x="6069995" y="49222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99" name="Rectangle 998">
            <a:extLst>
              <a:ext uri="{FF2B5EF4-FFF2-40B4-BE49-F238E27FC236}">
                <a16:creationId xmlns:a16="http://schemas.microsoft.com/office/drawing/2014/main" id="{B36D7646-BA23-36F9-C22A-49CACC95FEDA}"/>
              </a:ext>
            </a:extLst>
          </p:cNvPr>
          <p:cNvSpPr/>
          <p:nvPr/>
        </p:nvSpPr>
        <p:spPr>
          <a:xfrm>
            <a:off x="6000145" y="42767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00" name="Rectangle 999">
            <a:extLst>
              <a:ext uri="{FF2B5EF4-FFF2-40B4-BE49-F238E27FC236}">
                <a16:creationId xmlns:a16="http://schemas.microsoft.com/office/drawing/2014/main" id="{76EAE160-CE8F-FEBD-43A4-831768A6E955}"/>
              </a:ext>
            </a:extLst>
          </p:cNvPr>
          <p:cNvSpPr/>
          <p:nvPr/>
        </p:nvSpPr>
        <p:spPr>
          <a:xfrm>
            <a:off x="6000145" y="43484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01" name="Rectangle 1000">
            <a:extLst>
              <a:ext uri="{FF2B5EF4-FFF2-40B4-BE49-F238E27FC236}">
                <a16:creationId xmlns:a16="http://schemas.microsoft.com/office/drawing/2014/main" id="{7AF421EE-EDE6-02F4-36F4-EAE7B7B17F71}"/>
              </a:ext>
            </a:extLst>
          </p:cNvPr>
          <p:cNvSpPr/>
          <p:nvPr/>
        </p:nvSpPr>
        <p:spPr>
          <a:xfrm>
            <a:off x="6000145" y="44202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02" name="Rectangle 1001">
            <a:extLst>
              <a:ext uri="{FF2B5EF4-FFF2-40B4-BE49-F238E27FC236}">
                <a16:creationId xmlns:a16="http://schemas.microsoft.com/office/drawing/2014/main" id="{45F99D21-F337-2786-59B6-BCFBFC347AA6}"/>
              </a:ext>
            </a:extLst>
          </p:cNvPr>
          <p:cNvSpPr/>
          <p:nvPr/>
        </p:nvSpPr>
        <p:spPr>
          <a:xfrm>
            <a:off x="6000145" y="44919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03" name="Rectangle 1002">
            <a:extLst>
              <a:ext uri="{FF2B5EF4-FFF2-40B4-BE49-F238E27FC236}">
                <a16:creationId xmlns:a16="http://schemas.microsoft.com/office/drawing/2014/main" id="{108AEA7B-C445-34CA-CE28-C3139A933491}"/>
              </a:ext>
            </a:extLst>
          </p:cNvPr>
          <p:cNvSpPr/>
          <p:nvPr/>
        </p:nvSpPr>
        <p:spPr>
          <a:xfrm>
            <a:off x="6000145" y="456364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04" name="Rectangle 1003">
            <a:extLst>
              <a:ext uri="{FF2B5EF4-FFF2-40B4-BE49-F238E27FC236}">
                <a16:creationId xmlns:a16="http://schemas.microsoft.com/office/drawing/2014/main" id="{DDACA628-9B2A-4BA6-FC51-01F8C6F1E529}"/>
              </a:ext>
            </a:extLst>
          </p:cNvPr>
          <p:cNvSpPr/>
          <p:nvPr/>
        </p:nvSpPr>
        <p:spPr>
          <a:xfrm>
            <a:off x="6000145" y="463536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05" name="Rectangle 1004">
            <a:extLst>
              <a:ext uri="{FF2B5EF4-FFF2-40B4-BE49-F238E27FC236}">
                <a16:creationId xmlns:a16="http://schemas.microsoft.com/office/drawing/2014/main" id="{CB1B62BD-C898-12BA-404C-3F4C18EB635A}"/>
              </a:ext>
            </a:extLst>
          </p:cNvPr>
          <p:cNvSpPr/>
          <p:nvPr/>
        </p:nvSpPr>
        <p:spPr>
          <a:xfrm>
            <a:off x="6000145" y="47070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06" name="Rectangle 1005">
            <a:extLst>
              <a:ext uri="{FF2B5EF4-FFF2-40B4-BE49-F238E27FC236}">
                <a16:creationId xmlns:a16="http://schemas.microsoft.com/office/drawing/2014/main" id="{1AB3446A-686B-C330-1227-00594CC92C2D}"/>
              </a:ext>
            </a:extLst>
          </p:cNvPr>
          <p:cNvSpPr/>
          <p:nvPr/>
        </p:nvSpPr>
        <p:spPr>
          <a:xfrm>
            <a:off x="6000145" y="47787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07" name="Rectangle 1006">
            <a:extLst>
              <a:ext uri="{FF2B5EF4-FFF2-40B4-BE49-F238E27FC236}">
                <a16:creationId xmlns:a16="http://schemas.microsoft.com/office/drawing/2014/main" id="{C9266342-C885-F3FC-942C-816123EACB36}"/>
              </a:ext>
            </a:extLst>
          </p:cNvPr>
          <p:cNvSpPr/>
          <p:nvPr/>
        </p:nvSpPr>
        <p:spPr>
          <a:xfrm>
            <a:off x="6000145" y="48505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08" name="Rectangle 1007">
            <a:extLst>
              <a:ext uri="{FF2B5EF4-FFF2-40B4-BE49-F238E27FC236}">
                <a16:creationId xmlns:a16="http://schemas.microsoft.com/office/drawing/2014/main" id="{91490BF5-49DD-F184-BC88-BC1A51795846}"/>
              </a:ext>
            </a:extLst>
          </p:cNvPr>
          <p:cNvSpPr/>
          <p:nvPr/>
        </p:nvSpPr>
        <p:spPr>
          <a:xfrm>
            <a:off x="6000145" y="49222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09" name="Rectangle 1008">
            <a:extLst>
              <a:ext uri="{FF2B5EF4-FFF2-40B4-BE49-F238E27FC236}">
                <a16:creationId xmlns:a16="http://schemas.microsoft.com/office/drawing/2014/main" id="{27C93962-714A-992A-1EAE-B02E94F4DACC}"/>
              </a:ext>
            </a:extLst>
          </p:cNvPr>
          <p:cNvSpPr/>
          <p:nvPr/>
        </p:nvSpPr>
        <p:spPr>
          <a:xfrm>
            <a:off x="5930295" y="42767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10" name="Rectangle 1009">
            <a:extLst>
              <a:ext uri="{FF2B5EF4-FFF2-40B4-BE49-F238E27FC236}">
                <a16:creationId xmlns:a16="http://schemas.microsoft.com/office/drawing/2014/main" id="{AC4C201B-DB8C-5030-C2D5-7BBA705BFE89}"/>
              </a:ext>
            </a:extLst>
          </p:cNvPr>
          <p:cNvSpPr/>
          <p:nvPr/>
        </p:nvSpPr>
        <p:spPr>
          <a:xfrm>
            <a:off x="5930295" y="43484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11" name="Rectangle 1010">
            <a:extLst>
              <a:ext uri="{FF2B5EF4-FFF2-40B4-BE49-F238E27FC236}">
                <a16:creationId xmlns:a16="http://schemas.microsoft.com/office/drawing/2014/main" id="{927EAB33-7304-BACD-42EE-78FC74D6542F}"/>
              </a:ext>
            </a:extLst>
          </p:cNvPr>
          <p:cNvSpPr/>
          <p:nvPr/>
        </p:nvSpPr>
        <p:spPr>
          <a:xfrm>
            <a:off x="5930295" y="44202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12" name="Rectangle 1011">
            <a:extLst>
              <a:ext uri="{FF2B5EF4-FFF2-40B4-BE49-F238E27FC236}">
                <a16:creationId xmlns:a16="http://schemas.microsoft.com/office/drawing/2014/main" id="{E7E24609-67E4-FD44-C729-6B4FEAC82161}"/>
              </a:ext>
            </a:extLst>
          </p:cNvPr>
          <p:cNvSpPr/>
          <p:nvPr/>
        </p:nvSpPr>
        <p:spPr>
          <a:xfrm>
            <a:off x="5930295" y="44919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13" name="Rectangle 1012">
            <a:extLst>
              <a:ext uri="{FF2B5EF4-FFF2-40B4-BE49-F238E27FC236}">
                <a16:creationId xmlns:a16="http://schemas.microsoft.com/office/drawing/2014/main" id="{4AECAC49-5B34-1ECD-5D3F-00255BD242E0}"/>
              </a:ext>
            </a:extLst>
          </p:cNvPr>
          <p:cNvSpPr/>
          <p:nvPr/>
        </p:nvSpPr>
        <p:spPr>
          <a:xfrm>
            <a:off x="5930295" y="456364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14" name="Rectangle 1013">
            <a:extLst>
              <a:ext uri="{FF2B5EF4-FFF2-40B4-BE49-F238E27FC236}">
                <a16:creationId xmlns:a16="http://schemas.microsoft.com/office/drawing/2014/main" id="{69D70EFB-A621-4A4D-381A-A090CD346E1A}"/>
              </a:ext>
            </a:extLst>
          </p:cNvPr>
          <p:cNvSpPr/>
          <p:nvPr/>
        </p:nvSpPr>
        <p:spPr>
          <a:xfrm>
            <a:off x="5930295" y="463536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15" name="Rectangle 1014">
            <a:extLst>
              <a:ext uri="{FF2B5EF4-FFF2-40B4-BE49-F238E27FC236}">
                <a16:creationId xmlns:a16="http://schemas.microsoft.com/office/drawing/2014/main" id="{DB135515-A8DF-B7F2-6451-607F48222CAF}"/>
              </a:ext>
            </a:extLst>
          </p:cNvPr>
          <p:cNvSpPr/>
          <p:nvPr/>
        </p:nvSpPr>
        <p:spPr>
          <a:xfrm>
            <a:off x="5930295" y="47070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16" name="Rectangle 1015">
            <a:extLst>
              <a:ext uri="{FF2B5EF4-FFF2-40B4-BE49-F238E27FC236}">
                <a16:creationId xmlns:a16="http://schemas.microsoft.com/office/drawing/2014/main" id="{BD1C74D8-2F29-D89C-D4BC-2C4FB2F9E7D7}"/>
              </a:ext>
            </a:extLst>
          </p:cNvPr>
          <p:cNvSpPr/>
          <p:nvPr/>
        </p:nvSpPr>
        <p:spPr>
          <a:xfrm>
            <a:off x="5930295" y="47787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17" name="Rectangle 1016">
            <a:extLst>
              <a:ext uri="{FF2B5EF4-FFF2-40B4-BE49-F238E27FC236}">
                <a16:creationId xmlns:a16="http://schemas.microsoft.com/office/drawing/2014/main" id="{1B17F388-D356-7690-B8AC-4DBC569B211F}"/>
              </a:ext>
            </a:extLst>
          </p:cNvPr>
          <p:cNvSpPr/>
          <p:nvPr/>
        </p:nvSpPr>
        <p:spPr>
          <a:xfrm>
            <a:off x="5930295" y="48505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18" name="Rectangle 1017">
            <a:extLst>
              <a:ext uri="{FF2B5EF4-FFF2-40B4-BE49-F238E27FC236}">
                <a16:creationId xmlns:a16="http://schemas.microsoft.com/office/drawing/2014/main" id="{C47BAF79-7F28-295E-C4B9-39BE600CC50B}"/>
              </a:ext>
            </a:extLst>
          </p:cNvPr>
          <p:cNvSpPr/>
          <p:nvPr/>
        </p:nvSpPr>
        <p:spPr>
          <a:xfrm>
            <a:off x="5930295" y="49222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031" name="Group 1030">
            <a:extLst>
              <a:ext uri="{FF2B5EF4-FFF2-40B4-BE49-F238E27FC236}">
                <a16:creationId xmlns:a16="http://schemas.microsoft.com/office/drawing/2014/main" id="{6B413F83-E1AD-6952-51F2-C933AA186918}"/>
              </a:ext>
            </a:extLst>
          </p:cNvPr>
          <p:cNvGrpSpPr/>
          <p:nvPr/>
        </p:nvGrpSpPr>
        <p:grpSpPr>
          <a:xfrm rot="5400000">
            <a:off x="7824617" y="4390752"/>
            <a:ext cx="71717" cy="717167"/>
            <a:chOff x="6292245" y="4429179"/>
            <a:chExt cx="71717" cy="717167"/>
          </a:xfrm>
        </p:grpSpPr>
        <p:sp>
          <p:nvSpPr>
            <p:cNvPr id="1021" name="Rectangle 1020">
              <a:extLst>
                <a:ext uri="{FF2B5EF4-FFF2-40B4-BE49-F238E27FC236}">
                  <a16:creationId xmlns:a16="http://schemas.microsoft.com/office/drawing/2014/main" id="{F1754B33-D0B5-22B0-3B8A-271CDD909FDA}"/>
                </a:ext>
              </a:extLst>
            </p:cNvPr>
            <p:cNvSpPr/>
            <p:nvPr/>
          </p:nvSpPr>
          <p:spPr>
            <a:xfrm>
              <a:off x="6292245" y="4429179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22" name="Rectangle 1021">
              <a:extLst>
                <a:ext uri="{FF2B5EF4-FFF2-40B4-BE49-F238E27FC236}">
                  <a16:creationId xmlns:a16="http://schemas.microsoft.com/office/drawing/2014/main" id="{A7D91850-86AE-E941-15D1-2BEE6393C5F7}"/>
                </a:ext>
              </a:extLst>
            </p:cNvPr>
            <p:cNvSpPr/>
            <p:nvPr/>
          </p:nvSpPr>
          <p:spPr>
            <a:xfrm>
              <a:off x="6292245" y="4500896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23" name="Rectangle 1022">
              <a:extLst>
                <a:ext uri="{FF2B5EF4-FFF2-40B4-BE49-F238E27FC236}">
                  <a16:creationId xmlns:a16="http://schemas.microsoft.com/office/drawing/2014/main" id="{F112188F-886D-A0A5-F3A8-5E6A4EDF9480}"/>
                </a:ext>
              </a:extLst>
            </p:cNvPr>
            <p:cNvSpPr/>
            <p:nvPr/>
          </p:nvSpPr>
          <p:spPr>
            <a:xfrm>
              <a:off x="6292245" y="4572612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24" name="Rectangle 1023">
              <a:extLst>
                <a:ext uri="{FF2B5EF4-FFF2-40B4-BE49-F238E27FC236}">
                  <a16:creationId xmlns:a16="http://schemas.microsoft.com/office/drawing/2014/main" id="{41A5B146-6632-3BD9-3523-F52CE1435C73}"/>
                </a:ext>
              </a:extLst>
            </p:cNvPr>
            <p:cNvSpPr/>
            <p:nvPr/>
          </p:nvSpPr>
          <p:spPr>
            <a:xfrm>
              <a:off x="6292245" y="4644329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25" name="Rectangle 1024">
              <a:extLst>
                <a:ext uri="{FF2B5EF4-FFF2-40B4-BE49-F238E27FC236}">
                  <a16:creationId xmlns:a16="http://schemas.microsoft.com/office/drawing/2014/main" id="{4717FFBD-2CAE-6C67-DBEF-B8F92D1D4E33}"/>
                </a:ext>
              </a:extLst>
            </p:cNvPr>
            <p:cNvSpPr/>
            <p:nvPr/>
          </p:nvSpPr>
          <p:spPr>
            <a:xfrm>
              <a:off x="6292245" y="4716045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26" name="Rectangle 1025">
              <a:extLst>
                <a:ext uri="{FF2B5EF4-FFF2-40B4-BE49-F238E27FC236}">
                  <a16:creationId xmlns:a16="http://schemas.microsoft.com/office/drawing/2014/main" id="{80A7287E-CBE2-4D4D-B925-076EF1D63AC1}"/>
                </a:ext>
              </a:extLst>
            </p:cNvPr>
            <p:cNvSpPr/>
            <p:nvPr/>
          </p:nvSpPr>
          <p:spPr>
            <a:xfrm>
              <a:off x="6292245" y="4787762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27" name="Rectangle 1026">
              <a:extLst>
                <a:ext uri="{FF2B5EF4-FFF2-40B4-BE49-F238E27FC236}">
                  <a16:creationId xmlns:a16="http://schemas.microsoft.com/office/drawing/2014/main" id="{3A4BDBC8-84E4-FCD7-2956-45622E31F806}"/>
                </a:ext>
              </a:extLst>
            </p:cNvPr>
            <p:cNvSpPr/>
            <p:nvPr/>
          </p:nvSpPr>
          <p:spPr>
            <a:xfrm>
              <a:off x="6292245" y="4859479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28" name="Rectangle 1027">
              <a:extLst>
                <a:ext uri="{FF2B5EF4-FFF2-40B4-BE49-F238E27FC236}">
                  <a16:creationId xmlns:a16="http://schemas.microsoft.com/office/drawing/2014/main" id="{48F6D5CE-2C40-23CD-75DE-37E36999139A}"/>
                </a:ext>
              </a:extLst>
            </p:cNvPr>
            <p:cNvSpPr/>
            <p:nvPr/>
          </p:nvSpPr>
          <p:spPr>
            <a:xfrm>
              <a:off x="6292245" y="4931196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29" name="Rectangle 1028">
              <a:extLst>
                <a:ext uri="{FF2B5EF4-FFF2-40B4-BE49-F238E27FC236}">
                  <a16:creationId xmlns:a16="http://schemas.microsoft.com/office/drawing/2014/main" id="{8D140116-D68C-9446-226D-9A93CEC71D3D}"/>
                </a:ext>
              </a:extLst>
            </p:cNvPr>
            <p:cNvSpPr/>
            <p:nvPr/>
          </p:nvSpPr>
          <p:spPr>
            <a:xfrm>
              <a:off x="6292245" y="5002912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30" name="Rectangle 1029">
              <a:extLst>
                <a:ext uri="{FF2B5EF4-FFF2-40B4-BE49-F238E27FC236}">
                  <a16:creationId xmlns:a16="http://schemas.microsoft.com/office/drawing/2014/main" id="{315C3279-4E92-D345-4A93-F63A11261EF3}"/>
                </a:ext>
              </a:extLst>
            </p:cNvPr>
            <p:cNvSpPr/>
            <p:nvPr/>
          </p:nvSpPr>
          <p:spPr>
            <a:xfrm>
              <a:off x="6292245" y="5074629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032" name="Rectangle 1031">
            <a:extLst>
              <a:ext uri="{FF2B5EF4-FFF2-40B4-BE49-F238E27FC236}">
                <a16:creationId xmlns:a16="http://schemas.microsoft.com/office/drawing/2014/main" id="{C78926B9-34A2-4AF7-1ED7-21AA4423BC2D}"/>
              </a:ext>
            </a:extLst>
          </p:cNvPr>
          <p:cNvSpPr/>
          <p:nvPr/>
        </p:nvSpPr>
        <p:spPr>
          <a:xfrm>
            <a:off x="9559319" y="4276779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4" name="TextBox 1033">
            <a:extLst>
              <a:ext uri="{FF2B5EF4-FFF2-40B4-BE49-F238E27FC236}">
                <a16:creationId xmlns:a16="http://schemas.microsoft.com/office/drawing/2014/main" id="{7E16753E-3BC9-856E-7871-CE8C2576CEBA}"/>
              </a:ext>
            </a:extLst>
          </p:cNvPr>
          <p:cNvSpPr txBox="1"/>
          <p:nvPr/>
        </p:nvSpPr>
        <p:spPr>
          <a:xfrm>
            <a:off x="8639982" y="5823944"/>
            <a:ext cx="228195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</a:p>
        </p:txBody>
      </p:sp>
      <p:sp>
        <p:nvSpPr>
          <p:cNvPr id="1044" name="Rectangle 1043">
            <a:extLst>
              <a:ext uri="{FF2B5EF4-FFF2-40B4-BE49-F238E27FC236}">
                <a16:creationId xmlns:a16="http://schemas.microsoft.com/office/drawing/2014/main" id="{93D847EF-E88A-2E1F-55C7-CAD575115B8A}"/>
              </a:ext>
            </a:extLst>
          </p:cNvPr>
          <p:cNvSpPr/>
          <p:nvPr/>
        </p:nvSpPr>
        <p:spPr>
          <a:xfrm>
            <a:off x="7786240" y="609946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45" name="Rectangle 1044">
            <a:extLst>
              <a:ext uri="{FF2B5EF4-FFF2-40B4-BE49-F238E27FC236}">
                <a16:creationId xmlns:a16="http://schemas.microsoft.com/office/drawing/2014/main" id="{A3AF3146-2DCA-848E-2DE3-8190EA024221}"/>
              </a:ext>
            </a:extLst>
          </p:cNvPr>
          <p:cNvSpPr/>
          <p:nvPr/>
        </p:nvSpPr>
        <p:spPr>
          <a:xfrm>
            <a:off x="7857956" y="609946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46" name="Rectangle 1045">
            <a:extLst>
              <a:ext uri="{FF2B5EF4-FFF2-40B4-BE49-F238E27FC236}">
                <a16:creationId xmlns:a16="http://schemas.microsoft.com/office/drawing/2014/main" id="{50A9E320-F1EE-7276-A9DF-1AA0F1DD856F}"/>
              </a:ext>
            </a:extLst>
          </p:cNvPr>
          <p:cNvSpPr/>
          <p:nvPr/>
        </p:nvSpPr>
        <p:spPr>
          <a:xfrm>
            <a:off x="7786240" y="61711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47" name="Rectangle 1046">
            <a:extLst>
              <a:ext uri="{FF2B5EF4-FFF2-40B4-BE49-F238E27FC236}">
                <a16:creationId xmlns:a16="http://schemas.microsoft.com/office/drawing/2014/main" id="{75C986F2-1FC9-373B-9EE1-C99681A5E3C4}"/>
              </a:ext>
            </a:extLst>
          </p:cNvPr>
          <p:cNvSpPr/>
          <p:nvPr/>
        </p:nvSpPr>
        <p:spPr>
          <a:xfrm>
            <a:off x="7857956" y="61711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48" name="Rectangle 1047">
            <a:extLst>
              <a:ext uri="{FF2B5EF4-FFF2-40B4-BE49-F238E27FC236}">
                <a16:creationId xmlns:a16="http://schemas.microsoft.com/office/drawing/2014/main" id="{EAC88E71-2ABD-F371-5899-0DD87F293E23}"/>
              </a:ext>
            </a:extLst>
          </p:cNvPr>
          <p:cNvSpPr/>
          <p:nvPr/>
        </p:nvSpPr>
        <p:spPr>
          <a:xfrm>
            <a:off x="7786240" y="624289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49" name="Rectangle 1048">
            <a:extLst>
              <a:ext uri="{FF2B5EF4-FFF2-40B4-BE49-F238E27FC236}">
                <a16:creationId xmlns:a16="http://schemas.microsoft.com/office/drawing/2014/main" id="{D143915A-2BCF-6896-BABB-ABC0C7FD2172}"/>
              </a:ext>
            </a:extLst>
          </p:cNvPr>
          <p:cNvSpPr/>
          <p:nvPr/>
        </p:nvSpPr>
        <p:spPr>
          <a:xfrm>
            <a:off x="7857956" y="624289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50" name="Rectangle 1049">
            <a:extLst>
              <a:ext uri="{FF2B5EF4-FFF2-40B4-BE49-F238E27FC236}">
                <a16:creationId xmlns:a16="http://schemas.microsoft.com/office/drawing/2014/main" id="{9FE35689-A352-EA0B-D2E8-259C0241C062}"/>
              </a:ext>
            </a:extLst>
          </p:cNvPr>
          <p:cNvSpPr/>
          <p:nvPr/>
        </p:nvSpPr>
        <p:spPr>
          <a:xfrm>
            <a:off x="7786240" y="631461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51" name="Rectangle 1050">
            <a:extLst>
              <a:ext uri="{FF2B5EF4-FFF2-40B4-BE49-F238E27FC236}">
                <a16:creationId xmlns:a16="http://schemas.microsoft.com/office/drawing/2014/main" id="{BA2737F7-BEE7-9340-A77D-6B360E324BC6}"/>
              </a:ext>
            </a:extLst>
          </p:cNvPr>
          <p:cNvSpPr/>
          <p:nvPr/>
        </p:nvSpPr>
        <p:spPr>
          <a:xfrm>
            <a:off x="7857956" y="631461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0" name="Rectangle 309">
            <a:extLst>
              <a:ext uri="{FF2B5EF4-FFF2-40B4-BE49-F238E27FC236}">
                <a16:creationId xmlns:a16="http://schemas.microsoft.com/office/drawing/2014/main" id="{CADDB128-4474-3AEC-B198-7C913B41EBDE}"/>
              </a:ext>
            </a:extLst>
          </p:cNvPr>
          <p:cNvSpPr/>
          <p:nvPr/>
        </p:nvSpPr>
        <p:spPr>
          <a:xfrm>
            <a:off x="847677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318641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42ABFA11-56D9-A7CB-2EC2-1B42B95D346B}"/>
              </a:ext>
            </a:extLst>
          </p:cNvPr>
          <p:cNvSpPr txBox="1"/>
          <p:nvPr/>
        </p:nvSpPr>
        <p:spPr>
          <a:xfrm>
            <a:off x="16509" y="978643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A)</a:t>
            </a:r>
          </a:p>
        </p:txBody>
      </p:sp>
      <p:sp>
        <p:nvSpPr>
          <p:cNvPr id="157" name="Equals 156">
            <a:extLst>
              <a:ext uri="{FF2B5EF4-FFF2-40B4-BE49-F238E27FC236}">
                <a16:creationId xmlns:a16="http://schemas.microsoft.com/office/drawing/2014/main" id="{2A84A91F-1C8A-EAEC-CC8F-9C67AEBDBF39}"/>
              </a:ext>
            </a:extLst>
          </p:cNvPr>
          <p:cNvSpPr/>
          <p:nvPr/>
        </p:nvSpPr>
        <p:spPr>
          <a:xfrm>
            <a:off x="3200874" y="919189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7A8DFE7-FDD0-28AC-6FD4-C3942CF899FC}"/>
              </a:ext>
            </a:extLst>
          </p:cNvPr>
          <p:cNvCxnSpPr>
            <a:cxnSpLocks/>
          </p:cNvCxnSpPr>
          <p:nvPr/>
        </p:nvCxnSpPr>
        <p:spPr>
          <a:xfrm>
            <a:off x="515938" y="182623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D94D69-97D8-F35A-04CA-F6659CAB1FB4}"/>
              </a:ext>
            </a:extLst>
          </p:cNvPr>
          <p:cNvSpPr/>
          <p:nvPr/>
        </p:nvSpPr>
        <p:spPr>
          <a:xfrm>
            <a:off x="728258" y="109388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905AA3D-D04F-DCAC-5E4C-CA448700BF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761489"/>
            <a:ext cx="728704" cy="728704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E4A4F63C-9F75-3B4D-4F7C-6C7FDAE6D50B}"/>
              </a:ext>
            </a:extLst>
          </p:cNvPr>
          <p:cNvSpPr/>
          <p:nvPr/>
        </p:nvSpPr>
        <p:spPr>
          <a:xfrm>
            <a:off x="847677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5C7EB72-7CA1-7C9E-713C-BBBBED1C8F68}"/>
              </a:ext>
            </a:extLst>
          </p:cNvPr>
          <p:cNvSpPr/>
          <p:nvPr/>
        </p:nvSpPr>
        <p:spPr>
          <a:xfrm>
            <a:off x="919394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42495DB-996A-F823-7E08-3214A14B1CCA}"/>
              </a:ext>
            </a:extLst>
          </p:cNvPr>
          <p:cNvSpPr/>
          <p:nvPr/>
        </p:nvSpPr>
        <p:spPr>
          <a:xfrm>
            <a:off x="991110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10B6302E-F297-4A71-9361-7262E59DE83B}"/>
              </a:ext>
            </a:extLst>
          </p:cNvPr>
          <p:cNvSpPr txBox="1"/>
          <p:nvPr/>
        </p:nvSpPr>
        <p:spPr>
          <a:xfrm>
            <a:off x="407987" y="89500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7E30E0CF-9887-B4AE-C4CA-1F4252954053}"/>
              </a:ext>
            </a:extLst>
          </p:cNvPr>
          <p:cNvCxnSpPr>
            <a:cxnSpLocks/>
          </p:cNvCxnSpPr>
          <p:nvPr/>
        </p:nvCxnSpPr>
        <p:spPr>
          <a:xfrm>
            <a:off x="2090102" y="182623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2" name="TextBox 161">
            <a:extLst>
              <a:ext uri="{FF2B5EF4-FFF2-40B4-BE49-F238E27FC236}">
                <a16:creationId xmlns:a16="http://schemas.microsoft.com/office/drawing/2014/main" id="{E20D05FE-CDDB-1672-E0D1-CF75B0DA77A2}"/>
              </a:ext>
            </a:extLst>
          </p:cNvPr>
          <p:cNvSpPr txBox="1"/>
          <p:nvPr/>
        </p:nvSpPr>
        <p:spPr>
          <a:xfrm>
            <a:off x="2252634" y="1555227"/>
            <a:ext cx="460630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0.1</a:t>
            </a:r>
          </a:p>
        </p:txBody>
      </p:sp>
      <p:sp>
        <p:nvSpPr>
          <p:cNvPr id="163" name="Oval 162">
            <a:extLst>
              <a:ext uri="{FF2B5EF4-FFF2-40B4-BE49-F238E27FC236}">
                <a16:creationId xmlns:a16="http://schemas.microsoft.com/office/drawing/2014/main" id="{1F6BED3C-8BCE-506B-FD0E-18D31A0C5EBC}"/>
              </a:ext>
            </a:extLst>
          </p:cNvPr>
          <p:cNvSpPr/>
          <p:nvPr/>
        </p:nvSpPr>
        <p:spPr>
          <a:xfrm>
            <a:off x="2302422" y="109388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64" name="Picture 163">
            <a:extLst>
              <a:ext uri="{FF2B5EF4-FFF2-40B4-BE49-F238E27FC236}">
                <a16:creationId xmlns:a16="http://schemas.microsoft.com/office/drawing/2014/main" id="{3E55A6D1-30B9-4C7A-BFC7-98ECEF192B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761489"/>
            <a:ext cx="728704" cy="728704"/>
          </a:xfrm>
          <a:prstGeom prst="rect">
            <a:avLst/>
          </a:prstGeom>
        </p:spPr>
      </p:pic>
      <p:sp>
        <p:nvSpPr>
          <p:cNvPr id="182" name="Rectangle 181">
            <a:extLst>
              <a:ext uri="{FF2B5EF4-FFF2-40B4-BE49-F238E27FC236}">
                <a16:creationId xmlns:a16="http://schemas.microsoft.com/office/drawing/2014/main" id="{E2CB63C3-D180-D996-3B6A-B37C8F5BDB58}"/>
              </a:ext>
            </a:extLst>
          </p:cNvPr>
          <p:cNvSpPr/>
          <p:nvPr/>
        </p:nvSpPr>
        <p:spPr>
          <a:xfrm>
            <a:off x="2421841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4C5BFA64-99A3-3210-5004-AF31219BBCC5}"/>
              </a:ext>
            </a:extLst>
          </p:cNvPr>
          <p:cNvSpPr txBox="1"/>
          <p:nvPr/>
        </p:nvSpPr>
        <p:spPr>
          <a:xfrm>
            <a:off x="1982151" y="89500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8E54EB3B-ECFD-E857-6620-A86E50E9FFE6}"/>
              </a:ext>
            </a:extLst>
          </p:cNvPr>
          <p:cNvCxnSpPr>
            <a:cxnSpLocks/>
          </p:cNvCxnSpPr>
          <p:nvPr/>
        </p:nvCxnSpPr>
        <p:spPr>
          <a:xfrm>
            <a:off x="3646488" y="182623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2" name="TextBox 191">
            <a:extLst>
              <a:ext uri="{FF2B5EF4-FFF2-40B4-BE49-F238E27FC236}">
                <a16:creationId xmlns:a16="http://schemas.microsoft.com/office/drawing/2014/main" id="{C1EE2B31-10FD-D852-3DF0-136003EFF9C5}"/>
              </a:ext>
            </a:extLst>
          </p:cNvPr>
          <p:cNvSpPr txBox="1"/>
          <p:nvPr/>
        </p:nvSpPr>
        <p:spPr>
          <a:xfrm>
            <a:off x="3809020" y="1555227"/>
            <a:ext cx="460630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0.3</a:t>
            </a:r>
          </a:p>
        </p:txBody>
      </p:sp>
      <p:sp>
        <p:nvSpPr>
          <p:cNvPr id="193" name="Oval 192">
            <a:extLst>
              <a:ext uri="{FF2B5EF4-FFF2-40B4-BE49-F238E27FC236}">
                <a16:creationId xmlns:a16="http://schemas.microsoft.com/office/drawing/2014/main" id="{AD7CF90E-022C-8081-064A-F87AE0853237}"/>
              </a:ext>
            </a:extLst>
          </p:cNvPr>
          <p:cNvSpPr/>
          <p:nvPr/>
        </p:nvSpPr>
        <p:spPr>
          <a:xfrm>
            <a:off x="3858808" y="109388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4" name="Picture 193">
            <a:extLst>
              <a:ext uri="{FF2B5EF4-FFF2-40B4-BE49-F238E27FC236}">
                <a16:creationId xmlns:a16="http://schemas.microsoft.com/office/drawing/2014/main" id="{1EC8E3D2-C647-EF35-9DEE-FEA37127CE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761489"/>
            <a:ext cx="728704" cy="728704"/>
          </a:xfrm>
          <a:prstGeom prst="rect">
            <a:avLst/>
          </a:prstGeom>
        </p:spPr>
      </p:pic>
      <p:sp>
        <p:nvSpPr>
          <p:cNvPr id="212" name="Rectangle 211">
            <a:extLst>
              <a:ext uri="{FF2B5EF4-FFF2-40B4-BE49-F238E27FC236}">
                <a16:creationId xmlns:a16="http://schemas.microsoft.com/office/drawing/2014/main" id="{DF04E0DC-F85E-717D-3CB7-4039041037F9}"/>
              </a:ext>
            </a:extLst>
          </p:cNvPr>
          <p:cNvSpPr/>
          <p:nvPr/>
        </p:nvSpPr>
        <p:spPr>
          <a:xfrm>
            <a:off x="3978227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3" name="Rectangle 212">
            <a:extLst>
              <a:ext uri="{FF2B5EF4-FFF2-40B4-BE49-F238E27FC236}">
                <a16:creationId xmlns:a16="http://schemas.microsoft.com/office/drawing/2014/main" id="{6C5348DF-4A15-E0FE-9906-C2C50062CA85}"/>
              </a:ext>
            </a:extLst>
          </p:cNvPr>
          <p:cNvSpPr/>
          <p:nvPr/>
        </p:nvSpPr>
        <p:spPr>
          <a:xfrm>
            <a:off x="4049944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3EABD465-2DC4-FED4-0691-913ECA175C27}"/>
              </a:ext>
            </a:extLst>
          </p:cNvPr>
          <p:cNvSpPr/>
          <p:nvPr/>
        </p:nvSpPr>
        <p:spPr>
          <a:xfrm>
            <a:off x="4121660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F27D5A2A-DC82-0968-2C8A-7EE609EA82F5}"/>
              </a:ext>
            </a:extLst>
          </p:cNvPr>
          <p:cNvSpPr txBox="1"/>
          <p:nvPr/>
        </p:nvSpPr>
        <p:spPr>
          <a:xfrm>
            <a:off x="3538537" y="89500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220" name="Straight Connector 219">
            <a:extLst>
              <a:ext uri="{FF2B5EF4-FFF2-40B4-BE49-F238E27FC236}">
                <a16:creationId xmlns:a16="http://schemas.microsoft.com/office/drawing/2014/main" id="{CA095802-16CA-FECA-DAB9-09839F053C53}"/>
              </a:ext>
            </a:extLst>
          </p:cNvPr>
          <p:cNvCxnSpPr>
            <a:cxnSpLocks/>
          </p:cNvCxnSpPr>
          <p:nvPr/>
        </p:nvCxnSpPr>
        <p:spPr>
          <a:xfrm>
            <a:off x="4953000" y="109564"/>
            <a:ext cx="0" cy="6638873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" name="TextBox 224">
            <a:extLst>
              <a:ext uri="{FF2B5EF4-FFF2-40B4-BE49-F238E27FC236}">
                <a16:creationId xmlns:a16="http://schemas.microsoft.com/office/drawing/2014/main" id="{09E20B67-DED6-12E0-6495-E92439F8BB90}"/>
              </a:ext>
            </a:extLst>
          </p:cNvPr>
          <p:cNvSpPr txBox="1"/>
          <p:nvPr/>
        </p:nvSpPr>
        <p:spPr>
          <a:xfrm>
            <a:off x="22921" y="2613480"/>
            <a:ext cx="3145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B)</a:t>
            </a:r>
          </a:p>
        </p:txBody>
      </p:sp>
      <p:sp>
        <p:nvSpPr>
          <p:cNvPr id="227" name="Equals 226">
            <a:extLst>
              <a:ext uri="{FF2B5EF4-FFF2-40B4-BE49-F238E27FC236}">
                <a16:creationId xmlns:a16="http://schemas.microsoft.com/office/drawing/2014/main" id="{62C0AC13-3B52-8B8B-F183-2DDDF4058D81}"/>
              </a:ext>
            </a:extLst>
          </p:cNvPr>
          <p:cNvSpPr/>
          <p:nvPr/>
        </p:nvSpPr>
        <p:spPr>
          <a:xfrm>
            <a:off x="3200874" y="2554026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89" name="Straight Connector 288">
            <a:extLst>
              <a:ext uri="{FF2B5EF4-FFF2-40B4-BE49-F238E27FC236}">
                <a16:creationId xmlns:a16="http://schemas.microsoft.com/office/drawing/2014/main" id="{28E8500E-483C-960E-67A6-C259D2A7E741}"/>
              </a:ext>
            </a:extLst>
          </p:cNvPr>
          <p:cNvCxnSpPr>
            <a:cxnSpLocks/>
          </p:cNvCxnSpPr>
          <p:nvPr/>
        </p:nvCxnSpPr>
        <p:spPr>
          <a:xfrm>
            <a:off x="515938" y="3461073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1" name="Oval 290">
            <a:extLst>
              <a:ext uri="{FF2B5EF4-FFF2-40B4-BE49-F238E27FC236}">
                <a16:creationId xmlns:a16="http://schemas.microsoft.com/office/drawing/2014/main" id="{47AF9D91-8CD9-4AB0-E8CF-174F6F7DF582}"/>
              </a:ext>
            </a:extLst>
          </p:cNvPr>
          <p:cNvSpPr/>
          <p:nvPr/>
        </p:nvSpPr>
        <p:spPr>
          <a:xfrm>
            <a:off x="728258" y="2728725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92" name="Picture 291">
            <a:extLst>
              <a:ext uri="{FF2B5EF4-FFF2-40B4-BE49-F238E27FC236}">
                <a16:creationId xmlns:a16="http://schemas.microsoft.com/office/drawing/2014/main" id="{F6AE8323-3361-657B-77C1-9165A19B27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2396326"/>
            <a:ext cx="728704" cy="728704"/>
          </a:xfrm>
          <a:prstGeom prst="rect">
            <a:avLst/>
          </a:prstGeom>
        </p:spPr>
      </p:pic>
      <p:sp>
        <p:nvSpPr>
          <p:cNvPr id="293" name="Rectangle 292">
            <a:extLst>
              <a:ext uri="{FF2B5EF4-FFF2-40B4-BE49-F238E27FC236}">
                <a16:creationId xmlns:a16="http://schemas.microsoft.com/office/drawing/2014/main" id="{4C539E55-DA91-EE15-7F7E-D0EBE1C8D824}"/>
              </a:ext>
            </a:extLst>
          </p:cNvPr>
          <p:cNvSpPr/>
          <p:nvPr/>
        </p:nvSpPr>
        <p:spPr>
          <a:xfrm>
            <a:off x="1059043" y="239948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7" name="TextBox 316">
            <a:extLst>
              <a:ext uri="{FF2B5EF4-FFF2-40B4-BE49-F238E27FC236}">
                <a16:creationId xmlns:a16="http://schemas.microsoft.com/office/drawing/2014/main" id="{3416E68F-5976-2C07-BF2A-D675D61A4981}"/>
              </a:ext>
            </a:extLst>
          </p:cNvPr>
          <p:cNvSpPr txBox="1"/>
          <p:nvPr/>
        </p:nvSpPr>
        <p:spPr>
          <a:xfrm>
            <a:off x="407987" y="252984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260" name="Straight Connector 259">
            <a:extLst>
              <a:ext uri="{FF2B5EF4-FFF2-40B4-BE49-F238E27FC236}">
                <a16:creationId xmlns:a16="http://schemas.microsoft.com/office/drawing/2014/main" id="{2A281E36-2A15-B8FE-3737-BAC60FE39FB1}"/>
              </a:ext>
            </a:extLst>
          </p:cNvPr>
          <p:cNvCxnSpPr>
            <a:cxnSpLocks/>
          </p:cNvCxnSpPr>
          <p:nvPr/>
        </p:nvCxnSpPr>
        <p:spPr>
          <a:xfrm>
            <a:off x="2090102" y="3461073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1" name="TextBox 260">
            <a:extLst>
              <a:ext uri="{FF2B5EF4-FFF2-40B4-BE49-F238E27FC236}">
                <a16:creationId xmlns:a16="http://schemas.microsoft.com/office/drawing/2014/main" id="{1A97851B-FC49-4A6F-C5B3-4C21BDCCDFA2}"/>
              </a:ext>
            </a:extLst>
          </p:cNvPr>
          <p:cNvSpPr txBox="1"/>
          <p:nvPr/>
        </p:nvSpPr>
        <p:spPr>
          <a:xfrm>
            <a:off x="2252634" y="3190064"/>
            <a:ext cx="460630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0.2</a:t>
            </a:r>
          </a:p>
        </p:txBody>
      </p:sp>
      <p:sp>
        <p:nvSpPr>
          <p:cNvPr id="262" name="Oval 261">
            <a:extLst>
              <a:ext uri="{FF2B5EF4-FFF2-40B4-BE49-F238E27FC236}">
                <a16:creationId xmlns:a16="http://schemas.microsoft.com/office/drawing/2014/main" id="{FBC4B01D-C7A4-E9B0-E294-193D37E0FD5A}"/>
              </a:ext>
            </a:extLst>
          </p:cNvPr>
          <p:cNvSpPr/>
          <p:nvPr/>
        </p:nvSpPr>
        <p:spPr>
          <a:xfrm>
            <a:off x="2302422" y="2728725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63" name="Picture 262">
            <a:extLst>
              <a:ext uri="{FF2B5EF4-FFF2-40B4-BE49-F238E27FC236}">
                <a16:creationId xmlns:a16="http://schemas.microsoft.com/office/drawing/2014/main" id="{725C76E3-BB75-2F3A-6AA2-57CCA94933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2396326"/>
            <a:ext cx="728704" cy="728704"/>
          </a:xfrm>
          <a:prstGeom prst="rect">
            <a:avLst/>
          </a:prstGeom>
        </p:spPr>
      </p:pic>
      <p:sp>
        <p:nvSpPr>
          <p:cNvPr id="281" name="Rectangle 280">
            <a:extLst>
              <a:ext uri="{FF2B5EF4-FFF2-40B4-BE49-F238E27FC236}">
                <a16:creationId xmlns:a16="http://schemas.microsoft.com/office/drawing/2014/main" id="{67B1CC02-2239-9B2A-F3CB-38DFD48D0FD2}"/>
              </a:ext>
            </a:extLst>
          </p:cNvPr>
          <p:cNvSpPr/>
          <p:nvPr/>
        </p:nvSpPr>
        <p:spPr>
          <a:xfrm>
            <a:off x="850216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2" name="Rectangle 281">
            <a:extLst>
              <a:ext uri="{FF2B5EF4-FFF2-40B4-BE49-F238E27FC236}">
                <a16:creationId xmlns:a16="http://schemas.microsoft.com/office/drawing/2014/main" id="{13BE1108-71B4-7E15-BCD9-ABE5B1D02D57}"/>
              </a:ext>
            </a:extLst>
          </p:cNvPr>
          <p:cNvSpPr/>
          <p:nvPr/>
        </p:nvSpPr>
        <p:spPr>
          <a:xfrm>
            <a:off x="921933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8" name="TextBox 287">
            <a:extLst>
              <a:ext uri="{FF2B5EF4-FFF2-40B4-BE49-F238E27FC236}">
                <a16:creationId xmlns:a16="http://schemas.microsoft.com/office/drawing/2014/main" id="{874779E8-FAFE-750A-4A7E-18F5487999AC}"/>
              </a:ext>
            </a:extLst>
          </p:cNvPr>
          <p:cNvSpPr txBox="1"/>
          <p:nvPr/>
        </p:nvSpPr>
        <p:spPr>
          <a:xfrm>
            <a:off x="1982151" y="252984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48E1ABC9-CA17-5570-088F-D697187214EA}"/>
              </a:ext>
            </a:extLst>
          </p:cNvPr>
          <p:cNvCxnSpPr>
            <a:cxnSpLocks/>
          </p:cNvCxnSpPr>
          <p:nvPr/>
        </p:nvCxnSpPr>
        <p:spPr>
          <a:xfrm>
            <a:off x="3646488" y="3461073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2" name="TextBox 231">
            <a:extLst>
              <a:ext uri="{FF2B5EF4-FFF2-40B4-BE49-F238E27FC236}">
                <a16:creationId xmlns:a16="http://schemas.microsoft.com/office/drawing/2014/main" id="{42B23034-4596-87F5-10A9-894AA2EFD720}"/>
              </a:ext>
            </a:extLst>
          </p:cNvPr>
          <p:cNvSpPr txBox="1"/>
          <p:nvPr/>
        </p:nvSpPr>
        <p:spPr>
          <a:xfrm>
            <a:off x="3731274" y="3190064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0.11</a:t>
            </a:r>
          </a:p>
        </p:txBody>
      </p:sp>
      <p:sp>
        <p:nvSpPr>
          <p:cNvPr id="233" name="Oval 232">
            <a:extLst>
              <a:ext uri="{FF2B5EF4-FFF2-40B4-BE49-F238E27FC236}">
                <a16:creationId xmlns:a16="http://schemas.microsoft.com/office/drawing/2014/main" id="{D82FD990-463A-8F63-AE1E-2AE3E45D45D0}"/>
              </a:ext>
            </a:extLst>
          </p:cNvPr>
          <p:cNvSpPr/>
          <p:nvPr/>
        </p:nvSpPr>
        <p:spPr>
          <a:xfrm>
            <a:off x="3858808" y="2728725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34" name="Picture 233">
            <a:extLst>
              <a:ext uri="{FF2B5EF4-FFF2-40B4-BE49-F238E27FC236}">
                <a16:creationId xmlns:a16="http://schemas.microsoft.com/office/drawing/2014/main" id="{67EE51AF-369A-2A1A-3548-79B0DEB9C9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2396326"/>
            <a:ext cx="728704" cy="728704"/>
          </a:xfrm>
          <a:prstGeom prst="rect">
            <a:avLst/>
          </a:prstGeom>
        </p:spPr>
      </p:pic>
      <p:sp>
        <p:nvSpPr>
          <p:cNvPr id="235" name="Rectangle 234">
            <a:extLst>
              <a:ext uri="{FF2B5EF4-FFF2-40B4-BE49-F238E27FC236}">
                <a16:creationId xmlns:a16="http://schemas.microsoft.com/office/drawing/2014/main" id="{28F7566D-5375-D83D-3312-F41E2434EB64}"/>
              </a:ext>
            </a:extLst>
          </p:cNvPr>
          <p:cNvSpPr/>
          <p:nvPr/>
        </p:nvSpPr>
        <p:spPr>
          <a:xfrm>
            <a:off x="4045142" y="239948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2" name="Rectangle 251">
            <a:extLst>
              <a:ext uri="{FF2B5EF4-FFF2-40B4-BE49-F238E27FC236}">
                <a16:creationId xmlns:a16="http://schemas.microsoft.com/office/drawing/2014/main" id="{16BBE3E9-BF33-00B1-14B5-73306087418A}"/>
              </a:ext>
            </a:extLst>
          </p:cNvPr>
          <p:cNvSpPr/>
          <p:nvPr/>
        </p:nvSpPr>
        <p:spPr>
          <a:xfrm>
            <a:off x="3978227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30CCDBD5-EF63-96C7-6557-E7C53199DF1A}"/>
              </a:ext>
            </a:extLst>
          </p:cNvPr>
          <p:cNvSpPr txBox="1"/>
          <p:nvPr/>
        </p:nvSpPr>
        <p:spPr>
          <a:xfrm>
            <a:off x="3538537" y="252984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sp>
        <p:nvSpPr>
          <p:cNvPr id="319" name="TextBox 318">
            <a:extLst>
              <a:ext uri="{FF2B5EF4-FFF2-40B4-BE49-F238E27FC236}">
                <a16:creationId xmlns:a16="http://schemas.microsoft.com/office/drawing/2014/main" id="{B57483DA-C27C-36AE-6AD6-BC4AA2299915}"/>
              </a:ext>
            </a:extLst>
          </p:cNvPr>
          <p:cNvSpPr txBox="1"/>
          <p:nvPr/>
        </p:nvSpPr>
        <p:spPr>
          <a:xfrm>
            <a:off x="23723" y="4248317"/>
            <a:ext cx="3129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C)</a:t>
            </a:r>
          </a:p>
        </p:txBody>
      </p:sp>
      <p:sp>
        <p:nvSpPr>
          <p:cNvPr id="321" name="Equals 320">
            <a:extLst>
              <a:ext uri="{FF2B5EF4-FFF2-40B4-BE49-F238E27FC236}">
                <a16:creationId xmlns:a16="http://schemas.microsoft.com/office/drawing/2014/main" id="{B12CA7F8-C5AB-7CBB-32BB-2BAD2D9AC1AB}"/>
              </a:ext>
            </a:extLst>
          </p:cNvPr>
          <p:cNvSpPr/>
          <p:nvPr/>
        </p:nvSpPr>
        <p:spPr>
          <a:xfrm>
            <a:off x="3200874" y="4188863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83" name="Straight Connector 382">
            <a:extLst>
              <a:ext uri="{FF2B5EF4-FFF2-40B4-BE49-F238E27FC236}">
                <a16:creationId xmlns:a16="http://schemas.microsoft.com/office/drawing/2014/main" id="{07C861E0-C112-1143-85FF-DB2E97F067CD}"/>
              </a:ext>
            </a:extLst>
          </p:cNvPr>
          <p:cNvCxnSpPr>
            <a:cxnSpLocks/>
          </p:cNvCxnSpPr>
          <p:nvPr/>
        </p:nvCxnSpPr>
        <p:spPr>
          <a:xfrm>
            <a:off x="515938" y="509591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4" name="TextBox 383">
            <a:extLst>
              <a:ext uri="{FF2B5EF4-FFF2-40B4-BE49-F238E27FC236}">
                <a16:creationId xmlns:a16="http://schemas.microsoft.com/office/drawing/2014/main" id="{43DB105A-BF44-9AD8-91D2-47C845CB0F38}"/>
              </a:ext>
            </a:extLst>
          </p:cNvPr>
          <p:cNvSpPr txBox="1"/>
          <p:nvPr/>
        </p:nvSpPr>
        <p:spPr>
          <a:xfrm>
            <a:off x="600724" y="4824901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0.25</a:t>
            </a:r>
          </a:p>
        </p:txBody>
      </p:sp>
      <p:sp>
        <p:nvSpPr>
          <p:cNvPr id="385" name="Oval 384">
            <a:extLst>
              <a:ext uri="{FF2B5EF4-FFF2-40B4-BE49-F238E27FC236}">
                <a16:creationId xmlns:a16="http://schemas.microsoft.com/office/drawing/2014/main" id="{EED4BE7A-211F-4239-3354-561D783F0DA0}"/>
              </a:ext>
            </a:extLst>
          </p:cNvPr>
          <p:cNvSpPr/>
          <p:nvPr/>
        </p:nvSpPr>
        <p:spPr>
          <a:xfrm>
            <a:off x="728258" y="436356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86" name="Picture 385">
            <a:extLst>
              <a:ext uri="{FF2B5EF4-FFF2-40B4-BE49-F238E27FC236}">
                <a16:creationId xmlns:a16="http://schemas.microsoft.com/office/drawing/2014/main" id="{31772677-B1F6-0EFF-45B1-AA595703AA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4031163"/>
            <a:ext cx="728704" cy="728704"/>
          </a:xfrm>
          <a:prstGeom prst="rect">
            <a:avLst/>
          </a:prstGeom>
        </p:spPr>
      </p:pic>
      <p:sp>
        <p:nvSpPr>
          <p:cNvPr id="404" name="Rectangle 403">
            <a:extLst>
              <a:ext uri="{FF2B5EF4-FFF2-40B4-BE49-F238E27FC236}">
                <a16:creationId xmlns:a16="http://schemas.microsoft.com/office/drawing/2014/main" id="{335B9045-A3B9-8892-0719-8E13C50180BE}"/>
              </a:ext>
            </a:extLst>
          </p:cNvPr>
          <p:cNvSpPr/>
          <p:nvPr/>
        </p:nvSpPr>
        <p:spPr>
          <a:xfrm>
            <a:off x="847677" y="403432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5" name="Rectangle 404">
            <a:extLst>
              <a:ext uri="{FF2B5EF4-FFF2-40B4-BE49-F238E27FC236}">
                <a16:creationId xmlns:a16="http://schemas.microsoft.com/office/drawing/2014/main" id="{604F91A7-7E50-14E5-610F-322C37BCAC01}"/>
              </a:ext>
            </a:extLst>
          </p:cNvPr>
          <p:cNvSpPr/>
          <p:nvPr/>
        </p:nvSpPr>
        <p:spPr>
          <a:xfrm>
            <a:off x="919394" y="403432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1" name="TextBox 410">
            <a:extLst>
              <a:ext uri="{FF2B5EF4-FFF2-40B4-BE49-F238E27FC236}">
                <a16:creationId xmlns:a16="http://schemas.microsoft.com/office/drawing/2014/main" id="{1DFD7753-452B-B281-9BC0-69B492048F10}"/>
              </a:ext>
            </a:extLst>
          </p:cNvPr>
          <p:cNvSpPr txBox="1"/>
          <p:nvPr/>
        </p:nvSpPr>
        <p:spPr>
          <a:xfrm>
            <a:off x="407987" y="416468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354" name="Straight Connector 353">
            <a:extLst>
              <a:ext uri="{FF2B5EF4-FFF2-40B4-BE49-F238E27FC236}">
                <a16:creationId xmlns:a16="http://schemas.microsoft.com/office/drawing/2014/main" id="{73FE9D60-3ECA-92F7-B28F-51FCF6B03039}"/>
              </a:ext>
            </a:extLst>
          </p:cNvPr>
          <p:cNvCxnSpPr>
            <a:cxnSpLocks/>
          </p:cNvCxnSpPr>
          <p:nvPr/>
        </p:nvCxnSpPr>
        <p:spPr>
          <a:xfrm>
            <a:off x="2090102" y="509591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5" name="TextBox 354">
            <a:extLst>
              <a:ext uri="{FF2B5EF4-FFF2-40B4-BE49-F238E27FC236}">
                <a16:creationId xmlns:a16="http://schemas.microsoft.com/office/drawing/2014/main" id="{8EB5EB23-C4DC-DEFB-F951-175383A3A408}"/>
              </a:ext>
            </a:extLst>
          </p:cNvPr>
          <p:cNvSpPr txBox="1"/>
          <p:nvPr/>
        </p:nvSpPr>
        <p:spPr>
          <a:xfrm>
            <a:off x="2174888" y="4824901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0.02</a:t>
            </a:r>
          </a:p>
        </p:txBody>
      </p:sp>
      <p:sp>
        <p:nvSpPr>
          <p:cNvPr id="356" name="Oval 355">
            <a:extLst>
              <a:ext uri="{FF2B5EF4-FFF2-40B4-BE49-F238E27FC236}">
                <a16:creationId xmlns:a16="http://schemas.microsoft.com/office/drawing/2014/main" id="{49822684-4223-84F7-0B90-F3D035148C18}"/>
              </a:ext>
            </a:extLst>
          </p:cNvPr>
          <p:cNvSpPr/>
          <p:nvPr/>
        </p:nvSpPr>
        <p:spPr>
          <a:xfrm>
            <a:off x="2302422" y="436356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57" name="Picture 356">
            <a:extLst>
              <a:ext uri="{FF2B5EF4-FFF2-40B4-BE49-F238E27FC236}">
                <a16:creationId xmlns:a16="http://schemas.microsoft.com/office/drawing/2014/main" id="{03D087D6-A09A-E3B1-C7E4-CDA5937FC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4031163"/>
            <a:ext cx="728704" cy="728704"/>
          </a:xfrm>
          <a:prstGeom prst="rect">
            <a:avLst/>
          </a:prstGeom>
        </p:spPr>
      </p:pic>
      <p:sp>
        <p:nvSpPr>
          <p:cNvPr id="358" name="Rectangle 357">
            <a:extLst>
              <a:ext uri="{FF2B5EF4-FFF2-40B4-BE49-F238E27FC236}">
                <a16:creationId xmlns:a16="http://schemas.microsoft.com/office/drawing/2014/main" id="{B89591D1-8E90-CBF7-A0B0-1D81BBDA3985}"/>
              </a:ext>
            </a:extLst>
          </p:cNvPr>
          <p:cNvSpPr/>
          <p:nvPr/>
        </p:nvSpPr>
        <p:spPr>
          <a:xfrm>
            <a:off x="2420621" y="403432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9" name="Rectangle 358">
            <a:extLst>
              <a:ext uri="{FF2B5EF4-FFF2-40B4-BE49-F238E27FC236}">
                <a16:creationId xmlns:a16="http://schemas.microsoft.com/office/drawing/2014/main" id="{4FFE4F40-DCFF-572B-E62C-56F1D7DBBD54}"/>
              </a:ext>
            </a:extLst>
          </p:cNvPr>
          <p:cNvSpPr/>
          <p:nvPr/>
        </p:nvSpPr>
        <p:spPr>
          <a:xfrm>
            <a:off x="2420621" y="410604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2" name="TextBox 381">
            <a:extLst>
              <a:ext uri="{FF2B5EF4-FFF2-40B4-BE49-F238E27FC236}">
                <a16:creationId xmlns:a16="http://schemas.microsoft.com/office/drawing/2014/main" id="{6D552DD5-4C24-F089-5237-AA6EF90062D7}"/>
              </a:ext>
            </a:extLst>
          </p:cNvPr>
          <p:cNvSpPr txBox="1"/>
          <p:nvPr/>
        </p:nvSpPr>
        <p:spPr>
          <a:xfrm>
            <a:off x="1982151" y="416468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325" name="Straight Connector 324">
            <a:extLst>
              <a:ext uri="{FF2B5EF4-FFF2-40B4-BE49-F238E27FC236}">
                <a16:creationId xmlns:a16="http://schemas.microsoft.com/office/drawing/2014/main" id="{C4638BD4-D6D2-AC08-A95C-4F37D5C286C8}"/>
              </a:ext>
            </a:extLst>
          </p:cNvPr>
          <p:cNvCxnSpPr>
            <a:cxnSpLocks/>
          </p:cNvCxnSpPr>
          <p:nvPr/>
        </p:nvCxnSpPr>
        <p:spPr>
          <a:xfrm>
            <a:off x="3646488" y="509591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6" name="TextBox 325">
            <a:extLst>
              <a:ext uri="{FF2B5EF4-FFF2-40B4-BE49-F238E27FC236}">
                <a16:creationId xmlns:a16="http://schemas.microsoft.com/office/drawing/2014/main" id="{B98ADAC1-22D9-DAB5-06AD-C998929EC371}"/>
              </a:ext>
            </a:extLst>
          </p:cNvPr>
          <p:cNvSpPr txBox="1"/>
          <p:nvPr/>
        </p:nvSpPr>
        <p:spPr>
          <a:xfrm>
            <a:off x="3731275" y="4824901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0.23</a:t>
            </a:r>
          </a:p>
        </p:txBody>
      </p:sp>
      <p:sp>
        <p:nvSpPr>
          <p:cNvPr id="327" name="Oval 326">
            <a:extLst>
              <a:ext uri="{FF2B5EF4-FFF2-40B4-BE49-F238E27FC236}">
                <a16:creationId xmlns:a16="http://schemas.microsoft.com/office/drawing/2014/main" id="{52280501-0978-C865-C1D1-03A409798CC3}"/>
              </a:ext>
            </a:extLst>
          </p:cNvPr>
          <p:cNvSpPr/>
          <p:nvPr/>
        </p:nvSpPr>
        <p:spPr>
          <a:xfrm>
            <a:off x="3858808" y="436356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28" name="Picture 327">
            <a:extLst>
              <a:ext uri="{FF2B5EF4-FFF2-40B4-BE49-F238E27FC236}">
                <a16:creationId xmlns:a16="http://schemas.microsoft.com/office/drawing/2014/main" id="{1D02B83F-32E9-1875-AAA2-355F7FA682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4031163"/>
            <a:ext cx="728704" cy="728704"/>
          </a:xfrm>
          <a:prstGeom prst="rect">
            <a:avLst/>
          </a:prstGeom>
        </p:spPr>
      </p:pic>
      <p:sp>
        <p:nvSpPr>
          <p:cNvPr id="329" name="Rectangle 328">
            <a:extLst>
              <a:ext uri="{FF2B5EF4-FFF2-40B4-BE49-F238E27FC236}">
                <a16:creationId xmlns:a16="http://schemas.microsoft.com/office/drawing/2014/main" id="{673E1F96-6EB4-DE83-13E0-D1C7F46EE911}"/>
              </a:ext>
            </a:extLst>
          </p:cNvPr>
          <p:cNvSpPr/>
          <p:nvPr/>
        </p:nvSpPr>
        <p:spPr>
          <a:xfrm>
            <a:off x="4122262" y="403432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0" name="Rectangle 329">
            <a:extLst>
              <a:ext uri="{FF2B5EF4-FFF2-40B4-BE49-F238E27FC236}">
                <a16:creationId xmlns:a16="http://schemas.microsoft.com/office/drawing/2014/main" id="{EF53D287-69CE-3A86-5E4B-0AB309DFF798}"/>
              </a:ext>
            </a:extLst>
          </p:cNvPr>
          <p:cNvSpPr/>
          <p:nvPr/>
        </p:nvSpPr>
        <p:spPr>
          <a:xfrm>
            <a:off x="4122262" y="410604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1" name="Rectangle 330">
            <a:extLst>
              <a:ext uri="{FF2B5EF4-FFF2-40B4-BE49-F238E27FC236}">
                <a16:creationId xmlns:a16="http://schemas.microsoft.com/office/drawing/2014/main" id="{2403C892-23F9-07CD-B15D-F15A61C38F30}"/>
              </a:ext>
            </a:extLst>
          </p:cNvPr>
          <p:cNvSpPr/>
          <p:nvPr/>
        </p:nvSpPr>
        <p:spPr>
          <a:xfrm>
            <a:off x="4122262" y="417775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7" name="Rectangle 346">
            <a:extLst>
              <a:ext uri="{FF2B5EF4-FFF2-40B4-BE49-F238E27FC236}">
                <a16:creationId xmlns:a16="http://schemas.microsoft.com/office/drawing/2014/main" id="{5C516DD3-BCC6-459C-3C1B-364E4B4591F0}"/>
              </a:ext>
            </a:extLst>
          </p:cNvPr>
          <p:cNvSpPr/>
          <p:nvPr/>
        </p:nvSpPr>
        <p:spPr>
          <a:xfrm>
            <a:off x="3980887" y="403432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8" name="Rectangle 347">
            <a:extLst>
              <a:ext uri="{FF2B5EF4-FFF2-40B4-BE49-F238E27FC236}">
                <a16:creationId xmlns:a16="http://schemas.microsoft.com/office/drawing/2014/main" id="{6BEFD2A3-4542-5D13-BC2C-DD25829DEEF9}"/>
              </a:ext>
            </a:extLst>
          </p:cNvPr>
          <p:cNvSpPr/>
          <p:nvPr/>
        </p:nvSpPr>
        <p:spPr>
          <a:xfrm>
            <a:off x="4052603" y="403432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3" name="TextBox 352">
            <a:extLst>
              <a:ext uri="{FF2B5EF4-FFF2-40B4-BE49-F238E27FC236}">
                <a16:creationId xmlns:a16="http://schemas.microsoft.com/office/drawing/2014/main" id="{F355B970-B509-A698-F944-974F4BBC8C50}"/>
              </a:ext>
            </a:extLst>
          </p:cNvPr>
          <p:cNvSpPr txBox="1"/>
          <p:nvPr/>
        </p:nvSpPr>
        <p:spPr>
          <a:xfrm>
            <a:off x="3538537" y="416468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sp>
        <p:nvSpPr>
          <p:cNvPr id="413" name="TextBox 412">
            <a:extLst>
              <a:ext uri="{FF2B5EF4-FFF2-40B4-BE49-F238E27FC236}">
                <a16:creationId xmlns:a16="http://schemas.microsoft.com/office/drawing/2014/main" id="{FF9C85CE-83BE-7746-577E-B881525DED23}"/>
              </a:ext>
            </a:extLst>
          </p:cNvPr>
          <p:cNvSpPr txBox="1"/>
          <p:nvPr/>
        </p:nvSpPr>
        <p:spPr>
          <a:xfrm>
            <a:off x="16509" y="5883153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D)</a:t>
            </a:r>
          </a:p>
        </p:txBody>
      </p:sp>
      <p:sp>
        <p:nvSpPr>
          <p:cNvPr id="415" name="Equals 414">
            <a:extLst>
              <a:ext uri="{FF2B5EF4-FFF2-40B4-BE49-F238E27FC236}">
                <a16:creationId xmlns:a16="http://schemas.microsoft.com/office/drawing/2014/main" id="{750EB784-1904-40D9-1DCA-A5FA37E73057}"/>
              </a:ext>
            </a:extLst>
          </p:cNvPr>
          <p:cNvSpPr/>
          <p:nvPr/>
        </p:nvSpPr>
        <p:spPr>
          <a:xfrm>
            <a:off x="3200874" y="5823699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77" name="Straight Connector 476">
            <a:extLst>
              <a:ext uri="{FF2B5EF4-FFF2-40B4-BE49-F238E27FC236}">
                <a16:creationId xmlns:a16="http://schemas.microsoft.com/office/drawing/2014/main" id="{3FA17D48-17DF-886A-61D9-A671EA347B11}"/>
              </a:ext>
            </a:extLst>
          </p:cNvPr>
          <p:cNvCxnSpPr>
            <a:cxnSpLocks/>
          </p:cNvCxnSpPr>
          <p:nvPr/>
        </p:nvCxnSpPr>
        <p:spPr>
          <a:xfrm>
            <a:off x="515938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8" name="TextBox 477">
            <a:extLst>
              <a:ext uri="{FF2B5EF4-FFF2-40B4-BE49-F238E27FC236}">
                <a16:creationId xmlns:a16="http://schemas.microsoft.com/office/drawing/2014/main" id="{B339C67D-3F26-BC76-3120-BDE56EF11B86}"/>
              </a:ext>
            </a:extLst>
          </p:cNvPr>
          <p:cNvSpPr txBox="1"/>
          <p:nvPr/>
        </p:nvSpPr>
        <p:spPr>
          <a:xfrm>
            <a:off x="600724" y="6459737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0.48</a:t>
            </a:r>
          </a:p>
        </p:txBody>
      </p:sp>
      <p:sp>
        <p:nvSpPr>
          <p:cNvPr id="479" name="Oval 478">
            <a:extLst>
              <a:ext uri="{FF2B5EF4-FFF2-40B4-BE49-F238E27FC236}">
                <a16:creationId xmlns:a16="http://schemas.microsoft.com/office/drawing/2014/main" id="{803B04C4-F83A-1C0C-EBAF-D1F4F87D1CE1}"/>
              </a:ext>
            </a:extLst>
          </p:cNvPr>
          <p:cNvSpPr/>
          <p:nvPr/>
        </p:nvSpPr>
        <p:spPr>
          <a:xfrm>
            <a:off x="728258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80" name="Picture 479">
            <a:extLst>
              <a:ext uri="{FF2B5EF4-FFF2-40B4-BE49-F238E27FC236}">
                <a16:creationId xmlns:a16="http://schemas.microsoft.com/office/drawing/2014/main" id="{03BEA461-FE34-05F5-E402-9986381712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5665999"/>
            <a:ext cx="728704" cy="728704"/>
          </a:xfrm>
          <a:prstGeom prst="rect">
            <a:avLst/>
          </a:prstGeom>
        </p:spPr>
      </p:pic>
      <p:sp>
        <p:nvSpPr>
          <p:cNvPr id="498" name="Rectangle 497">
            <a:extLst>
              <a:ext uri="{FF2B5EF4-FFF2-40B4-BE49-F238E27FC236}">
                <a16:creationId xmlns:a16="http://schemas.microsoft.com/office/drawing/2014/main" id="{189C80C5-2909-56AC-83D0-0008BBAE1FD3}"/>
              </a:ext>
            </a:extLst>
          </p:cNvPr>
          <p:cNvSpPr/>
          <p:nvPr/>
        </p:nvSpPr>
        <p:spPr>
          <a:xfrm>
            <a:off x="847677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9" name="Rectangle 498">
            <a:extLst>
              <a:ext uri="{FF2B5EF4-FFF2-40B4-BE49-F238E27FC236}">
                <a16:creationId xmlns:a16="http://schemas.microsoft.com/office/drawing/2014/main" id="{B12BB91F-F34F-0EB1-FBE4-59BF55AD8A33}"/>
              </a:ext>
            </a:extLst>
          </p:cNvPr>
          <p:cNvSpPr/>
          <p:nvPr/>
        </p:nvSpPr>
        <p:spPr>
          <a:xfrm>
            <a:off x="919394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5" name="TextBox 504">
            <a:extLst>
              <a:ext uri="{FF2B5EF4-FFF2-40B4-BE49-F238E27FC236}">
                <a16:creationId xmlns:a16="http://schemas.microsoft.com/office/drawing/2014/main" id="{87D21041-9406-4CC1-37EC-B6AB65853B72}"/>
              </a:ext>
            </a:extLst>
          </p:cNvPr>
          <p:cNvSpPr txBox="1"/>
          <p:nvPr/>
        </p:nvSpPr>
        <p:spPr>
          <a:xfrm>
            <a:off x="407987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448" name="Straight Connector 447">
            <a:extLst>
              <a:ext uri="{FF2B5EF4-FFF2-40B4-BE49-F238E27FC236}">
                <a16:creationId xmlns:a16="http://schemas.microsoft.com/office/drawing/2014/main" id="{922FB43E-3C68-B172-E249-7036D7943A57}"/>
              </a:ext>
            </a:extLst>
          </p:cNvPr>
          <p:cNvCxnSpPr>
            <a:cxnSpLocks/>
          </p:cNvCxnSpPr>
          <p:nvPr/>
        </p:nvCxnSpPr>
        <p:spPr>
          <a:xfrm>
            <a:off x="2090102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9" name="TextBox 448">
            <a:extLst>
              <a:ext uri="{FF2B5EF4-FFF2-40B4-BE49-F238E27FC236}">
                <a16:creationId xmlns:a16="http://schemas.microsoft.com/office/drawing/2014/main" id="{6BAEA490-28A4-FD53-1639-37A9B134B079}"/>
              </a:ext>
            </a:extLst>
          </p:cNvPr>
          <p:cNvSpPr txBox="1"/>
          <p:nvPr/>
        </p:nvSpPr>
        <p:spPr>
          <a:xfrm>
            <a:off x="2174888" y="6459737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0.23</a:t>
            </a:r>
          </a:p>
        </p:txBody>
      </p:sp>
      <p:sp>
        <p:nvSpPr>
          <p:cNvPr id="450" name="Oval 449">
            <a:extLst>
              <a:ext uri="{FF2B5EF4-FFF2-40B4-BE49-F238E27FC236}">
                <a16:creationId xmlns:a16="http://schemas.microsoft.com/office/drawing/2014/main" id="{02C5297C-5505-FD7A-66BF-11F1B1A8D286}"/>
              </a:ext>
            </a:extLst>
          </p:cNvPr>
          <p:cNvSpPr/>
          <p:nvPr/>
        </p:nvSpPr>
        <p:spPr>
          <a:xfrm>
            <a:off x="2302422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51" name="Picture 450">
            <a:extLst>
              <a:ext uri="{FF2B5EF4-FFF2-40B4-BE49-F238E27FC236}">
                <a16:creationId xmlns:a16="http://schemas.microsoft.com/office/drawing/2014/main" id="{6E0A6252-10E0-6DAA-D733-4611DF56AF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5665999"/>
            <a:ext cx="728704" cy="728704"/>
          </a:xfrm>
          <a:prstGeom prst="rect">
            <a:avLst/>
          </a:prstGeom>
        </p:spPr>
      </p:pic>
      <p:sp>
        <p:nvSpPr>
          <p:cNvPr id="476" name="TextBox 475">
            <a:extLst>
              <a:ext uri="{FF2B5EF4-FFF2-40B4-BE49-F238E27FC236}">
                <a16:creationId xmlns:a16="http://schemas.microsoft.com/office/drawing/2014/main" id="{12BFD967-3A85-27BE-75C3-8775147C3BAA}"/>
              </a:ext>
            </a:extLst>
          </p:cNvPr>
          <p:cNvSpPr txBox="1"/>
          <p:nvPr/>
        </p:nvSpPr>
        <p:spPr>
          <a:xfrm>
            <a:off x="1982151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419" name="Straight Connector 418">
            <a:extLst>
              <a:ext uri="{FF2B5EF4-FFF2-40B4-BE49-F238E27FC236}">
                <a16:creationId xmlns:a16="http://schemas.microsoft.com/office/drawing/2014/main" id="{3C196F65-5912-0283-8B52-C6EEB1ABECD3}"/>
              </a:ext>
            </a:extLst>
          </p:cNvPr>
          <p:cNvCxnSpPr>
            <a:cxnSpLocks/>
          </p:cNvCxnSpPr>
          <p:nvPr/>
        </p:nvCxnSpPr>
        <p:spPr>
          <a:xfrm>
            <a:off x="3646488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0" name="TextBox 419">
            <a:extLst>
              <a:ext uri="{FF2B5EF4-FFF2-40B4-BE49-F238E27FC236}">
                <a16:creationId xmlns:a16="http://schemas.microsoft.com/office/drawing/2014/main" id="{DF7262DB-4DFC-CB14-540D-278F4BF812CE}"/>
              </a:ext>
            </a:extLst>
          </p:cNvPr>
          <p:cNvSpPr txBox="1"/>
          <p:nvPr/>
        </p:nvSpPr>
        <p:spPr>
          <a:xfrm>
            <a:off x="3731274" y="6459737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0.25</a:t>
            </a:r>
          </a:p>
        </p:txBody>
      </p:sp>
      <p:sp>
        <p:nvSpPr>
          <p:cNvPr id="421" name="Oval 420">
            <a:extLst>
              <a:ext uri="{FF2B5EF4-FFF2-40B4-BE49-F238E27FC236}">
                <a16:creationId xmlns:a16="http://schemas.microsoft.com/office/drawing/2014/main" id="{7E576870-6738-12B4-168C-DAB91F3D0A75}"/>
              </a:ext>
            </a:extLst>
          </p:cNvPr>
          <p:cNvSpPr/>
          <p:nvPr/>
        </p:nvSpPr>
        <p:spPr>
          <a:xfrm>
            <a:off x="3858808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22" name="Picture 421">
            <a:extLst>
              <a:ext uri="{FF2B5EF4-FFF2-40B4-BE49-F238E27FC236}">
                <a16:creationId xmlns:a16="http://schemas.microsoft.com/office/drawing/2014/main" id="{2BD8383C-6956-4528-5F2C-3C45353C40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5665999"/>
            <a:ext cx="728704" cy="728704"/>
          </a:xfrm>
          <a:prstGeom prst="rect">
            <a:avLst/>
          </a:prstGeom>
        </p:spPr>
      </p:pic>
      <p:sp>
        <p:nvSpPr>
          <p:cNvPr id="447" name="TextBox 446">
            <a:extLst>
              <a:ext uri="{FF2B5EF4-FFF2-40B4-BE49-F238E27FC236}">
                <a16:creationId xmlns:a16="http://schemas.microsoft.com/office/drawing/2014/main" id="{C449126B-50DE-5B97-30CC-939051B673A9}"/>
              </a:ext>
            </a:extLst>
          </p:cNvPr>
          <p:cNvSpPr txBox="1"/>
          <p:nvPr/>
        </p:nvSpPr>
        <p:spPr>
          <a:xfrm>
            <a:off x="3538537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sp>
        <p:nvSpPr>
          <p:cNvPr id="507" name="TextBox 506">
            <a:extLst>
              <a:ext uri="{FF2B5EF4-FFF2-40B4-BE49-F238E27FC236}">
                <a16:creationId xmlns:a16="http://schemas.microsoft.com/office/drawing/2014/main" id="{E4D49EC4-DA9A-A961-54C7-B23210E9C01C}"/>
              </a:ext>
            </a:extLst>
          </p:cNvPr>
          <p:cNvSpPr txBox="1"/>
          <p:nvPr/>
        </p:nvSpPr>
        <p:spPr>
          <a:xfrm>
            <a:off x="5108409" y="1706007"/>
            <a:ext cx="3016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F)</a:t>
            </a:r>
          </a:p>
        </p:txBody>
      </p:sp>
      <p:sp>
        <p:nvSpPr>
          <p:cNvPr id="509" name="Equals 508">
            <a:extLst>
              <a:ext uri="{FF2B5EF4-FFF2-40B4-BE49-F238E27FC236}">
                <a16:creationId xmlns:a16="http://schemas.microsoft.com/office/drawing/2014/main" id="{22486ABD-7E6F-B568-5215-E52DED7FC269}"/>
              </a:ext>
            </a:extLst>
          </p:cNvPr>
          <p:cNvSpPr/>
          <p:nvPr/>
        </p:nvSpPr>
        <p:spPr>
          <a:xfrm>
            <a:off x="8279950" y="1646553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71" name="Straight Connector 570">
            <a:extLst>
              <a:ext uri="{FF2B5EF4-FFF2-40B4-BE49-F238E27FC236}">
                <a16:creationId xmlns:a16="http://schemas.microsoft.com/office/drawing/2014/main" id="{BEC7FB0D-711B-F48F-1BE1-D20291F45E12}"/>
              </a:ext>
            </a:extLst>
          </p:cNvPr>
          <p:cNvCxnSpPr>
            <a:cxnSpLocks/>
          </p:cNvCxnSpPr>
          <p:nvPr/>
        </p:nvCxnSpPr>
        <p:spPr>
          <a:xfrm>
            <a:off x="5595014" y="255360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2" name="TextBox 571">
            <a:extLst>
              <a:ext uri="{FF2B5EF4-FFF2-40B4-BE49-F238E27FC236}">
                <a16:creationId xmlns:a16="http://schemas.microsoft.com/office/drawing/2014/main" id="{9935D0A3-5F8B-2B56-AA2D-994323576033}"/>
              </a:ext>
            </a:extLst>
          </p:cNvPr>
          <p:cNvSpPr txBox="1"/>
          <p:nvPr/>
        </p:nvSpPr>
        <p:spPr>
          <a:xfrm>
            <a:off x="5757546" y="2282591"/>
            <a:ext cx="460630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0.6</a:t>
            </a:r>
          </a:p>
        </p:txBody>
      </p:sp>
      <p:sp>
        <p:nvSpPr>
          <p:cNvPr id="573" name="Oval 572">
            <a:extLst>
              <a:ext uri="{FF2B5EF4-FFF2-40B4-BE49-F238E27FC236}">
                <a16:creationId xmlns:a16="http://schemas.microsoft.com/office/drawing/2014/main" id="{71E627D1-F972-7B9B-A845-808A94F42417}"/>
              </a:ext>
            </a:extLst>
          </p:cNvPr>
          <p:cNvSpPr/>
          <p:nvPr/>
        </p:nvSpPr>
        <p:spPr>
          <a:xfrm>
            <a:off x="5807334" y="182125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74" name="Picture 573">
            <a:extLst>
              <a:ext uri="{FF2B5EF4-FFF2-40B4-BE49-F238E27FC236}">
                <a16:creationId xmlns:a16="http://schemas.microsoft.com/office/drawing/2014/main" id="{D6644829-FABF-AA74-8BA6-6974DAA893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1488853"/>
            <a:ext cx="728704" cy="728704"/>
          </a:xfrm>
          <a:prstGeom prst="rect">
            <a:avLst/>
          </a:prstGeom>
        </p:spPr>
      </p:pic>
      <p:sp>
        <p:nvSpPr>
          <p:cNvPr id="592" name="Rectangle 591">
            <a:extLst>
              <a:ext uri="{FF2B5EF4-FFF2-40B4-BE49-F238E27FC236}">
                <a16:creationId xmlns:a16="http://schemas.microsoft.com/office/drawing/2014/main" id="{4541BED8-7955-542F-7029-5DD03E663E75}"/>
              </a:ext>
            </a:extLst>
          </p:cNvPr>
          <p:cNvSpPr/>
          <p:nvPr/>
        </p:nvSpPr>
        <p:spPr>
          <a:xfrm>
            <a:off x="5926753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3" name="Rectangle 592">
            <a:extLst>
              <a:ext uri="{FF2B5EF4-FFF2-40B4-BE49-F238E27FC236}">
                <a16:creationId xmlns:a16="http://schemas.microsoft.com/office/drawing/2014/main" id="{E790FAA2-11DE-FAC9-7022-E17D8D69A907}"/>
              </a:ext>
            </a:extLst>
          </p:cNvPr>
          <p:cNvSpPr/>
          <p:nvPr/>
        </p:nvSpPr>
        <p:spPr>
          <a:xfrm>
            <a:off x="5998470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9" name="TextBox 598">
            <a:extLst>
              <a:ext uri="{FF2B5EF4-FFF2-40B4-BE49-F238E27FC236}">
                <a16:creationId xmlns:a16="http://schemas.microsoft.com/office/drawing/2014/main" id="{F190C38B-4B36-05FC-6120-7FE65C510E38}"/>
              </a:ext>
            </a:extLst>
          </p:cNvPr>
          <p:cNvSpPr txBox="1"/>
          <p:nvPr/>
        </p:nvSpPr>
        <p:spPr>
          <a:xfrm>
            <a:off x="5487063" y="162237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542" name="Straight Connector 541">
            <a:extLst>
              <a:ext uri="{FF2B5EF4-FFF2-40B4-BE49-F238E27FC236}">
                <a16:creationId xmlns:a16="http://schemas.microsoft.com/office/drawing/2014/main" id="{C773AEBC-C854-0069-E30B-29E1E2A43394}"/>
              </a:ext>
            </a:extLst>
          </p:cNvPr>
          <p:cNvCxnSpPr>
            <a:cxnSpLocks/>
          </p:cNvCxnSpPr>
          <p:nvPr/>
        </p:nvCxnSpPr>
        <p:spPr>
          <a:xfrm>
            <a:off x="7169178" y="255360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3" name="TextBox 542">
            <a:extLst>
              <a:ext uri="{FF2B5EF4-FFF2-40B4-BE49-F238E27FC236}">
                <a16:creationId xmlns:a16="http://schemas.microsoft.com/office/drawing/2014/main" id="{BFAA5086-971C-278C-88D6-1CE79BC103BB}"/>
              </a:ext>
            </a:extLst>
          </p:cNvPr>
          <p:cNvSpPr txBox="1"/>
          <p:nvPr/>
        </p:nvSpPr>
        <p:spPr>
          <a:xfrm>
            <a:off x="7253964" y="2282591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0.13</a:t>
            </a:r>
          </a:p>
        </p:txBody>
      </p:sp>
      <p:sp>
        <p:nvSpPr>
          <p:cNvPr id="544" name="Oval 543">
            <a:extLst>
              <a:ext uri="{FF2B5EF4-FFF2-40B4-BE49-F238E27FC236}">
                <a16:creationId xmlns:a16="http://schemas.microsoft.com/office/drawing/2014/main" id="{57A103DB-8EB6-68D8-98C9-DA5117D8A6DA}"/>
              </a:ext>
            </a:extLst>
          </p:cNvPr>
          <p:cNvSpPr/>
          <p:nvPr/>
        </p:nvSpPr>
        <p:spPr>
          <a:xfrm>
            <a:off x="7381498" y="182125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45" name="Picture 544">
            <a:extLst>
              <a:ext uri="{FF2B5EF4-FFF2-40B4-BE49-F238E27FC236}">
                <a16:creationId xmlns:a16="http://schemas.microsoft.com/office/drawing/2014/main" id="{1F063783-592E-08CF-038D-C3E7B01BD4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1488853"/>
            <a:ext cx="728704" cy="728704"/>
          </a:xfrm>
          <a:prstGeom prst="rect">
            <a:avLst/>
          </a:prstGeom>
        </p:spPr>
      </p:pic>
      <p:sp>
        <p:nvSpPr>
          <p:cNvPr id="570" name="TextBox 569">
            <a:extLst>
              <a:ext uri="{FF2B5EF4-FFF2-40B4-BE49-F238E27FC236}">
                <a16:creationId xmlns:a16="http://schemas.microsoft.com/office/drawing/2014/main" id="{C2A1D9FB-D898-BD7A-81BB-FAAE58754013}"/>
              </a:ext>
            </a:extLst>
          </p:cNvPr>
          <p:cNvSpPr txBox="1"/>
          <p:nvPr/>
        </p:nvSpPr>
        <p:spPr>
          <a:xfrm>
            <a:off x="7061227" y="162237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513" name="Straight Connector 512">
            <a:extLst>
              <a:ext uri="{FF2B5EF4-FFF2-40B4-BE49-F238E27FC236}">
                <a16:creationId xmlns:a16="http://schemas.microsoft.com/office/drawing/2014/main" id="{4FA6B302-81EC-77D1-B674-51E9ADB585BF}"/>
              </a:ext>
            </a:extLst>
          </p:cNvPr>
          <p:cNvCxnSpPr>
            <a:cxnSpLocks/>
          </p:cNvCxnSpPr>
          <p:nvPr/>
        </p:nvCxnSpPr>
        <p:spPr>
          <a:xfrm>
            <a:off x="8725564" y="255360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4" name="TextBox 513">
            <a:extLst>
              <a:ext uri="{FF2B5EF4-FFF2-40B4-BE49-F238E27FC236}">
                <a16:creationId xmlns:a16="http://schemas.microsoft.com/office/drawing/2014/main" id="{4A04475D-674C-6617-20EB-CBCA6EB24DD0}"/>
              </a:ext>
            </a:extLst>
          </p:cNvPr>
          <p:cNvSpPr txBox="1"/>
          <p:nvPr/>
        </p:nvSpPr>
        <p:spPr>
          <a:xfrm>
            <a:off x="8810350" y="2282591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0.47</a:t>
            </a:r>
          </a:p>
        </p:txBody>
      </p:sp>
      <p:sp>
        <p:nvSpPr>
          <p:cNvPr id="515" name="Oval 514">
            <a:extLst>
              <a:ext uri="{FF2B5EF4-FFF2-40B4-BE49-F238E27FC236}">
                <a16:creationId xmlns:a16="http://schemas.microsoft.com/office/drawing/2014/main" id="{EFFEF5F0-9ED0-A2C9-19FB-8ABAFF28B1A4}"/>
              </a:ext>
            </a:extLst>
          </p:cNvPr>
          <p:cNvSpPr/>
          <p:nvPr/>
        </p:nvSpPr>
        <p:spPr>
          <a:xfrm>
            <a:off x="8937884" y="182125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16" name="Picture 515">
            <a:extLst>
              <a:ext uri="{FF2B5EF4-FFF2-40B4-BE49-F238E27FC236}">
                <a16:creationId xmlns:a16="http://schemas.microsoft.com/office/drawing/2014/main" id="{34B25DF2-2DAC-8417-15A7-530377A3A9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1488853"/>
            <a:ext cx="728704" cy="728704"/>
          </a:xfrm>
          <a:prstGeom prst="rect">
            <a:avLst/>
          </a:prstGeom>
        </p:spPr>
      </p:pic>
      <p:sp>
        <p:nvSpPr>
          <p:cNvPr id="541" name="TextBox 540">
            <a:extLst>
              <a:ext uri="{FF2B5EF4-FFF2-40B4-BE49-F238E27FC236}">
                <a16:creationId xmlns:a16="http://schemas.microsoft.com/office/drawing/2014/main" id="{8856872A-166E-807B-BFB7-1A8D920AF754}"/>
              </a:ext>
            </a:extLst>
          </p:cNvPr>
          <p:cNvSpPr txBox="1"/>
          <p:nvPr/>
        </p:nvSpPr>
        <p:spPr>
          <a:xfrm>
            <a:off x="8617613" y="162237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sp>
        <p:nvSpPr>
          <p:cNvPr id="601" name="TextBox 600">
            <a:extLst>
              <a:ext uri="{FF2B5EF4-FFF2-40B4-BE49-F238E27FC236}">
                <a16:creationId xmlns:a16="http://schemas.microsoft.com/office/drawing/2014/main" id="{7F66724C-F99E-0032-84A1-294037033290}"/>
              </a:ext>
            </a:extLst>
          </p:cNvPr>
          <p:cNvSpPr txBox="1"/>
          <p:nvPr/>
        </p:nvSpPr>
        <p:spPr>
          <a:xfrm>
            <a:off x="5095585" y="3098389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G)</a:t>
            </a:r>
          </a:p>
        </p:txBody>
      </p:sp>
      <p:sp>
        <p:nvSpPr>
          <p:cNvPr id="603" name="Equals 602">
            <a:extLst>
              <a:ext uri="{FF2B5EF4-FFF2-40B4-BE49-F238E27FC236}">
                <a16:creationId xmlns:a16="http://schemas.microsoft.com/office/drawing/2014/main" id="{B98242E9-7926-C74F-68BD-81966DAFA7FD}"/>
              </a:ext>
            </a:extLst>
          </p:cNvPr>
          <p:cNvSpPr/>
          <p:nvPr/>
        </p:nvSpPr>
        <p:spPr>
          <a:xfrm>
            <a:off x="8279950" y="3038935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665" name="Straight Connector 664">
            <a:extLst>
              <a:ext uri="{FF2B5EF4-FFF2-40B4-BE49-F238E27FC236}">
                <a16:creationId xmlns:a16="http://schemas.microsoft.com/office/drawing/2014/main" id="{F98BE637-818A-EA6F-19C5-3867D51CFA95}"/>
              </a:ext>
            </a:extLst>
          </p:cNvPr>
          <p:cNvCxnSpPr>
            <a:cxnSpLocks/>
          </p:cNvCxnSpPr>
          <p:nvPr/>
        </p:nvCxnSpPr>
        <p:spPr>
          <a:xfrm>
            <a:off x="5595014" y="3945982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6" name="TextBox 665">
            <a:extLst>
              <a:ext uri="{FF2B5EF4-FFF2-40B4-BE49-F238E27FC236}">
                <a16:creationId xmlns:a16="http://schemas.microsoft.com/office/drawing/2014/main" id="{88B95A6E-2943-E184-9515-4CD85CB69C0A}"/>
              </a:ext>
            </a:extLst>
          </p:cNvPr>
          <p:cNvSpPr txBox="1"/>
          <p:nvPr/>
        </p:nvSpPr>
        <p:spPr>
          <a:xfrm>
            <a:off x="5679800" y="3674973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0.33</a:t>
            </a:r>
          </a:p>
        </p:txBody>
      </p:sp>
      <p:sp>
        <p:nvSpPr>
          <p:cNvPr id="667" name="Oval 666">
            <a:extLst>
              <a:ext uri="{FF2B5EF4-FFF2-40B4-BE49-F238E27FC236}">
                <a16:creationId xmlns:a16="http://schemas.microsoft.com/office/drawing/2014/main" id="{B7F46FD6-5FC1-194E-190B-890D5F4AC2B2}"/>
              </a:ext>
            </a:extLst>
          </p:cNvPr>
          <p:cNvSpPr/>
          <p:nvPr/>
        </p:nvSpPr>
        <p:spPr>
          <a:xfrm>
            <a:off x="5807334" y="3213634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68" name="Picture 667">
            <a:extLst>
              <a:ext uri="{FF2B5EF4-FFF2-40B4-BE49-F238E27FC236}">
                <a16:creationId xmlns:a16="http://schemas.microsoft.com/office/drawing/2014/main" id="{3A12F198-2167-D553-DE2F-1DE4B07C6C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2881235"/>
            <a:ext cx="728704" cy="728704"/>
          </a:xfrm>
          <a:prstGeom prst="rect">
            <a:avLst/>
          </a:prstGeom>
        </p:spPr>
      </p:pic>
      <p:sp>
        <p:nvSpPr>
          <p:cNvPr id="669" name="Rectangle 668">
            <a:extLst>
              <a:ext uri="{FF2B5EF4-FFF2-40B4-BE49-F238E27FC236}">
                <a16:creationId xmlns:a16="http://schemas.microsoft.com/office/drawing/2014/main" id="{78FA82BF-E9E5-7363-7E2B-5CC0EDFB076D}"/>
              </a:ext>
            </a:extLst>
          </p:cNvPr>
          <p:cNvSpPr/>
          <p:nvPr/>
        </p:nvSpPr>
        <p:spPr>
          <a:xfrm>
            <a:off x="6138575" y="288439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70" name="Rectangle 669">
            <a:extLst>
              <a:ext uri="{FF2B5EF4-FFF2-40B4-BE49-F238E27FC236}">
                <a16:creationId xmlns:a16="http://schemas.microsoft.com/office/drawing/2014/main" id="{6A72D5EC-E6A1-A9D6-DA8C-064DF1496F51}"/>
              </a:ext>
            </a:extLst>
          </p:cNvPr>
          <p:cNvSpPr/>
          <p:nvPr/>
        </p:nvSpPr>
        <p:spPr>
          <a:xfrm>
            <a:off x="6138575" y="295611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71" name="Rectangle 670">
            <a:extLst>
              <a:ext uri="{FF2B5EF4-FFF2-40B4-BE49-F238E27FC236}">
                <a16:creationId xmlns:a16="http://schemas.microsoft.com/office/drawing/2014/main" id="{1A3928E1-A4D4-6F69-1244-C0E09C7502ED}"/>
              </a:ext>
            </a:extLst>
          </p:cNvPr>
          <p:cNvSpPr/>
          <p:nvPr/>
        </p:nvSpPr>
        <p:spPr>
          <a:xfrm>
            <a:off x="6138575" y="302783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6" name="Rectangle 685">
            <a:extLst>
              <a:ext uri="{FF2B5EF4-FFF2-40B4-BE49-F238E27FC236}">
                <a16:creationId xmlns:a16="http://schemas.microsoft.com/office/drawing/2014/main" id="{DB5E86EC-A264-9848-6BA7-F488B0CE7C6C}"/>
              </a:ext>
            </a:extLst>
          </p:cNvPr>
          <p:cNvSpPr/>
          <p:nvPr/>
        </p:nvSpPr>
        <p:spPr>
          <a:xfrm>
            <a:off x="5996277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7" name="Rectangle 686">
            <a:extLst>
              <a:ext uri="{FF2B5EF4-FFF2-40B4-BE49-F238E27FC236}">
                <a16:creationId xmlns:a16="http://schemas.microsoft.com/office/drawing/2014/main" id="{A7AE9099-D7B2-C66B-766F-989498663A47}"/>
              </a:ext>
            </a:extLst>
          </p:cNvPr>
          <p:cNvSpPr/>
          <p:nvPr/>
        </p:nvSpPr>
        <p:spPr>
          <a:xfrm>
            <a:off x="6067994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93" name="TextBox 692">
            <a:extLst>
              <a:ext uri="{FF2B5EF4-FFF2-40B4-BE49-F238E27FC236}">
                <a16:creationId xmlns:a16="http://schemas.microsoft.com/office/drawing/2014/main" id="{549748BF-0CED-28D6-EF6C-24E579B62B8B}"/>
              </a:ext>
            </a:extLst>
          </p:cNvPr>
          <p:cNvSpPr txBox="1"/>
          <p:nvPr/>
        </p:nvSpPr>
        <p:spPr>
          <a:xfrm>
            <a:off x="5487063" y="301475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636" name="Straight Connector 635">
            <a:extLst>
              <a:ext uri="{FF2B5EF4-FFF2-40B4-BE49-F238E27FC236}">
                <a16:creationId xmlns:a16="http://schemas.microsoft.com/office/drawing/2014/main" id="{6E982D62-084C-99BE-ED52-20024DFBE627}"/>
              </a:ext>
            </a:extLst>
          </p:cNvPr>
          <p:cNvCxnSpPr>
            <a:cxnSpLocks/>
          </p:cNvCxnSpPr>
          <p:nvPr/>
        </p:nvCxnSpPr>
        <p:spPr>
          <a:xfrm>
            <a:off x="7169178" y="3945982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7" name="TextBox 636">
            <a:extLst>
              <a:ext uri="{FF2B5EF4-FFF2-40B4-BE49-F238E27FC236}">
                <a16:creationId xmlns:a16="http://schemas.microsoft.com/office/drawing/2014/main" id="{D258A318-88D0-1CA2-3829-08071101CB43}"/>
              </a:ext>
            </a:extLst>
          </p:cNvPr>
          <p:cNvSpPr txBox="1"/>
          <p:nvPr/>
        </p:nvSpPr>
        <p:spPr>
          <a:xfrm>
            <a:off x="7253965" y="3674973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0.16</a:t>
            </a:r>
          </a:p>
        </p:txBody>
      </p:sp>
      <p:sp>
        <p:nvSpPr>
          <p:cNvPr id="638" name="Oval 637">
            <a:extLst>
              <a:ext uri="{FF2B5EF4-FFF2-40B4-BE49-F238E27FC236}">
                <a16:creationId xmlns:a16="http://schemas.microsoft.com/office/drawing/2014/main" id="{A1075176-525B-5557-D447-8CF11D62E664}"/>
              </a:ext>
            </a:extLst>
          </p:cNvPr>
          <p:cNvSpPr/>
          <p:nvPr/>
        </p:nvSpPr>
        <p:spPr>
          <a:xfrm>
            <a:off x="7381498" y="3213634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39" name="Picture 638">
            <a:extLst>
              <a:ext uri="{FF2B5EF4-FFF2-40B4-BE49-F238E27FC236}">
                <a16:creationId xmlns:a16="http://schemas.microsoft.com/office/drawing/2014/main" id="{8E8B3C41-3415-9F26-4179-2F433B1EDB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2881235"/>
            <a:ext cx="728704" cy="728704"/>
          </a:xfrm>
          <a:prstGeom prst="rect">
            <a:avLst/>
          </a:prstGeom>
        </p:spPr>
      </p:pic>
      <p:sp>
        <p:nvSpPr>
          <p:cNvPr id="651" name="Rectangle 650">
            <a:extLst>
              <a:ext uri="{FF2B5EF4-FFF2-40B4-BE49-F238E27FC236}">
                <a16:creationId xmlns:a16="http://schemas.microsoft.com/office/drawing/2014/main" id="{80D52980-0732-32BF-066D-3374811C7769}"/>
              </a:ext>
            </a:extLst>
          </p:cNvPr>
          <p:cNvSpPr/>
          <p:nvPr/>
        </p:nvSpPr>
        <p:spPr>
          <a:xfrm>
            <a:off x="7572295" y="199576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3" name="Rectangle 652">
            <a:extLst>
              <a:ext uri="{FF2B5EF4-FFF2-40B4-BE49-F238E27FC236}">
                <a16:creationId xmlns:a16="http://schemas.microsoft.com/office/drawing/2014/main" id="{F0E3EE05-CCF6-C876-E6EC-1B56D14BCF13}"/>
              </a:ext>
            </a:extLst>
          </p:cNvPr>
          <p:cNvSpPr/>
          <p:nvPr/>
        </p:nvSpPr>
        <p:spPr>
          <a:xfrm>
            <a:off x="7572295" y="206748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5" name="Rectangle 654">
            <a:extLst>
              <a:ext uri="{FF2B5EF4-FFF2-40B4-BE49-F238E27FC236}">
                <a16:creationId xmlns:a16="http://schemas.microsoft.com/office/drawing/2014/main" id="{890F1DCC-09DE-FA3A-90E5-0B782CAD8E13}"/>
              </a:ext>
            </a:extLst>
          </p:cNvPr>
          <p:cNvSpPr/>
          <p:nvPr/>
        </p:nvSpPr>
        <p:spPr>
          <a:xfrm>
            <a:off x="7572295" y="213919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7" name="Rectangle 656">
            <a:extLst>
              <a:ext uri="{FF2B5EF4-FFF2-40B4-BE49-F238E27FC236}">
                <a16:creationId xmlns:a16="http://schemas.microsoft.com/office/drawing/2014/main" id="{1BF0F57D-BE70-9328-1FE7-B49AB8688F42}"/>
              </a:ext>
            </a:extLst>
          </p:cNvPr>
          <p:cNvSpPr/>
          <p:nvPr/>
        </p:nvSpPr>
        <p:spPr>
          <a:xfrm>
            <a:off x="7500917" y="149374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4" name="TextBox 663">
            <a:extLst>
              <a:ext uri="{FF2B5EF4-FFF2-40B4-BE49-F238E27FC236}">
                <a16:creationId xmlns:a16="http://schemas.microsoft.com/office/drawing/2014/main" id="{1FA70C5F-9DE7-183D-BCE0-3D1FB6656330}"/>
              </a:ext>
            </a:extLst>
          </p:cNvPr>
          <p:cNvSpPr txBox="1"/>
          <p:nvPr/>
        </p:nvSpPr>
        <p:spPr>
          <a:xfrm>
            <a:off x="7061227" y="301475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607" name="Straight Connector 606">
            <a:extLst>
              <a:ext uri="{FF2B5EF4-FFF2-40B4-BE49-F238E27FC236}">
                <a16:creationId xmlns:a16="http://schemas.microsoft.com/office/drawing/2014/main" id="{E98CD451-FD14-B48D-5406-CAAC4CF7BE61}"/>
              </a:ext>
            </a:extLst>
          </p:cNvPr>
          <p:cNvCxnSpPr>
            <a:cxnSpLocks/>
          </p:cNvCxnSpPr>
          <p:nvPr/>
        </p:nvCxnSpPr>
        <p:spPr>
          <a:xfrm>
            <a:off x="8725564" y="3945982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8" name="TextBox 607">
            <a:extLst>
              <a:ext uri="{FF2B5EF4-FFF2-40B4-BE49-F238E27FC236}">
                <a16:creationId xmlns:a16="http://schemas.microsoft.com/office/drawing/2014/main" id="{AC69A1BC-4E6E-ED35-4201-2B986BD71ED5}"/>
              </a:ext>
            </a:extLst>
          </p:cNvPr>
          <p:cNvSpPr txBox="1"/>
          <p:nvPr/>
        </p:nvSpPr>
        <p:spPr>
          <a:xfrm>
            <a:off x="8810350" y="3674973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0.17</a:t>
            </a:r>
          </a:p>
        </p:txBody>
      </p:sp>
      <p:sp>
        <p:nvSpPr>
          <p:cNvPr id="609" name="Oval 608">
            <a:extLst>
              <a:ext uri="{FF2B5EF4-FFF2-40B4-BE49-F238E27FC236}">
                <a16:creationId xmlns:a16="http://schemas.microsoft.com/office/drawing/2014/main" id="{B4FBFF9F-791B-1879-5572-1F78958580FB}"/>
              </a:ext>
            </a:extLst>
          </p:cNvPr>
          <p:cNvSpPr/>
          <p:nvPr/>
        </p:nvSpPr>
        <p:spPr>
          <a:xfrm>
            <a:off x="8937884" y="3213634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10" name="Picture 609">
            <a:extLst>
              <a:ext uri="{FF2B5EF4-FFF2-40B4-BE49-F238E27FC236}">
                <a16:creationId xmlns:a16="http://schemas.microsoft.com/office/drawing/2014/main" id="{344A324A-2293-BEA5-AF02-4FE50EDEA6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2881235"/>
            <a:ext cx="728704" cy="728704"/>
          </a:xfrm>
          <a:prstGeom prst="rect">
            <a:avLst/>
          </a:prstGeom>
        </p:spPr>
      </p:pic>
      <p:sp>
        <p:nvSpPr>
          <p:cNvPr id="629" name="Rectangle 628">
            <a:extLst>
              <a:ext uri="{FF2B5EF4-FFF2-40B4-BE49-F238E27FC236}">
                <a16:creationId xmlns:a16="http://schemas.microsoft.com/office/drawing/2014/main" id="{8C4E4A12-4490-9C32-C914-45C525CCAAF4}"/>
              </a:ext>
            </a:extLst>
          </p:cNvPr>
          <p:cNvSpPr/>
          <p:nvPr/>
        </p:nvSpPr>
        <p:spPr>
          <a:xfrm>
            <a:off x="9059964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5" name="TextBox 634">
            <a:extLst>
              <a:ext uri="{FF2B5EF4-FFF2-40B4-BE49-F238E27FC236}">
                <a16:creationId xmlns:a16="http://schemas.microsoft.com/office/drawing/2014/main" id="{B5C8DAC0-E8D1-8D52-7E7E-1A448C0679E0}"/>
              </a:ext>
            </a:extLst>
          </p:cNvPr>
          <p:cNvSpPr txBox="1"/>
          <p:nvPr/>
        </p:nvSpPr>
        <p:spPr>
          <a:xfrm>
            <a:off x="8617613" y="301475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sp>
        <p:nvSpPr>
          <p:cNvPr id="695" name="TextBox 694">
            <a:extLst>
              <a:ext uri="{FF2B5EF4-FFF2-40B4-BE49-F238E27FC236}">
                <a16:creationId xmlns:a16="http://schemas.microsoft.com/office/drawing/2014/main" id="{FF18D682-74E3-0876-18C3-988CD8368FE2}"/>
              </a:ext>
            </a:extLst>
          </p:cNvPr>
          <p:cNvSpPr txBox="1"/>
          <p:nvPr/>
        </p:nvSpPr>
        <p:spPr>
          <a:xfrm>
            <a:off x="5095585" y="4490771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H)</a:t>
            </a:r>
          </a:p>
        </p:txBody>
      </p:sp>
      <p:sp>
        <p:nvSpPr>
          <p:cNvPr id="697" name="Equals 696">
            <a:extLst>
              <a:ext uri="{FF2B5EF4-FFF2-40B4-BE49-F238E27FC236}">
                <a16:creationId xmlns:a16="http://schemas.microsoft.com/office/drawing/2014/main" id="{B23E4139-BE9C-D71A-9B8C-6414D2E58997}"/>
              </a:ext>
            </a:extLst>
          </p:cNvPr>
          <p:cNvSpPr/>
          <p:nvPr/>
        </p:nvSpPr>
        <p:spPr>
          <a:xfrm>
            <a:off x="8279950" y="4431317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759" name="Straight Connector 758">
            <a:extLst>
              <a:ext uri="{FF2B5EF4-FFF2-40B4-BE49-F238E27FC236}">
                <a16:creationId xmlns:a16="http://schemas.microsoft.com/office/drawing/2014/main" id="{1555470D-345C-1854-5942-1D3EAF02C60E}"/>
              </a:ext>
            </a:extLst>
          </p:cNvPr>
          <p:cNvCxnSpPr>
            <a:cxnSpLocks/>
          </p:cNvCxnSpPr>
          <p:nvPr/>
        </p:nvCxnSpPr>
        <p:spPr>
          <a:xfrm>
            <a:off x="5595014" y="5338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60" name="TextBox 759">
            <a:extLst>
              <a:ext uri="{FF2B5EF4-FFF2-40B4-BE49-F238E27FC236}">
                <a16:creationId xmlns:a16="http://schemas.microsoft.com/office/drawing/2014/main" id="{975FB052-06CC-E3E3-25DB-76B37DDA5435}"/>
              </a:ext>
            </a:extLst>
          </p:cNvPr>
          <p:cNvSpPr txBox="1"/>
          <p:nvPr/>
        </p:nvSpPr>
        <p:spPr>
          <a:xfrm>
            <a:off x="5679800" y="5067355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0.61</a:t>
            </a:r>
          </a:p>
        </p:txBody>
      </p:sp>
      <p:sp>
        <p:nvSpPr>
          <p:cNvPr id="761" name="Oval 760">
            <a:extLst>
              <a:ext uri="{FF2B5EF4-FFF2-40B4-BE49-F238E27FC236}">
                <a16:creationId xmlns:a16="http://schemas.microsoft.com/office/drawing/2014/main" id="{4E857FB3-A8D4-B02A-1A3A-7D5D5A6531B8}"/>
              </a:ext>
            </a:extLst>
          </p:cNvPr>
          <p:cNvSpPr/>
          <p:nvPr/>
        </p:nvSpPr>
        <p:spPr>
          <a:xfrm>
            <a:off x="5807334" y="4606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62" name="Picture 761">
            <a:extLst>
              <a:ext uri="{FF2B5EF4-FFF2-40B4-BE49-F238E27FC236}">
                <a16:creationId xmlns:a16="http://schemas.microsoft.com/office/drawing/2014/main" id="{A728B983-5855-E084-C14B-A5FD92044B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4273617"/>
            <a:ext cx="728704" cy="728704"/>
          </a:xfrm>
          <a:prstGeom prst="rect">
            <a:avLst/>
          </a:prstGeom>
        </p:spPr>
      </p:pic>
      <p:sp>
        <p:nvSpPr>
          <p:cNvPr id="787" name="TextBox 786">
            <a:extLst>
              <a:ext uri="{FF2B5EF4-FFF2-40B4-BE49-F238E27FC236}">
                <a16:creationId xmlns:a16="http://schemas.microsoft.com/office/drawing/2014/main" id="{B0EE47BD-7C0C-A4AB-EA93-662BF11E53C7}"/>
              </a:ext>
            </a:extLst>
          </p:cNvPr>
          <p:cNvSpPr txBox="1"/>
          <p:nvPr/>
        </p:nvSpPr>
        <p:spPr>
          <a:xfrm>
            <a:off x="5487063" y="44071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730" name="Straight Connector 729">
            <a:extLst>
              <a:ext uri="{FF2B5EF4-FFF2-40B4-BE49-F238E27FC236}">
                <a16:creationId xmlns:a16="http://schemas.microsoft.com/office/drawing/2014/main" id="{46B1C302-E400-899A-4BDD-69BF55C93DDF}"/>
              </a:ext>
            </a:extLst>
          </p:cNvPr>
          <p:cNvCxnSpPr>
            <a:cxnSpLocks/>
          </p:cNvCxnSpPr>
          <p:nvPr/>
        </p:nvCxnSpPr>
        <p:spPr>
          <a:xfrm>
            <a:off x="7169178" y="5338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31" name="TextBox 730">
            <a:extLst>
              <a:ext uri="{FF2B5EF4-FFF2-40B4-BE49-F238E27FC236}">
                <a16:creationId xmlns:a16="http://schemas.microsoft.com/office/drawing/2014/main" id="{D1325A40-5040-079E-E0C7-907F919400C3}"/>
              </a:ext>
            </a:extLst>
          </p:cNvPr>
          <p:cNvSpPr txBox="1"/>
          <p:nvPr/>
        </p:nvSpPr>
        <p:spPr>
          <a:xfrm>
            <a:off x="7253964" y="5067355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0.35</a:t>
            </a:r>
          </a:p>
        </p:txBody>
      </p:sp>
      <p:sp>
        <p:nvSpPr>
          <p:cNvPr id="732" name="Oval 731">
            <a:extLst>
              <a:ext uri="{FF2B5EF4-FFF2-40B4-BE49-F238E27FC236}">
                <a16:creationId xmlns:a16="http://schemas.microsoft.com/office/drawing/2014/main" id="{8510520C-FA1B-30F0-18FD-F20554D541AF}"/>
              </a:ext>
            </a:extLst>
          </p:cNvPr>
          <p:cNvSpPr/>
          <p:nvPr/>
        </p:nvSpPr>
        <p:spPr>
          <a:xfrm>
            <a:off x="7381498" y="4606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33" name="Picture 732">
            <a:extLst>
              <a:ext uri="{FF2B5EF4-FFF2-40B4-BE49-F238E27FC236}">
                <a16:creationId xmlns:a16="http://schemas.microsoft.com/office/drawing/2014/main" id="{5F253AD0-5671-DEDC-906B-7F3C5FC2FD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4273617"/>
            <a:ext cx="728704" cy="728704"/>
          </a:xfrm>
          <a:prstGeom prst="rect">
            <a:avLst/>
          </a:prstGeom>
        </p:spPr>
      </p:pic>
      <p:sp>
        <p:nvSpPr>
          <p:cNvPr id="758" name="TextBox 757">
            <a:extLst>
              <a:ext uri="{FF2B5EF4-FFF2-40B4-BE49-F238E27FC236}">
                <a16:creationId xmlns:a16="http://schemas.microsoft.com/office/drawing/2014/main" id="{AC654DC1-2D92-60E2-466A-DAE04CEA7CE3}"/>
              </a:ext>
            </a:extLst>
          </p:cNvPr>
          <p:cNvSpPr txBox="1"/>
          <p:nvPr/>
        </p:nvSpPr>
        <p:spPr>
          <a:xfrm>
            <a:off x="7061227" y="44071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701" name="Straight Connector 700">
            <a:extLst>
              <a:ext uri="{FF2B5EF4-FFF2-40B4-BE49-F238E27FC236}">
                <a16:creationId xmlns:a16="http://schemas.microsoft.com/office/drawing/2014/main" id="{80DF823C-B0FA-81F7-BE72-B2A56A2EFA98}"/>
              </a:ext>
            </a:extLst>
          </p:cNvPr>
          <p:cNvCxnSpPr>
            <a:cxnSpLocks/>
          </p:cNvCxnSpPr>
          <p:nvPr/>
        </p:nvCxnSpPr>
        <p:spPr>
          <a:xfrm>
            <a:off x="8725564" y="5338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2" name="TextBox 701">
            <a:extLst>
              <a:ext uri="{FF2B5EF4-FFF2-40B4-BE49-F238E27FC236}">
                <a16:creationId xmlns:a16="http://schemas.microsoft.com/office/drawing/2014/main" id="{47D69766-193E-1295-3D77-2ACD8336CE45}"/>
              </a:ext>
            </a:extLst>
          </p:cNvPr>
          <p:cNvSpPr txBox="1"/>
          <p:nvPr/>
        </p:nvSpPr>
        <p:spPr>
          <a:xfrm>
            <a:off x="8810350" y="5067355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0.26</a:t>
            </a:r>
          </a:p>
        </p:txBody>
      </p:sp>
      <p:sp>
        <p:nvSpPr>
          <p:cNvPr id="703" name="Oval 702">
            <a:extLst>
              <a:ext uri="{FF2B5EF4-FFF2-40B4-BE49-F238E27FC236}">
                <a16:creationId xmlns:a16="http://schemas.microsoft.com/office/drawing/2014/main" id="{5E17DC94-BBC1-67E6-C46A-B341E5DE13AF}"/>
              </a:ext>
            </a:extLst>
          </p:cNvPr>
          <p:cNvSpPr/>
          <p:nvPr/>
        </p:nvSpPr>
        <p:spPr>
          <a:xfrm>
            <a:off x="8937884" y="4606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04" name="Picture 703">
            <a:extLst>
              <a:ext uri="{FF2B5EF4-FFF2-40B4-BE49-F238E27FC236}">
                <a16:creationId xmlns:a16="http://schemas.microsoft.com/office/drawing/2014/main" id="{D8250B91-E52C-5244-7E7D-EBDB8CE51F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4273617"/>
            <a:ext cx="728704" cy="728704"/>
          </a:xfrm>
          <a:prstGeom prst="rect">
            <a:avLst/>
          </a:prstGeom>
        </p:spPr>
      </p:pic>
      <p:sp>
        <p:nvSpPr>
          <p:cNvPr id="724" name="Rectangle 723">
            <a:extLst>
              <a:ext uri="{FF2B5EF4-FFF2-40B4-BE49-F238E27FC236}">
                <a16:creationId xmlns:a16="http://schemas.microsoft.com/office/drawing/2014/main" id="{EDEAB634-DF2A-5B9E-AFF8-229F8405849E}"/>
              </a:ext>
            </a:extLst>
          </p:cNvPr>
          <p:cNvSpPr/>
          <p:nvPr/>
        </p:nvSpPr>
        <p:spPr>
          <a:xfrm>
            <a:off x="9061036" y="4276779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25" name="Rectangle 724">
            <a:extLst>
              <a:ext uri="{FF2B5EF4-FFF2-40B4-BE49-F238E27FC236}">
                <a16:creationId xmlns:a16="http://schemas.microsoft.com/office/drawing/2014/main" id="{F7629753-7003-E429-396D-653F53B9D7A2}"/>
              </a:ext>
            </a:extLst>
          </p:cNvPr>
          <p:cNvSpPr/>
          <p:nvPr/>
        </p:nvSpPr>
        <p:spPr>
          <a:xfrm>
            <a:off x="9132753" y="4276779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45" name="Rectangle 844">
            <a:extLst>
              <a:ext uri="{FF2B5EF4-FFF2-40B4-BE49-F238E27FC236}">
                <a16:creationId xmlns:a16="http://schemas.microsoft.com/office/drawing/2014/main" id="{DECFB86E-330D-DA82-4A12-766A9FDC30DA}"/>
              </a:ext>
            </a:extLst>
          </p:cNvPr>
          <p:cNvSpPr/>
          <p:nvPr/>
        </p:nvSpPr>
        <p:spPr>
          <a:xfrm>
            <a:off x="7500917" y="4278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78" name="TextBox 977">
            <a:extLst>
              <a:ext uri="{FF2B5EF4-FFF2-40B4-BE49-F238E27FC236}">
                <a16:creationId xmlns:a16="http://schemas.microsoft.com/office/drawing/2014/main" id="{B592A6D9-E8C0-91E5-86AC-536959A93130}"/>
              </a:ext>
            </a:extLst>
          </p:cNvPr>
          <p:cNvSpPr txBox="1"/>
          <p:nvPr/>
        </p:nvSpPr>
        <p:spPr>
          <a:xfrm>
            <a:off x="709409" y="1526397"/>
            <a:ext cx="4443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0.4</a:t>
            </a:r>
          </a:p>
        </p:txBody>
      </p:sp>
      <p:sp>
        <p:nvSpPr>
          <p:cNvPr id="979" name="TextBox 978">
            <a:extLst>
              <a:ext uri="{FF2B5EF4-FFF2-40B4-BE49-F238E27FC236}">
                <a16:creationId xmlns:a16="http://schemas.microsoft.com/office/drawing/2014/main" id="{AF678627-5CF9-0578-5AB2-B4D4421386C6}"/>
              </a:ext>
            </a:extLst>
          </p:cNvPr>
          <p:cNvSpPr txBox="1"/>
          <p:nvPr/>
        </p:nvSpPr>
        <p:spPr>
          <a:xfrm>
            <a:off x="657311" y="3130753"/>
            <a:ext cx="5485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0.31</a:t>
            </a:r>
          </a:p>
        </p:txBody>
      </p:sp>
      <p:sp>
        <p:nvSpPr>
          <p:cNvPr id="310" name="Rectangle 309">
            <a:extLst>
              <a:ext uri="{FF2B5EF4-FFF2-40B4-BE49-F238E27FC236}">
                <a16:creationId xmlns:a16="http://schemas.microsoft.com/office/drawing/2014/main" id="{CADDB128-4474-3AEC-B198-7C913B41EBDE}"/>
              </a:ext>
            </a:extLst>
          </p:cNvPr>
          <p:cNvSpPr/>
          <p:nvPr/>
        </p:nvSpPr>
        <p:spPr>
          <a:xfrm>
            <a:off x="987587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Minus Sign 4">
            <a:extLst>
              <a:ext uri="{FF2B5EF4-FFF2-40B4-BE49-F238E27FC236}">
                <a16:creationId xmlns:a16="http://schemas.microsoft.com/office/drawing/2014/main" id="{94688B6A-88B7-40D4-506B-3961ED353553}"/>
              </a:ext>
            </a:extLst>
          </p:cNvPr>
          <p:cNvSpPr/>
          <p:nvPr/>
        </p:nvSpPr>
        <p:spPr>
          <a:xfrm>
            <a:off x="1679906" y="971552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Minus Sign 9">
            <a:extLst>
              <a:ext uri="{FF2B5EF4-FFF2-40B4-BE49-F238E27FC236}">
                <a16:creationId xmlns:a16="http://schemas.microsoft.com/office/drawing/2014/main" id="{AE00138E-AACE-07B3-A08E-E532A67A6EF1}"/>
              </a:ext>
            </a:extLst>
          </p:cNvPr>
          <p:cNvSpPr/>
          <p:nvPr/>
        </p:nvSpPr>
        <p:spPr>
          <a:xfrm>
            <a:off x="1679906" y="2602232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Minus Sign 10">
            <a:extLst>
              <a:ext uri="{FF2B5EF4-FFF2-40B4-BE49-F238E27FC236}">
                <a16:creationId xmlns:a16="http://schemas.microsoft.com/office/drawing/2014/main" id="{88CF577B-EE3E-358D-A735-0EC203D474C8}"/>
              </a:ext>
            </a:extLst>
          </p:cNvPr>
          <p:cNvSpPr/>
          <p:nvPr/>
        </p:nvSpPr>
        <p:spPr>
          <a:xfrm>
            <a:off x="1679906" y="4240532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Minus Sign 11">
            <a:extLst>
              <a:ext uri="{FF2B5EF4-FFF2-40B4-BE49-F238E27FC236}">
                <a16:creationId xmlns:a16="http://schemas.microsoft.com/office/drawing/2014/main" id="{4983445F-6AE1-826F-06D9-97853DAEE324}"/>
              </a:ext>
            </a:extLst>
          </p:cNvPr>
          <p:cNvSpPr/>
          <p:nvPr/>
        </p:nvSpPr>
        <p:spPr>
          <a:xfrm>
            <a:off x="1679906" y="5878832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Minus Sign 18">
            <a:extLst>
              <a:ext uri="{FF2B5EF4-FFF2-40B4-BE49-F238E27FC236}">
                <a16:creationId xmlns:a16="http://schemas.microsoft.com/office/drawing/2014/main" id="{0E70485E-392D-6364-D84C-D3C1AEA02AD5}"/>
              </a:ext>
            </a:extLst>
          </p:cNvPr>
          <p:cNvSpPr/>
          <p:nvPr/>
        </p:nvSpPr>
        <p:spPr>
          <a:xfrm>
            <a:off x="6709806" y="1694149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Minus Sign 19">
            <a:extLst>
              <a:ext uri="{FF2B5EF4-FFF2-40B4-BE49-F238E27FC236}">
                <a16:creationId xmlns:a16="http://schemas.microsoft.com/office/drawing/2014/main" id="{00D7E527-72AA-42DA-3BC1-36849AB9ABD6}"/>
              </a:ext>
            </a:extLst>
          </p:cNvPr>
          <p:cNvSpPr/>
          <p:nvPr/>
        </p:nvSpPr>
        <p:spPr>
          <a:xfrm>
            <a:off x="6709806" y="3090687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Minus Sign 22">
            <a:extLst>
              <a:ext uri="{FF2B5EF4-FFF2-40B4-BE49-F238E27FC236}">
                <a16:creationId xmlns:a16="http://schemas.microsoft.com/office/drawing/2014/main" id="{E8B4DEEA-A618-5E93-F07D-315D89CD0B82}"/>
              </a:ext>
            </a:extLst>
          </p:cNvPr>
          <p:cNvSpPr/>
          <p:nvPr/>
        </p:nvSpPr>
        <p:spPr>
          <a:xfrm>
            <a:off x="6709806" y="4487225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1121D6D-DDD0-6E6A-7BAD-A5E27832A179}"/>
              </a:ext>
            </a:extLst>
          </p:cNvPr>
          <p:cNvSpPr/>
          <p:nvPr/>
        </p:nvSpPr>
        <p:spPr>
          <a:xfrm>
            <a:off x="1061750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0117ED3-E351-D9BD-D48C-87A8A4350E7B}"/>
              </a:ext>
            </a:extLst>
          </p:cNvPr>
          <p:cNvSpPr/>
          <p:nvPr/>
        </p:nvSpPr>
        <p:spPr>
          <a:xfrm>
            <a:off x="2421841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0513957-5BD8-FA1F-17B7-278AA8A03547}"/>
              </a:ext>
            </a:extLst>
          </p:cNvPr>
          <p:cNvSpPr/>
          <p:nvPr/>
        </p:nvSpPr>
        <p:spPr>
          <a:xfrm>
            <a:off x="2493558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09E8EDE-6D74-B5B7-73E4-522511B8EE4C}"/>
              </a:ext>
            </a:extLst>
          </p:cNvPr>
          <p:cNvSpPr/>
          <p:nvPr/>
        </p:nvSpPr>
        <p:spPr>
          <a:xfrm>
            <a:off x="989489" y="403432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E1C63FF-0A1E-DC68-F79A-F9FE1624EBFA}"/>
              </a:ext>
            </a:extLst>
          </p:cNvPr>
          <p:cNvSpPr/>
          <p:nvPr/>
        </p:nvSpPr>
        <p:spPr>
          <a:xfrm>
            <a:off x="989489" y="410604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6A2B02A-033A-A822-4C10-66E2B5331E94}"/>
              </a:ext>
            </a:extLst>
          </p:cNvPr>
          <p:cNvSpPr/>
          <p:nvPr/>
        </p:nvSpPr>
        <p:spPr>
          <a:xfrm>
            <a:off x="989489" y="417775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D6DE810-8EC4-BD77-1453-0FAC2804459A}"/>
              </a:ext>
            </a:extLst>
          </p:cNvPr>
          <p:cNvSpPr/>
          <p:nvPr/>
        </p:nvSpPr>
        <p:spPr>
          <a:xfrm>
            <a:off x="989489" y="424947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DCF667A-72C1-20FB-0798-E62C410C887F}"/>
              </a:ext>
            </a:extLst>
          </p:cNvPr>
          <p:cNvSpPr/>
          <p:nvPr/>
        </p:nvSpPr>
        <p:spPr>
          <a:xfrm>
            <a:off x="989489" y="432119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72202624-F892-EC82-CE1B-260B0EF3A010}"/>
              </a:ext>
            </a:extLst>
          </p:cNvPr>
          <p:cNvSpPr/>
          <p:nvPr/>
        </p:nvSpPr>
        <p:spPr>
          <a:xfrm>
            <a:off x="1133621" y="566916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14EA596C-F0EB-FEA9-3159-DAAF5C9AB14C}"/>
              </a:ext>
            </a:extLst>
          </p:cNvPr>
          <p:cNvSpPr/>
          <p:nvPr/>
        </p:nvSpPr>
        <p:spPr>
          <a:xfrm>
            <a:off x="1133621" y="574087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838C6CD5-0F02-360C-0FD2-1DC892199CB6}"/>
              </a:ext>
            </a:extLst>
          </p:cNvPr>
          <p:cNvSpPr/>
          <p:nvPr/>
        </p:nvSpPr>
        <p:spPr>
          <a:xfrm>
            <a:off x="1133621" y="581259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1B47D753-A79D-B4B2-9598-E0EF1CDDBED1}"/>
              </a:ext>
            </a:extLst>
          </p:cNvPr>
          <p:cNvSpPr/>
          <p:nvPr/>
        </p:nvSpPr>
        <p:spPr>
          <a:xfrm>
            <a:off x="1133621" y="588431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D4C4DC7A-405C-857C-7F34-3C877A59CFE2}"/>
              </a:ext>
            </a:extLst>
          </p:cNvPr>
          <p:cNvSpPr/>
          <p:nvPr/>
        </p:nvSpPr>
        <p:spPr>
          <a:xfrm>
            <a:off x="1133621" y="595602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36A54CE4-D06C-5B1D-2BBC-F7DD74C07B0A}"/>
              </a:ext>
            </a:extLst>
          </p:cNvPr>
          <p:cNvSpPr/>
          <p:nvPr/>
        </p:nvSpPr>
        <p:spPr>
          <a:xfrm>
            <a:off x="1133621" y="602774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E468A25F-98E8-BD06-2D4B-C7B1B35E8D0D}"/>
              </a:ext>
            </a:extLst>
          </p:cNvPr>
          <p:cNvSpPr/>
          <p:nvPr/>
        </p:nvSpPr>
        <p:spPr>
          <a:xfrm>
            <a:off x="1133621" y="609946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06F68A7D-626C-DD30-9395-CCA6CE006882}"/>
              </a:ext>
            </a:extLst>
          </p:cNvPr>
          <p:cNvSpPr/>
          <p:nvPr/>
        </p:nvSpPr>
        <p:spPr>
          <a:xfrm>
            <a:off x="1133621" y="617117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D227B885-ECC7-DC07-D560-6D670793D5B8}"/>
              </a:ext>
            </a:extLst>
          </p:cNvPr>
          <p:cNvSpPr/>
          <p:nvPr/>
        </p:nvSpPr>
        <p:spPr>
          <a:xfrm>
            <a:off x="991616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7590307C-2647-21D8-78A9-54936BC95F0F}"/>
              </a:ext>
            </a:extLst>
          </p:cNvPr>
          <p:cNvSpPr/>
          <p:nvPr/>
        </p:nvSpPr>
        <p:spPr>
          <a:xfrm>
            <a:off x="1063333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E87F3955-0044-8CC4-8465-4FB341DD24EC}"/>
              </a:ext>
            </a:extLst>
          </p:cNvPr>
          <p:cNvSpPr/>
          <p:nvPr/>
        </p:nvSpPr>
        <p:spPr>
          <a:xfrm>
            <a:off x="2422747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21B38CF4-14A0-CF28-F4AA-A481EAC8F240}"/>
              </a:ext>
            </a:extLst>
          </p:cNvPr>
          <p:cNvSpPr/>
          <p:nvPr/>
        </p:nvSpPr>
        <p:spPr>
          <a:xfrm>
            <a:off x="2494464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307F4980-08DD-63D1-8DA8-00CE264E64FB}"/>
              </a:ext>
            </a:extLst>
          </p:cNvPr>
          <p:cNvSpPr/>
          <p:nvPr/>
        </p:nvSpPr>
        <p:spPr>
          <a:xfrm>
            <a:off x="2563165" y="566916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D882DA13-B7F5-DB1D-16AE-8570CCE51C4E}"/>
              </a:ext>
            </a:extLst>
          </p:cNvPr>
          <p:cNvSpPr/>
          <p:nvPr/>
        </p:nvSpPr>
        <p:spPr>
          <a:xfrm>
            <a:off x="2563165" y="574087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281C7E64-8ED7-8A0C-4931-62E6A50D8E99}"/>
              </a:ext>
            </a:extLst>
          </p:cNvPr>
          <p:cNvSpPr/>
          <p:nvPr/>
        </p:nvSpPr>
        <p:spPr>
          <a:xfrm>
            <a:off x="2563165" y="581259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869C0BF4-A7EC-CD31-DFEF-B7BEDD30544E}"/>
              </a:ext>
            </a:extLst>
          </p:cNvPr>
          <p:cNvSpPr/>
          <p:nvPr/>
        </p:nvSpPr>
        <p:spPr>
          <a:xfrm>
            <a:off x="3982466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03A3AD2F-256E-32B9-0799-C7F0529D4F8E}"/>
              </a:ext>
            </a:extLst>
          </p:cNvPr>
          <p:cNvSpPr/>
          <p:nvPr/>
        </p:nvSpPr>
        <p:spPr>
          <a:xfrm>
            <a:off x="4054183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F8192386-20F8-253D-929A-BE888FF21FFF}"/>
              </a:ext>
            </a:extLst>
          </p:cNvPr>
          <p:cNvSpPr/>
          <p:nvPr/>
        </p:nvSpPr>
        <p:spPr>
          <a:xfrm>
            <a:off x="4126059" y="566916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683F8924-CC2E-CE9A-538E-2746262E6374}"/>
              </a:ext>
            </a:extLst>
          </p:cNvPr>
          <p:cNvSpPr/>
          <p:nvPr/>
        </p:nvSpPr>
        <p:spPr>
          <a:xfrm>
            <a:off x="4126059" y="574087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D27D4413-25EE-2D12-9369-D007FD0B6CFD}"/>
              </a:ext>
            </a:extLst>
          </p:cNvPr>
          <p:cNvSpPr/>
          <p:nvPr/>
        </p:nvSpPr>
        <p:spPr>
          <a:xfrm>
            <a:off x="4126059" y="581259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75ECE55C-185A-EE63-E8AE-85DB33299276}"/>
              </a:ext>
            </a:extLst>
          </p:cNvPr>
          <p:cNvSpPr/>
          <p:nvPr/>
        </p:nvSpPr>
        <p:spPr>
          <a:xfrm>
            <a:off x="4126059" y="588431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B91903D8-2670-6712-5938-A86466C3F82F}"/>
              </a:ext>
            </a:extLst>
          </p:cNvPr>
          <p:cNvSpPr/>
          <p:nvPr/>
        </p:nvSpPr>
        <p:spPr>
          <a:xfrm>
            <a:off x="4126059" y="595602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5F4B53D0-9BFB-E8B7-260D-7240C9F4AD48}"/>
              </a:ext>
            </a:extLst>
          </p:cNvPr>
          <p:cNvSpPr txBox="1"/>
          <p:nvPr/>
        </p:nvSpPr>
        <p:spPr>
          <a:xfrm>
            <a:off x="5098991" y="312615"/>
            <a:ext cx="3064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E)</a:t>
            </a:r>
          </a:p>
        </p:txBody>
      </p:sp>
      <p:sp>
        <p:nvSpPr>
          <p:cNvPr id="165" name="Equals 164">
            <a:extLst>
              <a:ext uri="{FF2B5EF4-FFF2-40B4-BE49-F238E27FC236}">
                <a16:creationId xmlns:a16="http://schemas.microsoft.com/office/drawing/2014/main" id="{48F884CA-FF99-D622-B3E5-7EBAA6ACCD48}"/>
              </a:ext>
            </a:extLst>
          </p:cNvPr>
          <p:cNvSpPr/>
          <p:nvPr/>
        </p:nvSpPr>
        <p:spPr>
          <a:xfrm>
            <a:off x="8272936" y="253161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04D69FCC-4330-05C2-9B0F-652029ACD79F}"/>
              </a:ext>
            </a:extLst>
          </p:cNvPr>
          <p:cNvCxnSpPr>
            <a:cxnSpLocks/>
          </p:cNvCxnSpPr>
          <p:nvPr/>
        </p:nvCxnSpPr>
        <p:spPr>
          <a:xfrm>
            <a:off x="5588000" y="1160208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7" name="TextBox 166">
            <a:extLst>
              <a:ext uri="{FF2B5EF4-FFF2-40B4-BE49-F238E27FC236}">
                <a16:creationId xmlns:a16="http://schemas.microsoft.com/office/drawing/2014/main" id="{CAE0FE4D-F585-686F-BE6B-9028AF88901F}"/>
              </a:ext>
            </a:extLst>
          </p:cNvPr>
          <p:cNvSpPr txBox="1"/>
          <p:nvPr/>
        </p:nvSpPr>
        <p:spPr>
          <a:xfrm>
            <a:off x="5750532" y="889199"/>
            <a:ext cx="460630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0.1</a:t>
            </a:r>
          </a:p>
        </p:txBody>
      </p:sp>
      <p:sp>
        <p:nvSpPr>
          <p:cNvPr id="168" name="Oval 167">
            <a:extLst>
              <a:ext uri="{FF2B5EF4-FFF2-40B4-BE49-F238E27FC236}">
                <a16:creationId xmlns:a16="http://schemas.microsoft.com/office/drawing/2014/main" id="{6AA01318-5150-6AF8-8881-4490301E530C}"/>
              </a:ext>
            </a:extLst>
          </p:cNvPr>
          <p:cNvSpPr/>
          <p:nvPr/>
        </p:nvSpPr>
        <p:spPr>
          <a:xfrm>
            <a:off x="5800320" y="427860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69" name="Picture 168">
            <a:extLst>
              <a:ext uri="{FF2B5EF4-FFF2-40B4-BE49-F238E27FC236}">
                <a16:creationId xmlns:a16="http://schemas.microsoft.com/office/drawing/2014/main" id="{9F24C985-8662-A19F-211A-1C178073B8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8158" y="95461"/>
            <a:ext cx="728704" cy="728704"/>
          </a:xfrm>
          <a:prstGeom prst="rect">
            <a:avLst/>
          </a:prstGeom>
        </p:spPr>
      </p:pic>
      <p:sp>
        <p:nvSpPr>
          <p:cNvPr id="170" name="Rectangle 169">
            <a:extLst>
              <a:ext uri="{FF2B5EF4-FFF2-40B4-BE49-F238E27FC236}">
                <a16:creationId xmlns:a16="http://schemas.microsoft.com/office/drawing/2014/main" id="{DC4E8658-46A8-5917-DAEF-2E4719F0838C}"/>
              </a:ext>
            </a:extLst>
          </p:cNvPr>
          <p:cNvSpPr/>
          <p:nvPr/>
        </p:nvSpPr>
        <p:spPr>
          <a:xfrm>
            <a:off x="5919739" y="98623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613C98F5-4C1C-0894-D614-9D1804A49C77}"/>
              </a:ext>
            </a:extLst>
          </p:cNvPr>
          <p:cNvSpPr txBox="1"/>
          <p:nvPr/>
        </p:nvSpPr>
        <p:spPr>
          <a:xfrm>
            <a:off x="5480049" y="228981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AFC4D3B8-242D-36CE-0F81-9CDC919711B1}"/>
              </a:ext>
            </a:extLst>
          </p:cNvPr>
          <p:cNvCxnSpPr>
            <a:cxnSpLocks/>
          </p:cNvCxnSpPr>
          <p:nvPr/>
        </p:nvCxnSpPr>
        <p:spPr>
          <a:xfrm>
            <a:off x="7162164" y="1160208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4" name="TextBox 173">
            <a:extLst>
              <a:ext uri="{FF2B5EF4-FFF2-40B4-BE49-F238E27FC236}">
                <a16:creationId xmlns:a16="http://schemas.microsoft.com/office/drawing/2014/main" id="{137E96CD-0B66-F814-91B1-EA1E4D8AC4BF}"/>
              </a:ext>
            </a:extLst>
          </p:cNvPr>
          <p:cNvSpPr txBox="1"/>
          <p:nvPr/>
        </p:nvSpPr>
        <p:spPr>
          <a:xfrm>
            <a:off x="7246950" y="889199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0.01</a:t>
            </a:r>
          </a:p>
        </p:txBody>
      </p:sp>
      <p:sp>
        <p:nvSpPr>
          <p:cNvPr id="175" name="Oval 174">
            <a:extLst>
              <a:ext uri="{FF2B5EF4-FFF2-40B4-BE49-F238E27FC236}">
                <a16:creationId xmlns:a16="http://schemas.microsoft.com/office/drawing/2014/main" id="{2ABEB764-0817-9101-3363-44446703998E}"/>
              </a:ext>
            </a:extLst>
          </p:cNvPr>
          <p:cNvSpPr/>
          <p:nvPr/>
        </p:nvSpPr>
        <p:spPr>
          <a:xfrm>
            <a:off x="7374484" y="427860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76" name="Picture 175">
            <a:extLst>
              <a:ext uri="{FF2B5EF4-FFF2-40B4-BE49-F238E27FC236}">
                <a16:creationId xmlns:a16="http://schemas.microsoft.com/office/drawing/2014/main" id="{A313533E-216A-5D89-E092-0ED7F8D73F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2322" y="95461"/>
            <a:ext cx="728704" cy="728704"/>
          </a:xfrm>
          <a:prstGeom prst="rect">
            <a:avLst/>
          </a:prstGeom>
        </p:spPr>
      </p:pic>
      <p:sp>
        <p:nvSpPr>
          <p:cNvPr id="177" name="Rectangle 176">
            <a:extLst>
              <a:ext uri="{FF2B5EF4-FFF2-40B4-BE49-F238E27FC236}">
                <a16:creationId xmlns:a16="http://schemas.microsoft.com/office/drawing/2014/main" id="{0B588A17-90A8-5C7A-815A-F77B1B7711EF}"/>
              </a:ext>
            </a:extLst>
          </p:cNvPr>
          <p:cNvSpPr/>
          <p:nvPr/>
        </p:nvSpPr>
        <p:spPr>
          <a:xfrm>
            <a:off x="7494315" y="9862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4F3D4E7A-2B06-A1E6-034B-B7954C9F847C}"/>
              </a:ext>
            </a:extLst>
          </p:cNvPr>
          <p:cNvSpPr txBox="1"/>
          <p:nvPr/>
        </p:nvSpPr>
        <p:spPr>
          <a:xfrm>
            <a:off x="7054213" y="228981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1EC54ADA-C156-936A-D0FA-9FF9F6EB3494}"/>
              </a:ext>
            </a:extLst>
          </p:cNvPr>
          <p:cNvCxnSpPr>
            <a:cxnSpLocks/>
          </p:cNvCxnSpPr>
          <p:nvPr/>
        </p:nvCxnSpPr>
        <p:spPr>
          <a:xfrm>
            <a:off x="8718550" y="1160208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0" name="TextBox 179">
            <a:extLst>
              <a:ext uri="{FF2B5EF4-FFF2-40B4-BE49-F238E27FC236}">
                <a16:creationId xmlns:a16="http://schemas.microsoft.com/office/drawing/2014/main" id="{79D18354-7CA3-D858-83DC-27590AF5DD5C}"/>
              </a:ext>
            </a:extLst>
          </p:cNvPr>
          <p:cNvSpPr txBox="1"/>
          <p:nvPr/>
        </p:nvSpPr>
        <p:spPr>
          <a:xfrm>
            <a:off x="8803336" y="889199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0.09</a:t>
            </a:r>
          </a:p>
        </p:txBody>
      </p:sp>
      <p:sp>
        <p:nvSpPr>
          <p:cNvPr id="181" name="Oval 180">
            <a:extLst>
              <a:ext uri="{FF2B5EF4-FFF2-40B4-BE49-F238E27FC236}">
                <a16:creationId xmlns:a16="http://schemas.microsoft.com/office/drawing/2014/main" id="{05279B9C-7E01-F596-636F-A334FADC5D69}"/>
              </a:ext>
            </a:extLst>
          </p:cNvPr>
          <p:cNvSpPr/>
          <p:nvPr/>
        </p:nvSpPr>
        <p:spPr>
          <a:xfrm>
            <a:off x="8930870" y="427860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87" name="Picture 186">
            <a:extLst>
              <a:ext uri="{FF2B5EF4-FFF2-40B4-BE49-F238E27FC236}">
                <a16:creationId xmlns:a16="http://schemas.microsoft.com/office/drawing/2014/main" id="{BD392F84-AE7C-0312-92FB-0C3496A137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8708" y="95461"/>
            <a:ext cx="728704" cy="728704"/>
          </a:xfrm>
          <a:prstGeom prst="rect">
            <a:avLst/>
          </a:prstGeom>
        </p:spPr>
      </p:pic>
      <p:sp>
        <p:nvSpPr>
          <p:cNvPr id="188" name="Rectangle 187">
            <a:extLst>
              <a:ext uri="{FF2B5EF4-FFF2-40B4-BE49-F238E27FC236}">
                <a16:creationId xmlns:a16="http://schemas.microsoft.com/office/drawing/2014/main" id="{B6784607-96D8-69DA-C49F-FA56ED08791B}"/>
              </a:ext>
            </a:extLst>
          </p:cNvPr>
          <p:cNvSpPr/>
          <p:nvPr/>
        </p:nvSpPr>
        <p:spPr>
          <a:xfrm>
            <a:off x="9051690" y="16795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317A96A1-8207-60B2-E545-F6ECDCE43AA7}"/>
              </a:ext>
            </a:extLst>
          </p:cNvPr>
          <p:cNvSpPr/>
          <p:nvPr/>
        </p:nvSpPr>
        <p:spPr>
          <a:xfrm>
            <a:off x="9051690" y="23967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B4464422-6653-F15C-0231-1E99EAB9E5FF}"/>
              </a:ext>
            </a:extLst>
          </p:cNvPr>
          <p:cNvSpPr/>
          <p:nvPr/>
        </p:nvSpPr>
        <p:spPr>
          <a:xfrm>
            <a:off x="9051690" y="31139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7BFA7389-38B5-7AAA-1D45-0AFBA6343FAA}"/>
              </a:ext>
            </a:extLst>
          </p:cNvPr>
          <p:cNvSpPr/>
          <p:nvPr/>
        </p:nvSpPr>
        <p:spPr>
          <a:xfrm>
            <a:off x="9051690" y="38310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BA072842-853F-6A6C-7461-6F405913320E}"/>
              </a:ext>
            </a:extLst>
          </p:cNvPr>
          <p:cNvSpPr/>
          <p:nvPr/>
        </p:nvSpPr>
        <p:spPr>
          <a:xfrm>
            <a:off x="9051690" y="45482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1D074CBB-0761-21F6-1044-95138FBEC8EB}"/>
              </a:ext>
            </a:extLst>
          </p:cNvPr>
          <p:cNvSpPr/>
          <p:nvPr/>
        </p:nvSpPr>
        <p:spPr>
          <a:xfrm>
            <a:off x="9051690" y="52654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7F9E75BE-DE4A-BAFF-C9F8-2461EB38C90D}"/>
              </a:ext>
            </a:extLst>
          </p:cNvPr>
          <p:cNvSpPr/>
          <p:nvPr/>
        </p:nvSpPr>
        <p:spPr>
          <a:xfrm>
            <a:off x="9051690" y="59825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0" name="Rectangle 199">
            <a:extLst>
              <a:ext uri="{FF2B5EF4-FFF2-40B4-BE49-F238E27FC236}">
                <a16:creationId xmlns:a16="http://schemas.microsoft.com/office/drawing/2014/main" id="{2C4AA243-AFB6-2B74-AA27-40A71FFC01ED}"/>
              </a:ext>
            </a:extLst>
          </p:cNvPr>
          <p:cNvSpPr/>
          <p:nvPr/>
        </p:nvSpPr>
        <p:spPr>
          <a:xfrm>
            <a:off x="9051690" y="66997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B91CBA0C-BED0-81EF-31A0-225CBF7E1434}"/>
              </a:ext>
            </a:extLst>
          </p:cNvPr>
          <p:cNvSpPr/>
          <p:nvPr/>
        </p:nvSpPr>
        <p:spPr>
          <a:xfrm>
            <a:off x="9051690" y="74169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EE57E980-B7F0-DE82-FE86-A0218EAF7596}"/>
              </a:ext>
            </a:extLst>
          </p:cNvPr>
          <p:cNvSpPr txBox="1"/>
          <p:nvPr/>
        </p:nvSpPr>
        <p:spPr>
          <a:xfrm>
            <a:off x="8610599" y="228981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sp>
        <p:nvSpPr>
          <p:cNvPr id="204" name="Minus Sign 203">
            <a:extLst>
              <a:ext uri="{FF2B5EF4-FFF2-40B4-BE49-F238E27FC236}">
                <a16:creationId xmlns:a16="http://schemas.microsoft.com/office/drawing/2014/main" id="{22B50ADE-ACB4-95D0-7982-D1D127ED1E6B}"/>
              </a:ext>
            </a:extLst>
          </p:cNvPr>
          <p:cNvSpPr/>
          <p:nvPr/>
        </p:nvSpPr>
        <p:spPr>
          <a:xfrm>
            <a:off x="6751968" y="308294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FCDB2F33-3D59-AA2E-BE2C-86BC6CF439A5}"/>
              </a:ext>
            </a:extLst>
          </p:cNvPr>
          <p:cNvSpPr/>
          <p:nvPr/>
        </p:nvSpPr>
        <p:spPr>
          <a:xfrm>
            <a:off x="6068128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A041196B-5132-4C7E-3D3E-9FB6120539CA}"/>
              </a:ext>
            </a:extLst>
          </p:cNvPr>
          <p:cNvSpPr/>
          <p:nvPr/>
        </p:nvSpPr>
        <p:spPr>
          <a:xfrm>
            <a:off x="6139845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CCA1F00A-8043-00DD-21DD-DBB64395D7BF}"/>
              </a:ext>
            </a:extLst>
          </p:cNvPr>
          <p:cNvSpPr/>
          <p:nvPr/>
        </p:nvSpPr>
        <p:spPr>
          <a:xfrm>
            <a:off x="6208857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A4E1FE2C-3AB0-6C47-5C29-2071826B7300}"/>
              </a:ext>
            </a:extLst>
          </p:cNvPr>
          <p:cNvSpPr/>
          <p:nvPr/>
        </p:nvSpPr>
        <p:spPr>
          <a:xfrm>
            <a:off x="6280574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8700D2B9-477A-8546-0586-A51C5F9ABB7D}"/>
              </a:ext>
            </a:extLst>
          </p:cNvPr>
          <p:cNvSpPr/>
          <p:nvPr/>
        </p:nvSpPr>
        <p:spPr>
          <a:xfrm>
            <a:off x="9057275" y="1495306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0" name="Rectangle 209">
            <a:extLst>
              <a:ext uri="{FF2B5EF4-FFF2-40B4-BE49-F238E27FC236}">
                <a16:creationId xmlns:a16="http://schemas.microsoft.com/office/drawing/2014/main" id="{A8E27071-461E-92DF-5AA1-1682EA19E816}"/>
              </a:ext>
            </a:extLst>
          </p:cNvPr>
          <p:cNvSpPr/>
          <p:nvPr/>
        </p:nvSpPr>
        <p:spPr>
          <a:xfrm>
            <a:off x="9128992" y="1495306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1" name="Rectangle 210">
            <a:extLst>
              <a:ext uri="{FF2B5EF4-FFF2-40B4-BE49-F238E27FC236}">
                <a16:creationId xmlns:a16="http://schemas.microsoft.com/office/drawing/2014/main" id="{CDE9A2C0-23C0-C33C-6F6F-0BB4C7BAA040}"/>
              </a:ext>
            </a:extLst>
          </p:cNvPr>
          <p:cNvSpPr/>
          <p:nvPr/>
        </p:nvSpPr>
        <p:spPr>
          <a:xfrm>
            <a:off x="9343219" y="149530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1" name="Rectangle 220">
            <a:extLst>
              <a:ext uri="{FF2B5EF4-FFF2-40B4-BE49-F238E27FC236}">
                <a16:creationId xmlns:a16="http://schemas.microsoft.com/office/drawing/2014/main" id="{0E67EAF7-4042-913E-35B1-7E01904D7920}"/>
              </a:ext>
            </a:extLst>
          </p:cNvPr>
          <p:cNvSpPr/>
          <p:nvPr/>
        </p:nvSpPr>
        <p:spPr>
          <a:xfrm>
            <a:off x="9343219" y="156702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3" name="Rectangle 222">
            <a:extLst>
              <a:ext uri="{FF2B5EF4-FFF2-40B4-BE49-F238E27FC236}">
                <a16:creationId xmlns:a16="http://schemas.microsoft.com/office/drawing/2014/main" id="{2BE10007-909A-969D-7384-C0E53FBA3E3A}"/>
              </a:ext>
            </a:extLst>
          </p:cNvPr>
          <p:cNvSpPr/>
          <p:nvPr/>
        </p:nvSpPr>
        <p:spPr>
          <a:xfrm>
            <a:off x="9343219" y="163873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4" name="Rectangle 223">
            <a:extLst>
              <a:ext uri="{FF2B5EF4-FFF2-40B4-BE49-F238E27FC236}">
                <a16:creationId xmlns:a16="http://schemas.microsoft.com/office/drawing/2014/main" id="{C3C4BBE3-9250-C1D7-B89D-4259DDC52244}"/>
              </a:ext>
            </a:extLst>
          </p:cNvPr>
          <p:cNvSpPr/>
          <p:nvPr/>
        </p:nvSpPr>
        <p:spPr>
          <a:xfrm>
            <a:off x="9343219" y="171045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8" name="Rectangle 227">
            <a:extLst>
              <a:ext uri="{FF2B5EF4-FFF2-40B4-BE49-F238E27FC236}">
                <a16:creationId xmlns:a16="http://schemas.microsoft.com/office/drawing/2014/main" id="{BE253D67-0428-B5C8-CF7E-74DF1FC48F83}"/>
              </a:ext>
            </a:extLst>
          </p:cNvPr>
          <p:cNvSpPr/>
          <p:nvPr/>
        </p:nvSpPr>
        <p:spPr>
          <a:xfrm>
            <a:off x="9343219" y="178217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9" name="Rectangle 228">
            <a:extLst>
              <a:ext uri="{FF2B5EF4-FFF2-40B4-BE49-F238E27FC236}">
                <a16:creationId xmlns:a16="http://schemas.microsoft.com/office/drawing/2014/main" id="{DDE66D24-E131-D61E-8951-5A5E23255B5C}"/>
              </a:ext>
            </a:extLst>
          </p:cNvPr>
          <p:cNvSpPr/>
          <p:nvPr/>
        </p:nvSpPr>
        <p:spPr>
          <a:xfrm>
            <a:off x="9343219" y="185388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0" name="Rectangle 229">
            <a:extLst>
              <a:ext uri="{FF2B5EF4-FFF2-40B4-BE49-F238E27FC236}">
                <a16:creationId xmlns:a16="http://schemas.microsoft.com/office/drawing/2014/main" id="{FA2B25F4-B405-64AD-B30B-9B7522F04D83}"/>
              </a:ext>
            </a:extLst>
          </p:cNvPr>
          <p:cNvSpPr/>
          <p:nvPr/>
        </p:nvSpPr>
        <p:spPr>
          <a:xfrm>
            <a:off x="9343219" y="192560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9" name="Rectangle 238">
            <a:extLst>
              <a:ext uri="{FF2B5EF4-FFF2-40B4-BE49-F238E27FC236}">
                <a16:creationId xmlns:a16="http://schemas.microsoft.com/office/drawing/2014/main" id="{CFB25E3B-8DB4-0539-5DE7-01F63AFECF46}"/>
              </a:ext>
            </a:extLst>
          </p:cNvPr>
          <p:cNvSpPr/>
          <p:nvPr/>
        </p:nvSpPr>
        <p:spPr>
          <a:xfrm>
            <a:off x="9201214" y="1495306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0" name="Rectangle 239">
            <a:extLst>
              <a:ext uri="{FF2B5EF4-FFF2-40B4-BE49-F238E27FC236}">
                <a16:creationId xmlns:a16="http://schemas.microsoft.com/office/drawing/2014/main" id="{755F2957-D390-1715-02A2-FA8C1DDA8D42}"/>
              </a:ext>
            </a:extLst>
          </p:cNvPr>
          <p:cNvSpPr/>
          <p:nvPr/>
        </p:nvSpPr>
        <p:spPr>
          <a:xfrm>
            <a:off x="9272931" y="1495306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AE908AB3-78BD-B5DD-03DC-BCD9EDECDD1B}"/>
              </a:ext>
            </a:extLst>
          </p:cNvPr>
          <p:cNvSpPr/>
          <p:nvPr/>
        </p:nvSpPr>
        <p:spPr>
          <a:xfrm>
            <a:off x="5929134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2" name="Rectangle 241">
            <a:extLst>
              <a:ext uri="{FF2B5EF4-FFF2-40B4-BE49-F238E27FC236}">
                <a16:creationId xmlns:a16="http://schemas.microsoft.com/office/drawing/2014/main" id="{5D68086C-F269-BA96-7D93-EA7D271C38CD}"/>
              </a:ext>
            </a:extLst>
          </p:cNvPr>
          <p:cNvSpPr/>
          <p:nvPr/>
        </p:nvSpPr>
        <p:spPr>
          <a:xfrm>
            <a:off x="7573786" y="288390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3" name="Rectangle 242">
            <a:extLst>
              <a:ext uri="{FF2B5EF4-FFF2-40B4-BE49-F238E27FC236}">
                <a16:creationId xmlns:a16="http://schemas.microsoft.com/office/drawing/2014/main" id="{B2DC5AEE-6E4F-3AF4-35F5-C787A5CAE108}"/>
              </a:ext>
            </a:extLst>
          </p:cNvPr>
          <p:cNvSpPr/>
          <p:nvPr/>
        </p:nvSpPr>
        <p:spPr>
          <a:xfrm>
            <a:off x="7573786" y="295562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4" name="Rectangle 243">
            <a:extLst>
              <a:ext uri="{FF2B5EF4-FFF2-40B4-BE49-F238E27FC236}">
                <a16:creationId xmlns:a16="http://schemas.microsoft.com/office/drawing/2014/main" id="{333EAB6C-3E51-21D1-DF0C-DF61D9DDB8F5}"/>
              </a:ext>
            </a:extLst>
          </p:cNvPr>
          <p:cNvSpPr/>
          <p:nvPr/>
        </p:nvSpPr>
        <p:spPr>
          <a:xfrm>
            <a:off x="7573786" y="302734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5" name="Rectangle 244">
            <a:extLst>
              <a:ext uri="{FF2B5EF4-FFF2-40B4-BE49-F238E27FC236}">
                <a16:creationId xmlns:a16="http://schemas.microsoft.com/office/drawing/2014/main" id="{0C41DC24-E75A-45C9-4A31-4BEBEAED8507}"/>
              </a:ext>
            </a:extLst>
          </p:cNvPr>
          <p:cNvSpPr/>
          <p:nvPr/>
        </p:nvSpPr>
        <p:spPr>
          <a:xfrm>
            <a:off x="7573786" y="309905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6" name="Rectangle 245">
            <a:extLst>
              <a:ext uri="{FF2B5EF4-FFF2-40B4-BE49-F238E27FC236}">
                <a16:creationId xmlns:a16="http://schemas.microsoft.com/office/drawing/2014/main" id="{E64C4E2C-D41E-A1E8-E61F-502BEBA40418}"/>
              </a:ext>
            </a:extLst>
          </p:cNvPr>
          <p:cNvSpPr/>
          <p:nvPr/>
        </p:nvSpPr>
        <p:spPr>
          <a:xfrm>
            <a:off x="7573786" y="317077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7" name="Rectangle 246">
            <a:extLst>
              <a:ext uri="{FF2B5EF4-FFF2-40B4-BE49-F238E27FC236}">
                <a16:creationId xmlns:a16="http://schemas.microsoft.com/office/drawing/2014/main" id="{30374C85-219C-7317-F03A-4D45FDBD96E2}"/>
              </a:ext>
            </a:extLst>
          </p:cNvPr>
          <p:cNvSpPr/>
          <p:nvPr/>
        </p:nvSpPr>
        <p:spPr>
          <a:xfrm>
            <a:off x="7573786" y="324249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8" name="Rectangle 247">
            <a:extLst>
              <a:ext uri="{FF2B5EF4-FFF2-40B4-BE49-F238E27FC236}">
                <a16:creationId xmlns:a16="http://schemas.microsoft.com/office/drawing/2014/main" id="{3BD33BA8-EBEE-B836-ED30-6360FB9499A6}"/>
              </a:ext>
            </a:extLst>
          </p:cNvPr>
          <p:cNvSpPr/>
          <p:nvPr/>
        </p:nvSpPr>
        <p:spPr>
          <a:xfrm>
            <a:off x="9131680" y="288387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9" name="Rectangle 248">
            <a:extLst>
              <a:ext uri="{FF2B5EF4-FFF2-40B4-BE49-F238E27FC236}">
                <a16:creationId xmlns:a16="http://schemas.microsoft.com/office/drawing/2014/main" id="{89249913-6690-4F2A-8127-0DF299E5B440}"/>
              </a:ext>
            </a:extLst>
          </p:cNvPr>
          <p:cNvSpPr/>
          <p:nvPr/>
        </p:nvSpPr>
        <p:spPr>
          <a:xfrm>
            <a:off x="9131680" y="295559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0" name="Rectangle 249">
            <a:extLst>
              <a:ext uri="{FF2B5EF4-FFF2-40B4-BE49-F238E27FC236}">
                <a16:creationId xmlns:a16="http://schemas.microsoft.com/office/drawing/2014/main" id="{AD0636D3-F896-9D59-0919-787774582922}"/>
              </a:ext>
            </a:extLst>
          </p:cNvPr>
          <p:cNvSpPr/>
          <p:nvPr/>
        </p:nvSpPr>
        <p:spPr>
          <a:xfrm>
            <a:off x="9131680" y="302730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1" name="Rectangle 250">
            <a:extLst>
              <a:ext uri="{FF2B5EF4-FFF2-40B4-BE49-F238E27FC236}">
                <a16:creationId xmlns:a16="http://schemas.microsoft.com/office/drawing/2014/main" id="{3AC7EEE8-E442-6F55-38EF-AE735591C4CB}"/>
              </a:ext>
            </a:extLst>
          </p:cNvPr>
          <p:cNvSpPr/>
          <p:nvPr/>
        </p:nvSpPr>
        <p:spPr>
          <a:xfrm>
            <a:off x="9131680" y="309902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5" name="Rectangle 254">
            <a:extLst>
              <a:ext uri="{FF2B5EF4-FFF2-40B4-BE49-F238E27FC236}">
                <a16:creationId xmlns:a16="http://schemas.microsoft.com/office/drawing/2014/main" id="{98D52EC6-E392-3460-65B8-5C09D790285C}"/>
              </a:ext>
            </a:extLst>
          </p:cNvPr>
          <p:cNvSpPr/>
          <p:nvPr/>
        </p:nvSpPr>
        <p:spPr>
          <a:xfrm>
            <a:off x="9131680" y="317074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6" name="Rectangle 255">
            <a:extLst>
              <a:ext uri="{FF2B5EF4-FFF2-40B4-BE49-F238E27FC236}">
                <a16:creationId xmlns:a16="http://schemas.microsoft.com/office/drawing/2014/main" id="{A9303C6A-76D4-B330-FA41-6D4C6A93876A}"/>
              </a:ext>
            </a:extLst>
          </p:cNvPr>
          <p:cNvSpPr/>
          <p:nvPr/>
        </p:nvSpPr>
        <p:spPr>
          <a:xfrm>
            <a:off x="9131680" y="324245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7" name="Rectangle 256">
            <a:extLst>
              <a:ext uri="{FF2B5EF4-FFF2-40B4-BE49-F238E27FC236}">
                <a16:creationId xmlns:a16="http://schemas.microsoft.com/office/drawing/2014/main" id="{6FEA1AC8-E00A-1AEF-B30B-BBF8689967F9}"/>
              </a:ext>
            </a:extLst>
          </p:cNvPr>
          <p:cNvSpPr/>
          <p:nvPr/>
        </p:nvSpPr>
        <p:spPr>
          <a:xfrm>
            <a:off x="9131680" y="331417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4" name="Rectangle 263">
            <a:extLst>
              <a:ext uri="{FF2B5EF4-FFF2-40B4-BE49-F238E27FC236}">
                <a16:creationId xmlns:a16="http://schemas.microsoft.com/office/drawing/2014/main" id="{B99A57C6-B855-7225-4C07-2C2D483F50DF}"/>
              </a:ext>
            </a:extLst>
          </p:cNvPr>
          <p:cNvSpPr/>
          <p:nvPr/>
        </p:nvSpPr>
        <p:spPr>
          <a:xfrm>
            <a:off x="7645488" y="428125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6" name="Rectangle 265">
            <a:extLst>
              <a:ext uri="{FF2B5EF4-FFF2-40B4-BE49-F238E27FC236}">
                <a16:creationId xmlns:a16="http://schemas.microsoft.com/office/drawing/2014/main" id="{DE926638-E9BF-BBD9-C8E4-068DCD10A4F0}"/>
              </a:ext>
            </a:extLst>
          </p:cNvPr>
          <p:cNvSpPr/>
          <p:nvPr/>
        </p:nvSpPr>
        <p:spPr>
          <a:xfrm>
            <a:off x="7645488" y="435297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8" name="Rectangle 267">
            <a:extLst>
              <a:ext uri="{FF2B5EF4-FFF2-40B4-BE49-F238E27FC236}">
                <a16:creationId xmlns:a16="http://schemas.microsoft.com/office/drawing/2014/main" id="{921D7101-6A76-5C22-B31B-713D271D63A1}"/>
              </a:ext>
            </a:extLst>
          </p:cNvPr>
          <p:cNvSpPr/>
          <p:nvPr/>
        </p:nvSpPr>
        <p:spPr>
          <a:xfrm>
            <a:off x="7645488" y="442469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3" name="Rectangle 272">
            <a:extLst>
              <a:ext uri="{FF2B5EF4-FFF2-40B4-BE49-F238E27FC236}">
                <a16:creationId xmlns:a16="http://schemas.microsoft.com/office/drawing/2014/main" id="{DEAB0A68-426A-E9B2-75C9-909F2242CC8F}"/>
              </a:ext>
            </a:extLst>
          </p:cNvPr>
          <p:cNvSpPr/>
          <p:nvPr/>
        </p:nvSpPr>
        <p:spPr>
          <a:xfrm>
            <a:off x="9204277" y="456364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4" name="Rectangle 273">
            <a:extLst>
              <a:ext uri="{FF2B5EF4-FFF2-40B4-BE49-F238E27FC236}">
                <a16:creationId xmlns:a16="http://schemas.microsoft.com/office/drawing/2014/main" id="{9150E45E-432F-C7B7-48B0-28E3E7FF30C1}"/>
              </a:ext>
            </a:extLst>
          </p:cNvPr>
          <p:cNvSpPr/>
          <p:nvPr/>
        </p:nvSpPr>
        <p:spPr>
          <a:xfrm>
            <a:off x="9204277" y="463536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5" name="Rectangle 274">
            <a:extLst>
              <a:ext uri="{FF2B5EF4-FFF2-40B4-BE49-F238E27FC236}">
                <a16:creationId xmlns:a16="http://schemas.microsoft.com/office/drawing/2014/main" id="{F24A2DA0-E3AF-5813-4A73-9A9C78591E58}"/>
              </a:ext>
            </a:extLst>
          </p:cNvPr>
          <p:cNvSpPr/>
          <p:nvPr/>
        </p:nvSpPr>
        <p:spPr>
          <a:xfrm>
            <a:off x="9204277" y="47070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6" name="Rectangle 275">
            <a:extLst>
              <a:ext uri="{FF2B5EF4-FFF2-40B4-BE49-F238E27FC236}">
                <a16:creationId xmlns:a16="http://schemas.microsoft.com/office/drawing/2014/main" id="{23D05EB8-C141-9CA4-0A18-CBE6AD948345}"/>
              </a:ext>
            </a:extLst>
          </p:cNvPr>
          <p:cNvSpPr/>
          <p:nvPr/>
        </p:nvSpPr>
        <p:spPr>
          <a:xfrm>
            <a:off x="9204277" y="477879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7" name="Rectangle 276">
            <a:extLst>
              <a:ext uri="{FF2B5EF4-FFF2-40B4-BE49-F238E27FC236}">
                <a16:creationId xmlns:a16="http://schemas.microsoft.com/office/drawing/2014/main" id="{9353FE59-F0E2-3189-D253-A927E8756234}"/>
              </a:ext>
            </a:extLst>
          </p:cNvPr>
          <p:cNvSpPr/>
          <p:nvPr/>
        </p:nvSpPr>
        <p:spPr>
          <a:xfrm>
            <a:off x="9204277" y="48505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8" name="Rectangle 277">
            <a:extLst>
              <a:ext uri="{FF2B5EF4-FFF2-40B4-BE49-F238E27FC236}">
                <a16:creationId xmlns:a16="http://schemas.microsoft.com/office/drawing/2014/main" id="{987B31E1-B295-AD04-E051-E09BB4F70823}"/>
              </a:ext>
            </a:extLst>
          </p:cNvPr>
          <p:cNvSpPr/>
          <p:nvPr/>
        </p:nvSpPr>
        <p:spPr>
          <a:xfrm>
            <a:off x="9204277" y="49222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5" name="Rectangle 334">
            <a:extLst>
              <a:ext uri="{FF2B5EF4-FFF2-40B4-BE49-F238E27FC236}">
                <a16:creationId xmlns:a16="http://schemas.microsoft.com/office/drawing/2014/main" id="{F1E555A5-2337-65C5-C6CB-0EB6038A5873}"/>
              </a:ext>
            </a:extLst>
          </p:cNvPr>
          <p:cNvSpPr/>
          <p:nvPr/>
        </p:nvSpPr>
        <p:spPr>
          <a:xfrm>
            <a:off x="7502301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3" name="TextBox 402">
            <a:extLst>
              <a:ext uri="{FF2B5EF4-FFF2-40B4-BE49-F238E27FC236}">
                <a16:creationId xmlns:a16="http://schemas.microsoft.com/office/drawing/2014/main" id="{A4B3E96A-64D1-02E7-5038-A82E0CA418B6}"/>
              </a:ext>
            </a:extLst>
          </p:cNvPr>
          <p:cNvSpPr txBox="1"/>
          <p:nvPr/>
        </p:nvSpPr>
        <p:spPr>
          <a:xfrm>
            <a:off x="5124439" y="5887771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I)</a:t>
            </a:r>
          </a:p>
        </p:txBody>
      </p:sp>
      <p:sp>
        <p:nvSpPr>
          <p:cNvPr id="406" name="Equals 405">
            <a:extLst>
              <a:ext uri="{FF2B5EF4-FFF2-40B4-BE49-F238E27FC236}">
                <a16:creationId xmlns:a16="http://schemas.microsoft.com/office/drawing/2014/main" id="{5B5AA970-AE6E-5CC7-A69E-402DC1F2BAEF}"/>
              </a:ext>
            </a:extLst>
          </p:cNvPr>
          <p:cNvSpPr/>
          <p:nvPr/>
        </p:nvSpPr>
        <p:spPr>
          <a:xfrm>
            <a:off x="8279950" y="5828317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07" name="Straight Connector 406">
            <a:extLst>
              <a:ext uri="{FF2B5EF4-FFF2-40B4-BE49-F238E27FC236}">
                <a16:creationId xmlns:a16="http://schemas.microsoft.com/office/drawing/2014/main" id="{90E92239-6B97-7744-8F1B-008A8F9CF23F}"/>
              </a:ext>
            </a:extLst>
          </p:cNvPr>
          <p:cNvCxnSpPr>
            <a:cxnSpLocks/>
          </p:cNvCxnSpPr>
          <p:nvPr/>
        </p:nvCxnSpPr>
        <p:spPr>
          <a:xfrm>
            <a:off x="5595014" y="6735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8" name="TextBox 407">
            <a:extLst>
              <a:ext uri="{FF2B5EF4-FFF2-40B4-BE49-F238E27FC236}">
                <a16:creationId xmlns:a16="http://schemas.microsoft.com/office/drawing/2014/main" id="{E7017E14-5D41-B2E2-52C3-7E71349BC6DC}"/>
              </a:ext>
            </a:extLst>
          </p:cNvPr>
          <p:cNvSpPr txBox="1"/>
          <p:nvPr/>
        </p:nvSpPr>
        <p:spPr>
          <a:xfrm>
            <a:off x="5679800" y="6464355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1.22</a:t>
            </a:r>
          </a:p>
        </p:txBody>
      </p:sp>
      <p:sp>
        <p:nvSpPr>
          <p:cNvPr id="409" name="Oval 408">
            <a:extLst>
              <a:ext uri="{FF2B5EF4-FFF2-40B4-BE49-F238E27FC236}">
                <a16:creationId xmlns:a16="http://schemas.microsoft.com/office/drawing/2014/main" id="{0C9C71DE-5DFE-B78A-32FA-E016F976A11B}"/>
              </a:ext>
            </a:extLst>
          </p:cNvPr>
          <p:cNvSpPr/>
          <p:nvPr/>
        </p:nvSpPr>
        <p:spPr>
          <a:xfrm>
            <a:off x="5807334" y="6003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10" name="Picture 409">
            <a:extLst>
              <a:ext uri="{FF2B5EF4-FFF2-40B4-BE49-F238E27FC236}">
                <a16:creationId xmlns:a16="http://schemas.microsoft.com/office/drawing/2014/main" id="{E0D696D9-40C0-3968-B932-F0F8B8D383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5670617"/>
            <a:ext cx="728704" cy="728704"/>
          </a:xfrm>
          <a:prstGeom prst="rect">
            <a:avLst/>
          </a:prstGeom>
        </p:spPr>
      </p:pic>
      <p:sp>
        <p:nvSpPr>
          <p:cNvPr id="412" name="TextBox 411">
            <a:extLst>
              <a:ext uri="{FF2B5EF4-FFF2-40B4-BE49-F238E27FC236}">
                <a16:creationId xmlns:a16="http://schemas.microsoft.com/office/drawing/2014/main" id="{AABF8000-AB7D-0ACF-BA32-EDD892B43481}"/>
              </a:ext>
            </a:extLst>
          </p:cNvPr>
          <p:cNvSpPr txBox="1"/>
          <p:nvPr/>
        </p:nvSpPr>
        <p:spPr>
          <a:xfrm>
            <a:off x="5487063" y="58041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</a:p>
        </p:txBody>
      </p:sp>
      <p:cxnSp>
        <p:nvCxnSpPr>
          <p:cNvPr id="416" name="Straight Connector 415">
            <a:extLst>
              <a:ext uri="{FF2B5EF4-FFF2-40B4-BE49-F238E27FC236}">
                <a16:creationId xmlns:a16="http://schemas.microsoft.com/office/drawing/2014/main" id="{725506DB-2FDD-75F9-16DD-5CB31CAD4641}"/>
              </a:ext>
            </a:extLst>
          </p:cNvPr>
          <p:cNvCxnSpPr>
            <a:cxnSpLocks/>
          </p:cNvCxnSpPr>
          <p:nvPr/>
        </p:nvCxnSpPr>
        <p:spPr>
          <a:xfrm>
            <a:off x="7169178" y="6735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7" name="TextBox 416">
            <a:extLst>
              <a:ext uri="{FF2B5EF4-FFF2-40B4-BE49-F238E27FC236}">
                <a16:creationId xmlns:a16="http://schemas.microsoft.com/office/drawing/2014/main" id="{B2CD88AB-F2EC-6ABD-C100-EE34BDBA31A0}"/>
              </a:ext>
            </a:extLst>
          </p:cNvPr>
          <p:cNvSpPr txBox="1"/>
          <p:nvPr/>
        </p:nvSpPr>
        <p:spPr>
          <a:xfrm>
            <a:off x="7253964" y="6464355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0.46</a:t>
            </a:r>
          </a:p>
        </p:txBody>
      </p:sp>
      <p:sp>
        <p:nvSpPr>
          <p:cNvPr id="418" name="Oval 417">
            <a:extLst>
              <a:ext uri="{FF2B5EF4-FFF2-40B4-BE49-F238E27FC236}">
                <a16:creationId xmlns:a16="http://schemas.microsoft.com/office/drawing/2014/main" id="{478DBF4D-7CE9-DF51-F83A-B04F1D2A44AD}"/>
              </a:ext>
            </a:extLst>
          </p:cNvPr>
          <p:cNvSpPr/>
          <p:nvPr/>
        </p:nvSpPr>
        <p:spPr>
          <a:xfrm>
            <a:off x="7381498" y="6003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27" name="Picture 426">
            <a:extLst>
              <a:ext uri="{FF2B5EF4-FFF2-40B4-BE49-F238E27FC236}">
                <a16:creationId xmlns:a16="http://schemas.microsoft.com/office/drawing/2014/main" id="{1C668737-55E4-77F7-1BC5-85778CE71D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5670617"/>
            <a:ext cx="728704" cy="728704"/>
          </a:xfrm>
          <a:prstGeom prst="rect">
            <a:avLst/>
          </a:prstGeom>
        </p:spPr>
      </p:pic>
      <p:sp>
        <p:nvSpPr>
          <p:cNvPr id="429" name="TextBox 428">
            <a:extLst>
              <a:ext uri="{FF2B5EF4-FFF2-40B4-BE49-F238E27FC236}">
                <a16:creationId xmlns:a16="http://schemas.microsoft.com/office/drawing/2014/main" id="{F6AC71D5-DCA5-E8B9-3886-A82CB7EBDC20}"/>
              </a:ext>
            </a:extLst>
          </p:cNvPr>
          <p:cNvSpPr txBox="1"/>
          <p:nvPr/>
        </p:nvSpPr>
        <p:spPr>
          <a:xfrm>
            <a:off x="7061227" y="58041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431" name="Straight Connector 430">
            <a:extLst>
              <a:ext uri="{FF2B5EF4-FFF2-40B4-BE49-F238E27FC236}">
                <a16:creationId xmlns:a16="http://schemas.microsoft.com/office/drawing/2014/main" id="{338C13E8-97F6-D7E4-8842-095E0F5C17A8}"/>
              </a:ext>
            </a:extLst>
          </p:cNvPr>
          <p:cNvCxnSpPr>
            <a:cxnSpLocks/>
          </p:cNvCxnSpPr>
          <p:nvPr/>
        </p:nvCxnSpPr>
        <p:spPr>
          <a:xfrm>
            <a:off x="8725564" y="6735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3" name="TextBox 432">
            <a:extLst>
              <a:ext uri="{FF2B5EF4-FFF2-40B4-BE49-F238E27FC236}">
                <a16:creationId xmlns:a16="http://schemas.microsoft.com/office/drawing/2014/main" id="{530160B5-F5CB-9250-ABA4-52D8AC279776}"/>
              </a:ext>
            </a:extLst>
          </p:cNvPr>
          <p:cNvSpPr txBox="1"/>
          <p:nvPr/>
        </p:nvSpPr>
        <p:spPr>
          <a:xfrm>
            <a:off x="8810350" y="6464355"/>
            <a:ext cx="61612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0.76</a:t>
            </a:r>
          </a:p>
        </p:txBody>
      </p:sp>
      <p:sp>
        <p:nvSpPr>
          <p:cNvPr id="435" name="Oval 434">
            <a:extLst>
              <a:ext uri="{FF2B5EF4-FFF2-40B4-BE49-F238E27FC236}">
                <a16:creationId xmlns:a16="http://schemas.microsoft.com/office/drawing/2014/main" id="{DB4A5476-EBE3-E469-3255-4E8514CA2410}"/>
              </a:ext>
            </a:extLst>
          </p:cNvPr>
          <p:cNvSpPr/>
          <p:nvPr/>
        </p:nvSpPr>
        <p:spPr>
          <a:xfrm>
            <a:off x="8937884" y="6003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37" name="Picture 436">
            <a:extLst>
              <a:ext uri="{FF2B5EF4-FFF2-40B4-BE49-F238E27FC236}">
                <a16:creationId xmlns:a16="http://schemas.microsoft.com/office/drawing/2014/main" id="{1431B69B-3BA3-D338-0922-DF240FE99E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5670617"/>
            <a:ext cx="728704" cy="728704"/>
          </a:xfrm>
          <a:prstGeom prst="rect">
            <a:avLst/>
          </a:prstGeom>
        </p:spPr>
      </p:pic>
      <p:sp>
        <p:nvSpPr>
          <p:cNvPr id="438" name="Rectangle 437">
            <a:extLst>
              <a:ext uri="{FF2B5EF4-FFF2-40B4-BE49-F238E27FC236}">
                <a16:creationId xmlns:a16="http://schemas.microsoft.com/office/drawing/2014/main" id="{E528347D-E8B3-1A2F-C759-43CD6A956AE7}"/>
              </a:ext>
            </a:extLst>
          </p:cNvPr>
          <p:cNvSpPr/>
          <p:nvPr/>
        </p:nvSpPr>
        <p:spPr>
          <a:xfrm>
            <a:off x="9061036" y="5673779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9" name="Rectangle 438">
            <a:extLst>
              <a:ext uri="{FF2B5EF4-FFF2-40B4-BE49-F238E27FC236}">
                <a16:creationId xmlns:a16="http://schemas.microsoft.com/office/drawing/2014/main" id="{B9F847C0-225C-6D39-0957-6303BD5E7D92}"/>
              </a:ext>
            </a:extLst>
          </p:cNvPr>
          <p:cNvSpPr/>
          <p:nvPr/>
        </p:nvSpPr>
        <p:spPr>
          <a:xfrm>
            <a:off x="9132753" y="5673779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4" name="Rectangle 453">
            <a:extLst>
              <a:ext uri="{FF2B5EF4-FFF2-40B4-BE49-F238E27FC236}">
                <a16:creationId xmlns:a16="http://schemas.microsoft.com/office/drawing/2014/main" id="{E7247EF8-A004-E85A-16E3-D89A53A2A003}"/>
              </a:ext>
            </a:extLst>
          </p:cNvPr>
          <p:cNvSpPr/>
          <p:nvPr/>
        </p:nvSpPr>
        <p:spPr>
          <a:xfrm>
            <a:off x="9204470" y="5673779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5" name="Rectangle 454">
            <a:extLst>
              <a:ext uri="{FF2B5EF4-FFF2-40B4-BE49-F238E27FC236}">
                <a16:creationId xmlns:a16="http://schemas.microsoft.com/office/drawing/2014/main" id="{E22DAD7B-4829-C340-75AB-99A1619B3206}"/>
              </a:ext>
            </a:extLst>
          </p:cNvPr>
          <p:cNvSpPr/>
          <p:nvPr/>
        </p:nvSpPr>
        <p:spPr>
          <a:xfrm>
            <a:off x="9276186" y="5673779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6" name="Rectangle 455">
            <a:extLst>
              <a:ext uri="{FF2B5EF4-FFF2-40B4-BE49-F238E27FC236}">
                <a16:creationId xmlns:a16="http://schemas.microsoft.com/office/drawing/2014/main" id="{C3BAD50C-E590-129A-8B79-11559C2006DC}"/>
              </a:ext>
            </a:extLst>
          </p:cNvPr>
          <p:cNvSpPr/>
          <p:nvPr/>
        </p:nvSpPr>
        <p:spPr>
          <a:xfrm>
            <a:off x="9347903" y="5673779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7" name="Rectangle 456">
            <a:extLst>
              <a:ext uri="{FF2B5EF4-FFF2-40B4-BE49-F238E27FC236}">
                <a16:creationId xmlns:a16="http://schemas.microsoft.com/office/drawing/2014/main" id="{2B978556-A1EC-160B-D74B-E07AA530DF61}"/>
              </a:ext>
            </a:extLst>
          </p:cNvPr>
          <p:cNvSpPr/>
          <p:nvPr/>
        </p:nvSpPr>
        <p:spPr>
          <a:xfrm>
            <a:off x="7646174" y="5675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8" name="Rectangle 457">
            <a:extLst>
              <a:ext uri="{FF2B5EF4-FFF2-40B4-BE49-F238E27FC236}">
                <a16:creationId xmlns:a16="http://schemas.microsoft.com/office/drawing/2014/main" id="{DFEE7843-D6D9-30C1-3C3B-B4F8DCEDA421}"/>
              </a:ext>
            </a:extLst>
          </p:cNvPr>
          <p:cNvSpPr/>
          <p:nvPr/>
        </p:nvSpPr>
        <p:spPr>
          <a:xfrm>
            <a:off x="7717891" y="5675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9" name="Rectangle 458">
            <a:extLst>
              <a:ext uri="{FF2B5EF4-FFF2-40B4-BE49-F238E27FC236}">
                <a16:creationId xmlns:a16="http://schemas.microsoft.com/office/drawing/2014/main" id="{A191D9D7-FB7B-0DE7-1511-10DEA4D9C98C}"/>
              </a:ext>
            </a:extLst>
          </p:cNvPr>
          <p:cNvSpPr/>
          <p:nvPr/>
        </p:nvSpPr>
        <p:spPr>
          <a:xfrm>
            <a:off x="6073122" y="56737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0" name="Rectangle 459">
            <a:extLst>
              <a:ext uri="{FF2B5EF4-FFF2-40B4-BE49-F238E27FC236}">
                <a16:creationId xmlns:a16="http://schemas.microsoft.com/office/drawing/2014/main" id="{F6D454EA-D5BF-9121-AD98-6F9B64978F98}"/>
              </a:ext>
            </a:extLst>
          </p:cNvPr>
          <p:cNvSpPr/>
          <p:nvPr/>
        </p:nvSpPr>
        <p:spPr>
          <a:xfrm>
            <a:off x="6073122" y="57454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1" name="Rectangle 460">
            <a:extLst>
              <a:ext uri="{FF2B5EF4-FFF2-40B4-BE49-F238E27FC236}">
                <a16:creationId xmlns:a16="http://schemas.microsoft.com/office/drawing/2014/main" id="{3F0C83E8-4A25-1987-424C-84405D1A65D6}"/>
              </a:ext>
            </a:extLst>
          </p:cNvPr>
          <p:cNvSpPr/>
          <p:nvPr/>
        </p:nvSpPr>
        <p:spPr>
          <a:xfrm>
            <a:off x="9419619" y="5673779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2" name="Minus Sign 461">
            <a:extLst>
              <a:ext uri="{FF2B5EF4-FFF2-40B4-BE49-F238E27FC236}">
                <a16:creationId xmlns:a16="http://schemas.microsoft.com/office/drawing/2014/main" id="{192EA053-DAF6-BEF6-442C-D5BA75136DB3}"/>
              </a:ext>
            </a:extLst>
          </p:cNvPr>
          <p:cNvSpPr/>
          <p:nvPr/>
        </p:nvSpPr>
        <p:spPr>
          <a:xfrm>
            <a:off x="6709806" y="5884225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3" name="Rectangle 462">
            <a:extLst>
              <a:ext uri="{FF2B5EF4-FFF2-40B4-BE49-F238E27FC236}">
                <a16:creationId xmlns:a16="http://schemas.microsoft.com/office/drawing/2014/main" id="{512DB0E1-8E62-3D71-2804-5282EF6BC075}"/>
              </a:ext>
            </a:extLst>
          </p:cNvPr>
          <p:cNvSpPr/>
          <p:nvPr/>
        </p:nvSpPr>
        <p:spPr>
          <a:xfrm>
            <a:off x="7788364" y="567349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4" name="Rectangle 463">
            <a:extLst>
              <a:ext uri="{FF2B5EF4-FFF2-40B4-BE49-F238E27FC236}">
                <a16:creationId xmlns:a16="http://schemas.microsoft.com/office/drawing/2014/main" id="{09949964-933D-8BF7-E6F0-501F22138F41}"/>
              </a:ext>
            </a:extLst>
          </p:cNvPr>
          <p:cNvSpPr/>
          <p:nvPr/>
        </p:nvSpPr>
        <p:spPr>
          <a:xfrm>
            <a:off x="7788364" y="574521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5" name="Rectangle 464">
            <a:extLst>
              <a:ext uri="{FF2B5EF4-FFF2-40B4-BE49-F238E27FC236}">
                <a16:creationId xmlns:a16="http://schemas.microsoft.com/office/drawing/2014/main" id="{6611C1B6-8C29-DD3D-FCD2-FA92448C9F87}"/>
              </a:ext>
            </a:extLst>
          </p:cNvPr>
          <p:cNvSpPr/>
          <p:nvPr/>
        </p:nvSpPr>
        <p:spPr>
          <a:xfrm>
            <a:off x="7788364" y="581693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6" name="Rectangle 465">
            <a:extLst>
              <a:ext uri="{FF2B5EF4-FFF2-40B4-BE49-F238E27FC236}">
                <a16:creationId xmlns:a16="http://schemas.microsoft.com/office/drawing/2014/main" id="{8DDFE749-7528-2FEE-85FC-B6C1790B06FB}"/>
              </a:ext>
            </a:extLst>
          </p:cNvPr>
          <p:cNvSpPr/>
          <p:nvPr/>
        </p:nvSpPr>
        <p:spPr>
          <a:xfrm>
            <a:off x="9491336" y="5673779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2" name="Rectangle 471">
            <a:extLst>
              <a:ext uri="{FF2B5EF4-FFF2-40B4-BE49-F238E27FC236}">
                <a16:creationId xmlns:a16="http://schemas.microsoft.com/office/drawing/2014/main" id="{4B287843-907E-A1FD-2FB9-17B28CB28DE9}"/>
              </a:ext>
            </a:extLst>
          </p:cNvPr>
          <p:cNvSpPr/>
          <p:nvPr/>
        </p:nvSpPr>
        <p:spPr>
          <a:xfrm>
            <a:off x="9563052" y="596064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3" name="Rectangle 472">
            <a:extLst>
              <a:ext uri="{FF2B5EF4-FFF2-40B4-BE49-F238E27FC236}">
                <a16:creationId xmlns:a16="http://schemas.microsoft.com/office/drawing/2014/main" id="{E1DEE4C7-6726-4D20-F8A3-2C2C5C97DAC0}"/>
              </a:ext>
            </a:extLst>
          </p:cNvPr>
          <p:cNvSpPr/>
          <p:nvPr/>
        </p:nvSpPr>
        <p:spPr>
          <a:xfrm>
            <a:off x="9563052" y="603236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4" name="Rectangle 473">
            <a:extLst>
              <a:ext uri="{FF2B5EF4-FFF2-40B4-BE49-F238E27FC236}">
                <a16:creationId xmlns:a16="http://schemas.microsoft.com/office/drawing/2014/main" id="{29EA552C-4AC1-4E14-5089-93C0F55E11B8}"/>
              </a:ext>
            </a:extLst>
          </p:cNvPr>
          <p:cNvSpPr/>
          <p:nvPr/>
        </p:nvSpPr>
        <p:spPr>
          <a:xfrm>
            <a:off x="9563052" y="61040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5" name="Rectangle 474">
            <a:extLst>
              <a:ext uri="{FF2B5EF4-FFF2-40B4-BE49-F238E27FC236}">
                <a16:creationId xmlns:a16="http://schemas.microsoft.com/office/drawing/2014/main" id="{F8B6EE83-70ED-514E-47FE-8AA92E5FF3C1}"/>
              </a:ext>
            </a:extLst>
          </p:cNvPr>
          <p:cNvSpPr/>
          <p:nvPr/>
        </p:nvSpPr>
        <p:spPr>
          <a:xfrm>
            <a:off x="9563052" y="617579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1" name="Rectangle 480">
            <a:extLst>
              <a:ext uri="{FF2B5EF4-FFF2-40B4-BE49-F238E27FC236}">
                <a16:creationId xmlns:a16="http://schemas.microsoft.com/office/drawing/2014/main" id="{3E338DFC-BFE8-D903-E122-093E51790F4C}"/>
              </a:ext>
            </a:extLst>
          </p:cNvPr>
          <p:cNvSpPr/>
          <p:nvPr/>
        </p:nvSpPr>
        <p:spPr>
          <a:xfrm>
            <a:off x="9563052" y="62475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2" name="Rectangle 481">
            <a:extLst>
              <a:ext uri="{FF2B5EF4-FFF2-40B4-BE49-F238E27FC236}">
                <a16:creationId xmlns:a16="http://schemas.microsoft.com/office/drawing/2014/main" id="{0DE89FC4-1EF7-7F64-CED0-2F1E6E661932}"/>
              </a:ext>
            </a:extLst>
          </p:cNvPr>
          <p:cNvSpPr/>
          <p:nvPr/>
        </p:nvSpPr>
        <p:spPr>
          <a:xfrm>
            <a:off x="9563052" y="63192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5" name="TextBox 484">
            <a:extLst>
              <a:ext uri="{FF2B5EF4-FFF2-40B4-BE49-F238E27FC236}">
                <a16:creationId xmlns:a16="http://schemas.microsoft.com/office/drawing/2014/main" id="{1A9B9BEA-3D16-1100-9865-E439778A64CC}"/>
              </a:ext>
            </a:extLst>
          </p:cNvPr>
          <p:cNvSpPr txBox="1"/>
          <p:nvPr/>
        </p:nvSpPr>
        <p:spPr>
          <a:xfrm>
            <a:off x="8639982" y="5856964"/>
            <a:ext cx="228195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36000" tIns="0" rIns="3600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sp>
        <p:nvSpPr>
          <p:cNvPr id="487" name="TextBox 486">
            <a:extLst>
              <a:ext uri="{FF2B5EF4-FFF2-40B4-BE49-F238E27FC236}">
                <a16:creationId xmlns:a16="http://schemas.microsoft.com/office/drawing/2014/main" id="{CDE543EB-010A-014D-DFCF-966D72117039}"/>
              </a:ext>
            </a:extLst>
          </p:cNvPr>
          <p:cNvSpPr txBox="1"/>
          <p:nvPr/>
        </p:nvSpPr>
        <p:spPr>
          <a:xfrm>
            <a:off x="8617613" y="441129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sp>
        <p:nvSpPr>
          <p:cNvPr id="489" name="Rectangle 488">
            <a:extLst>
              <a:ext uri="{FF2B5EF4-FFF2-40B4-BE49-F238E27FC236}">
                <a16:creationId xmlns:a16="http://schemas.microsoft.com/office/drawing/2014/main" id="{9A5C5AE4-72DA-D620-F483-4ED78D94E0D6}"/>
              </a:ext>
            </a:extLst>
          </p:cNvPr>
          <p:cNvSpPr/>
          <p:nvPr/>
        </p:nvSpPr>
        <p:spPr>
          <a:xfrm>
            <a:off x="6002370" y="428197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1" name="Rectangle 490">
            <a:extLst>
              <a:ext uri="{FF2B5EF4-FFF2-40B4-BE49-F238E27FC236}">
                <a16:creationId xmlns:a16="http://schemas.microsoft.com/office/drawing/2014/main" id="{89DC9D65-1536-6463-5F82-58513BF08CFB}"/>
              </a:ext>
            </a:extLst>
          </p:cNvPr>
          <p:cNvSpPr/>
          <p:nvPr/>
        </p:nvSpPr>
        <p:spPr>
          <a:xfrm>
            <a:off x="6500846" y="428197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3" name="Rectangle 492">
            <a:extLst>
              <a:ext uri="{FF2B5EF4-FFF2-40B4-BE49-F238E27FC236}">
                <a16:creationId xmlns:a16="http://schemas.microsoft.com/office/drawing/2014/main" id="{7F1160E8-A454-6897-56F2-A31DA337F285}"/>
              </a:ext>
            </a:extLst>
          </p:cNvPr>
          <p:cNvSpPr/>
          <p:nvPr/>
        </p:nvSpPr>
        <p:spPr>
          <a:xfrm>
            <a:off x="6429129" y="428197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7" name="Rectangle 496">
            <a:extLst>
              <a:ext uri="{FF2B5EF4-FFF2-40B4-BE49-F238E27FC236}">
                <a16:creationId xmlns:a16="http://schemas.microsoft.com/office/drawing/2014/main" id="{941700C0-DF05-4C2F-D18B-1ABBC5962357}"/>
              </a:ext>
            </a:extLst>
          </p:cNvPr>
          <p:cNvSpPr/>
          <p:nvPr/>
        </p:nvSpPr>
        <p:spPr>
          <a:xfrm>
            <a:off x="6074520" y="471184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3" name="Rectangle 502">
            <a:extLst>
              <a:ext uri="{FF2B5EF4-FFF2-40B4-BE49-F238E27FC236}">
                <a16:creationId xmlns:a16="http://schemas.microsoft.com/office/drawing/2014/main" id="{D1F34050-0549-8F91-2CFE-E8DDEB3EC40E}"/>
              </a:ext>
            </a:extLst>
          </p:cNvPr>
          <p:cNvSpPr/>
          <p:nvPr/>
        </p:nvSpPr>
        <p:spPr>
          <a:xfrm>
            <a:off x="6074520" y="478355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4" name="Rectangle 503">
            <a:extLst>
              <a:ext uri="{FF2B5EF4-FFF2-40B4-BE49-F238E27FC236}">
                <a16:creationId xmlns:a16="http://schemas.microsoft.com/office/drawing/2014/main" id="{29F050EC-34C3-E5CB-B2CB-75D67D01E8C9}"/>
              </a:ext>
            </a:extLst>
          </p:cNvPr>
          <p:cNvSpPr/>
          <p:nvPr/>
        </p:nvSpPr>
        <p:spPr>
          <a:xfrm>
            <a:off x="6074520" y="485527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6" name="Rectangle 505">
            <a:extLst>
              <a:ext uri="{FF2B5EF4-FFF2-40B4-BE49-F238E27FC236}">
                <a16:creationId xmlns:a16="http://schemas.microsoft.com/office/drawing/2014/main" id="{BCC8CB13-81E7-C516-648A-D8E96EBF91DF}"/>
              </a:ext>
            </a:extLst>
          </p:cNvPr>
          <p:cNvSpPr/>
          <p:nvPr/>
        </p:nvSpPr>
        <p:spPr>
          <a:xfrm>
            <a:off x="6074520" y="492699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0" name="Rectangle 509">
            <a:extLst>
              <a:ext uri="{FF2B5EF4-FFF2-40B4-BE49-F238E27FC236}">
                <a16:creationId xmlns:a16="http://schemas.microsoft.com/office/drawing/2014/main" id="{B47C8DC7-C7EC-F119-D7B0-B6EB404C4E9C}"/>
              </a:ext>
            </a:extLst>
          </p:cNvPr>
          <p:cNvSpPr/>
          <p:nvPr/>
        </p:nvSpPr>
        <p:spPr>
          <a:xfrm>
            <a:off x="6281648" y="428125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1" name="Rectangle 510">
            <a:extLst>
              <a:ext uri="{FF2B5EF4-FFF2-40B4-BE49-F238E27FC236}">
                <a16:creationId xmlns:a16="http://schemas.microsoft.com/office/drawing/2014/main" id="{F4270E03-9997-1BD4-EC5E-3940261C423E}"/>
              </a:ext>
            </a:extLst>
          </p:cNvPr>
          <p:cNvSpPr/>
          <p:nvPr/>
        </p:nvSpPr>
        <p:spPr>
          <a:xfrm>
            <a:off x="6281648" y="435297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2" name="Rectangle 511">
            <a:extLst>
              <a:ext uri="{FF2B5EF4-FFF2-40B4-BE49-F238E27FC236}">
                <a16:creationId xmlns:a16="http://schemas.microsoft.com/office/drawing/2014/main" id="{F60910E0-6A2F-CB9B-C88E-5ED11CAA1DCF}"/>
              </a:ext>
            </a:extLst>
          </p:cNvPr>
          <p:cNvSpPr/>
          <p:nvPr/>
        </p:nvSpPr>
        <p:spPr>
          <a:xfrm>
            <a:off x="6281648" y="442469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7" name="Rectangle 516">
            <a:extLst>
              <a:ext uri="{FF2B5EF4-FFF2-40B4-BE49-F238E27FC236}">
                <a16:creationId xmlns:a16="http://schemas.microsoft.com/office/drawing/2014/main" id="{083948B5-53E2-96DC-6ABF-9C778CC5BD5E}"/>
              </a:ext>
            </a:extLst>
          </p:cNvPr>
          <p:cNvSpPr/>
          <p:nvPr/>
        </p:nvSpPr>
        <p:spPr>
          <a:xfrm>
            <a:off x="6281648" y="449640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8" name="Rectangle 517">
            <a:extLst>
              <a:ext uri="{FF2B5EF4-FFF2-40B4-BE49-F238E27FC236}">
                <a16:creationId xmlns:a16="http://schemas.microsoft.com/office/drawing/2014/main" id="{F2EDB1DA-55B2-6078-E367-760BCA3E1353}"/>
              </a:ext>
            </a:extLst>
          </p:cNvPr>
          <p:cNvSpPr/>
          <p:nvPr/>
        </p:nvSpPr>
        <p:spPr>
          <a:xfrm>
            <a:off x="6281648" y="456364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9" name="Rectangle 518">
            <a:extLst>
              <a:ext uri="{FF2B5EF4-FFF2-40B4-BE49-F238E27FC236}">
                <a16:creationId xmlns:a16="http://schemas.microsoft.com/office/drawing/2014/main" id="{4A56321B-86A4-0144-9611-233EE860ABCE}"/>
              </a:ext>
            </a:extLst>
          </p:cNvPr>
          <p:cNvSpPr/>
          <p:nvPr/>
        </p:nvSpPr>
        <p:spPr>
          <a:xfrm>
            <a:off x="6281648" y="463536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0" name="Rectangle 519">
            <a:extLst>
              <a:ext uri="{FF2B5EF4-FFF2-40B4-BE49-F238E27FC236}">
                <a16:creationId xmlns:a16="http://schemas.microsoft.com/office/drawing/2014/main" id="{EC3CC38E-4A78-755E-D394-49B4079FAEA8}"/>
              </a:ext>
            </a:extLst>
          </p:cNvPr>
          <p:cNvSpPr/>
          <p:nvPr/>
        </p:nvSpPr>
        <p:spPr>
          <a:xfrm>
            <a:off x="6281648" y="47070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2" name="Rectangle 521">
            <a:extLst>
              <a:ext uri="{FF2B5EF4-FFF2-40B4-BE49-F238E27FC236}">
                <a16:creationId xmlns:a16="http://schemas.microsoft.com/office/drawing/2014/main" id="{256DD5D9-BBE7-76D6-5ACF-44BBCF67FAB2}"/>
              </a:ext>
            </a:extLst>
          </p:cNvPr>
          <p:cNvSpPr/>
          <p:nvPr/>
        </p:nvSpPr>
        <p:spPr>
          <a:xfrm>
            <a:off x="6570532" y="428197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3" name="Rectangle 522">
            <a:extLst>
              <a:ext uri="{FF2B5EF4-FFF2-40B4-BE49-F238E27FC236}">
                <a16:creationId xmlns:a16="http://schemas.microsoft.com/office/drawing/2014/main" id="{8BE80588-CFB8-7BF5-AA73-20719E3D8D21}"/>
              </a:ext>
            </a:extLst>
          </p:cNvPr>
          <p:cNvSpPr/>
          <p:nvPr/>
        </p:nvSpPr>
        <p:spPr>
          <a:xfrm>
            <a:off x="8074771" y="441703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4" name="Rectangle 523">
            <a:extLst>
              <a:ext uri="{FF2B5EF4-FFF2-40B4-BE49-F238E27FC236}">
                <a16:creationId xmlns:a16="http://schemas.microsoft.com/office/drawing/2014/main" id="{486FA604-B1C4-F1CB-6205-EF2D850DBFBB}"/>
              </a:ext>
            </a:extLst>
          </p:cNvPr>
          <p:cNvSpPr/>
          <p:nvPr/>
        </p:nvSpPr>
        <p:spPr>
          <a:xfrm>
            <a:off x="8074771" y="448875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5" name="Rectangle 524">
            <a:extLst>
              <a:ext uri="{FF2B5EF4-FFF2-40B4-BE49-F238E27FC236}">
                <a16:creationId xmlns:a16="http://schemas.microsoft.com/office/drawing/2014/main" id="{A6B62C4B-706B-7BD0-2665-076861B4D249}"/>
              </a:ext>
            </a:extLst>
          </p:cNvPr>
          <p:cNvSpPr/>
          <p:nvPr/>
        </p:nvSpPr>
        <p:spPr>
          <a:xfrm>
            <a:off x="8074771" y="456047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6" name="Rectangle 525">
            <a:extLst>
              <a:ext uri="{FF2B5EF4-FFF2-40B4-BE49-F238E27FC236}">
                <a16:creationId xmlns:a16="http://schemas.microsoft.com/office/drawing/2014/main" id="{ADB9CFF8-10E3-CCA6-C5A6-0A0C6F5CEAC4}"/>
              </a:ext>
            </a:extLst>
          </p:cNvPr>
          <p:cNvSpPr/>
          <p:nvPr/>
        </p:nvSpPr>
        <p:spPr>
          <a:xfrm>
            <a:off x="8074771" y="463218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7" name="Rectangle 526">
            <a:extLst>
              <a:ext uri="{FF2B5EF4-FFF2-40B4-BE49-F238E27FC236}">
                <a16:creationId xmlns:a16="http://schemas.microsoft.com/office/drawing/2014/main" id="{8A270B89-0897-A9F4-B16D-89020034940B}"/>
              </a:ext>
            </a:extLst>
          </p:cNvPr>
          <p:cNvSpPr/>
          <p:nvPr/>
        </p:nvSpPr>
        <p:spPr>
          <a:xfrm>
            <a:off x="8074771" y="470390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8" name="Rectangle 527">
            <a:extLst>
              <a:ext uri="{FF2B5EF4-FFF2-40B4-BE49-F238E27FC236}">
                <a16:creationId xmlns:a16="http://schemas.microsoft.com/office/drawing/2014/main" id="{CA2771CD-9B2D-15E8-B17E-2FE16B6A3D9C}"/>
              </a:ext>
            </a:extLst>
          </p:cNvPr>
          <p:cNvSpPr/>
          <p:nvPr/>
        </p:nvSpPr>
        <p:spPr>
          <a:xfrm>
            <a:off x="8074771" y="477562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9" name="Rectangle 528">
            <a:extLst>
              <a:ext uri="{FF2B5EF4-FFF2-40B4-BE49-F238E27FC236}">
                <a16:creationId xmlns:a16="http://schemas.microsoft.com/office/drawing/2014/main" id="{4706448F-7361-8589-2D2A-9087A025A2A9}"/>
              </a:ext>
            </a:extLst>
          </p:cNvPr>
          <p:cNvSpPr/>
          <p:nvPr/>
        </p:nvSpPr>
        <p:spPr>
          <a:xfrm>
            <a:off x="8074771" y="484733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0" name="Rectangle 529">
            <a:extLst>
              <a:ext uri="{FF2B5EF4-FFF2-40B4-BE49-F238E27FC236}">
                <a16:creationId xmlns:a16="http://schemas.microsoft.com/office/drawing/2014/main" id="{A05BDD7D-09F7-DF84-26CC-2E19E3FAD72B}"/>
              </a:ext>
            </a:extLst>
          </p:cNvPr>
          <p:cNvSpPr/>
          <p:nvPr/>
        </p:nvSpPr>
        <p:spPr>
          <a:xfrm>
            <a:off x="8074771" y="491905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1" name="Rectangle 530">
            <a:extLst>
              <a:ext uri="{FF2B5EF4-FFF2-40B4-BE49-F238E27FC236}">
                <a16:creationId xmlns:a16="http://schemas.microsoft.com/office/drawing/2014/main" id="{5F45D022-19E5-CF26-02B6-19DF620FBEC0}"/>
              </a:ext>
            </a:extLst>
          </p:cNvPr>
          <p:cNvSpPr/>
          <p:nvPr/>
        </p:nvSpPr>
        <p:spPr>
          <a:xfrm>
            <a:off x="8074771" y="435200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2" name="Rectangle 531">
            <a:extLst>
              <a:ext uri="{FF2B5EF4-FFF2-40B4-BE49-F238E27FC236}">
                <a16:creationId xmlns:a16="http://schemas.microsoft.com/office/drawing/2014/main" id="{99931296-AE5D-A478-7824-33C6020DE907}"/>
              </a:ext>
            </a:extLst>
          </p:cNvPr>
          <p:cNvSpPr/>
          <p:nvPr/>
        </p:nvSpPr>
        <p:spPr>
          <a:xfrm>
            <a:off x="8148617" y="4278512"/>
            <a:ext cx="71717" cy="71226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3" name="Rectangle 532">
            <a:extLst>
              <a:ext uri="{FF2B5EF4-FFF2-40B4-BE49-F238E27FC236}">
                <a16:creationId xmlns:a16="http://schemas.microsoft.com/office/drawing/2014/main" id="{40196953-EB68-C068-14FF-AFC8617E79ED}"/>
              </a:ext>
            </a:extLst>
          </p:cNvPr>
          <p:cNvSpPr/>
          <p:nvPr/>
        </p:nvSpPr>
        <p:spPr>
          <a:xfrm>
            <a:off x="7645488" y="449637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7" name="Rectangle 536">
            <a:extLst>
              <a:ext uri="{FF2B5EF4-FFF2-40B4-BE49-F238E27FC236}">
                <a16:creationId xmlns:a16="http://schemas.microsoft.com/office/drawing/2014/main" id="{C494DDD4-BB01-EA10-6387-100D25B6AD36}"/>
              </a:ext>
            </a:extLst>
          </p:cNvPr>
          <p:cNvSpPr/>
          <p:nvPr/>
        </p:nvSpPr>
        <p:spPr>
          <a:xfrm>
            <a:off x="7645488" y="456808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8" name="Rectangle 537">
            <a:extLst>
              <a:ext uri="{FF2B5EF4-FFF2-40B4-BE49-F238E27FC236}">
                <a16:creationId xmlns:a16="http://schemas.microsoft.com/office/drawing/2014/main" id="{DE552666-072D-8544-EFDA-64DCD3582FAE}"/>
              </a:ext>
            </a:extLst>
          </p:cNvPr>
          <p:cNvSpPr/>
          <p:nvPr/>
        </p:nvSpPr>
        <p:spPr>
          <a:xfrm>
            <a:off x="5930653" y="428197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9" name="Rectangle 538">
            <a:extLst>
              <a:ext uri="{FF2B5EF4-FFF2-40B4-BE49-F238E27FC236}">
                <a16:creationId xmlns:a16="http://schemas.microsoft.com/office/drawing/2014/main" id="{16EDFE9F-439F-3626-C92A-C7D4D3FA02D2}"/>
              </a:ext>
            </a:extLst>
          </p:cNvPr>
          <p:cNvSpPr/>
          <p:nvPr/>
        </p:nvSpPr>
        <p:spPr>
          <a:xfrm>
            <a:off x="7645488" y="463672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0" name="Rectangle 539">
            <a:extLst>
              <a:ext uri="{FF2B5EF4-FFF2-40B4-BE49-F238E27FC236}">
                <a16:creationId xmlns:a16="http://schemas.microsoft.com/office/drawing/2014/main" id="{779188F6-0CEB-3EE1-B510-519298E17C47}"/>
              </a:ext>
            </a:extLst>
          </p:cNvPr>
          <p:cNvSpPr/>
          <p:nvPr/>
        </p:nvSpPr>
        <p:spPr>
          <a:xfrm>
            <a:off x="7505680" y="5675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6" name="Rectangle 545">
            <a:extLst>
              <a:ext uri="{FF2B5EF4-FFF2-40B4-BE49-F238E27FC236}">
                <a16:creationId xmlns:a16="http://schemas.microsoft.com/office/drawing/2014/main" id="{C42783AA-E50E-033F-0CF7-881753FB466E}"/>
              </a:ext>
            </a:extLst>
          </p:cNvPr>
          <p:cNvSpPr/>
          <p:nvPr/>
        </p:nvSpPr>
        <p:spPr>
          <a:xfrm>
            <a:off x="7577397" y="5675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7" name="Rectangle 546">
            <a:extLst>
              <a:ext uri="{FF2B5EF4-FFF2-40B4-BE49-F238E27FC236}">
                <a16:creationId xmlns:a16="http://schemas.microsoft.com/office/drawing/2014/main" id="{5B25761C-A9E5-C639-83DA-8C880D3CC63C}"/>
              </a:ext>
            </a:extLst>
          </p:cNvPr>
          <p:cNvSpPr/>
          <p:nvPr/>
        </p:nvSpPr>
        <p:spPr>
          <a:xfrm>
            <a:off x="5929293" y="5675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8" name="Rectangle 547">
            <a:extLst>
              <a:ext uri="{FF2B5EF4-FFF2-40B4-BE49-F238E27FC236}">
                <a16:creationId xmlns:a16="http://schemas.microsoft.com/office/drawing/2014/main" id="{BF6B2700-C67A-FAB5-3FB2-B19FA4B89DAE}"/>
              </a:ext>
            </a:extLst>
          </p:cNvPr>
          <p:cNvSpPr/>
          <p:nvPr/>
        </p:nvSpPr>
        <p:spPr>
          <a:xfrm>
            <a:off x="6001010" y="5675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9" name="Rectangle 548">
            <a:extLst>
              <a:ext uri="{FF2B5EF4-FFF2-40B4-BE49-F238E27FC236}">
                <a16:creationId xmlns:a16="http://schemas.microsoft.com/office/drawing/2014/main" id="{1CA64FBF-C5D0-705B-A1DC-064B19FB43E1}"/>
              </a:ext>
            </a:extLst>
          </p:cNvPr>
          <p:cNvSpPr/>
          <p:nvPr/>
        </p:nvSpPr>
        <p:spPr>
          <a:xfrm>
            <a:off x="7788364" y="588780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0" name="Rectangle 549">
            <a:extLst>
              <a:ext uri="{FF2B5EF4-FFF2-40B4-BE49-F238E27FC236}">
                <a16:creationId xmlns:a16="http://schemas.microsoft.com/office/drawing/2014/main" id="{09279B48-A5CF-3D39-6BA0-151544D6DD07}"/>
              </a:ext>
            </a:extLst>
          </p:cNvPr>
          <p:cNvSpPr/>
          <p:nvPr/>
        </p:nvSpPr>
        <p:spPr>
          <a:xfrm>
            <a:off x="7788364" y="595952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1" name="Rectangle 550">
            <a:extLst>
              <a:ext uri="{FF2B5EF4-FFF2-40B4-BE49-F238E27FC236}">
                <a16:creationId xmlns:a16="http://schemas.microsoft.com/office/drawing/2014/main" id="{E5526494-2D22-C42D-2889-6D2C411192CE}"/>
              </a:ext>
            </a:extLst>
          </p:cNvPr>
          <p:cNvSpPr/>
          <p:nvPr/>
        </p:nvSpPr>
        <p:spPr>
          <a:xfrm>
            <a:off x="7788364" y="603124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58ABF9-7C35-3483-18DC-5BBE13472D6D}"/>
              </a:ext>
            </a:extLst>
          </p:cNvPr>
          <p:cNvSpPr txBox="1"/>
          <p:nvPr/>
        </p:nvSpPr>
        <p:spPr>
          <a:xfrm>
            <a:off x="3936078" y="-59713"/>
            <a:ext cx="9189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Ultra Bold" panose="020B0A02020104020203" pitchFamily="34" charset="0"/>
                <a:ea typeface="+mn-ea"/>
                <a:cs typeface="+mn-cs"/>
              </a:rPr>
              <a:t>кемитүү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Ultra Bold" panose="020B0A02020104020203" pitchFamily="34" charset="0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23AFC0-193A-1A90-20A3-62807B0241AB}"/>
              </a:ext>
            </a:extLst>
          </p:cNvPr>
          <p:cNvSpPr txBox="1"/>
          <p:nvPr/>
        </p:nvSpPr>
        <p:spPr>
          <a:xfrm>
            <a:off x="55538" y="-55287"/>
            <a:ext cx="17064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ill Sans Ultra Bold" panose="020B0A02020104020203" pitchFamily="34" charset="0"/>
                <a:ea typeface="+mn-ea"/>
                <a:cs typeface="+mn-cs"/>
              </a:rPr>
              <a:t>эсептөө кандай?</a:t>
            </a:r>
            <a:endParaRPr kumimoji="0" lang="en-GB" sz="16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Gill Sans Ultra Bold" panose="020B0A02020104020203" pitchFamily="34" charset="0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43081C-013B-89B3-B4D0-43E1C89F8816}"/>
              </a:ext>
            </a:extLst>
          </p:cNvPr>
          <p:cNvSpPr txBox="1"/>
          <p:nvPr/>
        </p:nvSpPr>
        <p:spPr>
          <a:xfrm>
            <a:off x="-30573" y="139985"/>
            <a:ext cx="50683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Ар бир диаграммада бир эсептөө көрсөтүлгөн.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Ар бир ондукту жазыңыз, диаграммаларды толтуруңуз,жоопту табыңыз!</a:t>
            </a: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330021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AD62827-18DD-F4A6-63BF-BF9C1D79AC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733973" y="1135683"/>
            <a:ext cx="6683835" cy="469011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49D4A77-492F-0F4C-B24C-9A5C31013D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4238562" y="1084083"/>
            <a:ext cx="6580633" cy="4690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1204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>
            <a:extLst>
              <a:ext uri="{FF2B5EF4-FFF2-40B4-BE49-F238E27FC236}">
                <a16:creationId xmlns:a16="http://schemas.microsoft.com/office/drawing/2014/main" id="{6643FA3C-401C-C568-17ED-CF1FA289359F}"/>
              </a:ext>
            </a:extLst>
          </p:cNvPr>
          <p:cNvSpPr txBox="1"/>
          <p:nvPr/>
        </p:nvSpPr>
        <p:spPr>
          <a:xfrm>
            <a:off x="1624505" y="-4906"/>
            <a:ext cx="17064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600" b="1" dirty="0">
                <a:solidFill>
                  <a:schemeClr val="bg1">
                    <a:lumMod val="65000"/>
                  </a:schemeClr>
                </a:solidFill>
                <a:latin typeface="Gill Sans Ultra Bold" panose="020B0A02020104020203" pitchFamily="34" charset="0"/>
              </a:rPr>
              <a:t>эсептөө кандай?</a:t>
            </a:r>
            <a:endParaRPr lang="en-GB" sz="1600" b="1" dirty="0">
              <a:solidFill>
                <a:schemeClr val="bg1">
                  <a:lumMod val="65000"/>
                </a:schemeClr>
              </a:solidFill>
              <a:latin typeface="Gill Sans Ultra Bold" panose="020B0A02020104020203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2ABFA11-56D9-A7CB-2EC2-1B42B95D346B}"/>
              </a:ext>
            </a:extLst>
          </p:cNvPr>
          <p:cNvSpPr txBox="1"/>
          <p:nvPr/>
        </p:nvSpPr>
        <p:spPr>
          <a:xfrm>
            <a:off x="16509" y="978643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A)</a:t>
            </a:r>
          </a:p>
        </p:txBody>
      </p:sp>
      <p:sp>
        <p:nvSpPr>
          <p:cNvPr id="35" name="Plus Sign 34">
            <a:extLst>
              <a:ext uri="{FF2B5EF4-FFF2-40B4-BE49-F238E27FC236}">
                <a16:creationId xmlns:a16="http://schemas.microsoft.com/office/drawing/2014/main" id="{72C218F8-CA44-3F92-2AB1-E426B5CD9F0E}"/>
              </a:ext>
            </a:extLst>
          </p:cNvPr>
          <p:cNvSpPr/>
          <p:nvPr/>
        </p:nvSpPr>
        <p:spPr>
          <a:xfrm>
            <a:off x="1626710" y="973280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57" name="Equals 156">
            <a:extLst>
              <a:ext uri="{FF2B5EF4-FFF2-40B4-BE49-F238E27FC236}">
                <a16:creationId xmlns:a16="http://schemas.microsoft.com/office/drawing/2014/main" id="{2A84A91F-1C8A-EAEC-CC8F-9C67AEBDBF39}"/>
              </a:ext>
            </a:extLst>
          </p:cNvPr>
          <p:cNvSpPr/>
          <p:nvPr/>
        </p:nvSpPr>
        <p:spPr>
          <a:xfrm>
            <a:off x="3200874" y="919189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7A8DFE7-FDD0-28AC-6FD4-C3942CF899FC}"/>
              </a:ext>
            </a:extLst>
          </p:cNvPr>
          <p:cNvCxnSpPr>
            <a:cxnSpLocks/>
          </p:cNvCxnSpPr>
          <p:nvPr/>
        </p:nvCxnSpPr>
        <p:spPr>
          <a:xfrm>
            <a:off x="515938" y="182623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D94D69-97D8-F35A-04CA-F6659CAB1FB4}"/>
              </a:ext>
            </a:extLst>
          </p:cNvPr>
          <p:cNvSpPr/>
          <p:nvPr/>
        </p:nvSpPr>
        <p:spPr>
          <a:xfrm>
            <a:off x="728258" y="109388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905AA3D-D04F-DCAC-5E4C-CA448700BF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761489"/>
            <a:ext cx="728704" cy="728704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E4A4F63C-9F75-3B4D-4F7C-6C7FDAE6D50B}"/>
              </a:ext>
            </a:extLst>
          </p:cNvPr>
          <p:cNvSpPr/>
          <p:nvPr/>
        </p:nvSpPr>
        <p:spPr>
          <a:xfrm>
            <a:off x="847677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5C7EB72-7CA1-7C9E-713C-BBBBED1C8F68}"/>
              </a:ext>
            </a:extLst>
          </p:cNvPr>
          <p:cNvSpPr/>
          <p:nvPr/>
        </p:nvSpPr>
        <p:spPr>
          <a:xfrm>
            <a:off x="919394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42495DB-996A-F823-7E08-3214A14B1CCA}"/>
              </a:ext>
            </a:extLst>
          </p:cNvPr>
          <p:cNvSpPr/>
          <p:nvPr/>
        </p:nvSpPr>
        <p:spPr>
          <a:xfrm>
            <a:off x="991110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10B6302E-F297-4A71-9361-7262E59DE83B}"/>
              </a:ext>
            </a:extLst>
          </p:cNvPr>
          <p:cNvSpPr txBox="1"/>
          <p:nvPr/>
        </p:nvSpPr>
        <p:spPr>
          <a:xfrm>
            <a:off x="407987" y="89500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7E30E0CF-9887-B4AE-C4CA-1F4252954053}"/>
              </a:ext>
            </a:extLst>
          </p:cNvPr>
          <p:cNvCxnSpPr>
            <a:cxnSpLocks/>
          </p:cNvCxnSpPr>
          <p:nvPr/>
        </p:nvCxnSpPr>
        <p:spPr>
          <a:xfrm>
            <a:off x="2090102" y="182623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3" name="Oval 162">
            <a:extLst>
              <a:ext uri="{FF2B5EF4-FFF2-40B4-BE49-F238E27FC236}">
                <a16:creationId xmlns:a16="http://schemas.microsoft.com/office/drawing/2014/main" id="{1F6BED3C-8BCE-506B-FD0E-18D31A0C5EBC}"/>
              </a:ext>
            </a:extLst>
          </p:cNvPr>
          <p:cNvSpPr/>
          <p:nvPr/>
        </p:nvSpPr>
        <p:spPr>
          <a:xfrm>
            <a:off x="2302422" y="109388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64" name="Picture 163">
            <a:extLst>
              <a:ext uri="{FF2B5EF4-FFF2-40B4-BE49-F238E27FC236}">
                <a16:creationId xmlns:a16="http://schemas.microsoft.com/office/drawing/2014/main" id="{3E55A6D1-30B9-4C7A-BFC7-98ECEF192B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761489"/>
            <a:ext cx="728704" cy="728704"/>
          </a:xfrm>
          <a:prstGeom prst="rect">
            <a:avLst/>
          </a:prstGeom>
        </p:spPr>
      </p:pic>
      <p:sp>
        <p:nvSpPr>
          <p:cNvPr id="182" name="Rectangle 181">
            <a:extLst>
              <a:ext uri="{FF2B5EF4-FFF2-40B4-BE49-F238E27FC236}">
                <a16:creationId xmlns:a16="http://schemas.microsoft.com/office/drawing/2014/main" id="{E2CB63C3-D180-D996-3B6A-B37C8F5BDB58}"/>
              </a:ext>
            </a:extLst>
          </p:cNvPr>
          <p:cNvSpPr/>
          <p:nvPr/>
        </p:nvSpPr>
        <p:spPr>
          <a:xfrm>
            <a:off x="2421841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57A53C04-DF89-EA1F-6C5E-F4EF45D2B856}"/>
              </a:ext>
            </a:extLst>
          </p:cNvPr>
          <p:cNvSpPr/>
          <p:nvPr/>
        </p:nvSpPr>
        <p:spPr>
          <a:xfrm>
            <a:off x="2493558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106632BD-79E9-10C8-1ED7-D8CF7832BA99}"/>
              </a:ext>
            </a:extLst>
          </p:cNvPr>
          <p:cNvSpPr/>
          <p:nvPr/>
        </p:nvSpPr>
        <p:spPr>
          <a:xfrm>
            <a:off x="2565274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B5708577-FC53-E835-7995-5F5AA3FC1B92}"/>
              </a:ext>
            </a:extLst>
          </p:cNvPr>
          <p:cNvSpPr/>
          <p:nvPr/>
        </p:nvSpPr>
        <p:spPr>
          <a:xfrm>
            <a:off x="2636991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3814ED61-E52B-94D8-C970-092F51E3F6F0}"/>
              </a:ext>
            </a:extLst>
          </p:cNvPr>
          <p:cNvSpPr/>
          <p:nvPr/>
        </p:nvSpPr>
        <p:spPr>
          <a:xfrm>
            <a:off x="2708708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4C5BFA64-99A3-3210-5004-AF31219BBCC5}"/>
              </a:ext>
            </a:extLst>
          </p:cNvPr>
          <p:cNvSpPr txBox="1"/>
          <p:nvPr/>
        </p:nvSpPr>
        <p:spPr>
          <a:xfrm>
            <a:off x="1982151" y="89500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8E54EB3B-ECFD-E857-6620-A86E50E9FFE6}"/>
              </a:ext>
            </a:extLst>
          </p:cNvPr>
          <p:cNvCxnSpPr>
            <a:cxnSpLocks/>
          </p:cNvCxnSpPr>
          <p:nvPr/>
        </p:nvCxnSpPr>
        <p:spPr>
          <a:xfrm>
            <a:off x="3646488" y="182623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3" name="Oval 192">
            <a:extLst>
              <a:ext uri="{FF2B5EF4-FFF2-40B4-BE49-F238E27FC236}">
                <a16:creationId xmlns:a16="http://schemas.microsoft.com/office/drawing/2014/main" id="{AD7CF90E-022C-8081-064A-F87AE0853237}"/>
              </a:ext>
            </a:extLst>
          </p:cNvPr>
          <p:cNvSpPr/>
          <p:nvPr/>
        </p:nvSpPr>
        <p:spPr>
          <a:xfrm>
            <a:off x="3858808" y="109388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94" name="Picture 193">
            <a:extLst>
              <a:ext uri="{FF2B5EF4-FFF2-40B4-BE49-F238E27FC236}">
                <a16:creationId xmlns:a16="http://schemas.microsoft.com/office/drawing/2014/main" id="{1EC8E3D2-C647-EF35-9DEE-FEA37127CE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761489"/>
            <a:ext cx="728704" cy="728704"/>
          </a:xfrm>
          <a:prstGeom prst="rect">
            <a:avLst/>
          </a:prstGeom>
        </p:spPr>
      </p:pic>
      <p:sp>
        <p:nvSpPr>
          <p:cNvPr id="219" name="TextBox 218">
            <a:extLst>
              <a:ext uri="{FF2B5EF4-FFF2-40B4-BE49-F238E27FC236}">
                <a16:creationId xmlns:a16="http://schemas.microsoft.com/office/drawing/2014/main" id="{F27D5A2A-DC82-0968-2C8A-7EE609EA82F5}"/>
              </a:ext>
            </a:extLst>
          </p:cNvPr>
          <p:cNvSpPr txBox="1"/>
          <p:nvPr/>
        </p:nvSpPr>
        <p:spPr>
          <a:xfrm>
            <a:off x="3538537" y="89500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220" name="Straight Connector 219">
            <a:extLst>
              <a:ext uri="{FF2B5EF4-FFF2-40B4-BE49-F238E27FC236}">
                <a16:creationId xmlns:a16="http://schemas.microsoft.com/office/drawing/2014/main" id="{CA095802-16CA-FECA-DAB9-09839F053C53}"/>
              </a:ext>
            </a:extLst>
          </p:cNvPr>
          <p:cNvCxnSpPr>
            <a:cxnSpLocks/>
          </p:cNvCxnSpPr>
          <p:nvPr/>
        </p:nvCxnSpPr>
        <p:spPr>
          <a:xfrm>
            <a:off x="4953000" y="109564"/>
            <a:ext cx="0" cy="6638873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2" name="TextBox 221">
            <a:extLst>
              <a:ext uri="{FF2B5EF4-FFF2-40B4-BE49-F238E27FC236}">
                <a16:creationId xmlns:a16="http://schemas.microsoft.com/office/drawing/2014/main" id="{0060CC7B-8464-98D8-8F69-AD4445BD9044}"/>
              </a:ext>
            </a:extLst>
          </p:cNvPr>
          <p:cNvSpPr txBox="1"/>
          <p:nvPr/>
        </p:nvSpPr>
        <p:spPr>
          <a:xfrm>
            <a:off x="-21073" y="221299"/>
            <a:ext cx="49976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Ар бир диаграммада бир эсептөө көрсөтүлгөн.</a:t>
            </a:r>
            <a:endParaRPr lang="en-US" sz="1200" dirty="0"/>
          </a:p>
          <a:p>
            <a:pPr algn="ctr"/>
            <a:r>
              <a:rPr lang="ru-RU" sz="1200" dirty="0"/>
              <a:t> Ар бир ондукту жазыңыз, диаграммаларды толтуруңуз,жоопту табыңыз!</a:t>
            </a:r>
            <a:endParaRPr lang="en-GB" sz="1200" dirty="0"/>
          </a:p>
          <a:p>
            <a:pPr algn="ctr"/>
            <a:endParaRPr lang="en-GB" sz="1200" dirty="0"/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09E20B67-DED6-12E0-6495-E92439F8BB90}"/>
              </a:ext>
            </a:extLst>
          </p:cNvPr>
          <p:cNvSpPr txBox="1"/>
          <p:nvPr/>
        </p:nvSpPr>
        <p:spPr>
          <a:xfrm>
            <a:off x="22921" y="2613480"/>
            <a:ext cx="3145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B)</a:t>
            </a:r>
          </a:p>
        </p:txBody>
      </p:sp>
      <p:sp>
        <p:nvSpPr>
          <p:cNvPr id="226" name="Plus Sign 225">
            <a:extLst>
              <a:ext uri="{FF2B5EF4-FFF2-40B4-BE49-F238E27FC236}">
                <a16:creationId xmlns:a16="http://schemas.microsoft.com/office/drawing/2014/main" id="{EEFE84CE-EE0F-AC58-E25D-F59CAC6EFBD1}"/>
              </a:ext>
            </a:extLst>
          </p:cNvPr>
          <p:cNvSpPr/>
          <p:nvPr/>
        </p:nvSpPr>
        <p:spPr>
          <a:xfrm>
            <a:off x="1626710" y="2608117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27" name="Equals 226">
            <a:extLst>
              <a:ext uri="{FF2B5EF4-FFF2-40B4-BE49-F238E27FC236}">
                <a16:creationId xmlns:a16="http://schemas.microsoft.com/office/drawing/2014/main" id="{62C0AC13-3B52-8B8B-F183-2DDDF4058D81}"/>
              </a:ext>
            </a:extLst>
          </p:cNvPr>
          <p:cNvSpPr/>
          <p:nvPr/>
        </p:nvSpPr>
        <p:spPr>
          <a:xfrm>
            <a:off x="3200874" y="2554026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289" name="Straight Connector 288">
            <a:extLst>
              <a:ext uri="{FF2B5EF4-FFF2-40B4-BE49-F238E27FC236}">
                <a16:creationId xmlns:a16="http://schemas.microsoft.com/office/drawing/2014/main" id="{28E8500E-483C-960E-67A6-C259D2A7E741}"/>
              </a:ext>
            </a:extLst>
          </p:cNvPr>
          <p:cNvCxnSpPr>
            <a:cxnSpLocks/>
          </p:cNvCxnSpPr>
          <p:nvPr/>
        </p:nvCxnSpPr>
        <p:spPr>
          <a:xfrm>
            <a:off x="515938" y="3461073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1" name="Oval 290">
            <a:extLst>
              <a:ext uri="{FF2B5EF4-FFF2-40B4-BE49-F238E27FC236}">
                <a16:creationId xmlns:a16="http://schemas.microsoft.com/office/drawing/2014/main" id="{47AF9D91-8CD9-4AB0-E8CF-174F6F7DF582}"/>
              </a:ext>
            </a:extLst>
          </p:cNvPr>
          <p:cNvSpPr/>
          <p:nvPr/>
        </p:nvSpPr>
        <p:spPr>
          <a:xfrm>
            <a:off x="728258" y="2728725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292" name="Picture 291">
            <a:extLst>
              <a:ext uri="{FF2B5EF4-FFF2-40B4-BE49-F238E27FC236}">
                <a16:creationId xmlns:a16="http://schemas.microsoft.com/office/drawing/2014/main" id="{F6AE8323-3361-657B-77C1-9165A19B27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2396326"/>
            <a:ext cx="728704" cy="728704"/>
          </a:xfrm>
          <a:prstGeom prst="rect">
            <a:avLst/>
          </a:prstGeom>
        </p:spPr>
      </p:pic>
      <p:sp>
        <p:nvSpPr>
          <p:cNvPr id="293" name="Rectangle 292">
            <a:extLst>
              <a:ext uri="{FF2B5EF4-FFF2-40B4-BE49-F238E27FC236}">
                <a16:creationId xmlns:a16="http://schemas.microsoft.com/office/drawing/2014/main" id="{4C539E55-DA91-EE15-7F7E-D0EBE1C8D824}"/>
              </a:ext>
            </a:extLst>
          </p:cNvPr>
          <p:cNvSpPr/>
          <p:nvPr/>
        </p:nvSpPr>
        <p:spPr>
          <a:xfrm>
            <a:off x="919133" y="239948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94" name="Rectangle 293">
            <a:extLst>
              <a:ext uri="{FF2B5EF4-FFF2-40B4-BE49-F238E27FC236}">
                <a16:creationId xmlns:a16="http://schemas.microsoft.com/office/drawing/2014/main" id="{BDEB3D1E-571B-51AB-0C8E-6664C15FAD5A}"/>
              </a:ext>
            </a:extLst>
          </p:cNvPr>
          <p:cNvSpPr/>
          <p:nvPr/>
        </p:nvSpPr>
        <p:spPr>
          <a:xfrm>
            <a:off x="919133" y="247120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95" name="Rectangle 294">
            <a:extLst>
              <a:ext uri="{FF2B5EF4-FFF2-40B4-BE49-F238E27FC236}">
                <a16:creationId xmlns:a16="http://schemas.microsoft.com/office/drawing/2014/main" id="{0A9E9B0A-8DEA-B55C-6FB2-31CDDDAA6B3B}"/>
              </a:ext>
            </a:extLst>
          </p:cNvPr>
          <p:cNvSpPr/>
          <p:nvPr/>
        </p:nvSpPr>
        <p:spPr>
          <a:xfrm>
            <a:off x="919133" y="254292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17" name="TextBox 316">
            <a:extLst>
              <a:ext uri="{FF2B5EF4-FFF2-40B4-BE49-F238E27FC236}">
                <a16:creationId xmlns:a16="http://schemas.microsoft.com/office/drawing/2014/main" id="{3416E68F-5976-2C07-BF2A-D675D61A4981}"/>
              </a:ext>
            </a:extLst>
          </p:cNvPr>
          <p:cNvSpPr txBox="1"/>
          <p:nvPr/>
        </p:nvSpPr>
        <p:spPr>
          <a:xfrm>
            <a:off x="407987" y="252984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260" name="Straight Connector 259">
            <a:extLst>
              <a:ext uri="{FF2B5EF4-FFF2-40B4-BE49-F238E27FC236}">
                <a16:creationId xmlns:a16="http://schemas.microsoft.com/office/drawing/2014/main" id="{2A281E36-2A15-B8FE-3737-BAC60FE39FB1}"/>
              </a:ext>
            </a:extLst>
          </p:cNvPr>
          <p:cNvCxnSpPr>
            <a:cxnSpLocks/>
          </p:cNvCxnSpPr>
          <p:nvPr/>
        </p:nvCxnSpPr>
        <p:spPr>
          <a:xfrm>
            <a:off x="2090102" y="3461073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2" name="Oval 261">
            <a:extLst>
              <a:ext uri="{FF2B5EF4-FFF2-40B4-BE49-F238E27FC236}">
                <a16:creationId xmlns:a16="http://schemas.microsoft.com/office/drawing/2014/main" id="{FBC4B01D-C7A4-E9B0-E294-193D37E0FD5A}"/>
              </a:ext>
            </a:extLst>
          </p:cNvPr>
          <p:cNvSpPr/>
          <p:nvPr/>
        </p:nvSpPr>
        <p:spPr>
          <a:xfrm>
            <a:off x="2302422" y="2728725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263" name="Picture 262">
            <a:extLst>
              <a:ext uri="{FF2B5EF4-FFF2-40B4-BE49-F238E27FC236}">
                <a16:creationId xmlns:a16="http://schemas.microsoft.com/office/drawing/2014/main" id="{725C76E3-BB75-2F3A-6AA2-57CCA94933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2396326"/>
            <a:ext cx="728704" cy="728704"/>
          </a:xfrm>
          <a:prstGeom prst="rect">
            <a:avLst/>
          </a:prstGeom>
        </p:spPr>
      </p:pic>
      <p:sp>
        <p:nvSpPr>
          <p:cNvPr id="281" name="Rectangle 280">
            <a:extLst>
              <a:ext uri="{FF2B5EF4-FFF2-40B4-BE49-F238E27FC236}">
                <a16:creationId xmlns:a16="http://schemas.microsoft.com/office/drawing/2014/main" id="{67B1CC02-2239-9B2A-F3CB-38DFD48D0FD2}"/>
              </a:ext>
            </a:extLst>
          </p:cNvPr>
          <p:cNvSpPr/>
          <p:nvPr/>
        </p:nvSpPr>
        <p:spPr>
          <a:xfrm>
            <a:off x="2421841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82" name="Rectangle 281">
            <a:extLst>
              <a:ext uri="{FF2B5EF4-FFF2-40B4-BE49-F238E27FC236}">
                <a16:creationId xmlns:a16="http://schemas.microsoft.com/office/drawing/2014/main" id="{13BE1108-71B4-7E15-BCD9-ABE5B1D02D57}"/>
              </a:ext>
            </a:extLst>
          </p:cNvPr>
          <p:cNvSpPr/>
          <p:nvPr/>
        </p:nvSpPr>
        <p:spPr>
          <a:xfrm>
            <a:off x="2493558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288" name="TextBox 287">
            <a:extLst>
              <a:ext uri="{FF2B5EF4-FFF2-40B4-BE49-F238E27FC236}">
                <a16:creationId xmlns:a16="http://schemas.microsoft.com/office/drawing/2014/main" id="{874779E8-FAFE-750A-4A7E-18F5487999AC}"/>
              </a:ext>
            </a:extLst>
          </p:cNvPr>
          <p:cNvSpPr txBox="1"/>
          <p:nvPr/>
        </p:nvSpPr>
        <p:spPr>
          <a:xfrm>
            <a:off x="1982151" y="252984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48E1ABC9-CA17-5570-088F-D697187214EA}"/>
              </a:ext>
            </a:extLst>
          </p:cNvPr>
          <p:cNvCxnSpPr>
            <a:cxnSpLocks/>
          </p:cNvCxnSpPr>
          <p:nvPr/>
        </p:nvCxnSpPr>
        <p:spPr>
          <a:xfrm>
            <a:off x="3646488" y="3461073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3" name="Oval 232">
            <a:extLst>
              <a:ext uri="{FF2B5EF4-FFF2-40B4-BE49-F238E27FC236}">
                <a16:creationId xmlns:a16="http://schemas.microsoft.com/office/drawing/2014/main" id="{D82FD990-463A-8F63-AE1E-2AE3E45D45D0}"/>
              </a:ext>
            </a:extLst>
          </p:cNvPr>
          <p:cNvSpPr/>
          <p:nvPr/>
        </p:nvSpPr>
        <p:spPr>
          <a:xfrm>
            <a:off x="3858808" y="2728725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234" name="Picture 233">
            <a:extLst>
              <a:ext uri="{FF2B5EF4-FFF2-40B4-BE49-F238E27FC236}">
                <a16:creationId xmlns:a16="http://schemas.microsoft.com/office/drawing/2014/main" id="{67EE51AF-369A-2A1A-3548-79B0DEB9C9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2396326"/>
            <a:ext cx="728704" cy="728704"/>
          </a:xfrm>
          <a:prstGeom prst="rect">
            <a:avLst/>
          </a:prstGeom>
        </p:spPr>
      </p:pic>
      <p:sp>
        <p:nvSpPr>
          <p:cNvPr id="259" name="TextBox 258">
            <a:extLst>
              <a:ext uri="{FF2B5EF4-FFF2-40B4-BE49-F238E27FC236}">
                <a16:creationId xmlns:a16="http://schemas.microsoft.com/office/drawing/2014/main" id="{30CCDBD5-EF63-96C7-6557-E7C53199DF1A}"/>
              </a:ext>
            </a:extLst>
          </p:cNvPr>
          <p:cNvSpPr txBox="1"/>
          <p:nvPr/>
        </p:nvSpPr>
        <p:spPr>
          <a:xfrm>
            <a:off x="3538537" y="252984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319" name="TextBox 318">
            <a:extLst>
              <a:ext uri="{FF2B5EF4-FFF2-40B4-BE49-F238E27FC236}">
                <a16:creationId xmlns:a16="http://schemas.microsoft.com/office/drawing/2014/main" id="{B57483DA-C27C-36AE-6AD6-BC4AA2299915}"/>
              </a:ext>
            </a:extLst>
          </p:cNvPr>
          <p:cNvSpPr txBox="1"/>
          <p:nvPr/>
        </p:nvSpPr>
        <p:spPr>
          <a:xfrm>
            <a:off x="23723" y="4248317"/>
            <a:ext cx="3129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C)</a:t>
            </a:r>
          </a:p>
        </p:txBody>
      </p:sp>
      <p:sp>
        <p:nvSpPr>
          <p:cNvPr id="320" name="Plus Sign 319">
            <a:extLst>
              <a:ext uri="{FF2B5EF4-FFF2-40B4-BE49-F238E27FC236}">
                <a16:creationId xmlns:a16="http://schemas.microsoft.com/office/drawing/2014/main" id="{715ABA57-0EBD-BA25-545E-3EEBB7B5CABB}"/>
              </a:ext>
            </a:extLst>
          </p:cNvPr>
          <p:cNvSpPr/>
          <p:nvPr/>
        </p:nvSpPr>
        <p:spPr>
          <a:xfrm>
            <a:off x="1626710" y="4242954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21" name="Equals 320">
            <a:extLst>
              <a:ext uri="{FF2B5EF4-FFF2-40B4-BE49-F238E27FC236}">
                <a16:creationId xmlns:a16="http://schemas.microsoft.com/office/drawing/2014/main" id="{B12CA7F8-C5AB-7CBB-32BB-2BAD2D9AC1AB}"/>
              </a:ext>
            </a:extLst>
          </p:cNvPr>
          <p:cNvSpPr/>
          <p:nvPr/>
        </p:nvSpPr>
        <p:spPr>
          <a:xfrm>
            <a:off x="3200874" y="4188863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383" name="Straight Connector 382">
            <a:extLst>
              <a:ext uri="{FF2B5EF4-FFF2-40B4-BE49-F238E27FC236}">
                <a16:creationId xmlns:a16="http://schemas.microsoft.com/office/drawing/2014/main" id="{07C861E0-C112-1143-85FF-DB2E97F067CD}"/>
              </a:ext>
            </a:extLst>
          </p:cNvPr>
          <p:cNvCxnSpPr>
            <a:cxnSpLocks/>
          </p:cNvCxnSpPr>
          <p:nvPr/>
        </p:nvCxnSpPr>
        <p:spPr>
          <a:xfrm>
            <a:off x="515938" y="509591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5" name="Oval 384">
            <a:extLst>
              <a:ext uri="{FF2B5EF4-FFF2-40B4-BE49-F238E27FC236}">
                <a16:creationId xmlns:a16="http://schemas.microsoft.com/office/drawing/2014/main" id="{EED4BE7A-211F-4239-3354-561D783F0DA0}"/>
              </a:ext>
            </a:extLst>
          </p:cNvPr>
          <p:cNvSpPr/>
          <p:nvPr/>
        </p:nvSpPr>
        <p:spPr>
          <a:xfrm>
            <a:off x="728258" y="436356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86" name="Picture 385">
            <a:extLst>
              <a:ext uri="{FF2B5EF4-FFF2-40B4-BE49-F238E27FC236}">
                <a16:creationId xmlns:a16="http://schemas.microsoft.com/office/drawing/2014/main" id="{31772677-B1F6-0EFF-45B1-AA595703AA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4031163"/>
            <a:ext cx="728704" cy="728704"/>
          </a:xfrm>
          <a:prstGeom prst="rect">
            <a:avLst/>
          </a:prstGeom>
        </p:spPr>
      </p:pic>
      <p:sp>
        <p:nvSpPr>
          <p:cNvPr id="387" name="Rectangle 386">
            <a:extLst>
              <a:ext uri="{FF2B5EF4-FFF2-40B4-BE49-F238E27FC236}">
                <a16:creationId xmlns:a16="http://schemas.microsoft.com/office/drawing/2014/main" id="{F06001C1-2404-7B3B-2919-BC0432FC1CCD}"/>
              </a:ext>
            </a:extLst>
          </p:cNvPr>
          <p:cNvSpPr/>
          <p:nvPr/>
        </p:nvSpPr>
        <p:spPr>
          <a:xfrm>
            <a:off x="990919" y="403432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04" name="Rectangle 403">
            <a:extLst>
              <a:ext uri="{FF2B5EF4-FFF2-40B4-BE49-F238E27FC236}">
                <a16:creationId xmlns:a16="http://schemas.microsoft.com/office/drawing/2014/main" id="{335B9045-A3B9-8892-0719-8E13C50180BE}"/>
              </a:ext>
            </a:extLst>
          </p:cNvPr>
          <p:cNvSpPr/>
          <p:nvPr/>
        </p:nvSpPr>
        <p:spPr>
          <a:xfrm>
            <a:off x="847677" y="403432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05" name="Rectangle 404">
            <a:extLst>
              <a:ext uri="{FF2B5EF4-FFF2-40B4-BE49-F238E27FC236}">
                <a16:creationId xmlns:a16="http://schemas.microsoft.com/office/drawing/2014/main" id="{604F91A7-7E50-14E5-610F-322C37BCAC01}"/>
              </a:ext>
            </a:extLst>
          </p:cNvPr>
          <p:cNvSpPr/>
          <p:nvPr/>
        </p:nvSpPr>
        <p:spPr>
          <a:xfrm>
            <a:off x="919394" y="403432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11" name="TextBox 410">
            <a:extLst>
              <a:ext uri="{FF2B5EF4-FFF2-40B4-BE49-F238E27FC236}">
                <a16:creationId xmlns:a16="http://schemas.microsoft.com/office/drawing/2014/main" id="{1DFD7753-452B-B281-9BC0-69B492048F10}"/>
              </a:ext>
            </a:extLst>
          </p:cNvPr>
          <p:cNvSpPr txBox="1"/>
          <p:nvPr/>
        </p:nvSpPr>
        <p:spPr>
          <a:xfrm>
            <a:off x="407987" y="416468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354" name="Straight Connector 353">
            <a:extLst>
              <a:ext uri="{FF2B5EF4-FFF2-40B4-BE49-F238E27FC236}">
                <a16:creationId xmlns:a16="http://schemas.microsoft.com/office/drawing/2014/main" id="{73FE9D60-3ECA-92F7-B28F-51FCF6B03039}"/>
              </a:ext>
            </a:extLst>
          </p:cNvPr>
          <p:cNvCxnSpPr>
            <a:cxnSpLocks/>
          </p:cNvCxnSpPr>
          <p:nvPr/>
        </p:nvCxnSpPr>
        <p:spPr>
          <a:xfrm>
            <a:off x="2090102" y="509591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6" name="Oval 355">
            <a:extLst>
              <a:ext uri="{FF2B5EF4-FFF2-40B4-BE49-F238E27FC236}">
                <a16:creationId xmlns:a16="http://schemas.microsoft.com/office/drawing/2014/main" id="{49822684-4223-84F7-0B90-F3D035148C18}"/>
              </a:ext>
            </a:extLst>
          </p:cNvPr>
          <p:cNvSpPr/>
          <p:nvPr/>
        </p:nvSpPr>
        <p:spPr>
          <a:xfrm>
            <a:off x="2302422" y="436356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57" name="Picture 356">
            <a:extLst>
              <a:ext uri="{FF2B5EF4-FFF2-40B4-BE49-F238E27FC236}">
                <a16:creationId xmlns:a16="http://schemas.microsoft.com/office/drawing/2014/main" id="{03D087D6-A09A-E3B1-C7E4-CDA5937FC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4031163"/>
            <a:ext cx="728704" cy="728704"/>
          </a:xfrm>
          <a:prstGeom prst="rect">
            <a:avLst/>
          </a:prstGeom>
        </p:spPr>
      </p:pic>
      <p:sp>
        <p:nvSpPr>
          <p:cNvPr id="358" name="Rectangle 357">
            <a:extLst>
              <a:ext uri="{FF2B5EF4-FFF2-40B4-BE49-F238E27FC236}">
                <a16:creationId xmlns:a16="http://schemas.microsoft.com/office/drawing/2014/main" id="{B89591D1-8E90-CBF7-A0B0-1D81BBDA3985}"/>
              </a:ext>
            </a:extLst>
          </p:cNvPr>
          <p:cNvSpPr/>
          <p:nvPr/>
        </p:nvSpPr>
        <p:spPr>
          <a:xfrm>
            <a:off x="2492058" y="403432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59" name="Rectangle 358">
            <a:extLst>
              <a:ext uri="{FF2B5EF4-FFF2-40B4-BE49-F238E27FC236}">
                <a16:creationId xmlns:a16="http://schemas.microsoft.com/office/drawing/2014/main" id="{4FFE4F40-DCFF-572B-E62C-56F1D7DBBD54}"/>
              </a:ext>
            </a:extLst>
          </p:cNvPr>
          <p:cNvSpPr/>
          <p:nvPr/>
        </p:nvSpPr>
        <p:spPr>
          <a:xfrm>
            <a:off x="2492058" y="410604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60" name="Rectangle 359">
            <a:extLst>
              <a:ext uri="{FF2B5EF4-FFF2-40B4-BE49-F238E27FC236}">
                <a16:creationId xmlns:a16="http://schemas.microsoft.com/office/drawing/2014/main" id="{DEC377DC-F481-E411-9A29-F164D52D16B1}"/>
              </a:ext>
            </a:extLst>
          </p:cNvPr>
          <p:cNvSpPr/>
          <p:nvPr/>
        </p:nvSpPr>
        <p:spPr>
          <a:xfrm>
            <a:off x="2492058" y="417775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61" name="Rectangle 360">
            <a:extLst>
              <a:ext uri="{FF2B5EF4-FFF2-40B4-BE49-F238E27FC236}">
                <a16:creationId xmlns:a16="http://schemas.microsoft.com/office/drawing/2014/main" id="{1C64907D-767D-0529-24F2-67DD409BDF47}"/>
              </a:ext>
            </a:extLst>
          </p:cNvPr>
          <p:cNvSpPr/>
          <p:nvPr/>
        </p:nvSpPr>
        <p:spPr>
          <a:xfrm>
            <a:off x="2492058" y="424947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63" name="Rectangle 362">
            <a:extLst>
              <a:ext uri="{FF2B5EF4-FFF2-40B4-BE49-F238E27FC236}">
                <a16:creationId xmlns:a16="http://schemas.microsoft.com/office/drawing/2014/main" id="{182827DE-6AE1-C978-F73B-DEE39535845E}"/>
              </a:ext>
            </a:extLst>
          </p:cNvPr>
          <p:cNvSpPr/>
          <p:nvPr/>
        </p:nvSpPr>
        <p:spPr>
          <a:xfrm>
            <a:off x="2492058" y="432119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75" name="Rectangle 374">
            <a:extLst>
              <a:ext uri="{FF2B5EF4-FFF2-40B4-BE49-F238E27FC236}">
                <a16:creationId xmlns:a16="http://schemas.microsoft.com/office/drawing/2014/main" id="{A26E5B2C-67EF-6CEB-FF07-9D00C111AB60}"/>
              </a:ext>
            </a:extLst>
          </p:cNvPr>
          <p:cNvSpPr/>
          <p:nvPr/>
        </p:nvSpPr>
        <p:spPr>
          <a:xfrm>
            <a:off x="2421841" y="403432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82" name="TextBox 381">
            <a:extLst>
              <a:ext uri="{FF2B5EF4-FFF2-40B4-BE49-F238E27FC236}">
                <a16:creationId xmlns:a16="http://schemas.microsoft.com/office/drawing/2014/main" id="{6D552DD5-4C24-F089-5237-AA6EF90062D7}"/>
              </a:ext>
            </a:extLst>
          </p:cNvPr>
          <p:cNvSpPr txBox="1"/>
          <p:nvPr/>
        </p:nvSpPr>
        <p:spPr>
          <a:xfrm>
            <a:off x="1982151" y="416468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325" name="Straight Connector 324">
            <a:extLst>
              <a:ext uri="{FF2B5EF4-FFF2-40B4-BE49-F238E27FC236}">
                <a16:creationId xmlns:a16="http://schemas.microsoft.com/office/drawing/2014/main" id="{C4638BD4-D6D2-AC08-A95C-4F37D5C286C8}"/>
              </a:ext>
            </a:extLst>
          </p:cNvPr>
          <p:cNvCxnSpPr>
            <a:cxnSpLocks/>
          </p:cNvCxnSpPr>
          <p:nvPr/>
        </p:nvCxnSpPr>
        <p:spPr>
          <a:xfrm>
            <a:off x="3646488" y="509591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7" name="Oval 326">
            <a:extLst>
              <a:ext uri="{FF2B5EF4-FFF2-40B4-BE49-F238E27FC236}">
                <a16:creationId xmlns:a16="http://schemas.microsoft.com/office/drawing/2014/main" id="{52280501-0978-C865-C1D1-03A409798CC3}"/>
              </a:ext>
            </a:extLst>
          </p:cNvPr>
          <p:cNvSpPr/>
          <p:nvPr/>
        </p:nvSpPr>
        <p:spPr>
          <a:xfrm>
            <a:off x="3858808" y="436356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328" name="Picture 327">
            <a:extLst>
              <a:ext uri="{FF2B5EF4-FFF2-40B4-BE49-F238E27FC236}">
                <a16:creationId xmlns:a16="http://schemas.microsoft.com/office/drawing/2014/main" id="{1D02B83F-32E9-1875-AAA2-355F7FA682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4031163"/>
            <a:ext cx="728704" cy="728704"/>
          </a:xfrm>
          <a:prstGeom prst="rect">
            <a:avLst/>
          </a:prstGeom>
        </p:spPr>
      </p:pic>
      <p:sp>
        <p:nvSpPr>
          <p:cNvPr id="353" name="TextBox 352">
            <a:extLst>
              <a:ext uri="{FF2B5EF4-FFF2-40B4-BE49-F238E27FC236}">
                <a16:creationId xmlns:a16="http://schemas.microsoft.com/office/drawing/2014/main" id="{F355B970-B509-A698-F944-974F4BBC8C50}"/>
              </a:ext>
            </a:extLst>
          </p:cNvPr>
          <p:cNvSpPr txBox="1"/>
          <p:nvPr/>
        </p:nvSpPr>
        <p:spPr>
          <a:xfrm>
            <a:off x="3538537" y="416468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413" name="TextBox 412">
            <a:extLst>
              <a:ext uri="{FF2B5EF4-FFF2-40B4-BE49-F238E27FC236}">
                <a16:creationId xmlns:a16="http://schemas.microsoft.com/office/drawing/2014/main" id="{FF9C85CE-83BE-7746-577E-B881525DED23}"/>
              </a:ext>
            </a:extLst>
          </p:cNvPr>
          <p:cNvSpPr txBox="1"/>
          <p:nvPr/>
        </p:nvSpPr>
        <p:spPr>
          <a:xfrm>
            <a:off x="16509" y="5883153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D)</a:t>
            </a:r>
          </a:p>
        </p:txBody>
      </p:sp>
      <p:sp>
        <p:nvSpPr>
          <p:cNvPr id="414" name="Plus Sign 413">
            <a:extLst>
              <a:ext uri="{FF2B5EF4-FFF2-40B4-BE49-F238E27FC236}">
                <a16:creationId xmlns:a16="http://schemas.microsoft.com/office/drawing/2014/main" id="{818FFE4E-9EE3-7BB5-5C4D-4B23374370F7}"/>
              </a:ext>
            </a:extLst>
          </p:cNvPr>
          <p:cNvSpPr/>
          <p:nvPr/>
        </p:nvSpPr>
        <p:spPr>
          <a:xfrm>
            <a:off x="1626710" y="5877790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15" name="Equals 414">
            <a:extLst>
              <a:ext uri="{FF2B5EF4-FFF2-40B4-BE49-F238E27FC236}">
                <a16:creationId xmlns:a16="http://schemas.microsoft.com/office/drawing/2014/main" id="{750EB784-1904-40D9-1DCA-A5FA37E73057}"/>
              </a:ext>
            </a:extLst>
          </p:cNvPr>
          <p:cNvSpPr/>
          <p:nvPr/>
        </p:nvSpPr>
        <p:spPr>
          <a:xfrm>
            <a:off x="3200874" y="5823699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477" name="Straight Connector 476">
            <a:extLst>
              <a:ext uri="{FF2B5EF4-FFF2-40B4-BE49-F238E27FC236}">
                <a16:creationId xmlns:a16="http://schemas.microsoft.com/office/drawing/2014/main" id="{3FA17D48-17DF-886A-61D9-A671EA347B11}"/>
              </a:ext>
            </a:extLst>
          </p:cNvPr>
          <p:cNvCxnSpPr>
            <a:cxnSpLocks/>
          </p:cNvCxnSpPr>
          <p:nvPr/>
        </p:nvCxnSpPr>
        <p:spPr>
          <a:xfrm>
            <a:off x="515938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9" name="Oval 478">
            <a:extLst>
              <a:ext uri="{FF2B5EF4-FFF2-40B4-BE49-F238E27FC236}">
                <a16:creationId xmlns:a16="http://schemas.microsoft.com/office/drawing/2014/main" id="{803B04C4-F83A-1C0C-EBAF-D1F4F87D1CE1}"/>
              </a:ext>
            </a:extLst>
          </p:cNvPr>
          <p:cNvSpPr/>
          <p:nvPr/>
        </p:nvSpPr>
        <p:spPr>
          <a:xfrm>
            <a:off x="728258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480" name="Picture 479">
            <a:extLst>
              <a:ext uri="{FF2B5EF4-FFF2-40B4-BE49-F238E27FC236}">
                <a16:creationId xmlns:a16="http://schemas.microsoft.com/office/drawing/2014/main" id="{03BEA461-FE34-05F5-E402-9986381712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5665999"/>
            <a:ext cx="728704" cy="728704"/>
          </a:xfrm>
          <a:prstGeom prst="rect">
            <a:avLst/>
          </a:prstGeom>
        </p:spPr>
      </p:pic>
      <p:sp>
        <p:nvSpPr>
          <p:cNvPr id="484" name="Rectangle 483">
            <a:extLst>
              <a:ext uri="{FF2B5EF4-FFF2-40B4-BE49-F238E27FC236}">
                <a16:creationId xmlns:a16="http://schemas.microsoft.com/office/drawing/2014/main" id="{DD532DF9-7CB4-C5FB-4741-44280ACE9438}"/>
              </a:ext>
            </a:extLst>
          </p:cNvPr>
          <p:cNvSpPr/>
          <p:nvPr/>
        </p:nvSpPr>
        <p:spPr>
          <a:xfrm>
            <a:off x="1206139" y="588431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86" name="Rectangle 485">
            <a:extLst>
              <a:ext uri="{FF2B5EF4-FFF2-40B4-BE49-F238E27FC236}">
                <a16:creationId xmlns:a16="http://schemas.microsoft.com/office/drawing/2014/main" id="{03E00E98-E27A-CFF1-26E6-2027403E81C1}"/>
              </a:ext>
            </a:extLst>
          </p:cNvPr>
          <p:cNvSpPr/>
          <p:nvPr/>
        </p:nvSpPr>
        <p:spPr>
          <a:xfrm>
            <a:off x="1206139" y="595602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88" name="Rectangle 487">
            <a:extLst>
              <a:ext uri="{FF2B5EF4-FFF2-40B4-BE49-F238E27FC236}">
                <a16:creationId xmlns:a16="http://schemas.microsoft.com/office/drawing/2014/main" id="{EAEEF18A-6713-F73A-C1A0-1356AA2742E9}"/>
              </a:ext>
            </a:extLst>
          </p:cNvPr>
          <p:cNvSpPr/>
          <p:nvPr/>
        </p:nvSpPr>
        <p:spPr>
          <a:xfrm>
            <a:off x="1206139" y="602774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90" name="Rectangle 489">
            <a:extLst>
              <a:ext uri="{FF2B5EF4-FFF2-40B4-BE49-F238E27FC236}">
                <a16:creationId xmlns:a16="http://schemas.microsoft.com/office/drawing/2014/main" id="{98DEBE14-65CE-75A7-D72E-80350E36F8EB}"/>
              </a:ext>
            </a:extLst>
          </p:cNvPr>
          <p:cNvSpPr/>
          <p:nvPr/>
        </p:nvSpPr>
        <p:spPr>
          <a:xfrm>
            <a:off x="1206139" y="609946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92" name="Rectangle 491">
            <a:extLst>
              <a:ext uri="{FF2B5EF4-FFF2-40B4-BE49-F238E27FC236}">
                <a16:creationId xmlns:a16="http://schemas.microsoft.com/office/drawing/2014/main" id="{055A9F68-CE27-06FD-A3C7-868AA504053C}"/>
              </a:ext>
            </a:extLst>
          </p:cNvPr>
          <p:cNvSpPr/>
          <p:nvPr/>
        </p:nvSpPr>
        <p:spPr>
          <a:xfrm>
            <a:off x="1206139" y="61711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94" name="Rectangle 493">
            <a:extLst>
              <a:ext uri="{FF2B5EF4-FFF2-40B4-BE49-F238E27FC236}">
                <a16:creationId xmlns:a16="http://schemas.microsoft.com/office/drawing/2014/main" id="{8536EEA9-4EC2-4F98-4410-9125196BC716}"/>
              </a:ext>
            </a:extLst>
          </p:cNvPr>
          <p:cNvSpPr/>
          <p:nvPr/>
        </p:nvSpPr>
        <p:spPr>
          <a:xfrm>
            <a:off x="1206139" y="624289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96" name="Rectangle 495">
            <a:extLst>
              <a:ext uri="{FF2B5EF4-FFF2-40B4-BE49-F238E27FC236}">
                <a16:creationId xmlns:a16="http://schemas.microsoft.com/office/drawing/2014/main" id="{2BEB639C-00F3-597D-2276-405F982C42FA}"/>
              </a:ext>
            </a:extLst>
          </p:cNvPr>
          <p:cNvSpPr/>
          <p:nvPr/>
        </p:nvSpPr>
        <p:spPr>
          <a:xfrm>
            <a:off x="1206139" y="631461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98" name="Rectangle 497">
            <a:extLst>
              <a:ext uri="{FF2B5EF4-FFF2-40B4-BE49-F238E27FC236}">
                <a16:creationId xmlns:a16="http://schemas.microsoft.com/office/drawing/2014/main" id="{189C80C5-2909-56AC-83D0-0008BBAE1FD3}"/>
              </a:ext>
            </a:extLst>
          </p:cNvPr>
          <p:cNvSpPr/>
          <p:nvPr/>
        </p:nvSpPr>
        <p:spPr>
          <a:xfrm>
            <a:off x="847677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99" name="Rectangle 498">
            <a:extLst>
              <a:ext uri="{FF2B5EF4-FFF2-40B4-BE49-F238E27FC236}">
                <a16:creationId xmlns:a16="http://schemas.microsoft.com/office/drawing/2014/main" id="{B12BB91F-F34F-0EB1-FBE4-59BF55AD8A33}"/>
              </a:ext>
            </a:extLst>
          </p:cNvPr>
          <p:cNvSpPr/>
          <p:nvPr/>
        </p:nvSpPr>
        <p:spPr>
          <a:xfrm>
            <a:off x="919394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00" name="Rectangle 499">
            <a:extLst>
              <a:ext uri="{FF2B5EF4-FFF2-40B4-BE49-F238E27FC236}">
                <a16:creationId xmlns:a16="http://schemas.microsoft.com/office/drawing/2014/main" id="{396E6771-A05E-CB68-EF90-6DC35DAFDA9C}"/>
              </a:ext>
            </a:extLst>
          </p:cNvPr>
          <p:cNvSpPr/>
          <p:nvPr/>
        </p:nvSpPr>
        <p:spPr>
          <a:xfrm>
            <a:off x="991110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01" name="Rectangle 500">
            <a:extLst>
              <a:ext uri="{FF2B5EF4-FFF2-40B4-BE49-F238E27FC236}">
                <a16:creationId xmlns:a16="http://schemas.microsoft.com/office/drawing/2014/main" id="{71F57264-20E6-DE19-D6EE-F36A17FC723F}"/>
              </a:ext>
            </a:extLst>
          </p:cNvPr>
          <p:cNvSpPr/>
          <p:nvPr/>
        </p:nvSpPr>
        <p:spPr>
          <a:xfrm>
            <a:off x="1062827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02" name="Rectangle 501">
            <a:extLst>
              <a:ext uri="{FF2B5EF4-FFF2-40B4-BE49-F238E27FC236}">
                <a16:creationId xmlns:a16="http://schemas.microsoft.com/office/drawing/2014/main" id="{BA4AA158-E59D-0CE0-4147-3A7F129C54B8}"/>
              </a:ext>
            </a:extLst>
          </p:cNvPr>
          <p:cNvSpPr/>
          <p:nvPr/>
        </p:nvSpPr>
        <p:spPr>
          <a:xfrm>
            <a:off x="1134544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05" name="TextBox 504">
            <a:extLst>
              <a:ext uri="{FF2B5EF4-FFF2-40B4-BE49-F238E27FC236}">
                <a16:creationId xmlns:a16="http://schemas.microsoft.com/office/drawing/2014/main" id="{87D21041-9406-4CC1-37EC-B6AB65853B72}"/>
              </a:ext>
            </a:extLst>
          </p:cNvPr>
          <p:cNvSpPr txBox="1"/>
          <p:nvPr/>
        </p:nvSpPr>
        <p:spPr>
          <a:xfrm>
            <a:off x="407987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448" name="Straight Connector 447">
            <a:extLst>
              <a:ext uri="{FF2B5EF4-FFF2-40B4-BE49-F238E27FC236}">
                <a16:creationId xmlns:a16="http://schemas.microsoft.com/office/drawing/2014/main" id="{922FB43E-3C68-B172-E249-7036D7943A57}"/>
              </a:ext>
            </a:extLst>
          </p:cNvPr>
          <p:cNvCxnSpPr>
            <a:cxnSpLocks/>
          </p:cNvCxnSpPr>
          <p:nvPr/>
        </p:nvCxnSpPr>
        <p:spPr>
          <a:xfrm>
            <a:off x="2090102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0" name="Oval 449">
            <a:extLst>
              <a:ext uri="{FF2B5EF4-FFF2-40B4-BE49-F238E27FC236}">
                <a16:creationId xmlns:a16="http://schemas.microsoft.com/office/drawing/2014/main" id="{02C5297C-5505-FD7A-66BF-11F1B1A8D286}"/>
              </a:ext>
            </a:extLst>
          </p:cNvPr>
          <p:cNvSpPr/>
          <p:nvPr/>
        </p:nvSpPr>
        <p:spPr>
          <a:xfrm>
            <a:off x="2302422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451" name="Picture 450">
            <a:extLst>
              <a:ext uri="{FF2B5EF4-FFF2-40B4-BE49-F238E27FC236}">
                <a16:creationId xmlns:a16="http://schemas.microsoft.com/office/drawing/2014/main" id="{6E0A6252-10E0-6DAA-D733-4611DF56AF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5665999"/>
            <a:ext cx="728704" cy="728704"/>
          </a:xfrm>
          <a:prstGeom prst="rect">
            <a:avLst/>
          </a:prstGeom>
        </p:spPr>
      </p:pic>
      <p:sp>
        <p:nvSpPr>
          <p:cNvPr id="452" name="Rectangle 451">
            <a:extLst>
              <a:ext uri="{FF2B5EF4-FFF2-40B4-BE49-F238E27FC236}">
                <a16:creationId xmlns:a16="http://schemas.microsoft.com/office/drawing/2014/main" id="{E7FDB50A-9D2D-BB95-FD87-A588D5396C88}"/>
              </a:ext>
            </a:extLst>
          </p:cNvPr>
          <p:cNvSpPr/>
          <p:nvPr/>
        </p:nvSpPr>
        <p:spPr>
          <a:xfrm>
            <a:off x="2636565" y="566916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53" name="Rectangle 452">
            <a:extLst>
              <a:ext uri="{FF2B5EF4-FFF2-40B4-BE49-F238E27FC236}">
                <a16:creationId xmlns:a16="http://schemas.microsoft.com/office/drawing/2014/main" id="{81416B41-5BEE-FC02-15D0-033A1D0AE587}"/>
              </a:ext>
            </a:extLst>
          </p:cNvPr>
          <p:cNvSpPr/>
          <p:nvPr/>
        </p:nvSpPr>
        <p:spPr>
          <a:xfrm>
            <a:off x="2636565" y="57408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69" name="Rectangle 468">
            <a:extLst>
              <a:ext uri="{FF2B5EF4-FFF2-40B4-BE49-F238E27FC236}">
                <a16:creationId xmlns:a16="http://schemas.microsoft.com/office/drawing/2014/main" id="{C67BCE49-8FC3-DE28-03E2-9CF86B2DB8BE}"/>
              </a:ext>
            </a:extLst>
          </p:cNvPr>
          <p:cNvSpPr/>
          <p:nvPr/>
        </p:nvSpPr>
        <p:spPr>
          <a:xfrm>
            <a:off x="2421841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70" name="Rectangle 469">
            <a:extLst>
              <a:ext uri="{FF2B5EF4-FFF2-40B4-BE49-F238E27FC236}">
                <a16:creationId xmlns:a16="http://schemas.microsoft.com/office/drawing/2014/main" id="{1AB1754F-4E3B-F0AE-4073-9BADAA170B68}"/>
              </a:ext>
            </a:extLst>
          </p:cNvPr>
          <p:cNvSpPr/>
          <p:nvPr/>
        </p:nvSpPr>
        <p:spPr>
          <a:xfrm>
            <a:off x="2493558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71" name="Rectangle 470">
            <a:extLst>
              <a:ext uri="{FF2B5EF4-FFF2-40B4-BE49-F238E27FC236}">
                <a16:creationId xmlns:a16="http://schemas.microsoft.com/office/drawing/2014/main" id="{29A392F0-72D7-3D77-26DF-4C69437004F5}"/>
              </a:ext>
            </a:extLst>
          </p:cNvPr>
          <p:cNvSpPr/>
          <p:nvPr/>
        </p:nvSpPr>
        <p:spPr>
          <a:xfrm>
            <a:off x="2565274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76" name="TextBox 475">
            <a:extLst>
              <a:ext uri="{FF2B5EF4-FFF2-40B4-BE49-F238E27FC236}">
                <a16:creationId xmlns:a16="http://schemas.microsoft.com/office/drawing/2014/main" id="{12BFD967-3A85-27BE-75C3-8775147C3BAA}"/>
              </a:ext>
            </a:extLst>
          </p:cNvPr>
          <p:cNvSpPr txBox="1"/>
          <p:nvPr/>
        </p:nvSpPr>
        <p:spPr>
          <a:xfrm>
            <a:off x="1982151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419" name="Straight Connector 418">
            <a:extLst>
              <a:ext uri="{FF2B5EF4-FFF2-40B4-BE49-F238E27FC236}">
                <a16:creationId xmlns:a16="http://schemas.microsoft.com/office/drawing/2014/main" id="{3C196F65-5912-0283-8B52-C6EEB1ABECD3}"/>
              </a:ext>
            </a:extLst>
          </p:cNvPr>
          <p:cNvCxnSpPr>
            <a:cxnSpLocks/>
          </p:cNvCxnSpPr>
          <p:nvPr/>
        </p:nvCxnSpPr>
        <p:spPr>
          <a:xfrm>
            <a:off x="3646488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1" name="Oval 420">
            <a:extLst>
              <a:ext uri="{FF2B5EF4-FFF2-40B4-BE49-F238E27FC236}">
                <a16:creationId xmlns:a16="http://schemas.microsoft.com/office/drawing/2014/main" id="{7E576870-6738-12B4-168C-DAB91F3D0A75}"/>
              </a:ext>
            </a:extLst>
          </p:cNvPr>
          <p:cNvSpPr/>
          <p:nvPr/>
        </p:nvSpPr>
        <p:spPr>
          <a:xfrm>
            <a:off x="3858808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422" name="Picture 421">
            <a:extLst>
              <a:ext uri="{FF2B5EF4-FFF2-40B4-BE49-F238E27FC236}">
                <a16:creationId xmlns:a16="http://schemas.microsoft.com/office/drawing/2014/main" id="{2BD8383C-6956-4528-5F2C-3C45353C40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5665999"/>
            <a:ext cx="728704" cy="728704"/>
          </a:xfrm>
          <a:prstGeom prst="rect">
            <a:avLst/>
          </a:prstGeom>
        </p:spPr>
      </p:pic>
      <p:sp>
        <p:nvSpPr>
          <p:cNvPr id="447" name="TextBox 446">
            <a:extLst>
              <a:ext uri="{FF2B5EF4-FFF2-40B4-BE49-F238E27FC236}">
                <a16:creationId xmlns:a16="http://schemas.microsoft.com/office/drawing/2014/main" id="{C449126B-50DE-5B97-30CC-939051B673A9}"/>
              </a:ext>
            </a:extLst>
          </p:cNvPr>
          <p:cNvSpPr txBox="1"/>
          <p:nvPr/>
        </p:nvSpPr>
        <p:spPr>
          <a:xfrm>
            <a:off x="3538537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507" name="TextBox 506">
            <a:extLst>
              <a:ext uri="{FF2B5EF4-FFF2-40B4-BE49-F238E27FC236}">
                <a16:creationId xmlns:a16="http://schemas.microsoft.com/office/drawing/2014/main" id="{E4D49EC4-DA9A-A961-54C7-B23210E9C01C}"/>
              </a:ext>
            </a:extLst>
          </p:cNvPr>
          <p:cNvSpPr txBox="1"/>
          <p:nvPr/>
        </p:nvSpPr>
        <p:spPr>
          <a:xfrm>
            <a:off x="5108409" y="1706007"/>
            <a:ext cx="3016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F)</a:t>
            </a:r>
          </a:p>
        </p:txBody>
      </p:sp>
      <p:sp>
        <p:nvSpPr>
          <p:cNvPr id="508" name="Plus Sign 507">
            <a:extLst>
              <a:ext uri="{FF2B5EF4-FFF2-40B4-BE49-F238E27FC236}">
                <a16:creationId xmlns:a16="http://schemas.microsoft.com/office/drawing/2014/main" id="{CEBBFCE4-7FBA-BCB0-DBC8-95D3E0075DDF}"/>
              </a:ext>
            </a:extLst>
          </p:cNvPr>
          <p:cNvSpPr/>
          <p:nvPr/>
        </p:nvSpPr>
        <p:spPr>
          <a:xfrm>
            <a:off x="6705786" y="1700644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09" name="Equals 508">
            <a:extLst>
              <a:ext uri="{FF2B5EF4-FFF2-40B4-BE49-F238E27FC236}">
                <a16:creationId xmlns:a16="http://schemas.microsoft.com/office/drawing/2014/main" id="{22486ABD-7E6F-B568-5215-E52DED7FC269}"/>
              </a:ext>
            </a:extLst>
          </p:cNvPr>
          <p:cNvSpPr/>
          <p:nvPr/>
        </p:nvSpPr>
        <p:spPr>
          <a:xfrm>
            <a:off x="8279950" y="1646553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571" name="Straight Connector 570">
            <a:extLst>
              <a:ext uri="{FF2B5EF4-FFF2-40B4-BE49-F238E27FC236}">
                <a16:creationId xmlns:a16="http://schemas.microsoft.com/office/drawing/2014/main" id="{BEC7FB0D-711B-F48F-1BE1-D20291F45E12}"/>
              </a:ext>
            </a:extLst>
          </p:cNvPr>
          <p:cNvCxnSpPr>
            <a:cxnSpLocks/>
          </p:cNvCxnSpPr>
          <p:nvPr/>
        </p:nvCxnSpPr>
        <p:spPr>
          <a:xfrm>
            <a:off x="5595014" y="255360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3" name="Oval 572">
            <a:extLst>
              <a:ext uri="{FF2B5EF4-FFF2-40B4-BE49-F238E27FC236}">
                <a16:creationId xmlns:a16="http://schemas.microsoft.com/office/drawing/2014/main" id="{71E627D1-F972-7B9B-A845-808A94F42417}"/>
              </a:ext>
            </a:extLst>
          </p:cNvPr>
          <p:cNvSpPr/>
          <p:nvPr/>
        </p:nvSpPr>
        <p:spPr>
          <a:xfrm>
            <a:off x="5807334" y="182125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574" name="Picture 573">
            <a:extLst>
              <a:ext uri="{FF2B5EF4-FFF2-40B4-BE49-F238E27FC236}">
                <a16:creationId xmlns:a16="http://schemas.microsoft.com/office/drawing/2014/main" id="{D6644829-FABF-AA74-8BA6-6974DAA893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1488853"/>
            <a:ext cx="728704" cy="728704"/>
          </a:xfrm>
          <a:prstGeom prst="rect">
            <a:avLst/>
          </a:prstGeom>
        </p:spPr>
      </p:pic>
      <p:sp>
        <p:nvSpPr>
          <p:cNvPr id="575" name="Rectangle 574">
            <a:extLst>
              <a:ext uri="{FF2B5EF4-FFF2-40B4-BE49-F238E27FC236}">
                <a16:creationId xmlns:a16="http://schemas.microsoft.com/office/drawing/2014/main" id="{9741C39F-065C-22E9-FEB3-B7FEF56BB0E1}"/>
              </a:ext>
            </a:extLst>
          </p:cNvPr>
          <p:cNvSpPr/>
          <p:nvPr/>
        </p:nvSpPr>
        <p:spPr>
          <a:xfrm>
            <a:off x="6067624" y="149201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76" name="Rectangle 575">
            <a:extLst>
              <a:ext uri="{FF2B5EF4-FFF2-40B4-BE49-F238E27FC236}">
                <a16:creationId xmlns:a16="http://schemas.microsoft.com/office/drawing/2014/main" id="{05B54CCD-675B-7F10-81DF-7B82B22D3B62}"/>
              </a:ext>
            </a:extLst>
          </p:cNvPr>
          <p:cNvSpPr/>
          <p:nvPr/>
        </p:nvSpPr>
        <p:spPr>
          <a:xfrm>
            <a:off x="6067624" y="156373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77" name="Rectangle 576">
            <a:extLst>
              <a:ext uri="{FF2B5EF4-FFF2-40B4-BE49-F238E27FC236}">
                <a16:creationId xmlns:a16="http://schemas.microsoft.com/office/drawing/2014/main" id="{07D71F1D-6A03-E678-807D-D4AA056863BC}"/>
              </a:ext>
            </a:extLst>
          </p:cNvPr>
          <p:cNvSpPr/>
          <p:nvPr/>
        </p:nvSpPr>
        <p:spPr>
          <a:xfrm>
            <a:off x="6067624" y="163544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78" name="Rectangle 577">
            <a:extLst>
              <a:ext uri="{FF2B5EF4-FFF2-40B4-BE49-F238E27FC236}">
                <a16:creationId xmlns:a16="http://schemas.microsoft.com/office/drawing/2014/main" id="{97F3131C-1666-AB63-23EA-24CFC7A54390}"/>
              </a:ext>
            </a:extLst>
          </p:cNvPr>
          <p:cNvSpPr/>
          <p:nvPr/>
        </p:nvSpPr>
        <p:spPr>
          <a:xfrm>
            <a:off x="6067624" y="170716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80" name="Rectangle 579">
            <a:extLst>
              <a:ext uri="{FF2B5EF4-FFF2-40B4-BE49-F238E27FC236}">
                <a16:creationId xmlns:a16="http://schemas.microsoft.com/office/drawing/2014/main" id="{6F8E1338-612A-97ED-A941-19DC477C27DC}"/>
              </a:ext>
            </a:extLst>
          </p:cNvPr>
          <p:cNvSpPr/>
          <p:nvPr/>
        </p:nvSpPr>
        <p:spPr>
          <a:xfrm>
            <a:off x="6067624" y="177888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92" name="Rectangle 591">
            <a:extLst>
              <a:ext uri="{FF2B5EF4-FFF2-40B4-BE49-F238E27FC236}">
                <a16:creationId xmlns:a16="http://schemas.microsoft.com/office/drawing/2014/main" id="{4541BED8-7955-542F-7029-5DD03E663E75}"/>
              </a:ext>
            </a:extLst>
          </p:cNvPr>
          <p:cNvSpPr/>
          <p:nvPr/>
        </p:nvSpPr>
        <p:spPr>
          <a:xfrm>
            <a:off x="5926753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93" name="Rectangle 592">
            <a:extLst>
              <a:ext uri="{FF2B5EF4-FFF2-40B4-BE49-F238E27FC236}">
                <a16:creationId xmlns:a16="http://schemas.microsoft.com/office/drawing/2014/main" id="{E790FAA2-11DE-FAC9-7022-E17D8D69A907}"/>
              </a:ext>
            </a:extLst>
          </p:cNvPr>
          <p:cNvSpPr/>
          <p:nvPr/>
        </p:nvSpPr>
        <p:spPr>
          <a:xfrm>
            <a:off x="5998470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99" name="TextBox 598">
            <a:extLst>
              <a:ext uri="{FF2B5EF4-FFF2-40B4-BE49-F238E27FC236}">
                <a16:creationId xmlns:a16="http://schemas.microsoft.com/office/drawing/2014/main" id="{F190C38B-4B36-05FC-6120-7FE65C510E38}"/>
              </a:ext>
            </a:extLst>
          </p:cNvPr>
          <p:cNvSpPr txBox="1"/>
          <p:nvPr/>
        </p:nvSpPr>
        <p:spPr>
          <a:xfrm>
            <a:off x="5487063" y="162237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542" name="Straight Connector 541">
            <a:extLst>
              <a:ext uri="{FF2B5EF4-FFF2-40B4-BE49-F238E27FC236}">
                <a16:creationId xmlns:a16="http://schemas.microsoft.com/office/drawing/2014/main" id="{C773AEBC-C854-0069-E30B-29E1E2A43394}"/>
              </a:ext>
            </a:extLst>
          </p:cNvPr>
          <p:cNvCxnSpPr>
            <a:cxnSpLocks/>
          </p:cNvCxnSpPr>
          <p:nvPr/>
        </p:nvCxnSpPr>
        <p:spPr>
          <a:xfrm>
            <a:off x="7169178" y="255360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4" name="Oval 543">
            <a:extLst>
              <a:ext uri="{FF2B5EF4-FFF2-40B4-BE49-F238E27FC236}">
                <a16:creationId xmlns:a16="http://schemas.microsoft.com/office/drawing/2014/main" id="{57A103DB-8EB6-68D8-98C9-DA5117D8A6DA}"/>
              </a:ext>
            </a:extLst>
          </p:cNvPr>
          <p:cNvSpPr/>
          <p:nvPr/>
        </p:nvSpPr>
        <p:spPr>
          <a:xfrm>
            <a:off x="7381498" y="182125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545" name="Picture 544">
            <a:extLst>
              <a:ext uri="{FF2B5EF4-FFF2-40B4-BE49-F238E27FC236}">
                <a16:creationId xmlns:a16="http://schemas.microsoft.com/office/drawing/2014/main" id="{1F063783-592E-08CF-038D-C3E7B01BD4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1488853"/>
            <a:ext cx="728704" cy="728704"/>
          </a:xfrm>
          <a:prstGeom prst="rect">
            <a:avLst/>
          </a:prstGeom>
        </p:spPr>
      </p:pic>
      <p:sp>
        <p:nvSpPr>
          <p:cNvPr id="570" name="TextBox 569">
            <a:extLst>
              <a:ext uri="{FF2B5EF4-FFF2-40B4-BE49-F238E27FC236}">
                <a16:creationId xmlns:a16="http://schemas.microsoft.com/office/drawing/2014/main" id="{C2A1D9FB-D898-BD7A-81BB-FAAE58754013}"/>
              </a:ext>
            </a:extLst>
          </p:cNvPr>
          <p:cNvSpPr txBox="1"/>
          <p:nvPr/>
        </p:nvSpPr>
        <p:spPr>
          <a:xfrm>
            <a:off x="7061227" y="162237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513" name="Straight Connector 512">
            <a:extLst>
              <a:ext uri="{FF2B5EF4-FFF2-40B4-BE49-F238E27FC236}">
                <a16:creationId xmlns:a16="http://schemas.microsoft.com/office/drawing/2014/main" id="{4FA6B302-81EC-77D1-B674-51E9ADB585BF}"/>
              </a:ext>
            </a:extLst>
          </p:cNvPr>
          <p:cNvCxnSpPr>
            <a:cxnSpLocks/>
          </p:cNvCxnSpPr>
          <p:nvPr/>
        </p:nvCxnSpPr>
        <p:spPr>
          <a:xfrm>
            <a:off x="8725564" y="255360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5" name="Oval 514">
            <a:extLst>
              <a:ext uri="{FF2B5EF4-FFF2-40B4-BE49-F238E27FC236}">
                <a16:creationId xmlns:a16="http://schemas.microsoft.com/office/drawing/2014/main" id="{EFFEF5F0-9ED0-A2C9-19FB-8ABAFF28B1A4}"/>
              </a:ext>
            </a:extLst>
          </p:cNvPr>
          <p:cNvSpPr/>
          <p:nvPr/>
        </p:nvSpPr>
        <p:spPr>
          <a:xfrm>
            <a:off x="8937884" y="182125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516" name="Picture 515">
            <a:extLst>
              <a:ext uri="{FF2B5EF4-FFF2-40B4-BE49-F238E27FC236}">
                <a16:creationId xmlns:a16="http://schemas.microsoft.com/office/drawing/2014/main" id="{34B25DF2-2DAC-8417-15A7-530377A3A9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1488853"/>
            <a:ext cx="728704" cy="728704"/>
          </a:xfrm>
          <a:prstGeom prst="rect">
            <a:avLst/>
          </a:prstGeom>
        </p:spPr>
      </p:pic>
      <p:sp>
        <p:nvSpPr>
          <p:cNvPr id="541" name="TextBox 540">
            <a:extLst>
              <a:ext uri="{FF2B5EF4-FFF2-40B4-BE49-F238E27FC236}">
                <a16:creationId xmlns:a16="http://schemas.microsoft.com/office/drawing/2014/main" id="{8856872A-166E-807B-BFB7-1A8D920AF754}"/>
              </a:ext>
            </a:extLst>
          </p:cNvPr>
          <p:cNvSpPr txBox="1"/>
          <p:nvPr/>
        </p:nvSpPr>
        <p:spPr>
          <a:xfrm>
            <a:off x="8617613" y="162237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601" name="TextBox 600">
            <a:extLst>
              <a:ext uri="{FF2B5EF4-FFF2-40B4-BE49-F238E27FC236}">
                <a16:creationId xmlns:a16="http://schemas.microsoft.com/office/drawing/2014/main" id="{7F66724C-F99E-0032-84A1-294037033290}"/>
              </a:ext>
            </a:extLst>
          </p:cNvPr>
          <p:cNvSpPr txBox="1"/>
          <p:nvPr/>
        </p:nvSpPr>
        <p:spPr>
          <a:xfrm>
            <a:off x="5095585" y="3098389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G)</a:t>
            </a:r>
          </a:p>
        </p:txBody>
      </p:sp>
      <p:sp>
        <p:nvSpPr>
          <p:cNvPr id="602" name="Plus Sign 601">
            <a:extLst>
              <a:ext uri="{FF2B5EF4-FFF2-40B4-BE49-F238E27FC236}">
                <a16:creationId xmlns:a16="http://schemas.microsoft.com/office/drawing/2014/main" id="{3B91B6FE-CA2E-60EE-1E04-FE8D71D4AF57}"/>
              </a:ext>
            </a:extLst>
          </p:cNvPr>
          <p:cNvSpPr/>
          <p:nvPr/>
        </p:nvSpPr>
        <p:spPr>
          <a:xfrm>
            <a:off x="6705786" y="3093026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03" name="Equals 602">
            <a:extLst>
              <a:ext uri="{FF2B5EF4-FFF2-40B4-BE49-F238E27FC236}">
                <a16:creationId xmlns:a16="http://schemas.microsoft.com/office/drawing/2014/main" id="{B98242E9-7926-C74F-68BD-81966DAFA7FD}"/>
              </a:ext>
            </a:extLst>
          </p:cNvPr>
          <p:cNvSpPr/>
          <p:nvPr/>
        </p:nvSpPr>
        <p:spPr>
          <a:xfrm>
            <a:off x="8279950" y="3038935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665" name="Straight Connector 664">
            <a:extLst>
              <a:ext uri="{FF2B5EF4-FFF2-40B4-BE49-F238E27FC236}">
                <a16:creationId xmlns:a16="http://schemas.microsoft.com/office/drawing/2014/main" id="{F98BE637-818A-EA6F-19C5-3867D51CFA95}"/>
              </a:ext>
            </a:extLst>
          </p:cNvPr>
          <p:cNvCxnSpPr>
            <a:cxnSpLocks/>
          </p:cNvCxnSpPr>
          <p:nvPr/>
        </p:nvCxnSpPr>
        <p:spPr>
          <a:xfrm>
            <a:off x="5595014" y="3945982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7" name="Oval 666">
            <a:extLst>
              <a:ext uri="{FF2B5EF4-FFF2-40B4-BE49-F238E27FC236}">
                <a16:creationId xmlns:a16="http://schemas.microsoft.com/office/drawing/2014/main" id="{B7F46FD6-5FC1-194E-190B-890D5F4AC2B2}"/>
              </a:ext>
            </a:extLst>
          </p:cNvPr>
          <p:cNvSpPr/>
          <p:nvPr/>
        </p:nvSpPr>
        <p:spPr>
          <a:xfrm>
            <a:off x="5807334" y="3213634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668" name="Picture 667">
            <a:extLst>
              <a:ext uri="{FF2B5EF4-FFF2-40B4-BE49-F238E27FC236}">
                <a16:creationId xmlns:a16="http://schemas.microsoft.com/office/drawing/2014/main" id="{3A12F198-2167-D553-DE2F-1DE4B07C6C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2881235"/>
            <a:ext cx="728704" cy="728704"/>
          </a:xfrm>
          <a:prstGeom prst="rect">
            <a:avLst/>
          </a:prstGeom>
        </p:spPr>
      </p:pic>
      <p:sp>
        <p:nvSpPr>
          <p:cNvPr id="669" name="Rectangle 668">
            <a:extLst>
              <a:ext uri="{FF2B5EF4-FFF2-40B4-BE49-F238E27FC236}">
                <a16:creationId xmlns:a16="http://schemas.microsoft.com/office/drawing/2014/main" id="{78FA82BF-E9E5-7363-7E2B-5CC0EDFB076D}"/>
              </a:ext>
            </a:extLst>
          </p:cNvPr>
          <p:cNvSpPr/>
          <p:nvPr/>
        </p:nvSpPr>
        <p:spPr>
          <a:xfrm>
            <a:off x="6071432" y="288439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70" name="Rectangle 669">
            <a:extLst>
              <a:ext uri="{FF2B5EF4-FFF2-40B4-BE49-F238E27FC236}">
                <a16:creationId xmlns:a16="http://schemas.microsoft.com/office/drawing/2014/main" id="{6A72D5EC-E6A1-A9D6-DA8C-064DF1496F51}"/>
              </a:ext>
            </a:extLst>
          </p:cNvPr>
          <p:cNvSpPr/>
          <p:nvPr/>
        </p:nvSpPr>
        <p:spPr>
          <a:xfrm>
            <a:off x="6071432" y="295611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71" name="Rectangle 670">
            <a:extLst>
              <a:ext uri="{FF2B5EF4-FFF2-40B4-BE49-F238E27FC236}">
                <a16:creationId xmlns:a16="http://schemas.microsoft.com/office/drawing/2014/main" id="{1A3928E1-A4D4-6F69-1244-C0E09C7502ED}"/>
              </a:ext>
            </a:extLst>
          </p:cNvPr>
          <p:cNvSpPr/>
          <p:nvPr/>
        </p:nvSpPr>
        <p:spPr>
          <a:xfrm>
            <a:off x="6071432" y="302783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86" name="Rectangle 685">
            <a:extLst>
              <a:ext uri="{FF2B5EF4-FFF2-40B4-BE49-F238E27FC236}">
                <a16:creationId xmlns:a16="http://schemas.microsoft.com/office/drawing/2014/main" id="{DB5E86EC-A264-9848-6BA7-F488B0CE7C6C}"/>
              </a:ext>
            </a:extLst>
          </p:cNvPr>
          <p:cNvSpPr/>
          <p:nvPr/>
        </p:nvSpPr>
        <p:spPr>
          <a:xfrm>
            <a:off x="5926753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87" name="Rectangle 686">
            <a:extLst>
              <a:ext uri="{FF2B5EF4-FFF2-40B4-BE49-F238E27FC236}">
                <a16:creationId xmlns:a16="http://schemas.microsoft.com/office/drawing/2014/main" id="{A7AE9099-D7B2-C66B-766F-989498663A47}"/>
              </a:ext>
            </a:extLst>
          </p:cNvPr>
          <p:cNvSpPr/>
          <p:nvPr/>
        </p:nvSpPr>
        <p:spPr>
          <a:xfrm>
            <a:off x="5998470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93" name="TextBox 692">
            <a:extLst>
              <a:ext uri="{FF2B5EF4-FFF2-40B4-BE49-F238E27FC236}">
                <a16:creationId xmlns:a16="http://schemas.microsoft.com/office/drawing/2014/main" id="{549748BF-0CED-28D6-EF6C-24E579B62B8B}"/>
              </a:ext>
            </a:extLst>
          </p:cNvPr>
          <p:cNvSpPr txBox="1"/>
          <p:nvPr/>
        </p:nvSpPr>
        <p:spPr>
          <a:xfrm>
            <a:off x="5487063" y="301475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636" name="Straight Connector 635">
            <a:extLst>
              <a:ext uri="{FF2B5EF4-FFF2-40B4-BE49-F238E27FC236}">
                <a16:creationId xmlns:a16="http://schemas.microsoft.com/office/drawing/2014/main" id="{6E982D62-084C-99BE-ED52-20024DFBE627}"/>
              </a:ext>
            </a:extLst>
          </p:cNvPr>
          <p:cNvCxnSpPr>
            <a:cxnSpLocks/>
          </p:cNvCxnSpPr>
          <p:nvPr/>
        </p:nvCxnSpPr>
        <p:spPr>
          <a:xfrm>
            <a:off x="7169178" y="3945982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8" name="Oval 637">
            <a:extLst>
              <a:ext uri="{FF2B5EF4-FFF2-40B4-BE49-F238E27FC236}">
                <a16:creationId xmlns:a16="http://schemas.microsoft.com/office/drawing/2014/main" id="{A1075176-525B-5557-D447-8CF11D62E664}"/>
              </a:ext>
            </a:extLst>
          </p:cNvPr>
          <p:cNvSpPr/>
          <p:nvPr/>
        </p:nvSpPr>
        <p:spPr>
          <a:xfrm>
            <a:off x="7381498" y="3213634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639" name="Picture 638">
            <a:extLst>
              <a:ext uri="{FF2B5EF4-FFF2-40B4-BE49-F238E27FC236}">
                <a16:creationId xmlns:a16="http://schemas.microsoft.com/office/drawing/2014/main" id="{8E8B3C41-3415-9F26-4179-2F433B1EDB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2881235"/>
            <a:ext cx="728704" cy="728704"/>
          </a:xfrm>
          <a:prstGeom prst="rect">
            <a:avLst/>
          </a:prstGeom>
        </p:spPr>
      </p:pic>
      <p:sp>
        <p:nvSpPr>
          <p:cNvPr id="642" name="Rectangle 641">
            <a:extLst>
              <a:ext uri="{FF2B5EF4-FFF2-40B4-BE49-F238E27FC236}">
                <a16:creationId xmlns:a16="http://schemas.microsoft.com/office/drawing/2014/main" id="{E6E21E7F-34C0-488E-AED6-00AB54BCA848}"/>
              </a:ext>
            </a:extLst>
          </p:cNvPr>
          <p:cNvSpPr/>
          <p:nvPr/>
        </p:nvSpPr>
        <p:spPr>
          <a:xfrm>
            <a:off x="7572295" y="302783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43" name="Rectangle 642">
            <a:extLst>
              <a:ext uri="{FF2B5EF4-FFF2-40B4-BE49-F238E27FC236}">
                <a16:creationId xmlns:a16="http://schemas.microsoft.com/office/drawing/2014/main" id="{331E600F-9B20-009F-C92A-EEEE74ED3753}"/>
              </a:ext>
            </a:extLst>
          </p:cNvPr>
          <p:cNvSpPr/>
          <p:nvPr/>
        </p:nvSpPr>
        <p:spPr>
          <a:xfrm>
            <a:off x="7572295" y="309954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45" name="Rectangle 644">
            <a:extLst>
              <a:ext uri="{FF2B5EF4-FFF2-40B4-BE49-F238E27FC236}">
                <a16:creationId xmlns:a16="http://schemas.microsoft.com/office/drawing/2014/main" id="{237B542F-387A-1B91-3DAC-F98B3B7F6744}"/>
              </a:ext>
            </a:extLst>
          </p:cNvPr>
          <p:cNvSpPr/>
          <p:nvPr/>
        </p:nvSpPr>
        <p:spPr>
          <a:xfrm>
            <a:off x="7572295" y="317126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47" name="Rectangle 646">
            <a:extLst>
              <a:ext uri="{FF2B5EF4-FFF2-40B4-BE49-F238E27FC236}">
                <a16:creationId xmlns:a16="http://schemas.microsoft.com/office/drawing/2014/main" id="{B2E7A636-F47C-766B-8C75-83FEB8A7789C}"/>
              </a:ext>
            </a:extLst>
          </p:cNvPr>
          <p:cNvSpPr/>
          <p:nvPr/>
        </p:nvSpPr>
        <p:spPr>
          <a:xfrm>
            <a:off x="7572295" y="324298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49" name="Rectangle 648">
            <a:extLst>
              <a:ext uri="{FF2B5EF4-FFF2-40B4-BE49-F238E27FC236}">
                <a16:creationId xmlns:a16="http://schemas.microsoft.com/office/drawing/2014/main" id="{D24BCD12-7ECA-91E4-A39D-94A41CE151CC}"/>
              </a:ext>
            </a:extLst>
          </p:cNvPr>
          <p:cNvSpPr/>
          <p:nvPr/>
        </p:nvSpPr>
        <p:spPr>
          <a:xfrm>
            <a:off x="7572295" y="331469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51" name="Rectangle 650">
            <a:extLst>
              <a:ext uri="{FF2B5EF4-FFF2-40B4-BE49-F238E27FC236}">
                <a16:creationId xmlns:a16="http://schemas.microsoft.com/office/drawing/2014/main" id="{80D52980-0732-32BF-066D-3374811C7769}"/>
              </a:ext>
            </a:extLst>
          </p:cNvPr>
          <p:cNvSpPr/>
          <p:nvPr/>
        </p:nvSpPr>
        <p:spPr>
          <a:xfrm>
            <a:off x="7572295" y="338641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53" name="Rectangle 652">
            <a:extLst>
              <a:ext uri="{FF2B5EF4-FFF2-40B4-BE49-F238E27FC236}">
                <a16:creationId xmlns:a16="http://schemas.microsoft.com/office/drawing/2014/main" id="{F0E3EE05-CCF6-C876-E6EC-1B56D14BCF13}"/>
              </a:ext>
            </a:extLst>
          </p:cNvPr>
          <p:cNvSpPr/>
          <p:nvPr/>
        </p:nvSpPr>
        <p:spPr>
          <a:xfrm>
            <a:off x="7572295" y="345813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55" name="Rectangle 654">
            <a:extLst>
              <a:ext uri="{FF2B5EF4-FFF2-40B4-BE49-F238E27FC236}">
                <a16:creationId xmlns:a16="http://schemas.microsoft.com/office/drawing/2014/main" id="{890F1DCC-09DE-FA3A-90E5-0B782CAD8E13}"/>
              </a:ext>
            </a:extLst>
          </p:cNvPr>
          <p:cNvSpPr/>
          <p:nvPr/>
        </p:nvSpPr>
        <p:spPr>
          <a:xfrm>
            <a:off x="7572295" y="352984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57" name="Rectangle 656">
            <a:extLst>
              <a:ext uri="{FF2B5EF4-FFF2-40B4-BE49-F238E27FC236}">
                <a16:creationId xmlns:a16="http://schemas.microsoft.com/office/drawing/2014/main" id="{1BF0F57D-BE70-9328-1FE7-B49AB8688F42}"/>
              </a:ext>
            </a:extLst>
          </p:cNvPr>
          <p:cNvSpPr/>
          <p:nvPr/>
        </p:nvSpPr>
        <p:spPr>
          <a:xfrm>
            <a:off x="7500917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664" name="TextBox 663">
            <a:extLst>
              <a:ext uri="{FF2B5EF4-FFF2-40B4-BE49-F238E27FC236}">
                <a16:creationId xmlns:a16="http://schemas.microsoft.com/office/drawing/2014/main" id="{1FA70C5F-9DE7-183D-BCE0-3D1FB6656330}"/>
              </a:ext>
            </a:extLst>
          </p:cNvPr>
          <p:cNvSpPr txBox="1"/>
          <p:nvPr/>
        </p:nvSpPr>
        <p:spPr>
          <a:xfrm>
            <a:off x="7061227" y="301475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607" name="Straight Connector 606">
            <a:extLst>
              <a:ext uri="{FF2B5EF4-FFF2-40B4-BE49-F238E27FC236}">
                <a16:creationId xmlns:a16="http://schemas.microsoft.com/office/drawing/2014/main" id="{E98CD451-FD14-B48D-5406-CAAC4CF7BE61}"/>
              </a:ext>
            </a:extLst>
          </p:cNvPr>
          <p:cNvCxnSpPr>
            <a:cxnSpLocks/>
          </p:cNvCxnSpPr>
          <p:nvPr/>
        </p:nvCxnSpPr>
        <p:spPr>
          <a:xfrm>
            <a:off x="8725564" y="3945982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9" name="Oval 608">
            <a:extLst>
              <a:ext uri="{FF2B5EF4-FFF2-40B4-BE49-F238E27FC236}">
                <a16:creationId xmlns:a16="http://schemas.microsoft.com/office/drawing/2014/main" id="{B4FBFF9F-791B-1879-5572-1F78958580FB}"/>
              </a:ext>
            </a:extLst>
          </p:cNvPr>
          <p:cNvSpPr/>
          <p:nvPr/>
        </p:nvSpPr>
        <p:spPr>
          <a:xfrm>
            <a:off x="8937884" y="3213634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610" name="Picture 609">
            <a:extLst>
              <a:ext uri="{FF2B5EF4-FFF2-40B4-BE49-F238E27FC236}">
                <a16:creationId xmlns:a16="http://schemas.microsoft.com/office/drawing/2014/main" id="{344A324A-2293-BEA5-AF02-4FE50EDEA6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2881235"/>
            <a:ext cx="728704" cy="728704"/>
          </a:xfrm>
          <a:prstGeom prst="rect">
            <a:avLst/>
          </a:prstGeom>
        </p:spPr>
      </p:pic>
      <p:sp>
        <p:nvSpPr>
          <p:cNvPr id="635" name="TextBox 634">
            <a:extLst>
              <a:ext uri="{FF2B5EF4-FFF2-40B4-BE49-F238E27FC236}">
                <a16:creationId xmlns:a16="http://schemas.microsoft.com/office/drawing/2014/main" id="{B5C8DAC0-E8D1-8D52-7E7E-1A448C0679E0}"/>
              </a:ext>
            </a:extLst>
          </p:cNvPr>
          <p:cNvSpPr txBox="1"/>
          <p:nvPr/>
        </p:nvSpPr>
        <p:spPr>
          <a:xfrm>
            <a:off x="8617613" y="301475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695" name="TextBox 694">
            <a:extLst>
              <a:ext uri="{FF2B5EF4-FFF2-40B4-BE49-F238E27FC236}">
                <a16:creationId xmlns:a16="http://schemas.microsoft.com/office/drawing/2014/main" id="{FF18D682-74E3-0876-18C3-988CD8368FE2}"/>
              </a:ext>
            </a:extLst>
          </p:cNvPr>
          <p:cNvSpPr txBox="1"/>
          <p:nvPr/>
        </p:nvSpPr>
        <p:spPr>
          <a:xfrm>
            <a:off x="5095585" y="4490771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H)</a:t>
            </a:r>
          </a:p>
        </p:txBody>
      </p:sp>
      <p:sp>
        <p:nvSpPr>
          <p:cNvPr id="696" name="Plus Sign 695">
            <a:extLst>
              <a:ext uri="{FF2B5EF4-FFF2-40B4-BE49-F238E27FC236}">
                <a16:creationId xmlns:a16="http://schemas.microsoft.com/office/drawing/2014/main" id="{95669BB9-B292-46A8-24AE-797775915F28}"/>
              </a:ext>
            </a:extLst>
          </p:cNvPr>
          <p:cNvSpPr/>
          <p:nvPr/>
        </p:nvSpPr>
        <p:spPr>
          <a:xfrm>
            <a:off x="6705786" y="4485408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97" name="Equals 696">
            <a:extLst>
              <a:ext uri="{FF2B5EF4-FFF2-40B4-BE49-F238E27FC236}">
                <a16:creationId xmlns:a16="http://schemas.microsoft.com/office/drawing/2014/main" id="{B23E4139-BE9C-D71A-9B8C-6414D2E58997}"/>
              </a:ext>
            </a:extLst>
          </p:cNvPr>
          <p:cNvSpPr/>
          <p:nvPr/>
        </p:nvSpPr>
        <p:spPr>
          <a:xfrm>
            <a:off x="8279950" y="4431317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759" name="Straight Connector 758">
            <a:extLst>
              <a:ext uri="{FF2B5EF4-FFF2-40B4-BE49-F238E27FC236}">
                <a16:creationId xmlns:a16="http://schemas.microsoft.com/office/drawing/2014/main" id="{1555470D-345C-1854-5942-1D3EAF02C60E}"/>
              </a:ext>
            </a:extLst>
          </p:cNvPr>
          <p:cNvCxnSpPr>
            <a:cxnSpLocks/>
          </p:cNvCxnSpPr>
          <p:nvPr/>
        </p:nvCxnSpPr>
        <p:spPr>
          <a:xfrm>
            <a:off x="5595014" y="5338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61" name="Oval 760">
            <a:extLst>
              <a:ext uri="{FF2B5EF4-FFF2-40B4-BE49-F238E27FC236}">
                <a16:creationId xmlns:a16="http://schemas.microsoft.com/office/drawing/2014/main" id="{4E857FB3-A8D4-B02A-1A3A-7D5D5A6531B8}"/>
              </a:ext>
            </a:extLst>
          </p:cNvPr>
          <p:cNvSpPr/>
          <p:nvPr/>
        </p:nvSpPr>
        <p:spPr>
          <a:xfrm>
            <a:off x="5807334" y="4606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62" name="Picture 761">
            <a:extLst>
              <a:ext uri="{FF2B5EF4-FFF2-40B4-BE49-F238E27FC236}">
                <a16:creationId xmlns:a16="http://schemas.microsoft.com/office/drawing/2014/main" id="{A728B983-5855-E084-C14B-A5FD92044B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4273617"/>
            <a:ext cx="728704" cy="728704"/>
          </a:xfrm>
          <a:prstGeom prst="rect">
            <a:avLst/>
          </a:prstGeom>
        </p:spPr>
      </p:pic>
      <p:sp>
        <p:nvSpPr>
          <p:cNvPr id="763" name="Rectangle 762">
            <a:extLst>
              <a:ext uri="{FF2B5EF4-FFF2-40B4-BE49-F238E27FC236}">
                <a16:creationId xmlns:a16="http://schemas.microsoft.com/office/drawing/2014/main" id="{F6C2C752-3BBF-3F8A-2985-D8B03E36F3A4}"/>
              </a:ext>
            </a:extLst>
          </p:cNvPr>
          <p:cNvSpPr/>
          <p:nvPr/>
        </p:nvSpPr>
        <p:spPr>
          <a:xfrm>
            <a:off x="6139845" y="42767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64" name="Rectangle 763">
            <a:extLst>
              <a:ext uri="{FF2B5EF4-FFF2-40B4-BE49-F238E27FC236}">
                <a16:creationId xmlns:a16="http://schemas.microsoft.com/office/drawing/2014/main" id="{296517DB-B746-28E7-E10B-9F1952EBEFD6}"/>
              </a:ext>
            </a:extLst>
          </p:cNvPr>
          <p:cNvSpPr/>
          <p:nvPr/>
        </p:nvSpPr>
        <p:spPr>
          <a:xfrm>
            <a:off x="6139845" y="43484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65" name="Rectangle 764">
            <a:extLst>
              <a:ext uri="{FF2B5EF4-FFF2-40B4-BE49-F238E27FC236}">
                <a16:creationId xmlns:a16="http://schemas.microsoft.com/office/drawing/2014/main" id="{EE1459E7-0BD3-CD6B-3C89-62B83E9E2D69}"/>
              </a:ext>
            </a:extLst>
          </p:cNvPr>
          <p:cNvSpPr/>
          <p:nvPr/>
        </p:nvSpPr>
        <p:spPr>
          <a:xfrm>
            <a:off x="6139845" y="44202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66" name="Rectangle 765">
            <a:extLst>
              <a:ext uri="{FF2B5EF4-FFF2-40B4-BE49-F238E27FC236}">
                <a16:creationId xmlns:a16="http://schemas.microsoft.com/office/drawing/2014/main" id="{372F9207-987C-8FB0-8555-44E6621B54FD}"/>
              </a:ext>
            </a:extLst>
          </p:cNvPr>
          <p:cNvSpPr/>
          <p:nvPr/>
        </p:nvSpPr>
        <p:spPr>
          <a:xfrm>
            <a:off x="6139845" y="44919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68" name="Rectangle 767">
            <a:extLst>
              <a:ext uri="{FF2B5EF4-FFF2-40B4-BE49-F238E27FC236}">
                <a16:creationId xmlns:a16="http://schemas.microsoft.com/office/drawing/2014/main" id="{1CB90F32-9EF0-80FB-1932-1FD04C948D24}"/>
              </a:ext>
            </a:extLst>
          </p:cNvPr>
          <p:cNvSpPr/>
          <p:nvPr/>
        </p:nvSpPr>
        <p:spPr>
          <a:xfrm>
            <a:off x="6139845" y="456364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69" name="Rectangle 768">
            <a:extLst>
              <a:ext uri="{FF2B5EF4-FFF2-40B4-BE49-F238E27FC236}">
                <a16:creationId xmlns:a16="http://schemas.microsoft.com/office/drawing/2014/main" id="{C4741E33-3CE3-DC9A-A3E5-35DB524C14CE}"/>
              </a:ext>
            </a:extLst>
          </p:cNvPr>
          <p:cNvSpPr/>
          <p:nvPr/>
        </p:nvSpPr>
        <p:spPr>
          <a:xfrm>
            <a:off x="6211561" y="456364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70" name="Rectangle 769">
            <a:extLst>
              <a:ext uri="{FF2B5EF4-FFF2-40B4-BE49-F238E27FC236}">
                <a16:creationId xmlns:a16="http://schemas.microsoft.com/office/drawing/2014/main" id="{42810122-662C-059C-56C8-DD9590E9E090}"/>
              </a:ext>
            </a:extLst>
          </p:cNvPr>
          <p:cNvSpPr/>
          <p:nvPr/>
        </p:nvSpPr>
        <p:spPr>
          <a:xfrm>
            <a:off x="6139845" y="463536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71" name="Rectangle 770">
            <a:extLst>
              <a:ext uri="{FF2B5EF4-FFF2-40B4-BE49-F238E27FC236}">
                <a16:creationId xmlns:a16="http://schemas.microsoft.com/office/drawing/2014/main" id="{3352A117-693F-A138-64A4-214C65ECC7B1}"/>
              </a:ext>
            </a:extLst>
          </p:cNvPr>
          <p:cNvSpPr/>
          <p:nvPr/>
        </p:nvSpPr>
        <p:spPr>
          <a:xfrm>
            <a:off x="6211561" y="463536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72" name="Rectangle 771">
            <a:extLst>
              <a:ext uri="{FF2B5EF4-FFF2-40B4-BE49-F238E27FC236}">
                <a16:creationId xmlns:a16="http://schemas.microsoft.com/office/drawing/2014/main" id="{80C8167F-0838-0A96-5248-8C3087BAC3E0}"/>
              </a:ext>
            </a:extLst>
          </p:cNvPr>
          <p:cNvSpPr/>
          <p:nvPr/>
        </p:nvSpPr>
        <p:spPr>
          <a:xfrm>
            <a:off x="6139845" y="47070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73" name="Rectangle 772">
            <a:extLst>
              <a:ext uri="{FF2B5EF4-FFF2-40B4-BE49-F238E27FC236}">
                <a16:creationId xmlns:a16="http://schemas.microsoft.com/office/drawing/2014/main" id="{48BB2ADC-CFC8-A6D2-B711-EE69501266E1}"/>
              </a:ext>
            </a:extLst>
          </p:cNvPr>
          <p:cNvSpPr/>
          <p:nvPr/>
        </p:nvSpPr>
        <p:spPr>
          <a:xfrm>
            <a:off x="6211561" y="47070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74" name="Rectangle 773">
            <a:extLst>
              <a:ext uri="{FF2B5EF4-FFF2-40B4-BE49-F238E27FC236}">
                <a16:creationId xmlns:a16="http://schemas.microsoft.com/office/drawing/2014/main" id="{9AA8D63D-8BD0-D233-9867-7C3947FF996F}"/>
              </a:ext>
            </a:extLst>
          </p:cNvPr>
          <p:cNvSpPr/>
          <p:nvPr/>
        </p:nvSpPr>
        <p:spPr>
          <a:xfrm>
            <a:off x="6139845" y="47787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75" name="Rectangle 774">
            <a:extLst>
              <a:ext uri="{FF2B5EF4-FFF2-40B4-BE49-F238E27FC236}">
                <a16:creationId xmlns:a16="http://schemas.microsoft.com/office/drawing/2014/main" id="{E2808AC9-82D4-62E7-B302-047AD147DEB4}"/>
              </a:ext>
            </a:extLst>
          </p:cNvPr>
          <p:cNvSpPr/>
          <p:nvPr/>
        </p:nvSpPr>
        <p:spPr>
          <a:xfrm>
            <a:off x="6211561" y="47787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76" name="Rectangle 775">
            <a:extLst>
              <a:ext uri="{FF2B5EF4-FFF2-40B4-BE49-F238E27FC236}">
                <a16:creationId xmlns:a16="http://schemas.microsoft.com/office/drawing/2014/main" id="{CDDB8D6C-4227-4B4E-43EC-2B9AED636A74}"/>
              </a:ext>
            </a:extLst>
          </p:cNvPr>
          <p:cNvSpPr/>
          <p:nvPr/>
        </p:nvSpPr>
        <p:spPr>
          <a:xfrm>
            <a:off x="6139845" y="48505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77" name="Rectangle 776">
            <a:extLst>
              <a:ext uri="{FF2B5EF4-FFF2-40B4-BE49-F238E27FC236}">
                <a16:creationId xmlns:a16="http://schemas.microsoft.com/office/drawing/2014/main" id="{A15AC380-55C2-0425-AAB1-F0E3B25C8986}"/>
              </a:ext>
            </a:extLst>
          </p:cNvPr>
          <p:cNvSpPr/>
          <p:nvPr/>
        </p:nvSpPr>
        <p:spPr>
          <a:xfrm>
            <a:off x="6211561" y="48505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78" name="Rectangle 777">
            <a:extLst>
              <a:ext uri="{FF2B5EF4-FFF2-40B4-BE49-F238E27FC236}">
                <a16:creationId xmlns:a16="http://schemas.microsoft.com/office/drawing/2014/main" id="{73C62541-37B0-E6A7-594D-365DD1A6A7DA}"/>
              </a:ext>
            </a:extLst>
          </p:cNvPr>
          <p:cNvSpPr/>
          <p:nvPr/>
        </p:nvSpPr>
        <p:spPr>
          <a:xfrm>
            <a:off x="6139845" y="49222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79" name="Rectangle 778">
            <a:extLst>
              <a:ext uri="{FF2B5EF4-FFF2-40B4-BE49-F238E27FC236}">
                <a16:creationId xmlns:a16="http://schemas.microsoft.com/office/drawing/2014/main" id="{5E2A2C65-BF48-91F7-EDF8-4AF1FC6025E1}"/>
              </a:ext>
            </a:extLst>
          </p:cNvPr>
          <p:cNvSpPr/>
          <p:nvPr/>
        </p:nvSpPr>
        <p:spPr>
          <a:xfrm>
            <a:off x="6211561" y="49222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787" name="TextBox 786">
            <a:extLst>
              <a:ext uri="{FF2B5EF4-FFF2-40B4-BE49-F238E27FC236}">
                <a16:creationId xmlns:a16="http://schemas.microsoft.com/office/drawing/2014/main" id="{B0EE47BD-7C0C-A4AB-EA93-662BF11E53C7}"/>
              </a:ext>
            </a:extLst>
          </p:cNvPr>
          <p:cNvSpPr txBox="1"/>
          <p:nvPr/>
        </p:nvSpPr>
        <p:spPr>
          <a:xfrm>
            <a:off x="5487063" y="44071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730" name="Straight Connector 729">
            <a:extLst>
              <a:ext uri="{FF2B5EF4-FFF2-40B4-BE49-F238E27FC236}">
                <a16:creationId xmlns:a16="http://schemas.microsoft.com/office/drawing/2014/main" id="{46B1C302-E400-899A-4BDD-69BF55C93DDF}"/>
              </a:ext>
            </a:extLst>
          </p:cNvPr>
          <p:cNvCxnSpPr>
            <a:cxnSpLocks/>
          </p:cNvCxnSpPr>
          <p:nvPr/>
        </p:nvCxnSpPr>
        <p:spPr>
          <a:xfrm>
            <a:off x="7169178" y="5338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32" name="Oval 731">
            <a:extLst>
              <a:ext uri="{FF2B5EF4-FFF2-40B4-BE49-F238E27FC236}">
                <a16:creationId xmlns:a16="http://schemas.microsoft.com/office/drawing/2014/main" id="{8510520C-FA1B-30F0-18FD-F20554D541AF}"/>
              </a:ext>
            </a:extLst>
          </p:cNvPr>
          <p:cNvSpPr/>
          <p:nvPr/>
        </p:nvSpPr>
        <p:spPr>
          <a:xfrm>
            <a:off x="7381498" y="4606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33" name="Picture 732">
            <a:extLst>
              <a:ext uri="{FF2B5EF4-FFF2-40B4-BE49-F238E27FC236}">
                <a16:creationId xmlns:a16="http://schemas.microsoft.com/office/drawing/2014/main" id="{5F253AD0-5671-DEDC-906B-7F3C5FC2FD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4273617"/>
            <a:ext cx="728704" cy="728704"/>
          </a:xfrm>
          <a:prstGeom prst="rect">
            <a:avLst/>
          </a:prstGeom>
        </p:spPr>
      </p:pic>
      <p:grpSp>
        <p:nvGrpSpPr>
          <p:cNvPr id="1019" name="Group 1018">
            <a:extLst>
              <a:ext uri="{FF2B5EF4-FFF2-40B4-BE49-F238E27FC236}">
                <a16:creationId xmlns:a16="http://schemas.microsoft.com/office/drawing/2014/main" id="{06AD108E-D3D9-8666-A645-6FE9A20CB83A}"/>
              </a:ext>
            </a:extLst>
          </p:cNvPr>
          <p:cNvGrpSpPr/>
          <p:nvPr/>
        </p:nvGrpSpPr>
        <p:grpSpPr>
          <a:xfrm rot="5400000">
            <a:off x="7788759" y="4352892"/>
            <a:ext cx="71717" cy="645450"/>
            <a:chOff x="8002934" y="4348496"/>
            <a:chExt cx="71717" cy="645450"/>
          </a:xfrm>
        </p:grpSpPr>
        <p:sp>
          <p:nvSpPr>
            <p:cNvPr id="735" name="Rectangle 734">
              <a:extLst>
                <a:ext uri="{FF2B5EF4-FFF2-40B4-BE49-F238E27FC236}">
                  <a16:creationId xmlns:a16="http://schemas.microsoft.com/office/drawing/2014/main" id="{1A181389-112D-6661-585E-142A31CE04EB}"/>
                </a:ext>
              </a:extLst>
            </p:cNvPr>
            <p:cNvSpPr/>
            <p:nvPr/>
          </p:nvSpPr>
          <p:spPr>
            <a:xfrm>
              <a:off x="8002934" y="4348496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736" name="Rectangle 735">
              <a:extLst>
                <a:ext uri="{FF2B5EF4-FFF2-40B4-BE49-F238E27FC236}">
                  <a16:creationId xmlns:a16="http://schemas.microsoft.com/office/drawing/2014/main" id="{C65D6BF3-FD45-2796-F942-C54CBE98EE58}"/>
                </a:ext>
              </a:extLst>
            </p:cNvPr>
            <p:cNvSpPr/>
            <p:nvPr/>
          </p:nvSpPr>
          <p:spPr>
            <a:xfrm>
              <a:off x="8002934" y="4420212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737" name="Rectangle 736">
              <a:extLst>
                <a:ext uri="{FF2B5EF4-FFF2-40B4-BE49-F238E27FC236}">
                  <a16:creationId xmlns:a16="http://schemas.microsoft.com/office/drawing/2014/main" id="{72D32CA4-7211-F630-3157-8C1E15B413E9}"/>
                </a:ext>
              </a:extLst>
            </p:cNvPr>
            <p:cNvSpPr/>
            <p:nvPr/>
          </p:nvSpPr>
          <p:spPr>
            <a:xfrm>
              <a:off x="8002934" y="4491929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739" name="Rectangle 738">
              <a:extLst>
                <a:ext uri="{FF2B5EF4-FFF2-40B4-BE49-F238E27FC236}">
                  <a16:creationId xmlns:a16="http://schemas.microsoft.com/office/drawing/2014/main" id="{F5143732-D3BF-186E-6D63-9E8F21B64FAD}"/>
                </a:ext>
              </a:extLst>
            </p:cNvPr>
            <p:cNvSpPr/>
            <p:nvPr/>
          </p:nvSpPr>
          <p:spPr>
            <a:xfrm>
              <a:off x="8002934" y="4563645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741" name="Rectangle 740">
              <a:extLst>
                <a:ext uri="{FF2B5EF4-FFF2-40B4-BE49-F238E27FC236}">
                  <a16:creationId xmlns:a16="http://schemas.microsoft.com/office/drawing/2014/main" id="{AAA732AA-CBCF-8825-59C9-30E88476CB38}"/>
                </a:ext>
              </a:extLst>
            </p:cNvPr>
            <p:cNvSpPr/>
            <p:nvPr/>
          </p:nvSpPr>
          <p:spPr>
            <a:xfrm>
              <a:off x="8002934" y="4635362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743" name="Rectangle 742">
              <a:extLst>
                <a:ext uri="{FF2B5EF4-FFF2-40B4-BE49-F238E27FC236}">
                  <a16:creationId xmlns:a16="http://schemas.microsoft.com/office/drawing/2014/main" id="{5235BEF4-39F8-F6E6-0297-08CD6854F7A0}"/>
                </a:ext>
              </a:extLst>
            </p:cNvPr>
            <p:cNvSpPr/>
            <p:nvPr/>
          </p:nvSpPr>
          <p:spPr>
            <a:xfrm>
              <a:off x="8002934" y="4707079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745" name="Rectangle 744">
              <a:extLst>
                <a:ext uri="{FF2B5EF4-FFF2-40B4-BE49-F238E27FC236}">
                  <a16:creationId xmlns:a16="http://schemas.microsoft.com/office/drawing/2014/main" id="{69636F01-3083-3269-DF95-12D3FACC0EBC}"/>
                </a:ext>
              </a:extLst>
            </p:cNvPr>
            <p:cNvSpPr/>
            <p:nvPr/>
          </p:nvSpPr>
          <p:spPr>
            <a:xfrm>
              <a:off x="8002934" y="4778796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747" name="Rectangle 746">
              <a:extLst>
                <a:ext uri="{FF2B5EF4-FFF2-40B4-BE49-F238E27FC236}">
                  <a16:creationId xmlns:a16="http://schemas.microsoft.com/office/drawing/2014/main" id="{1D9495C3-65D2-4F36-7958-738B7131D0B8}"/>
                </a:ext>
              </a:extLst>
            </p:cNvPr>
            <p:cNvSpPr/>
            <p:nvPr/>
          </p:nvSpPr>
          <p:spPr>
            <a:xfrm>
              <a:off x="8002934" y="4850512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749" name="Rectangle 748">
              <a:extLst>
                <a:ext uri="{FF2B5EF4-FFF2-40B4-BE49-F238E27FC236}">
                  <a16:creationId xmlns:a16="http://schemas.microsoft.com/office/drawing/2014/main" id="{08E49E36-4EA4-FCC3-4029-CC46E234AF17}"/>
                </a:ext>
              </a:extLst>
            </p:cNvPr>
            <p:cNvSpPr/>
            <p:nvPr/>
          </p:nvSpPr>
          <p:spPr>
            <a:xfrm>
              <a:off x="8002934" y="4922229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</p:grpSp>
      <p:grpSp>
        <p:nvGrpSpPr>
          <p:cNvPr id="1020" name="Group 1019">
            <a:extLst>
              <a:ext uri="{FF2B5EF4-FFF2-40B4-BE49-F238E27FC236}">
                <a16:creationId xmlns:a16="http://schemas.microsoft.com/office/drawing/2014/main" id="{A0568E2B-9BD8-D280-9A18-0094CCE2D3E4}"/>
              </a:ext>
            </a:extLst>
          </p:cNvPr>
          <p:cNvGrpSpPr/>
          <p:nvPr/>
        </p:nvGrpSpPr>
        <p:grpSpPr>
          <a:xfrm rot="5400000">
            <a:off x="7788759" y="3993320"/>
            <a:ext cx="143434" cy="717167"/>
            <a:chOff x="7859500" y="4276779"/>
            <a:chExt cx="143434" cy="717167"/>
          </a:xfrm>
        </p:grpSpPr>
        <p:sp>
          <p:nvSpPr>
            <p:cNvPr id="756" name="Rectangle 755">
              <a:extLst>
                <a:ext uri="{FF2B5EF4-FFF2-40B4-BE49-F238E27FC236}">
                  <a16:creationId xmlns:a16="http://schemas.microsoft.com/office/drawing/2014/main" id="{3817DF8C-44DF-7B4C-7D0B-EF825471A30E}"/>
                </a:ext>
              </a:extLst>
            </p:cNvPr>
            <p:cNvSpPr/>
            <p:nvPr/>
          </p:nvSpPr>
          <p:spPr>
            <a:xfrm>
              <a:off x="7859500" y="4276779"/>
              <a:ext cx="71717" cy="71716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757" name="Rectangle 756">
              <a:extLst>
                <a:ext uri="{FF2B5EF4-FFF2-40B4-BE49-F238E27FC236}">
                  <a16:creationId xmlns:a16="http://schemas.microsoft.com/office/drawing/2014/main" id="{45AB176A-4375-0584-FB61-F78422ADD51C}"/>
                </a:ext>
              </a:extLst>
            </p:cNvPr>
            <p:cNvSpPr/>
            <p:nvPr/>
          </p:nvSpPr>
          <p:spPr>
            <a:xfrm>
              <a:off x="7931217" y="4276779"/>
              <a:ext cx="71717" cy="71716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</p:grpSp>
      <p:sp>
        <p:nvSpPr>
          <p:cNvPr id="758" name="TextBox 757">
            <a:extLst>
              <a:ext uri="{FF2B5EF4-FFF2-40B4-BE49-F238E27FC236}">
                <a16:creationId xmlns:a16="http://schemas.microsoft.com/office/drawing/2014/main" id="{AC654DC1-2D92-60E2-466A-DAE04CEA7CE3}"/>
              </a:ext>
            </a:extLst>
          </p:cNvPr>
          <p:cNvSpPr txBox="1"/>
          <p:nvPr/>
        </p:nvSpPr>
        <p:spPr>
          <a:xfrm>
            <a:off x="7061227" y="44071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701" name="Straight Connector 700">
            <a:extLst>
              <a:ext uri="{FF2B5EF4-FFF2-40B4-BE49-F238E27FC236}">
                <a16:creationId xmlns:a16="http://schemas.microsoft.com/office/drawing/2014/main" id="{80DF823C-B0FA-81F7-BE72-B2A56A2EFA98}"/>
              </a:ext>
            </a:extLst>
          </p:cNvPr>
          <p:cNvCxnSpPr>
            <a:cxnSpLocks/>
          </p:cNvCxnSpPr>
          <p:nvPr/>
        </p:nvCxnSpPr>
        <p:spPr>
          <a:xfrm>
            <a:off x="8725564" y="5338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3" name="Oval 702">
            <a:extLst>
              <a:ext uri="{FF2B5EF4-FFF2-40B4-BE49-F238E27FC236}">
                <a16:creationId xmlns:a16="http://schemas.microsoft.com/office/drawing/2014/main" id="{5E17DC94-BBC1-67E6-C46A-B341E5DE13AF}"/>
              </a:ext>
            </a:extLst>
          </p:cNvPr>
          <p:cNvSpPr/>
          <p:nvPr/>
        </p:nvSpPr>
        <p:spPr>
          <a:xfrm>
            <a:off x="8937884" y="4606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04" name="Picture 703">
            <a:extLst>
              <a:ext uri="{FF2B5EF4-FFF2-40B4-BE49-F238E27FC236}">
                <a16:creationId xmlns:a16="http://schemas.microsoft.com/office/drawing/2014/main" id="{D8250B91-E52C-5244-7E7D-EBDB8CE51F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4273617"/>
            <a:ext cx="728704" cy="728704"/>
          </a:xfrm>
          <a:prstGeom prst="rect">
            <a:avLst/>
          </a:prstGeom>
        </p:spPr>
      </p:pic>
      <p:sp>
        <p:nvSpPr>
          <p:cNvPr id="729" name="TextBox 728">
            <a:extLst>
              <a:ext uri="{FF2B5EF4-FFF2-40B4-BE49-F238E27FC236}">
                <a16:creationId xmlns:a16="http://schemas.microsoft.com/office/drawing/2014/main" id="{F4998129-92AA-F91A-F057-80A1306317CB}"/>
              </a:ext>
            </a:extLst>
          </p:cNvPr>
          <p:cNvSpPr txBox="1"/>
          <p:nvPr/>
        </p:nvSpPr>
        <p:spPr>
          <a:xfrm>
            <a:off x="8617613" y="44071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789" name="TextBox 788">
            <a:extLst>
              <a:ext uri="{FF2B5EF4-FFF2-40B4-BE49-F238E27FC236}">
                <a16:creationId xmlns:a16="http://schemas.microsoft.com/office/drawing/2014/main" id="{F6213150-EAF5-6BFA-D4BE-FB96C2F73092}"/>
              </a:ext>
            </a:extLst>
          </p:cNvPr>
          <p:cNvSpPr txBox="1"/>
          <p:nvPr/>
        </p:nvSpPr>
        <p:spPr>
          <a:xfrm>
            <a:off x="5124439" y="5883153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I)</a:t>
            </a:r>
          </a:p>
        </p:txBody>
      </p:sp>
      <p:sp>
        <p:nvSpPr>
          <p:cNvPr id="790" name="Plus Sign 789">
            <a:extLst>
              <a:ext uri="{FF2B5EF4-FFF2-40B4-BE49-F238E27FC236}">
                <a16:creationId xmlns:a16="http://schemas.microsoft.com/office/drawing/2014/main" id="{B702BCCE-2376-76B3-C4D2-7975F7420590}"/>
              </a:ext>
            </a:extLst>
          </p:cNvPr>
          <p:cNvSpPr/>
          <p:nvPr/>
        </p:nvSpPr>
        <p:spPr>
          <a:xfrm>
            <a:off x="6705786" y="5877790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91" name="Equals 790">
            <a:extLst>
              <a:ext uri="{FF2B5EF4-FFF2-40B4-BE49-F238E27FC236}">
                <a16:creationId xmlns:a16="http://schemas.microsoft.com/office/drawing/2014/main" id="{93A1BAF3-474E-1514-66C3-41FE45E663D5}"/>
              </a:ext>
            </a:extLst>
          </p:cNvPr>
          <p:cNvSpPr/>
          <p:nvPr/>
        </p:nvSpPr>
        <p:spPr>
          <a:xfrm>
            <a:off x="8279950" y="5823699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853" name="Straight Connector 852">
            <a:extLst>
              <a:ext uri="{FF2B5EF4-FFF2-40B4-BE49-F238E27FC236}">
                <a16:creationId xmlns:a16="http://schemas.microsoft.com/office/drawing/2014/main" id="{2E4B9D52-8868-4EA9-C570-C0C70EC05EBA}"/>
              </a:ext>
            </a:extLst>
          </p:cNvPr>
          <p:cNvCxnSpPr>
            <a:cxnSpLocks/>
          </p:cNvCxnSpPr>
          <p:nvPr/>
        </p:nvCxnSpPr>
        <p:spPr>
          <a:xfrm>
            <a:off x="5595014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55" name="Oval 854">
            <a:extLst>
              <a:ext uri="{FF2B5EF4-FFF2-40B4-BE49-F238E27FC236}">
                <a16:creationId xmlns:a16="http://schemas.microsoft.com/office/drawing/2014/main" id="{FFB8F380-E4B8-3FB2-E040-6AB117D96454}"/>
              </a:ext>
            </a:extLst>
          </p:cNvPr>
          <p:cNvSpPr/>
          <p:nvPr/>
        </p:nvSpPr>
        <p:spPr>
          <a:xfrm>
            <a:off x="5807334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856" name="Picture 855">
            <a:extLst>
              <a:ext uri="{FF2B5EF4-FFF2-40B4-BE49-F238E27FC236}">
                <a16:creationId xmlns:a16="http://schemas.microsoft.com/office/drawing/2014/main" id="{2D3A842D-747B-B077-3456-A3F3A8AB38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5665999"/>
            <a:ext cx="728704" cy="728704"/>
          </a:xfrm>
          <a:prstGeom prst="rect">
            <a:avLst/>
          </a:prstGeom>
        </p:spPr>
      </p:pic>
      <p:sp>
        <p:nvSpPr>
          <p:cNvPr id="867" name="Rectangle 866">
            <a:extLst>
              <a:ext uri="{FF2B5EF4-FFF2-40B4-BE49-F238E27FC236}">
                <a16:creationId xmlns:a16="http://schemas.microsoft.com/office/drawing/2014/main" id="{BE6AE3CB-AD3D-48F2-AFEA-088D7B52E35D}"/>
              </a:ext>
            </a:extLst>
          </p:cNvPr>
          <p:cNvSpPr/>
          <p:nvPr/>
        </p:nvSpPr>
        <p:spPr>
          <a:xfrm>
            <a:off x="6500486" y="609946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68" name="Rectangle 867">
            <a:extLst>
              <a:ext uri="{FF2B5EF4-FFF2-40B4-BE49-F238E27FC236}">
                <a16:creationId xmlns:a16="http://schemas.microsoft.com/office/drawing/2014/main" id="{547A61DB-4750-FCFF-73D1-0379CBA144C7}"/>
              </a:ext>
            </a:extLst>
          </p:cNvPr>
          <p:cNvSpPr/>
          <p:nvPr/>
        </p:nvSpPr>
        <p:spPr>
          <a:xfrm>
            <a:off x="6428770" y="61711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69" name="Rectangle 868">
            <a:extLst>
              <a:ext uri="{FF2B5EF4-FFF2-40B4-BE49-F238E27FC236}">
                <a16:creationId xmlns:a16="http://schemas.microsoft.com/office/drawing/2014/main" id="{257E4173-CCBC-BD7A-1266-66C45CDED173}"/>
              </a:ext>
            </a:extLst>
          </p:cNvPr>
          <p:cNvSpPr/>
          <p:nvPr/>
        </p:nvSpPr>
        <p:spPr>
          <a:xfrm>
            <a:off x="6500486" y="61711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70" name="Rectangle 869">
            <a:extLst>
              <a:ext uri="{FF2B5EF4-FFF2-40B4-BE49-F238E27FC236}">
                <a16:creationId xmlns:a16="http://schemas.microsoft.com/office/drawing/2014/main" id="{23A577FC-C068-900A-C685-5F5AA23F2810}"/>
              </a:ext>
            </a:extLst>
          </p:cNvPr>
          <p:cNvSpPr/>
          <p:nvPr/>
        </p:nvSpPr>
        <p:spPr>
          <a:xfrm>
            <a:off x="6428770" y="624289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71" name="Rectangle 870">
            <a:extLst>
              <a:ext uri="{FF2B5EF4-FFF2-40B4-BE49-F238E27FC236}">
                <a16:creationId xmlns:a16="http://schemas.microsoft.com/office/drawing/2014/main" id="{E282C72C-9C12-334C-1764-3A5ABA70C4E7}"/>
              </a:ext>
            </a:extLst>
          </p:cNvPr>
          <p:cNvSpPr/>
          <p:nvPr/>
        </p:nvSpPr>
        <p:spPr>
          <a:xfrm>
            <a:off x="6500486" y="624289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72" name="Rectangle 871">
            <a:extLst>
              <a:ext uri="{FF2B5EF4-FFF2-40B4-BE49-F238E27FC236}">
                <a16:creationId xmlns:a16="http://schemas.microsoft.com/office/drawing/2014/main" id="{EF6EE0CA-43FA-7F64-2CD7-BFCDEBDF7CE4}"/>
              </a:ext>
            </a:extLst>
          </p:cNvPr>
          <p:cNvSpPr/>
          <p:nvPr/>
        </p:nvSpPr>
        <p:spPr>
          <a:xfrm>
            <a:off x="6428770" y="631461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73" name="Rectangle 872">
            <a:extLst>
              <a:ext uri="{FF2B5EF4-FFF2-40B4-BE49-F238E27FC236}">
                <a16:creationId xmlns:a16="http://schemas.microsoft.com/office/drawing/2014/main" id="{B25D1D8A-3673-5E9E-569B-16432A493727}"/>
              </a:ext>
            </a:extLst>
          </p:cNvPr>
          <p:cNvSpPr/>
          <p:nvPr/>
        </p:nvSpPr>
        <p:spPr>
          <a:xfrm>
            <a:off x="6500486" y="631461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74" name="Rectangle 873">
            <a:extLst>
              <a:ext uri="{FF2B5EF4-FFF2-40B4-BE49-F238E27FC236}">
                <a16:creationId xmlns:a16="http://schemas.microsoft.com/office/drawing/2014/main" id="{F2A5772C-8AFD-8D0E-8CBA-CA14BB26BE2A}"/>
              </a:ext>
            </a:extLst>
          </p:cNvPr>
          <p:cNvSpPr/>
          <p:nvPr/>
        </p:nvSpPr>
        <p:spPr>
          <a:xfrm>
            <a:off x="5926753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75" name="Rectangle 874">
            <a:extLst>
              <a:ext uri="{FF2B5EF4-FFF2-40B4-BE49-F238E27FC236}">
                <a16:creationId xmlns:a16="http://schemas.microsoft.com/office/drawing/2014/main" id="{17C1BD61-160C-C92D-66CD-CF1B40BDFF7F}"/>
              </a:ext>
            </a:extLst>
          </p:cNvPr>
          <p:cNvSpPr/>
          <p:nvPr/>
        </p:nvSpPr>
        <p:spPr>
          <a:xfrm>
            <a:off x="5998470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76" name="Rectangle 875">
            <a:extLst>
              <a:ext uri="{FF2B5EF4-FFF2-40B4-BE49-F238E27FC236}">
                <a16:creationId xmlns:a16="http://schemas.microsoft.com/office/drawing/2014/main" id="{3F9D1221-8FE5-F26D-C865-5BA11D7783F5}"/>
              </a:ext>
            </a:extLst>
          </p:cNvPr>
          <p:cNvSpPr/>
          <p:nvPr/>
        </p:nvSpPr>
        <p:spPr>
          <a:xfrm>
            <a:off x="6070186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77" name="Rectangle 876">
            <a:extLst>
              <a:ext uri="{FF2B5EF4-FFF2-40B4-BE49-F238E27FC236}">
                <a16:creationId xmlns:a16="http://schemas.microsoft.com/office/drawing/2014/main" id="{E7734D1A-67D1-8ACA-2513-BB3131A6FF14}"/>
              </a:ext>
            </a:extLst>
          </p:cNvPr>
          <p:cNvSpPr/>
          <p:nvPr/>
        </p:nvSpPr>
        <p:spPr>
          <a:xfrm>
            <a:off x="6141903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78" name="Rectangle 877">
            <a:extLst>
              <a:ext uri="{FF2B5EF4-FFF2-40B4-BE49-F238E27FC236}">
                <a16:creationId xmlns:a16="http://schemas.microsoft.com/office/drawing/2014/main" id="{D696F4E8-B8CD-DCEF-B69A-61F82FE26B6F}"/>
              </a:ext>
            </a:extLst>
          </p:cNvPr>
          <p:cNvSpPr/>
          <p:nvPr/>
        </p:nvSpPr>
        <p:spPr>
          <a:xfrm>
            <a:off x="6213620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79" name="Rectangle 878">
            <a:extLst>
              <a:ext uri="{FF2B5EF4-FFF2-40B4-BE49-F238E27FC236}">
                <a16:creationId xmlns:a16="http://schemas.microsoft.com/office/drawing/2014/main" id="{33CC33CB-2EE0-F41D-1D1D-ABE5588B6C10}"/>
              </a:ext>
            </a:extLst>
          </p:cNvPr>
          <p:cNvSpPr/>
          <p:nvPr/>
        </p:nvSpPr>
        <p:spPr>
          <a:xfrm>
            <a:off x="6573484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81" name="TextBox 880">
            <a:extLst>
              <a:ext uri="{FF2B5EF4-FFF2-40B4-BE49-F238E27FC236}">
                <a16:creationId xmlns:a16="http://schemas.microsoft.com/office/drawing/2014/main" id="{4EE725E9-A906-8E1E-BE93-7EC7AE485AC1}"/>
              </a:ext>
            </a:extLst>
          </p:cNvPr>
          <p:cNvSpPr txBox="1"/>
          <p:nvPr/>
        </p:nvSpPr>
        <p:spPr>
          <a:xfrm>
            <a:off x="5487063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824" name="Straight Connector 823">
            <a:extLst>
              <a:ext uri="{FF2B5EF4-FFF2-40B4-BE49-F238E27FC236}">
                <a16:creationId xmlns:a16="http://schemas.microsoft.com/office/drawing/2014/main" id="{24D69158-F57E-D719-4A03-DE971F74F8FD}"/>
              </a:ext>
            </a:extLst>
          </p:cNvPr>
          <p:cNvCxnSpPr>
            <a:cxnSpLocks/>
          </p:cNvCxnSpPr>
          <p:nvPr/>
        </p:nvCxnSpPr>
        <p:spPr>
          <a:xfrm>
            <a:off x="7169178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26" name="Oval 825">
            <a:extLst>
              <a:ext uri="{FF2B5EF4-FFF2-40B4-BE49-F238E27FC236}">
                <a16:creationId xmlns:a16="http://schemas.microsoft.com/office/drawing/2014/main" id="{411000B0-85F5-D2B3-A8FD-7D06864B5ABE}"/>
              </a:ext>
            </a:extLst>
          </p:cNvPr>
          <p:cNvSpPr/>
          <p:nvPr/>
        </p:nvSpPr>
        <p:spPr>
          <a:xfrm>
            <a:off x="7381498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827" name="Picture 826">
            <a:extLst>
              <a:ext uri="{FF2B5EF4-FFF2-40B4-BE49-F238E27FC236}">
                <a16:creationId xmlns:a16="http://schemas.microsoft.com/office/drawing/2014/main" id="{F3146743-B9D0-5D7E-92F1-FB11888128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5665999"/>
            <a:ext cx="728704" cy="728704"/>
          </a:xfrm>
          <a:prstGeom prst="rect">
            <a:avLst/>
          </a:prstGeom>
        </p:spPr>
      </p:pic>
      <p:sp>
        <p:nvSpPr>
          <p:cNvPr id="845" name="Rectangle 844">
            <a:extLst>
              <a:ext uri="{FF2B5EF4-FFF2-40B4-BE49-F238E27FC236}">
                <a16:creationId xmlns:a16="http://schemas.microsoft.com/office/drawing/2014/main" id="{DECFB86E-330D-DA82-4A12-766A9FDC30DA}"/>
              </a:ext>
            </a:extLst>
          </p:cNvPr>
          <p:cNvSpPr/>
          <p:nvPr/>
        </p:nvSpPr>
        <p:spPr>
          <a:xfrm>
            <a:off x="7500917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46" name="Rectangle 845">
            <a:extLst>
              <a:ext uri="{FF2B5EF4-FFF2-40B4-BE49-F238E27FC236}">
                <a16:creationId xmlns:a16="http://schemas.microsoft.com/office/drawing/2014/main" id="{AD9C534B-6FBF-2F8E-78A5-D272AF583DE3}"/>
              </a:ext>
            </a:extLst>
          </p:cNvPr>
          <p:cNvSpPr/>
          <p:nvPr/>
        </p:nvSpPr>
        <p:spPr>
          <a:xfrm>
            <a:off x="7572634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47" name="Rectangle 846">
            <a:extLst>
              <a:ext uri="{FF2B5EF4-FFF2-40B4-BE49-F238E27FC236}">
                <a16:creationId xmlns:a16="http://schemas.microsoft.com/office/drawing/2014/main" id="{321C23E2-386C-D72D-9A19-3F88B5635E6F}"/>
              </a:ext>
            </a:extLst>
          </p:cNvPr>
          <p:cNvSpPr/>
          <p:nvPr/>
        </p:nvSpPr>
        <p:spPr>
          <a:xfrm>
            <a:off x="7644350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50" name="Rectangle 849">
            <a:extLst>
              <a:ext uri="{FF2B5EF4-FFF2-40B4-BE49-F238E27FC236}">
                <a16:creationId xmlns:a16="http://schemas.microsoft.com/office/drawing/2014/main" id="{264E09DE-D839-2035-F076-DA04DF4D57EC}"/>
              </a:ext>
            </a:extLst>
          </p:cNvPr>
          <p:cNvSpPr/>
          <p:nvPr/>
        </p:nvSpPr>
        <p:spPr>
          <a:xfrm>
            <a:off x="8075245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51" name="Rectangle 850">
            <a:extLst>
              <a:ext uri="{FF2B5EF4-FFF2-40B4-BE49-F238E27FC236}">
                <a16:creationId xmlns:a16="http://schemas.microsoft.com/office/drawing/2014/main" id="{C419F2E2-86B3-A987-3773-9AF4FD2D6F1A}"/>
              </a:ext>
            </a:extLst>
          </p:cNvPr>
          <p:cNvSpPr/>
          <p:nvPr/>
        </p:nvSpPr>
        <p:spPr>
          <a:xfrm>
            <a:off x="8146962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852" name="TextBox 851">
            <a:extLst>
              <a:ext uri="{FF2B5EF4-FFF2-40B4-BE49-F238E27FC236}">
                <a16:creationId xmlns:a16="http://schemas.microsoft.com/office/drawing/2014/main" id="{9A09205F-9949-B406-3E7B-6C57BC132421}"/>
              </a:ext>
            </a:extLst>
          </p:cNvPr>
          <p:cNvSpPr txBox="1"/>
          <p:nvPr/>
        </p:nvSpPr>
        <p:spPr>
          <a:xfrm>
            <a:off x="7061227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795" name="Straight Connector 794">
            <a:extLst>
              <a:ext uri="{FF2B5EF4-FFF2-40B4-BE49-F238E27FC236}">
                <a16:creationId xmlns:a16="http://schemas.microsoft.com/office/drawing/2014/main" id="{7AD16B20-FD8B-8136-1D08-10AA7815DFEF}"/>
              </a:ext>
            </a:extLst>
          </p:cNvPr>
          <p:cNvCxnSpPr>
            <a:cxnSpLocks/>
          </p:cNvCxnSpPr>
          <p:nvPr/>
        </p:nvCxnSpPr>
        <p:spPr>
          <a:xfrm>
            <a:off x="8725564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97" name="Oval 796">
            <a:extLst>
              <a:ext uri="{FF2B5EF4-FFF2-40B4-BE49-F238E27FC236}">
                <a16:creationId xmlns:a16="http://schemas.microsoft.com/office/drawing/2014/main" id="{233C54FE-18A1-BE19-AB6F-BD15B4BC41A2}"/>
              </a:ext>
            </a:extLst>
          </p:cNvPr>
          <p:cNvSpPr/>
          <p:nvPr/>
        </p:nvSpPr>
        <p:spPr>
          <a:xfrm>
            <a:off x="8937884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798" name="Picture 797">
            <a:extLst>
              <a:ext uri="{FF2B5EF4-FFF2-40B4-BE49-F238E27FC236}">
                <a16:creationId xmlns:a16="http://schemas.microsoft.com/office/drawing/2014/main" id="{6C369A33-5621-8CD6-BF98-0C6C6EFD2A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5665999"/>
            <a:ext cx="728704" cy="728704"/>
          </a:xfrm>
          <a:prstGeom prst="rect">
            <a:avLst/>
          </a:prstGeom>
        </p:spPr>
      </p:pic>
      <p:sp>
        <p:nvSpPr>
          <p:cNvPr id="883" name="TextBox 882">
            <a:extLst>
              <a:ext uri="{FF2B5EF4-FFF2-40B4-BE49-F238E27FC236}">
                <a16:creationId xmlns:a16="http://schemas.microsoft.com/office/drawing/2014/main" id="{BC0013E0-5174-FF99-21D1-F11357245537}"/>
              </a:ext>
            </a:extLst>
          </p:cNvPr>
          <p:cNvSpPr txBox="1"/>
          <p:nvPr/>
        </p:nvSpPr>
        <p:spPr>
          <a:xfrm>
            <a:off x="5106005" y="313625"/>
            <a:ext cx="3064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E)</a:t>
            </a:r>
          </a:p>
        </p:txBody>
      </p:sp>
      <p:sp>
        <p:nvSpPr>
          <p:cNvPr id="884" name="Plus Sign 883">
            <a:extLst>
              <a:ext uri="{FF2B5EF4-FFF2-40B4-BE49-F238E27FC236}">
                <a16:creationId xmlns:a16="http://schemas.microsoft.com/office/drawing/2014/main" id="{6EB1A61E-6DE0-9D94-DBCC-2E02E4230EC5}"/>
              </a:ext>
            </a:extLst>
          </p:cNvPr>
          <p:cNvSpPr/>
          <p:nvPr/>
        </p:nvSpPr>
        <p:spPr>
          <a:xfrm>
            <a:off x="6705786" y="308262"/>
            <a:ext cx="303531" cy="303529"/>
          </a:xfrm>
          <a:prstGeom prst="mathPlus">
            <a:avLst>
              <a:gd name="adj1" fmla="val 1261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85" name="Equals 884">
            <a:extLst>
              <a:ext uri="{FF2B5EF4-FFF2-40B4-BE49-F238E27FC236}">
                <a16:creationId xmlns:a16="http://schemas.microsoft.com/office/drawing/2014/main" id="{60F8EC96-425E-0ABA-2588-56200E8725D7}"/>
              </a:ext>
            </a:extLst>
          </p:cNvPr>
          <p:cNvSpPr/>
          <p:nvPr/>
        </p:nvSpPr>
        <p:spPr>
          <a:xfrm>
            <a:off x="8279950" y="254171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947" name="Straight Connector 946">
            <a:extLst>
              <a:ext uri="{FF2B5EF4-FFF2-40B4-BE49-F238E27FC236}">
                <a16:creationId xmlns:a16="http://schemas.microsoft.com/office/drawing/2014/main" id="{5BE5446D-7525-219F-F286-689BC505D219}"/>
              </a:ext>
            </a:extLst>
          </p:cNvPr>
          <p:cNvCxnSpPr>
            <a:cxnSpLocks/>
          </p:cNvCxnSpPr>
          <p:nvPr/>
        </p:nvCxnSpPr>
        <p:spPr>
          <a:xfrm>
            <a:off x="5595014" y="1161218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49" name="Oval 948">
            <a:extLst>
              <a:ext uri="{FF2B5EF4-FFF2-40B4-BE49-F238E27FC236}">
                <a16:creationId xmlns:a16="http://schemas.microsoft.com/office/drawing/2014/main" id="{2CEFD95F-C0DE-FB2D-B675-4CFC15DA4A69}"/>
              </a:ext>
            </a:extLst>
          </p:cNvPr>
          <p:cNvSpPr/>
          <p:nvPr/>
        </p:nvSpPr>
        <p:spPr>
          <a:xfrm>
            <a:off x="5807334" y="428870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950" name="Picture 949">
            <a:extLst>
              <a:ext uri="{FF2B5EF4-FFF2-40B4-BE49-F238E27FC236}">
                <a16:creationId xmlns:a16="http://schemas.microsoft.com/office/drawing/2014/main" id="{360D154D-2A8E-6D06-5DC8-63B8C4DEA5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96471"/>
            <a:ext cx="728704" cy="728704"/>
          </a:xfrm>
          <a:prstGeom prst="rect">
            <a:avLst/>
          </a:prstGeom>
        </p:spPr>
      </p:pic>
      <p:sp>
        <p:nvSpPr>
          <p:cNvPr id="955" name="Rectangle 954">
            <a:extLst>
              <a:ext uri="{FF2B5EF4-FFF2-40B4-BE49-F238E27FC236}">
                <a16:creationId xmlns:a16="http://schemas.microsoft.com/office/drawing/2014/main" id="{E544A8B1-07AD-BB2D-5065-F84BFD19DD67}"/>
              </a:ext>
            </a:extLst>
          </p:cNvPr>
          <p:cNvSpPr/>
          <p:nvPr/>
        </p:nvSpPr>
        <p:spPr>
          <a:xfrm>
            <a:off x="5928980" y="31478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57" name="Rectangle 956">
            <a:extLst>
              <a:ext uri="{FF2B5EF4-FFF2-40B4-BE49-F238E27FC236}">
                <a16:creationId xmlns:a16="http://schemas.microsoft.com/office/drawing/2014/main" id="{3092D8FE-B2EF-45A2-874F-08DA08A76608}"/>
              </a:ext>
            </a:extLst>
          </p:cNvPr>
          <p:cNvSpPr/>
          <p:nvPr/>
        </p:nvSpPr>
        <p:spPr>
          <a:xfrm>
            <a:off x="5928980" y="38649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59" name="Rectangle 958">
            <a:extLst>
              <a:ext uri="{FF2B5EF4-FFF2-40B4-BE49-F238E27FC236}">
                <a16:creationId xmlns:a16="http://schemas.microsoft.com/office/drawing/2014/main" id="{4E54D700-F068-FBBC-D760-E1E42ABA8D1F}"/>
              </a:ext>
            </a:extLst>
          </p:cNvPr>
          <p:cNvSpPr/>
          <p:nvPr/>
        </p:nvSpPr>
        <p:spPr>
          <a:xfrm>
            <a:off x="5928980" y="45821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61" name="Rectangle 960">
            <a:extLst>
              <a:ext uri="{FF2B5EF4-FFF2-40B4-BE49-F238E27FC236}">
                <a16:creationId xmlns:a16="http://schemas.microsoft.com/office/drawing/2014/main" id="{A75B4A3A-9D2D-8A8F-7E79-4A3058E39515}"/>
              </a:ext>
            </a:extLst>
          </p:cNvPr>
          <p:cNvSpPr/>
          <p:nvPr/>
        </p:nvSpPr>
        <p:spPr>
          <a:xfrm>
            <a:off x="5928980" y="52993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63" name="Rectangle 962">
            <a:extLst>
              <a:ext uri="{FF2B5EF4-FFF2-40B4-BE49-F238E27FC236}">
                <a16:creationId xmlns:a16="http://schemas.microsoft.com/office/drawing/2014/main" id="{6EDCDDE6-AF1C-C6A7-D326-9EF0C5F573AC}"/>
              </a:ext>
            </a:extLst>
          </p:cNvPr>
          <p:cNvSpPr/>
          <p:nvPr/>
        </p:nvSpPr>
        <p:spPr>
          <a:xfrm>
            <a:off x="5928980" y="60165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65" name="Rectangle 964">
            <a:extLst>
              <a:ext uri="{FF2B5EF4-FFF2-40B4-BE49-F238E27FC236}">
                <a16:creationId xmlns:a16="http://schemas.microsoft.com/office/drawing/2014/main" id="{8D218554-FE29-544E-81A1-5018F5CE25BB}"/>
              </a:ext>
            </a:extLst>
          </p:cNvPr>
          <p:cNvSpPr/>
          <p:nvPr/>
        </p:nvSpPr>
        <p:spPr>
          <a:xfrm>
            <a:off x="5928980" y="67336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67" name="Rectangle 966">
            <a:extLst>
              <a:ext uri="{FF2B5EF4-FFF2-40B4-BE49-F238E27FC236}">
                <a16:creationId xmlns:a16="http://schemas.microsoft.com/office/drawing/2014/main" id="{D2F7F7D6-0BEE-4174-B061-395DEE1E7734}"/>
              </a:ext>
            </a:extLst>
          </p:cNvPr>
          <p:cNvSpPr/>
          <p:nvPr/>
        </p:nvSpPr>
        <p:spPr>
          <a:xfrm>
            <a:off x="5928980" y="74508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75" name="TextBox 974">
            <a:extLst>
              <a:ext uri="{FF2B5EF4-FFF2-40B4-BE49-F238E27FC236}">
                <a16:creationId xmlns:a16="http://schemas.microsoft.com/office/drawing/2014/main" id="{62FF68C8-4F0E-8364-B8A8-2261EDE872ED}"/>
              </a:ext>
            </a:extLst>
          </p:cNvPr>
          <p:cNvSpPr txBox="1"/>
          <p:nvPr/>
        </p:nvSpPr>
        <p:spPr>
          <a:xfrm>
            <a:off x="5487063" y="229991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918" name="Straight Connector 917">
            <a:extLst>
              <a:ext uri="{FF2B5EF4-FFF2-40B4-BE49-F238E27FC236}">
                <a16:creationId xmlns:a16="http://schemas.microsoft.com/office/drawing/2014/main" id="{4052F827-8268-66AF-7F01-BE27A8894695}"/>
              </a:ext>
            </a:extLst>
          </p:cNvPr>
          <p:cNvCxnSpPr>
            <a:cxnSpLocks/>
          </p:cNvCxnSpPr>
          <p:nvPr/>
        </p:nvCxnSpPr>
        <p:spPr>
          <a:xfrm>
            <a:off x="7169178" y="1161218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20" name="Oval 919">
            <a:extLst>
              <a:ext uri="{FF2B5EF4-FFF2-40B4-BE49-F238E27FC236}">
                <a16:creationId xmlns:a16="http://schemas.microsoft.com/office/drawing/2014/main" id="{052BE690-9047-B386-3F17-EEEE3C249A55}"/>
              </a:ext>
            </a:extLst>
          </p:cNvPr>
          <p:cNvSpPr/>
          <p:nvPr/>
        </p:nvSpPr>
        <p:spPr>
          <a:xfrm>
            <a:off x="7381498" y="428870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921" name="Picture 920">
            <a:extLst>
              <a:ext uri="{FF2B5EF4-FFF2-40B4-BE49-F238E27FC236}">
                <a16:creationId xmlns:a16="http://schemas.microsoft.com/office/drawing/2014/main" id="{F5E30BD2-118C-D43F-3367-D1774368DA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96471"/>
            <a:ext cx="728704" cy="728704"/>
          </a:xfrm>
          <a:prstGeom prst="rect">
            <a:avLst/>
          </a:prstGeom>
        </p:spPr>
      </p:pic>
      <p:sp>
        <p:nvSpPr>
          <p:cNvPr id="922" name="Rectangle 921">
            <a:extLst>
              <a:ext uri="{FF2B5EF4-FFF2-40B4-BE49-F238E27FC236}">
                <a16:creationId xmlns:a16="http://schemas.microsoft.com/office/drawing/2014/main" id="{A3D0655F-AF26-E77E-0534-E67E797997C2}"/>
              </a:ext>
            </a:extLst>
          </p:cNvPr>
          <p:cNvSpPr/>
          <p:nvPr/>
        </p:nvSpPr>
        <p:spPr>
          <a:xfrm>
            <a:off x="7504625" y="9963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23" name="Rectangle 922">
            <a:extLst>
              <a:ext uri="{FF2B5EF4-FFF2-40B4-BE49-F238E27FC236}">
                <a16:creationId xmlns:a16="http://schemas.microsoft.com/office/drawing/2014/main" id="{6F90CDF9-184A-C5EF-FC55-7DF38EC8FBBD}"/>
              </a:ext>
            </a:extLst>
          </p:cNvPr>
          <p:cNvSpPr/>
          <p:nvPr/>
        </p:nvSpPr>
        <p:spPr>
          <a:xfrm>
            <a:off x="7504625" y="17135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24" name="Rectangle 923">
            <a:extLst>
              <a:ext uri="{FF2B5EF4-FFF2-40B4-BE49-F238E27FC236}">
                <a16:creationId xmlns:a16="http://schemas.microsoft.com/office/drawing/2014/main" id="{C5B70726-B769-9A37-A572-CC0DC6E443CB}"/>
              </a:ext>
            </a:extLst>
          </p:cNvPr>
          <p:cNvSpPr/>
          <p:nvPr/>
        </p:nvSpPr>
        <p:spPr>
          <a:xfrm>
            <a:off x="7504625" y="24306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25" name="Rectangle 924">
            <a:extLst>
              <a:ext uri="{FF2B5EF4-FFF2-40B4-BE49-F238E27FC236}">
                <a16:creationId xmlns:a16="http://schemas.microsoft.com/office/drawing/2014/main" id="{4E454E98-AEA0-588F-0FDF-CCBCF3EA6DAE}"/>
              </a:ext>
            </a:extLst>
          </p:cNvPr>
          <p:cNvSpPr/>
          <p:nvPr/>
        </p:nvSpPr>
        <p:spPr>
          <a:xfrm>
            <a:off x="7504625" y="31478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46" name="TextBox 945">
            <a:extLst>
              <a:ext uri="{FF2B5EF4-FFF2-40B4-BE49-F238E27FC236}">
                <a16:creationId xmlns:a16="http://schemas.microsoft.com/office/drawing/2014/main" id="{B8E5AAEB-1EFD-C940-B159-D0FCBE7BCB77}"/>
              </a:ext>
            </a:extLst>
          </p:cNvPr>
          <p:cNvSpPr txBox="1"/>
          <p:nvPr/>
        </p:nvSpPr>
        <p:spPr>
          <a:xfrm>
            <a:off x="7061227" y="229991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cxnSp>
        <p:nvCxnSpPr>
          <p:cNvPr id="889" name="Straight Connector 888">
            <a:extLst>
              <a:ext uri="{FF2B5EF4-FFF2-40B4-BE49-F238E27FC236}">
                <a16:creationId xmlns:a16="http://schemas.microsoft.com/office/drawing/2014/main" id="{32ADBFC8-3CC7-7E70-2706-BD167170CA71}"/>
              </a:ext>
            </a:extLst>
          </p:cNvPr>
          <p:cNvCxnSpPr>
            <a:cxnSpLocks/>
          </p:cNvCxnSpPr>
          <p:nvPr/>
        </p:nvCxnSpPr>
        <p:spPr>
          <a:xfrm>
            <a:off x="8725564" y="1161218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91" name="Oval 890">
            <a:extLst>
              <a:ext uri="{FF2B5EF4-FFF2-40B4-BE49-F238E27FC236}">
                <a16:creationId xmlns:a16="http://schemas.microsoft.com/office/drawing/2014/main" id="{888E9458-E8AB-DEC1-2B5E-D8AA3283D306}"/>
              </a:ext>
            </a:extLst>
          </p:cNvPr>
          <p:cNvSpPr/>
          <p:nvPr/>
        </p:nvSpPr>
        <p:spPr>
          <a:xfrm>
            <a:off x="8937884" y="428870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892" name="Picture 891">
            <a:extLst>
              <a:ext uri="{FF2B5EF4-FFF2-40B4-BE49-F238E27FC236}">
                <a16:creationId xmlns:a16="http://schemas.microsoft.com/office/drawing/2014/main" id="{5B65D250-7741-236C-4CB8-D109B05FB9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96471"/>
            <a:ext cx="728704" cy="728704"/>
          </a:xfrm>
          <a:prstGeom prst="rect">
            <a:avLst/>
          </a:prstGeom>
        </p:spPr>
      </p:pic>
      <p:sp>
        <p:nvSpPr>
          <p:cNvPr id="917" name="TextBox 916">
            <a:extLst>
              <a:ext uri="{FF2B5EF4-FFF2-40B4-BE49-F238E27FC236}">
                <a16:creationId xmlns:a16="http://schemas.microsoft.com/office/drawing/2014/main" id="{4B128C04-D144-E21B-6F4F-3E64D134DD3D}"/>
              </a:ext>
            </a:extLst>
          </p:cNvPr>
          <p:cNvSpPr txBox="1"/>
          <p:nvPr/>
        </p:nvSpPr>
        <p:spPr>
          <a:xfrm>
            <a:off x="8617613" y="229991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2400" dirty="0"/>
              <a:t>0</a:t>
            </a:r>
          </a:p>
        </p:txBody>
      </p:sp>
      <p:sp>
        <p:nvSpPr>
          <p:cNvPr id="978" name="TextBox 977">
            <a:extLst>
              <a:ext uri="{FF2B5EF4-FFF2-40B4-BE49-F238E27FC236}">
                <a16:creationId xmlns:a16="http://schemas.microsoft.com/office/drawing/2014/main" id="{B592A6D9-E8C0-91E5-86AC-536959A93130}"/>
              </a:ext>
            </a:extLst>
          </p:cNvPr>
          <p:cNvSpPr txBox="1"/>
          <p:nvPr/>
        </p:nvSpPr>
        <p:spPr>
          <a:xfrm>
            <a:off x="709409" y="1526397"/>
            <a:ext cx="4443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/>
              <a:t>0.3</a:t>
            </a:r>
          </a:p>
        </p:txBody>
      </p:sp>
      <p:sp>
        <p:nvSpPr>
          <p:cNvPr id="979" name="TextBox 978">
            <a:extLst>
              <a:ext uri="{FF2B5EF4-FFF2-40B4-BE49-F238E27FC236}">
                <a16:creationId xmlns:a16="http://schemas.microsoft.com/office/drawing/2014/main" id="{AF678627-5CF9-0578-5AB2-B4D4421386C6}"/>
              </a:ext>
            </a:extLst>
          </p:cNvPr>
          <p:cNvSpPr txBox="1"/>
          <p:nvPr/>
        </p:nvSpPr>
        <p:spPr>
          <a:xfrm>
            <a:off x="657311" y="3130753"/>
            <a:ext cx="5485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/>
              <a:t>0.14</a:t>
            </a:r>
          </a:p>
        </p:txBody>
      </p:sp>
      <p:sp>
        <p:nvSpPr>
          <p:cNvPr id="980" name="Rectangle 979">
            <a:extLst>
              <a:ext uri="{FF2B5EF4-FFF2-40B4-BE49-F238E27FC236}">
                <a16:creationId xmlns:a16="http://schemas.microsoft.com/office/drawing/2014/main" id="{3722741B-CAD4-687C-5144-FFBC01F1E436}"/>
              </a:ext>
            </a:extLst>
          </p:cNvPr>
          <p:cNvSpPr/>
          <p:nvPr/>
        </p:nvSpPr>
        <p:spPr>
          <a:xfrm>
            <a:off x="919133" y="261435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grpSp>
        <p:nvGrpSpPr>
          <p:cNvPr id="988" name="Group 987">
            <a:extLst>
              <a:ext uri="{FF2B5EF4-FFF2-40B4-BE49-F238E27FC236}">
                <a16:creationId xmlns:a16="http://schemas.microsoft.com/office/drawing/2014/main" id="{0E70C72C-0E16-F253-1161-BE6E16440CEF}"/>
              </a:ext>
            </a:extLst>
          </p:cNvPr>
          <p:cNvGrpSpPr/>
          <p:nvPr/>
        </p:nvGrpSpPr>
        <p:grpSpPr>
          <a:xfrm rot="5400000">
            <a:off x="7644012" y="1349140"/>
            <a:ext cx="71717" cy="358583"/>
            <a:chOff x="6220024" y="1644415"/>
            <a:chExt cx="71717" cy="358583"/>
          </a:xfrm>
        </p:grpSpPr>
        <p:sp>
          <p:nvSpPr>
            <p:cNvPr id="983" name="Rectangle 982">
              <a:extLst>
                <a:ext uri="{FF2B5EF4-FFF2-40B4-BE49-F238E27FC236}">
                  <a16:creationId xmlns:a16="http://schemas.microsoft.com/office/drawing/2014/main" id="{5A83CF06-CF69-D975-C452-CB3FF7D423F8}"/>
                </a:ext>
              </a:extLst>
            </p:cNvPr>
            <p:cNvSpPr/>
            <p:nvPr/>
          </p:nvSpPr>
          <p:spPr>
            <a:xfrm>
              <a:off x="6220024" y="1644415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984" name="Rectangle 983">
              <a:extLst>
                <a:ext uri="{FF2B5EF4-FFF2-40B4-BE49-F238E27FC236}">
                  <a16:creationId xmlns:a16="http://schemas.microsoft.com/office/drawing/2014/main" id="{7D6BD2F4-BDA5-ECFC-9A51-7796D646CFF1}"/>
                </a:ext>
              </a:extLst>
            </p:cNvPr>
            <p:cNvSpPr/>
            <p:nvPr/>
          </p:nvSpPr>
          <p:spPr>
            <a:xfrm>
              <a:off x="6220024" y="1716132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985" name="Rectangle 984">
              <a:extLst>
                <a:ext uri="{FF2B5EF4-FFF2-40B4-BE49-F238E27FC236}">
                  <a16:creationId xmlns:a16="http://schemas.microsoft.com/office/drawing/2014/main" id="{96911777-F72B-FD53-A70A-C31F789F8FFA}"/>
                </a:ext>
              </a:extLst>
            </p:cNvPr>
            <p:cNvSpPr/>
            <p:nvPr/>
          </p:nvSpPr>
          <p:spPr>
            <a:xfrm>
              <a:off x="6220024" y="1787848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986" name="Rectangle 985">
              <a:extLst>
                <a:ext uri="{FF2B5EF4-FFF2-40B4-BE49-F238E27FC236}">
                  <a16:creationId xmlns:a16="http://schemas.microsoft.com/office/drawing/2014/main" id="{A35799C5-D429-69A5-13B6-33141DE43B10}"/>
                </a:ext>
              </a:extLst>
            </p:cNvPr>
            <p:cNvSpPr/>
            <p:nvPr/>
          </p:nvSpPr>
          <p:spPr>
            <a:xfrm>
              <a:off x="6220024" y="1859565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987" name="Rectangle 986">
              <a:extLst>
                <a:ext uri="{FF2B5EF4-FFF2-40B4-BE49-F238E27FC236}">
                  <a16:creationId xmlns:a16="http://schemas.microsoft.com/office/drawing/2014/main" id="{DAAA7C47-1743-58BB-0CC3-9DAA447FA3B6}"/>
                </a:ext>
              </a:extLst>
            </p:cNvPr>
            <p:cNvSpPr/>
            <p:nvPr/>
          </p:nvSpPr>
          <p:spPr>
            <a:xfrm>
              <a:off x="6220024" y="1931281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</p:grpSp>
      <p:sp>
        <p:nvSpPr>
          <p:cNvPr id="989" name="Rectangle 988">
            <a:extLst>
              <a:ext uri="{FF2B5EF4-FFF2-40B4-BE49-F238E27FC236}">
                <a16:creationId xmlns:a16="http://schemas.microsoft.com/office/drawing/2014/main" id="{3DD2FCE0-F809-0061-A3BC-67A24484F898}"/>
              </a:ext>
            </a:extLst>
          </p:cNvPr>
          <p:cNvSpPr/>
          <p:nvPr/>
        </p:nvSpPr>
        <p:spPr>
          <a:xfrm>
            <a:off x="6069995" y="42767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90" name="Rectangle 989">
            <a:extLst>
              <a:ext uri="{FF2B5EF4-FFF2-40B4-BE49-F238E27FC236}">
                <a16:creationId xmlns:a16="http://schemas.microsoft.com/office/drawing/2014/main" id="{4E76AB82-548D-577A-D605-76456C02F696}"/>
              </a:ext>
            </a:extLst>
          </p:cNvPr>
          <p:cNvSpPr/>
          <p:nvPr/>
        </p:nvSpPr>
        <p:spPr>
          <a:xfrm>
            <a:off x="6069995" y="43484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91" name="Rectangle 990">
            <a:extLst>
              <a:ext uri="{FF2B5EF4-FFF2-40B4-BE49-F238E27FC236}">
                <a16:creationId xmlns:a16="http://schemas.microsoft.com/office/drawing/2014/main" id="{79A09811-80A4-3072-AF1C-AE147D0AE46C}"/>
              </a:ext>
            </a:extLst>
          </p:cNvPr>
          <p:cNvSpPr/>
          <p:nvPr/>
        </p:nvSpPr>
        <p:spPr>
          <a:xfrm>
            <a:off x="6069995" y="44202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92" name="Rectangle 991">
            <a:extLst>
              <a:ext uri="{FF2B5EF4-FFF2-40B4-BE49-F238E27FC236}">
                <a16:creationId xmlns:a16="http://schemas.microsoft.com/office/drawing/2014/main" id="{6D20B57C-8367-99FD-2DAA-30116F4ACA7B}"/>
              </a:ext>
            </a:extLst>
          </p:cNvPr>
          <p:cNvSpPr/>
          <p:nvPr/>
        </p:nvSpPr>
        <p:spPr>
          <a:xfrm>
            <a:off x="6069995" y="44919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93" name="Rectangle 992">
            <a:extLst>
              <a:ext uri="{FF2B5EF4-FFF2-40B4-BE49-F238E27FC236}">
                <a16:creationId xmlns:a16="http://schemas.microsoft.com/office/drawing/2014/main" id="{9B3D8E4E-0750-750D-74C8-B0E724FFFE36}"/>
              </a:ext>
            </a:extLst>
          </p:cNvPr>
          <p:cNvSpPr/>
          <p:nvPr/>
        </p:nvSpPr>
        <p:spPr>
          <a:xfrm>
            <a:off x="6069995" y="456364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94" name="Rectangle 993">
            <a:extLst>
              <a:ext uri="{FF2B5EF4-FFF2-40B4-BE49-F238E27FC236}">
                <a16:creationId xmlns:a16="http://schemas.microsoft.com/office/drawing/2014/main" id="{0DC70938-E568-350B-F9B7-6D848961611C}"/>
              </a:ext>
            </a:extLst>
          </p:cNvPr>
          <p:cNvSpPr/>
          <p:nvPr/>
        </p:nvSpPr>
        <p:spPr>
          <a:xfrm>
            <a:off x="6069995" y="463536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95" name="Rectangle 994">
            <a:extLst>
              <a:ext uri="{FF2B5EF4-FFF2-40B4-BE49-F238E27FC236}">
                <a16:creationId xmlns:a16="http://schemas.microsoft.com/office/drawing/2014/main" id="{1C9D1692-FE1E-9038-6B9C-DB0436A011CB}"/>
              </a:ext>
            </a:extLst>
          </p:cNvPr>
          <p:cNvSpPr/>
          <p:nvPr/>
        </p:nvSpPr>
        <p:spPr>
          <a:xfrm>
            <a:off x="6069995" y="47070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96" name="Rectangle 995">
            <a:extLst>
              <a:ext uri="{FF2B5EF4-FFF2-40B4-BE49-F238E27FC236}">
                <a16:creationId xmlns:a16="http://schemas.microsoft.com/office/drawing/2014/main" id="{288B23A3-9A35-AE11-E2DC-A3E18C14E966}"/>
              </a:ext>
            </a:extLst>
          </p:cNvPr>
          <p:cNvSpPr/>
          <p:nvPr/>
        </p:nvSpPr>
        <p:spPr>
          <a:xfrm>
            <a:off x="6069995" y="47787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97" name="Rectangle 996">
            <a:extLst>
              <a:ext uri="{FF2B5EF4-FFF2-40B4-BE49-F238E27FC236}">
                <a16:creationId xmlns:a16="http://schemas.microsoft.com/office/drawing/2014/main" id="{51A71E0A-4A82-C8FF-B4E6-D0B113F87164}"/>
              </a:ext>
            </a:extLst>
          </p:cNvPr>
          <p:cNvSpPr/>
          <p:nvPr/>
        </p:nvSpPr>
        <p:spPr>
          <a:xfrm>
            <a:off x="6069995" y="48505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98" name="Rectangle 997">
            <a:extLst>
              <a:ext uri="{FF2B5EF4-FFF2-40B4-BE49-F238E27FC236}">
                <a16:creationId xmlns:a16="http://schemas.microsoft.com/office/drawing/2014/main" id="{8C85C1FA-14E0-C7E8-4538-D91E4CCC3B9B}"/>
              </a:ext>
            </a:extLst>
          </p:cNvPr>
          <p:cNvSpPr/>
          <p:nvPr/>
        </p:nvSpPr>
        <p:spPr>
          <a:xfrm>
            <a:off x="6069995" y="49222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999" name="Rectangle 998">
            <a:extLst>
              <a:ext uri="{FF2B5EF4-FFF2-40B4-BE49-F238E27FC236}">
                <a16:creationId xmlns:a16="http://schemas.microsoft.com/office/drawing/2014/main" id="{B36D7646-BA23-36F9-C22A-49CACC95FEDA}"/>
              </a:ext>
            </a:extLst>
          </p:cNvPr>
          <p:cNvSpPr/>
          <p:nvPr/>
        </p:nvSpPr>
        <p:spPr>
          <a:xfrm>
            <a:off x="6000145" y="42767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00" name="Rectangle 999">
            <a:extLst>
              <a:ext uri="{FF2B5EF4-FFF2-40B4-BE49-F238E27FC236}">
                <a16:creationId xmlns:a16="http://schemas.microsoft.com/office/drawing/2014/main" id="{76EAE160-CE8F-FEBD-43A4-831768A6E955}"/>
              </a:ext>
            </a:extLst>
          </p:cNvPr>
          <p:cNvSpPr/>
          <p:nvPr/>
        </p:nvSpPr>
        <p:spPr>
          <a:xfrm>
            <a:off x="6000145" y="43484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01" name="Rectangle 1000">
            <a:extLst>
              <a:ext uri="{FF2B5EF4-FFF2-40B4-BE49-F238E27FC236}">
                <a16:creationId xmlns:a16="http://schemas.microsoft.com/office/drawing/2014/main" id="{7AF421EE-EDE6-02F4-36F4-EAE7B7B17F71}"/>
              </a:ext>
            </a:extLst>
          </p:cNvPr>
          <p:cNvSpPr/>
          <p:nvPr/>
        </p:nvSpPr>
        <p:spPr>
          <a:xfrm>
            <a:off x="6000145" y="44202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02" name="Rectangle 1001">
            <a:extLst>
              <a:ext uri="{FF2B5EF4-FFF2-40B4-BE49-F238E27FC236}">
                <a16:creationId xmlns:a16="http://schemas.microsoft.com/office/drawing/2014/main" id="{45F99D21-F337-2786-59B6-BCFBFC347AA6}"/>
              </a:ext>
            </a:extLst>
          </p:cNvPr>
          <p:cNvSpPr/>
          <p:nvPr/>
        </p:nvSpPr>
        <p:spPr>
          <a:xfrm>
            <a:off x="6000145" y="44919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03" name="Rectangle 1002">
            <a:extLst>
              <a:ext uri="{FF2B5EF4-FFF2-40B4-BE49-F238E27FC236}">
                <a16:creationId xmlns:a16="http://schemas.microsoft.com/office/drawing/2014/main" id="{108AEA7B-C445-34CA-CE28-C3139A933491}"/>
              </a:ext>
            </a:extLst>
          </p:cNvPr>
          <p:cNvSpPr/>
          <p:nvPr/>
        </p:nvSpPr>
        <p:spPr>
          <a:xfrm>
            <a:off x="6000145" y="456364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04" name="Rectangle 1003">
            <a:extLst>
              <a:ext uri="{FF2B5EF4-FFF2-40B4-BE49-F238E27FC236}">
                <a16:creationId xmlns:a16="http://schemas.microsoft.com/office/drawing/2014/main" id="{DDACA628-9B2A-4BA6-FC51-01F8C6F1E529}"/>
              </a:ext>
            </a:extLst>
          </p:cNvPr>
          <p:cNvSpPr/>
          <p:nvPr/>
        </p:nvSpPr>
        <p:spPr>
          <a:xfrm>
            <a:off x="6000145" y="463536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05" name="Rectangle 1004">
            <a:extLst>
              <a:ext uri="{FF2B5EF4-FFF2-40B4-BE49-F238E27FC236}">
                <a16:creationId xmlns:a16="http://schemas.microsoft.com/office/drawing/2014/main" id="{CB1B62BD-C898-12BA-404C-3F4C18EB635A}"/>
              </a:ext>
            </a:extLst>
          </p:cNvPr>
          <p:cNvSpPr/>
          <p:nvPr/>
        </p:nvSpPr>
        <p:spPr>
          <a:xfrm>
            <a:off x="6000145" y="47070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06" name="Rectangle 1005">
            <a:extLst>
              <a:ext uri="{FF2B5EF4-FFF2-40B4-BE49-F238E27FC236}">
                <a16:creationId xmlns:a16="http://schemas.microsoft.com/office/drawing/2014/main" id="{1AB3446A-686B-C330-1227-00594CC92C2D}"/>
              </a:ext>
            </a:extLst>
          </p:cNvPr>
          <p:cNvSpPr/>
          <p:nvPr/>
        </p:nvSpPr>
        <p:spPr>
          <a:xfrm>
            <a:off x="6000145" y="47787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07" name="Rectangle 1006">
            <a:extLst>
              <a:ext uri="{FF2B5EF4-FFF2-40B4-BE49-F238E27FC236}">
                <a16:creationId xmlns:a16="http://schemas.microsoft.com/office/drawing/2014/main" id="{C9266342-C885-F3FC-942C-816123EACB36}"/>
              </a:ext>
            </a:extLst>
          </p:cNvPr>
          <p:cNvSpPr/>
          <p:nvPr/>
        </p:nvSpPr>
        <p:spPr>
          <a:xfrm>
            <a:off x="6000145" y="48505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08" name="Rectangle 1007">
            <a:extLst>
              <a:ext uri="{FF2B5EF4-FFF2-40B4-BE49-F238E27FC236}">
                <a16:creationId xmlns:a16="http://schemas.microsoft.com/office/drawing/2014/main" id="{91490BF5-49DD-F184-BC88-BC1A51795846}"/>
              </a:ext>
            </a:extLst>
          </p:cNvPr>
          <p:cNvSpPr/>
          <p:nvPr/>
        </p:nvSpPr>
        <p:spPr>
          <a:xfrm>
            <a:off x="6000145" y="49222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09" name="Rectangle 1008">
            <a:extLst>
              <a:ext uri="{FF2B5EF4-FFF2-40B4-BE49-F238E27FC236}">
                <a16:creationId xmlns:a16="http://schemas.microsoft.com/office/drawing/2014/main" id="{27C93962-714A-992A-1EAE-B02E94F4DACC}"/>
              </a:ext>
            </a:extLst>
          </p:cNvPr>
          <p:cNvSpPr/>
          <p:nvPr/>
        </p:nvSpPr>
        <p:spPr>
          <a:xfrm>
            <a:off x="5930295" y="42767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10" name="Rectangle 1009">
            <a:extLst>
              <a:ext uri="{FF2B5EF4-FFF2-40B4-BE49-F238E27FC236}">
                <a16:creationId xmlns:a16="http://schemas.microsoft.com/office/drawing/2014/main" id="{AC4C201B-DB8C-5030-C2D5-7BBA705BFE89}"/>
              </a:ext>
            </a:extLst>
          </p:cNvPr>
          <p:cNvSpPr/>
          <p:nvPr/>
        </p:nvSpPr>
        <p:spPr>
          <a:xfrm>
            <a:off x="5930295" y="43484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11" name="Rectangle 1010">
            <a:extLst>
              <a:ext uri="{FF2B5EF4-FFF2-40B4-BE49-F238E27FC236}">
                <a16:creationId xmlns:a16="http://schemas.microsoft.com/office/drawing/2014/main" id="{927EAB33-7304-BACD-42EE-78FC74D6542F}"/>
              </a:ext>
            </a:extLst>
          </p:cNvPr>
          <p:cNvSpPr/>
          <p:nvPr/>
        </p:nvSpPr>
        <p:spPr>
          <a:xfrm>
            <a:off x="5930295" y="44202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12" name="Rectangle 1011">
            <a:extLst>
              <a:ext uri="{FF2B5EF4-FFF2-40B4-BE49-F238E27FC236}">
                <a16:creationId xmlns:a16="http://schemas.microsoft.com/office/drawing/2014/main" id="{E7E24609-67E4-FD44-C729-6B4FEAC82161}"/>
              </a:ext>
            </a:extLst>
          </p:cNvPr>
          <p:cNvSpPr/>
          <p:nvPr/>
        </p:nvSpPr>
        <p:spPr>
          <a:xfrm>
            <a:off x="5930295" y="44919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13" name="Rectangle 1012">
            <a:extLst>
              <a:ext uri="{FF2B5EF4-FFF2-40B4-BE49-F238E27FC236}">
                <a16:creationId xmlns:a16="http://schemas.microsoft.com/office/drawing/2014/main" id="{4AECAC49-5B34-1ECD-5D3F-00255BD242E0}"/>
              </a:ext>
            </a:extLst>
          </p:cNvPr>
          <p:cNvSpPr/>
          <p:nvPr/>
        </p:nvSpPr>
        <p:spPr>
          <a:xfrm>
            <a:off x="5930295" y="456364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14" name="Rectangle 1013">
            <a:extLst>
              <a:ext uri="{FF2B5EF4-FFF2-40B4-BE49-F238E27FC236}">
                <a16:creationId xmlns:a16="http://schemas.microsoft.com/office/drawing/2014/main" id="{69D70EFB-A621-4A4D-381A-A090CD346E1A}"/>
              </a:ext>
            </a:extLst>
          </p:cNvPr>
          <p:cNvSpPr/>
          <p:nvPr/>
        </p:nvSpPr>
        <p:spPr>
          <a:xfrm>
            <a:off x="5930295" y="463536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15" name="Rectangle 1014">
            <a:extLst>
              <a:ext uri="{FF2B5EF4-FFF2-40B4-BE49-F238E27FC236}">
                <a16:creationId xmlns:a16="http://schemas.microsoft.com/office/drawing/2014/main" id="{DB135515-A8DF-B7F2-6451-607F48222CAF}"/>
              </a:ext>
            </a:extLst>
          </p:cNvPr>
          <p:cNvSpPr/>
          <p:nvPr/>
        </p:nvSpPr>
        <p:spPr>
          <a:xfrm>
            <a:off x="5930295" y="47070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16" name="Rectangle 1015">
            <a:extLst>
              <a:ext uri="{FF2B5EF4-FFF2-40B4-BE49-F238E27FC236}">
                <a16:creationId xmlns:a16="http://schemas.microsoft.com/office/drawing/2014/main" id="{BD1C74D8-2F29-D89C-D4BC-2C4FB2F9E7D7}"/>
              </a:ext>
            </a:extLst>
          </p:cNvPr>
          <p:cNvSpPr/>
          <p:nvPr/>
        </p:nvSpPr>
        <p:spPr>
          <a:xfrm>
            <a:off x="5930295" y="47787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17" name="Rectangle 1016">
            <a:extLst>
              <a:ext uri="{FF2B5EF4-FFF2-40B4-BE49-F238E27FC236}">
                <a16:creationId xmlns:a16="http://schemas.microsoft.com/office/drawing/2014/main" id="{1B17F388-D356-7690-B8AC-4DBC569B211F}"/>
              </a:ext>
            </a:extLst>
          </p:cNvPr>
          <p:cNvSpPr/>
          <p:nvPr/>
        </p:nvSpPr>
        <p:spPr>
          <a:xfrm>
            <a:off x="5930295" y="485051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18" name="Rectangle 1017">
            <a:extLst>
              <a:ext uri="{FF2B5EF4-FFF2-40B4-BE49-F238E27FC236}">
                <a16:creationId xmlns:a16="http://schemas.microsoft.com/office/drawing/2014/main" id="{C47BAF79-7F28-295E-C4B9-39BE600CC50B}"/>
              </a:ext>
            </a:extLst>
          </p:cNvPr>
          <p:cNvSpPr/>
          <p:nvPr/>
        </p:nvSpPr>
        <p:spPr>
          <a:xfrm>
            <a:off x="5930295" y="492222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grpSp>
        <p:nvGrpSpPr>
          <p:cNvPr id="1031" name="Group 1030">
            <a:extLst>
              <a:ext uri="{FF2B5EF4-FFF2-40B4-BE49-F238E27FC236}">
                <a16:creationId xmlns:a16="http://schemas.microsoft.com/office/drawing/2014/main" id="{6B413F83-E1AD-6952-51F2-C933AA186918}"/>
              </a:ext>
            </a:extLst>
          </p:cNvPr>
          <p:cNvGrpSpPr/>
          <p:nvPr/>
        </p:nvGrpSpPr>
        <p:grpSpPr>
          <a:xfrm rot="5400000">
            <a:off x="7824617" y="4390752"/>
            <a:ext cx="71717" cy="717167"/>
            <a:chOff x="6292245" y="4429179"/>
            <a:chExt cx="71717" cy="717167"/>
          </a:xfrm>
        </p:grpSpPr>
        <p:sp>
          <p:nvSpPr>
            <p:cNvPr id="1021" name="Rectangle 1020">
              <a:extLst>
                <a:ext uri="{FF2B5EF4-FFF2-40B4-BE49-F238E27FC236}">
                  <a16:creationId xmlns:a16="http://schemas.microsoft.com/office/drawing/2014/main" id="{F1754B33-D0B5-22B0-3B8A-271CDD909FDA}"/>
                </a:ext>
              </a:extLst>
            </p:cNvPr>
            <p:cNvSpPr/>
            <p:nvPr/>
          </p:nvSpPr>
          <p:spPr>
            <a:xfrm>
              <a:off x="6292245" y="4429179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022" name="Rectangle 1021">
              <a:extLst>
                <a:ext uri="{FF2B5EF4-FFF2-40B4-BE49-F238E27FC236}">
                  <a16:creationId xmlns:a16="http://schemas.microsoft.com/office/drawing/2014/main" id="{A7D91850-86AE-E941-15D1-2BEE6393C5F7}"/>
                </a:ext>
              </a:extLst>
            </p:cNvPr>
            <p:cNvSpPr/>
            <p:nvPr/>
          </p:nvSpPr>
          <p:spPr>
            <a:xfrm>
              <a:off x="6292245" y="4500896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023" name="Rectangle 1022">
              <a:extLst>
                <a:ext uri="{FF2B5EF4-FFF2-40B4-BE49-F238E27FC236}">
                  <a16:creationId xmlns:a16="http://schemas.microsoft.com/office/drawing/2014/main" id="{F112188F-886D-A0A5-F3A8-5E6A4EDF9480}"/>
                </a:ext>
              </a:extLst>
            </p:cNvPr>
            <p:cNvSpPr/>
            <p:nvPr/>
          </p:nvSpPr>
          <p:spPr>
            <a:xfrm>
              <a:off x="6292245" y="4572612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024" name="Rectangle 1023">
              <a:extLst>
                <a:ext uri="{FF2B5EF4-FFF2-40B4-BE49-F238E27FC236}">
                  <a16:creationId xmlns:a16="http://schemas.microsoft.com/office/drawing/2014/main" id="{41A5B146-6632-3BD9-3523-F52CE1435C73}"/>
                </a:ext>
              </a:extLst>
            </p:cNvPr>
            <p:cNvSpPr/>
            <p:nvPr/>
          </p:nvSpPr>
          <p:spPr>
            <a:xfrm>
              <a:off x="6292245" y="4644329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025" name="Rectangle 1024">
              <a:extLst>
                <a:ext uri="{FF2B5EF4-FFF2-40B4-BE49-F238E27FC236}">
                  <a16:creationId xmlns:a16="http://schemas.microsoft.com/office/drawing/2014/main" id="{4717FFBD-2CAE-6C67-DBEF-B8F92D1D4E33}"/>
                </a:ext>
              </a:extLst>
            </p:cNvPr>
            <p:cNvSpPr/>
            <p:nvPr/>
          </p:nvSpPr>
          <p:spPr>
            <a:xfrm>
              <a:off x="6292245" y="4716045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026" name="Rectangle 1025">
              <a:extLst>
                <a:ext uri="{FF2B5EF4-FFF2-40B4-BE49-F238E27FC236}">
                  <a16:creationId xmlns:a16="http://schemas.microsoft.com/office/drawing/2014/main" id="{80A7287E-CBE2-4D4D-B925-076EF1D63AC1}"/>
                </a:ext>
              </a:extLst>
            </p:cNvPr>
            <p:cNvSpPr/>
            <p:nvPr/>
          </p:nvSpPr>
          <p:spPr>
            <a:xfrm>
              <a:off x="6292245" y="4787762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027" name="Rectangle 1026">
              <a:extLst>
                <a:ext uri="{FF2B5EF4-FFF2-40B4-BE49-F238E27FC236}">
                  <a16:creationId xmlns:a16="http://schemas.microsoft.com/office/drawing/2014/main" id="{3A4BDBC8-84E4-FCD7-2956-45622E31F806}"/>
                </a:ext>
              </a:extLst>
            </p:cNvPr>
            <p:cNvSpPr/>
            <p:nvPr/>
          </p:nvSpPr>
          <p:spPr>
            <a:xfrm>
              <a:off x="6292245" y="4859479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028" name="Rectangle 1027">
              <a:extLst>
                <a:ext uri="{FF2B5EF4-FFF2-40B4-BE49-F238E27FC236}">
                  <a16:creationId xmlns:a16="http://schemas.microsoft.com/office/drawing/2014/main" id="{48F6D5CE-2C40-23CD-75DE-37E36999139A}"/>
                </a:ext>
              </a:extLst>
            </p:cNvPr>
            <p:cNvSpPr/>
            <p:nvPr/>
          </p:nvSpPr>
          <p:spPr>
            <a:xfrm>
              <a:off x="6292245" y="4931196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029" name="Rectangle 1028">
              <a:extLst>
                <a:ext uri="{FF2B5EF4-FFF2-40B4-BE49-F238E27FC236}">
                  <a16:creationId xmlns:a16="http://schemas.microsoft.com/office/drawing/2014/main" id="{8D140116-D68C-9446-226D-9A93CEC71D3D}"/>
                </a:ext>
              </a:extLst>
            </p:cNvPr>
            <p:cNvSpPr/>
            <p:nvPr/>
          </p:nvSpPr>
          <p:spPr>
            <a:xfrm>
              <a:off x="6292245" y="5002912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030" name="Rectangle 1029">
              <a:extLst>
                <a:ext uri="{FF2B5EF4-FFF2-40B4-BE49-F238E27FC236}">
                  <a16:creationId xmlns:a16="http://schemas.microsoft.com/office/drawing/2014/main" id="{315C3279-4E92-D345-4A93-F63A11261EF3}"/>
                </a:ext>
              </a:extLst>
            </p:cNvPr>
            <p:cNvSpPr/>
            <p:nvPr/>
          </p:nvSpPr>
          <p:spPr>
            <a:xfrm>
              <a:off x="6292245" y="5074629"/>
              <a:ext cx="71717" cy="7171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</p:grpSp>
      <p:sp>
        <p:nvSpPr>
          <p:cNvPr id="1044" name="Rectangle 1043">
            <a:extLst>
              <a:ext uri="{FF2B5EF4-FFF2-40B4-BE49-F238E27FC236}">
                <a16:creationId xmlns:a16="http://schemas.microsoft.com/office/drawing/2014/main" id="{93D847EF-E88A-2E1F-55C7-CAD575115B8A}"/>
              </a:ext>
            </a:extLst>
          </p:cNvPr>
          <p:cNvSpPr/>
          <p:nvPr/>
        </p:nvSpPr>
        <p:spPr>
          <a:xfrm>
            <a:off x="7786240" y="609946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45" name="Rectangle 1044">
            <a:extLst>
              <a:ext uri="{FF2B5EF4-FFF2-40B4-BE49-F238E27FC236}">
                <a16:creationId xmlns:a16="http://schemas.microsoft.com/office/drawing/2014/main" id="{A3AF3146-2DCA-848E-2DE3-8190EA024221}"/>
              </a:ext>
            </a:extLst>
          </p:cNvPr>
          <p:cNvSpPr/>
          <p:nvPr/>
        </p:nvSpPr>
        <p:spPr>
          <a:xfrm>
            <a:off x="7857956" y="609946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46" name="Rectangle 1045">
            <a:extLst>
              <a:ext uri="{FF2B5EF4-FFF2-40B4-BE49-F238E27FC236}">
                <a16:creationId xmlns:a16="http://schemas.microsoft.com/office/drawing/2014/main" id="{50A9E320-F1EE-7276-A9DF-1AA0F1DD856F}"/>
              </a:ext>
            </a:extLst>
          </p:cNvPr>
          <p:cNvSpPr/>
          <p:nvPr/>
        </p:nvSpPr>
        <p:spPr>
          <a:xfrm>
            <a:off x="7786240" y="61711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47" name="Rectangle 1046">
            <a:extLst>
              <a:ext uri="{FF2B5EF4-FFF2-40B4-BE49-F238E27FC236}">
                <a16:creationId xmlns:a16="http://schemas.microsoft.com/office/drawing/2014/main" id="{75C986F2-1FC9-373B-9EE1-C99681A5E3C4}"/>
              </a:ext>
            </a:extLst>
          </p:cNvPr>
          <p:cNvSpPr/>
          <p:nvPr/>
        </p:nvSpPr>
        <p:spPr>
          <a:xfrm>
            <a:off x="7857956" y="61711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48" name="Rectangle 1047">
            <a:extLst>
              <a:ext uri="{FF2B5EF4-FFF2-40B4-BE49-F238E27FC236}">
                <a16:creationId xmlns:a16="http://schemas.microsoft.com/office/drawing/2014/main" id="{EAC88E71-2ABD-F371-5899-0DD87F293E23}"/>
              </a:ext>
            </a:extLst>
          </p:cNvPr>
          <p:cNvSpPr/>
          <p:nvPr/>
        </p:nvSpPr>
        <p:spPr>
          <a:xfrm>
            <a:off x="7786240" y="624289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49" name="Rectangle 1048">
            <a:extLst>
              <a:ext uri="{FF2B5EF4-FFF2-40B4-BE49-F238E27FC236}">
                <a16:creationId xmlns:a16="http://schemas.microsoft.com/office/drawing/2014/main" id="{D143915A-2BCF-6896-BABB-ABC0C7FD2172}"/>
              </a:ext>
            </a:extLst>
          </p:cNvPr>
          <p:cNvSpPr/>
          <p:nvPr/>
        </p:nvSpPr>
        <p:spPr>
          <a:xfrm>
            <a:off x="7857956" y="624289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50" name="Rectangle 1049">
            <a:extLst>
              <a:ext uri="{FF2B5EF4-FFF2-40B4-BE49-F238E27FC236}">
                <a16:creationId xmlns:a16="http://schemas.microsoft.com/office/drawing/2014/main" id="{9FE35689-A352-EA0B-D2E8-259C0241C062}"/>
              </a:ext>
            </a:extLst>
          </p:cNvPr>
          <p:cNvSpPr/>
          <p:nvPr/>
        </p:nvSpPr>
        <p:spPr>
          <a:xfrm>
            <a:off x="7786240" y="631461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051" name="Rectangle 1050">
            <a:extLst>
              <a:ext uri="{FF2B5EF4-FFF2-40B4-BE49-F238E27FC236}">
                <a16:creationId xmlns:a16="http://schemas.microsoft.com/office/drawing/2014/main" id="{BA2737F7-BEE7-9340-A77D-6B360E324BC6}"/>
              </a:ext>
            </a:extLst>
          </p:cNvPr>
          <p:cNvSpPr/>
          <p:nvPr/>
        </p:nvSpPr>
        <p:spPr>
          <a:xfrm>
            <a:off x="7857956" y="631461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10" name="Rectangle 309">
            <a:extLst>
              <a:ext uri="{FF2B5EF4-FFF2-40B4-BE49-F238E27FC236}">
                <a16:creationId xmlns:a16="http://schemas.microsoft.com/office/drawing/2014/main" id="{CADDB128-4474-3AEC-B198-7C913B41EBDE}"/>
              </a:ext>
            </a:extLst>
          </p:cNvPr>
          <p:cNvSpPr/>
          <p:nvPr/>
        </p:nvSpPr>
        <p:spPr>
          <a:xfrm>
            <a:off x="847677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</p:spTree>
    <p:extLst>
      <p:ext uri="{BB962C8B-B14F-4D97-AF65-F5344CB8AC3E}">
        <p14:creationId xmlns:p14="http://schemas.microsoft.com/office/powerpoint/2010/main" val="18462921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42ABFA11-56D9-A7CB-2EC2-1B42B95D346B}"/>
              </a:ext>
            </a:extLst>
          </p:cNvPr>
          <p:cNvSpPr txBox="1"/>
          <p:nvPr/>
        </p:nvSpPr>
        <p:spPr>
          <a:xfrm>
            <a:off x="16509" y="978643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A)</a:t>
            </a:r>
          </a:p>
        </p:txBody>
      </p:sp>
      <p:sp>
        <p:nvSpPr>
          <p:cNvPr id="157" name="Equals 156">
            <a:extLst>
              <a:ext uri="{FF2B5EF4-FFF2-40B4-BE49-F238E27FC236}">
                <a16:creationId xmlns:a16="http://schemas.microsoft.com/office/drawing/2014/main" id="{2A84A91F-1C8A-EAEC-CC8F-9C67AEBDBF39}"/>
              </a:ext>
            </a:extLst>
          </p:cNvPr>
          <p:cNvSpPr/>
          <p:nvPr/>
        </p:nvSpPr>
        <p:spPr>
          <a:xfrm>
            <a:off x="3200874" y="919189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7A8DFE7-FDD0-28AC-6FD4-C3942CF899FC}"/>
              </a:ext>
            </a:extLst>
          </p:cNvPr>
          <p:cNvCxnSpPr>
            <a:cxnSpLocks/>
          </p:cNvCxnSpPr>
          <p:nvPr/>
        </p:nvCxnSpPr>
        <p:spPr>
          <a:xfrm>
            <a:off x="515938" y="182623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F2D94D69-97D8-F35A-04CA-F6659CAB1FB4}"/>
              </a:ext>
            </a:extLst>
          </p:cNvPr>
          <p:cNvSpPr/>
          <p:nvPr/>
        </p:nvSpPr>
        <p:spPr>
          <a:xfrm>
            <a:off x="728258" y="109388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905AA3D-D04F-DCAC-5E4C-CA448700BF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761489"/>
            <a:ext cx="728704" cy="728704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E4A4F63C-9F75-3B4D-4F7C-6C7FDAE6D50B}"/>
              </a:ext>
            </a:extLst>
          </p:cNvPr>
          <p:cNvSpPr/>
          <p:nvPr/>
        </p:nvSpPr>
        <p:spPr>
          <a:xfrm>
            <a:off x="847677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5C7EB72-7CA1-7C9E-713C-BBBBED1C8F68}"/>
              </a:ext>
            </a:extLst>
          </p:cNvPr>
          <p:cNvSpPr/>
          <p:nvPr/>
        </p:nvSpPr>
        <p:spPr>
          <a:xfrm>
            <a:off x="919394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42495DB-996A-F823-7E08-3214A14B1CCA}"/>
              </a:ext>
            </a:extLst>
          </p:cNvPr>
          <p:cNvSpPr/>
          <p:nvPr/>
        </p:nvSpPr>
        <p:spPr>
          <a:xfrm>
            <a:off x="991110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10B6302E-F297-4A71-9361-7262E59DE83B}"/>
              </a:ext>
            </a:extLst>
          </p:cNvPr>
          <p:cNvSpPr txBox="1"/>
          <p:nvPr/>
        </p:nvSpPr>
        <p:spPr>
          <a:xfrm>
            <a:off x="407987" y="89500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7E30E0CF-9887-B4AE-C4CA-1F4252954053}"/>
              </a:ext>
            </a:extLst>
          </p:cNvPr>
          <p:cNvCxnSpPr>
            <a:cxnSpLocks/>
          </p:cNvCxnSpPr>
          <p:nvPr/>
        </p:nvCxnSpPr>
        <p:spPr>
          <a:xfrm>
            <a:off x="2090102" y="182623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3" name="Oval 162">
            <a:extLst>
              <a:ext uri="{FF2B5EF4-FFF2-40B4-BE49-F238E27FC236}">
                <a16:creationId xmlns:a16="http://schemas.microsoft.com/office/drawing/2014/main" id="{1F6BED3C-8BCE-506B-FD0E-18D31A0C5EBC}"/>
              </a:ext>
            </a:extLst>
          </p:cNvPr>
          <p:cNvSpPr/>
          <p:nvPr/>
        </p:nvSpPr>
        <p:spPr>
          <a:xfrm>
            <a:off x="2302422" y="109388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64" name="Picture 163">
            <a:extLst>
              <a:ext uri="{FF2B5EF4-FFF2-40B4-BE49-F238E27FC236}">
                <a16:creationId xmlns:a16="http://schemas.microsoft.com/office/drawing/2014/main" id="{3E55A6D1-30B9-4C7A-BFC7-98ECEF192B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761489"/>
            <a:ext cx="728704" cy="728704"/>
          </a:xfrm>
          <a:prstGeom prst="rect">
            <a:avLst/>
          </a:prstGeom>
        </p:spPr>
      </p:pic>
      <p:sp>
        <p:nvSpPr>
          <p:cNvPr id="182" name="Rectangle 181">
            <a:extLst>
              <a:ext uri="{FF2B5EF4-FFF2-40B4-BE49-F238E27FC236}">
                <a16:creationId xmlns:a16="http://schemas.microsoft.com/office/drawing/2014/main" id="{E2CB63C3-D180-D996-3B6A-B37C8F5BDB58}"/>
              </a:ext>
            </a:extLst>
          </p:cNvPr>
          <p:cNvSpPr/>
          <p:nvPr/>
        </p:nvSpPr>
        <p:spPr>
          <a:xfrm>
            <a:off x="2421841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4C5BFA64-99A3-3210-5004-AF31219BBCC5}"/>
              </a:ext>
            </a:extLst>
          </p:cNvPr>
          <p:cNvSpPr txBox="1"/>
          <p:nvPr/>
        </p:nvSpPr>
        <p:spPr>
          <a:xfrm>
            <a:off x="1982151" y="89500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8E54EB3B-ECFD-E857-6620-A86E50E9FFE6}"/>
              </a:ext>
            </a:extLst>
          </p:cNvPr>
          <p:cNvCxnSpPr>
            <a:cxnSpLocks/>
          </p:cNvCxnSpPr>
          <p:nvPr/>
        </p:nvCxnSpPr>
        <p:spPr>
          <a:xfrm>
            <a:off x="3646488" y="182623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3" name="Oval 192">
            <a:extLst>
              <a:ext uri="{FF2B5EF4-FFF2-40B4-BE49-F238E27FC236}">
                <a16:creationId xmlns:a16="http://schemas.microsoft.com/office/drawing/2014/main" id="{AD7CF90E-022C-8081-064A-F87AE0853237}"/>
              </a:ext>
            </a:extLst>
          </p:cNvPr>
          <p:cNvSpPr/>
          <p:nvPr/>
        </p:nvSpPr>
        <p:spPr>
          <a:xfrm>
            <a:off x="3858808" y="109388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4" name="Picture 193">
            <a:extLst>
              <a:ext uri="{FF2B5EF4-FFF2-40B4-BE49-F238E27FC236}">
                <a16:creationId xmlns:a16="http://schemas.microsoft.com/office/drawing/2014/main" id="{1EC8E3D2-C647-EF35-9DEE-FEA37127CE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761489"/>
            <a:ext cx="728704" cy="728704"/>
          </a:xfrm>
          <a:prstGeom prst="rect">
            <a:avLst/>
          </a:prstGeom>
        </p:spPr>
      </p:pic>
      <p:sp>
        <p:nvSpPr>
          <p:cNvPr id="219" name="TextBox 218">
            <a:extLst>
              <a:ext uri="{FF2B5EF4-FFF2-40B4-BE49-F238E27FC236}">
                <a16:creationId xmlns:a16="http://schemas.microsoft.com/office/drawing/2014/main" id="{F27D5A2A-DC82-0968-2C8A-7EE609EA82F5}"/>
              </a:ext>
            </a:extLst>
          </p:cNvPr>
          <p:cNvSpPr txBox="1"/>
          <p:nvPr/>
        </p:nvSpPr>
        <p:spPr>
          <a:xfrm>
            <a:off x="3538537" y="89500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220" name="Straight Connector 219">
            <a:extLst>
              <a:ext uri="{FF2B5EF4-FFF2-40B4-BE49-F238E27FC236}">
                <a16:creationId xmlns:a16="http://schemas.microsoft.com/office/drawing/2014/main" id="{CA095802-16CA-FECA-DAB9-09839F053C53}"/>
              </a:ext>
            </a:extLst>
          </p:cNvPr>
          <p:cNvCxnSpPr>
            <a:cxnSpLocks/>
          </p:cNvCxnSpPr>
          <p:nvPr/>
        </p:nvCxnSpPr>
        <p:spPr>
          <a:xfrm>
            <a:off x="4953000" y="109564"/>
            <a:ext cx="0" cy="6638873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" name="TextBox 224">
            <a:extLst>
              <a:ext uri="{FF2B5EF4-FFF2-40B4-BE49-F238E27FC236}">
                <a16:creationId xmlns:a16="http://schemas.microsoft.com/office/drawing/2014/main" id="{09E20B67-DED6-12E0-6495-E92439F8BB90}"/>
              </a:ext>
            </a:extLst>
          </p:cNvPr>
          <p:cNvSpPr txBox="1"/>
          <p:nvPr/>
        </p:nvSpPr>
        <p:spPr>
          <a:xfrm>
            <a:off x="22921" y="2613480"/>
            <a:ext cx="3145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B)</a:t>
            </a:r>
          </a:p>
        </p:txBody>
      </p:sp>
      <p:sp>
        <p:nvSpPr>
          <p:cNvPr id="227" name="Equals 226">
            <a:extLst>
              <a:ext uri="{FF2B5EF4-FFF2-40B4-BE49-F238E27FC236}">
                <a16:creationId xmlns:a16="http://schemas.microsoft.com/office/drawing/2014/main" id="{62C0AC13-3B52-8B8B-F183-2DDDF4058D81}"/>
              </a:ext>
            </a:extLst>
          </p:cNvPr>
          <p:cNvSpPr/>
          <p:nvPr/>
        </p:nvSpPr>
        <p:spPr>
          <a:xfrm>
            <a:off x="3200874" y="2554026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89" name="Straight Connector 288">
            <a:extLst>
              <a:ext uri="{FF2B5EF4-FFF2-40B4-BE49-F238E27FC236}">
                <a16:creationId xmlns:a16="http://schemas.microsoft.com/office/drawing/2014/main" id="{28E8500E-483C-960E-67A6-C259D2A7E741}"/>
              </a:ext>
            </a:extLst>
          </p:cNvPr>
          <p:cNvCxnSpPr>
            <a:cxnSpLocks/>
          </p:cNvCxnSpPr>
          <p:nvPr/>
        </p:nvCxnSpPr>
        <p:spPr>
          <a:xfrm>
            <a:off x="515938" y="3461073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1" name="Oval 290">
            <a:extLst>
              <a:ext uri="{FF2B5EF4-FFF2-40B4-BE49-F238E27FC236}">
                <a16:creationId xmlns:a16="http://schemas.microsoft.com/office/drawing/2014/main" id="{47AF9D91-8CD9-4AB0-E8CF-174F6F7DF582}"/>
              </a:ext>
            </a:extLst>
          </p:cNvPr>
          <p:cNvSpPr/>
          <p:nvPr/>
        </p:nvSpPr>
        <p:spPr>
          <a:xfrm>
            <a:off x="728258" y="2728725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92" name="Picture 291">
            <a:extLst>
              <a:ext uri="{FF2B5EF4-FFF2-40B4-BE49-F238E27FC236}">
                <a16:creationId xmlns:a16="http://schemas.microsoft.com/office/drawing/2014/main" id="{F6AE8323-3361-657B-77C1-9165A19B27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2396326"/>
            <a:ext cx="728704" cy="728704"/>
          </a:xfrm>
          <a:prstGeom prst="rect">
            <a:avLst/>
          </a:prstGeom>
        </p:spPr>
      </p:pic>
      <p:sp>
        <p:nvSpPr>
          <p:cNvPr id="293" name="Rectangle 292">
            <a:extLst>
              <a:ext uri="{FF2B5EF4-FFF2-40B4-BE49-F238E27FC236}">
                <a16:creationId xmlns:a16="http://schemas.microsoft.com/office/drawing/2014/main" id="{4C539E55-DA91-EE15-7F7E-D0EBE1C8D824}"/>
              </a:ext>
            </a:extLst>
          </p:cNvPr>
          <p:cNvSpPr/>
          <p:nvPr/>
        </p:nvSpPr>
        <p:spPr>
          <a:xfrm>
            <a:off x="1059043" y="239948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7" name="TextBox 316">
            <a:extLst>
              <a:ext uri="{FF2B5EF4-FFF2-40B4-BE49-F238E27FC236}">
                <a16:creationId xmlns:a16="http://schemas.microsoft.com/office/drawing/2014/main" id="{3416E68F-5976-2C07-BF2A-D675D61A4981}"/>
              </a:ext>
            </a:extLst>
          </p:cNvPr>
          <p:cNvSpPr txBox="1"/>
          <p:nvPr/>
        </p:nvSpPr>
        <p:spPr>
          <a:xfrm>
            <a:off x="407987" y="252984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260" name="Straight Connector 259">
            <a:extLst>
              <a:ext uri="{FF2B5EF4-FFF2-40B4-BE49-F238E27FC236}">
                <a16:creationId xmlns:a16="http://schemas.microsoft.com/office/drawing/2014/main" id="{2A281E36-2A15-B8FE-3737-BAC60FE39FB1}"/>
              </a:ext>
            </a:extLst>
          </p:cNvPr>
          <p:cNvCxnSpPr>
            <a:cxnSpLocks/>
          </p:cNvCxnSpPr>
          <p:nvPr/>
        </p:nvCxnSpPr>
        <p:spPr>
          <a:xfrm>
            <a:off x="2090102" y="3461073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2" name="Oval 261">
            <a:extLst>
              <a:ext uri="{FF2B5EF4-FFF2-40B4-BE49-F238E27FC236}">
                <a16:creationId xmlns:a16="http://schemas.microsoft.com/office/drawing/2014/main" id="{FBC4B01D-C7A4-E9B0-E294-193D37E0FD5A}"/>
              </a:ext>
            </a:extLst>
          </p:cNvPr>
          <p:cNvSpPr/>
          <p:nvPr/>
        </p:nvSpPr>
        <p:spPr>
          <a:xfrm>
            <a:off x="2302422" y="2728725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63" name="Picture 262">
            <a:extLst>
              <a:ext uri="{FF2B5EF4-FFF2-40B4-BE49-F238E27FC236}">
                <a16:creationId xmlns:a16="http://schemas.microsoft.com/office/drawing/2014/main" id="{725C76E3-BB75-2F3A-6AA2-57CCA94933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2396326"/>
            <a:ext cx="728704" cy="728704"/>
          </a:xfrm>
          <a:prstGeom prst="rect">
            <a:avLst/>
          </a:prstGeom>
        </p:spPr>
      </p:pic>
      <p:sp>
        <p:nvSpPr>
          <p:cNvPr id="281" name="Rectangle 280">
            <a:extLst>
              <a:ext uri="{FF2B5EF4-FFF2-40B4-BE49-F238E27FC236}">
                <a16:creationId xmlns:a16="http://schemas.microsoft.com/office/drawing/2014/main" id="{67B1CC02-2239-9B2A-F3CB-38DFD48D0FD2}"/>
              </a:ext>
            </a:extLst>
          </p:cNvPr>
          <p:cNvSpPr/>
          <p:nvPr/>
        </p:nvSpPr>
        <p:spPr>
          <a:xfrm>
            <a:off x="850216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2" name="Rectangle 281">
            <a:extLst>
              <a:ext uri="{FF2B5EF4-FFF2-40B4-BE49-F238E27FC236}">
                <a16:creationId xmlns:a16="http://schemas.microsoft.com/office/drawing/2014/main" id="{13BE1108-71B4-7E15-BCD9-ABE5B1D02D57}"/>
              </a:ext>
            </a:extLst>
          </p:cNvPr>
          <p:cNvSpPr/>
          <p:nvPr/>
        </p:nvSpPr>
        <p:spPr>
          <a:xfrm>
            <a:off x="921933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8" name="TextBox 287">
            <a:extLst>
              <a:ext uri="{FF2B5EF4-FFF2-40B4-BE49-F238E27FC236}">
                <a16:creationId xmlns:a16="http://schemas.microsoft.com/office/drawing/2014/main" id="{874779E8-FAFE-750A-4A7E-18F5487999AC}"/>
              </a:ext>
            </a:extLst>
          </p:cNvPr>
          <p:cNvSpPr txBox="1"/>
          <p:nvPr/>
        </p:nvSpPr>
        <p:spPr>
          <a:xfrm>
            <a:off x="1982151" y="252984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48E1ABC9-CA17-5570-088F-D697187214EA}"/>
              </a:ext>
            </a:extLst>
          </p:cNvPr>
          <p:cNvCxnSpPr>
            <a:cxnSpLocks/>
          </p:cNvCxnSpPr>
          <p:nvPr/>
        </p:nvCxnSpPr>
        <p:spPr>
          <a:xfrm>
            <a:off x="3646488" y="3461073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3" name="Oval 232">
            <a:extLst>
              <a:ext uri="{FF2B5EF4-FFF2-40B4-BE49-F238E27FC236}">
                <a16:creationId xmlns:a16="http://schemas.microsoft.com/office/drawing/2014/main" id="{D82FD990-463A-8F63-AE1E-2AE3E45D45D0}"/>
              </a:ext>
            </a:extLst>
          </p:cNvPr>
          <p:cNvSpPr/>
          <p:nvPr/>
        </p:nvSpPr>
        <p:spPr>
          <a:xfrm>
            <a:off x="3858808" y="2728725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34" name="Picture 233">
            <a:extLst>
              <a:ext uri="{FF2B5EF4-FFF2-40B4-BE49-F238E27FC236}">
                <a16:creationId xmlns:a16="http://schemas.microsoft.com/office/drawing/2014/main" id="{67EE51AF-369A-2A1A-3548-79B0DEB9C9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2396326"/>
            <a:ext cx="728704" cy="728704"/>
          </a:xfrm>
          <a:prstGeom prst="rect">
            <a:avLst/>
          </a:prstGeom>
        </p:spPr>
      </p:pic>
      <p:sp>
        <p:nvSpPr>
          <p:cNvPr id="259" name="TextBox 258">
            <a:extLst>
              <a:ext uri="{FF2B5EF4-FFF2-40B4-BE49-F238E27FC236}">
                <a16:creationId xmlns:a16="http://schemas.microsoft.com/office/drawing/2014/main" id="{30CCDBD5-EF63-96C7-6557-E7C53199DF1A}"/>
              </a:ext>
            </a:extLst>
          </p:cNvPr>
          <p:cNvSpPr txBox="1"/>
          <p:nvPr/>
        </p:nvSpPr>
        <p:spPr>
          <a:xfrm>
            <a:off x="3538537" y="252984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sp>
        <p:nvSpPr>
          <p:cNvPr id="319" name="TextBox 318">
            <a:extLst>
              <a:ext uri="{FF2B5EF4-FFF2-40B4-BE49-F238E27FC236}">
                <a16:creationId xmlns:a16="http://schemas.microsoft.com/office/drawing/2014/main" id="{B57483DA-C27C-36AE-6AD6-BC4AA2299915}"/>
              </a:ext>
            </a:extLst>
          </p:cNvPr>
          <p:cNvSpPr txBox="1"/>
          <p:nvPr/>
        </p:nvSpPr>
        <p:spPr>
          <a:xfrm>
            <a:off x="23723" y="4248317"/>
            <a:ext cx="3129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C)</a:t>
            </a:r>
          </a:p>
        </p:txBody>
      </p:sp>
      <p:sp>
        <p:nvSpPr>
          <p:cNvPr id="321" name="Equals 320">
            <a:extLst>
              <a:ext uri="{FF2B5EF4-FFF2-40B4-BE49-F238E27FC236}">
                <a16:creationId xmlns:a16="http://schemas.microsoft.com/office/drawing/2014/main" id="{B12CA7F8-C5AB-7CBB-32BB-2BAD2D9AC1AB}"/>
              </a:ext>
            </a:extLst>
          </p:cNvPr>
          <p:cNvSpPr/>
          <p:nvPr/>
        </p:nvSpPr>
        <p:spPr>
          <a:xfrm>
            <a:off x="3200874" y="4188863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83" name="Straight Connector 382">
            <a:extLst>
              <a:ext uri="{FF2B5EF4-FFF2-40B4-BE49-F238E27FC236}">
                <a16:creationId xmlns:a16="http://schemas.microsoft.com/office/drawing/2014/main" id="{07C861E0-C112-1143-85FF-DB2E97F067CD}"/>
              </a:ext>
            </a:extLst>
          </p:cNvPr>
          <p:cNvCxnSpPr>
            <a:cxnSpLocks/>
          </p:cNvCxnSpPr>
          <p:nvPr/>
        </p:nvCxnSpPr>
        <p:spPr>
          <a:xfrm>
            <a:off x="515938" y="509591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5" name="Oval 384">
            <a:extLst>
              <a:ext uri="{FF2B5EF4-FFF2-40B4-BE49-F238E27FC236}">
                <a16:creationId xmlns:a16="http://schemas.microsoft.com/office/drawing/2014/main" id="{EED4BE7A-211F-4239-3354-561D783F0DA0}"/>
              </a:ext>
            </a:extLst>
          </p:cNvPr>
          <p:cNvSpPr/>
          <p:nvPr/>
        </p:nvSpPr>
        <p:spPr>
          <a:xfrm>
            <a:off x="728258" y="436356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86" name="Picture 385">
            <a:extLst>
              <a:ext uri="{FF2B5EF4-FFF2-40B4-BE49-F238E27FC236}">
                <a16:creationId xmlns:a16="http://schemas.microsoft.com/office/drawing/2014/main" id="{31772677-B1F6-0EFF-45B1-AA595703AA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4031163"/>
            <a:ext cx="728704" cy="728704"/>
          </a:xfrm>
          <a:prstGeom prst="rect">
            <a:avLst/>
          </a:prstGeom>
        </p:spPr>
      </p:pic>
      <p:sp>
        <p:nvSpPr>
          <p:cNvPr id="404" name="Rectangle 403">
            <a:extLst>
              <a:ext uri="{FF2B5EF4-FFF2-40B4-BE49-F238E27FC236}">
                <a16:creationId xmlns:a16="http://schemas.microsoft.com/office/drawing/2014/main" id="{335B9045-A3B9-8892-0719-8E13C50180BE}"/>
              </a:ext>
            </a:extLst>
          </p:cNvPr>
          <p:cNvSpPr/>
          <p:nvPr/>
        </p:nvSpPr>
        <p:spPr>
          <a:xfrm>
            <a:off x="847677" y="403432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5" name="Rectangle 404">
            <a:extLst>
              <a:ext uri="{FF2B5EF4-FFF2-40B4-BE49-F238E27FC236}">
                <a16:creationId xmlns:a16="http://schemas.microsoft.com/office/drawing/2014/main" id="{604F91A7-7E50-14E5-610F-322C37BCAC01}"/>
              </a:ext>
            </a:extLst>
          </p:cNvPr>
          <p:cNvSpPr/>
          <p:nvPr/>
        </p:nvSpPr>
        <p:spPr>
          <a:xfrm>
            <a:off x="919394" y="403432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1" name="TextBox 410">
            <a:extLst>
              <a:ext uri="{FF2B5EF4-FFF2-40B4-BE49-F238E27FC236}">
                <a16:creationId xmlns:a16="http://schemas.microsoft.com/office/drawing/2014/main" id="{1DFD7753-452B-B281-9BC0-69B492048F10}"/>
              </a:ext>
            </a:extLst>
          </p:cNvPr>
          <p:cNvSpPr txBox="1"/>
          <p:nvPr/>
        </p:nvSpPr>
        <p:spPr>
          <a:xfrm>
            <a:off x="407987" y="416468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354" name="Straight Connector 353">
            <a:extLst>
              <a:ext uri="{FF2B5EF4-FFF2-40B4-BE49-F238E27FC236}">
                <a16:creationId xmlns:a16="http://schemas.microsoft.com/office/drawing/2014/main" id="{73FE9D60-3ECA-92F7-B28F-51FCF6B03039}"/>
              </a:ext>
            </a:extLst>
          </p:cNvPr>
          <p:cNvCxnSpPr>
            <a:cxnSpLocks/>
          </p:cNvCxnSpPr>
          <p:nvPr/>
        </p:nvCxnSpPr>
        <p:spPr>
          <a:xfrm>
            <a:off x="2090102" y="509591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6" name="Oval 355">
            <a:extLst>
              <a:ext uri="{FF2B5EF4-FFF2-40B4-BE49-F238E27FC236}">
                <a16:creationId xmlns:a16="http://schemas.microsoft.com/office/drawing/2014/main" id="{49822684-4223-84F7-0B90-F3D035148C18}"/>
              </a:ext>
            </a:extLst>
          </p:cNvPr>
          <p:cNvSpPr/>
          <p:nvPr/>
        </p:nvSpPr>
        <p:spPr>
          <a:xfrm>
            <a:off x="2302422" y="436356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57" name="Picture 356">
            <a:extLst>
              <a:ext uri="{FF2B5EF4-FFF2-40B4-BE49-F238E27FC236}">
                <a16:creationId xmlns:a16="http://schemas.microsoft.com/office/drawing/2014/main" id="{03D087D6-A09A-E3B1-C7E4-CDA5937FC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4031163"/>
            <a:ext cx="728704" cy="728704"/>
          </a:xfrm>
          <a:prstGeom prst="rect">
            <a:avLst/>
          </a:prstGeom>
        </p:spPr>
      </p:pic>
      <p:sp>
        <p:nvSpPr>
          <p:cNvPr id="358" name="Rectangle 357">
            <a:extLst>
              <a:ext uri="{FF2B5EF4-FFF2-40B4-BE49-F238E27FC236}">
                <a16:creationId xmlns:a16="http://schemas.microsoft.com/office/drawing/2014/main" id="{B89591D1-8E90-CBF7-A0B0-1D81BBDA3985}"/>
              </a:ext>
            </a:extLst>
          </p:cNvPr>
          <p:cNvSpPr/>
          <p:nvPr/>
        </p:nvSpPr>
        <p:spPr>
          <a:xfrm>
            <a:off x="2420621" y="403432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9" name="Rectangle 358">
            <a:extLst>
              <a:ext uri="{FF2B5EF4-FFF2-40B4-BE49-F238E27FC236}">
                <a16:creationId xmlns:a16="http://schemas.microsoft.com/office/drawing/2014/main" id="{4FFE4F40-DCFF-572B-E62C-56F1D7DBBD54}"/>
              </a:ext>
            </a:extLst>
          </p:cNvPr>
          <p:cNvSpPr/>
          <p:nvPr/>
        </p:nvSpPr>
        <p:spPr>
          <a:xfrm>
            <a:off x="2420621" y="410604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2" name="TextBox 381">
            <a:extLst>
              <a:ext uri="{FF2B5EF4-FFF2-40B4-BE49-F238E27FC236}">
                <a16:creationId xmlns:a16="http://schemas.microsoft.com/office/drawing/2014/main" id="{6D552DD5-4C24-F089-5237-AA6EF90062D7}"/>
              </a:ext>
            </a:extLst>
          </p:cNvPr>
          <p:cNvSpPr txBox="1"/>
          <p:nvPr/>
        </p:nvSpPr>
        <p:spPr>
          <a:xfrm>
            <a:off x="1982151" y="416468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325" name="Straight Connector 324">
            <a:extLst>
              <a:ext uri="{FF2B5EF4-FFF2-40B4-BE49-F238E27FC236}">
                <a16:creationId xmlns:a16="http://schemas.microsoft.com/office/drawing/2014/main" id="{C4638BD4-D6D2-AC08-A95C-4F37D5C286C8}"/>
              </a:ext>
            </a:extLst>
          </p:cNvPr>
          <p:cNvCxnSpPr>
            <a:cxnSpLocks/>
          </p:cNvCxnSpPr>
          <p:nvPr/>
        </p:nvCxnSpPr>
        <p:spPr>
          <a:xfrm>
            <a:off x="3646488" y="509591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7" name="Oval 326">
            <a:extLst>
              <a:ext uri="{FF2B5EF4-FFF2-40B4-BE49-F238E27FC236}">
                <a16:creationId xmlns:a16="http://schemas.microsoft.com/office/drawing/2014/main" id="{52280501-0978-C865-C1D1-03A409798CC3}"/>
              </a:ext>
            </a:extLst>
          </p:cNvPr>
          <p:cNvSpPr/>
          <p:nvPr/>
        </p:nvSpPr>
        <p:spPr>
          <a:xfrm>
            <a:off x="3858808" y="436356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28" name="Picture 327">
            <a:extLst>
              <a:ext uri="{FF2B5EF4-FFF2-40B4-BE49-F238E27FC236}">
                <a16:creationId xmlns:a16="http://schemas.microsoft.com/office/drawing/2014/main" id="{1D02B83F-32E9-1875-AAA2-355F7FA682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4031163"/>
            <a:ext cx="728704" cy="728704"/>
          </a:xfrm>
          <a:prstGeom prst="rect">
            <a:avLst/>
          </a:prstGeom>
        </p:spPr>
      </p:pic>
      <p:sp>
        <p:nvSpPr>
          <p:cNvPr id="353" name="TextBox 352">
            <a:extLst>
              <a:ext uri="{FF2B5EF4-FFF2-40B4-BE49-F238E27FC236}">
                <a16:creationId xmlns:a16="http://schemas.microsoft.com/office/drawing/2014/main" id="{F355B970-B509-A698-F944-974F4BBC8C50}"/>
              </a:ext>
            </a:extLst>
          </p:cNvPr>
          <p:cNvSpPr txBox="1"/>
          <p:nvPr/>
        </p:nvSpPr>
        <p:spPr>
          <a:xfrm>
            <a:off x="3538537" y="416468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sp>
        <p:nvSpPr>
          <p:cNvPr id="413" name="TextBox 412">
            <a:extLst>
              <a:ext uri="{FF2B5EF4-FFF2-40B4-BE49-F238E27FC236}">
                <a16:creationId xmlns:a16="http://schemas.microsoft.com/office/drawing/2014/main" id="{FF9C85CE-83BE-7746-577E-B881525DED23}"/>
              </a:ext>
            </a:extLst>
          </p:cNvPr>
          <p:cNvSpPr txBox="1"/>
          <p:nvPr/>
        </p:nvSpPr>
        <p:spPr>
          <a:xfrm>
            <a:off x="16509" y="5883153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D)</a:t>
            </a:r>
          </a:p>
        </p:txBody>
      </p:sp>
      <p:sp>
        <p:nvSpPr>
          <p:cNvPr id="415" name="Equals 414">
            <a:extLst>
              <a:ext uri="{FF2B5EF4-FFF2-40B4-BE49-F238E27FC236}">
                <a16:creationId xmlns:a16="http://schemas.microsoft.com/office/drawing/2014/main" id="{750EB784-1904-40D9-1DCA-A5FA37E73057}"/>
              </a:ext>
            </a:extLst>
          </p:cNvPr>
          <p:cNvSpPr/>
          <p:nvPr/>
        </p:nvSpPr>
        <p:spPr>
          <a:xfrm>
            <a:off x="3200874" y="5823699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77" name="Straight Connector 476">
            <a:extLst>
              <a:ext uri="{FF2B5EF4-FFF2-40B4-BE49-F238E27FC236}">
                <a16:creationId xmlns:a16="http://schemas.microsoft.com/office/drawing/2014/main" id="{3FA17D48-17DF-886A-61D9-A671EA347B11}"/>
              </a:ext>
            </a:extLst>
          </p:cNvPr>
          <p:cNvCxnSpPr>
            <a:cxnSpLocks/>
          </p:cNvCxnSpPr>
          <p:nvPr/>
        </p:nvCxnSpPr>
        <p:spPr>
          <a:xfrm>
            <a:off x="515938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9" name="Oval 478">
            <a:extLst>
              <a:ext uri="{FF2B5EF4-FFF2-40B4-BE49-F238E27FC236}">
                <a16:creationId xmlns:a16="http://schemas.microsoft.com/office/drawing/2014/main" id="{803B04C4-F83A-1C0C-EBAF-D1F4F87D1CE1}"/>
              </a:ext>
            </a:extLst>
          </p:cNvPr>
          <p:cNvSpPr/>
          <p:nvPr/>
        </p:nvSpPr>
        <p:spPr>
          <a:xfrm>
            <a:off x="728258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80" name="Picture 479">
            <a:extLst>
              <a:ext uri="{FF2B5EF4-FFF2-40B4-BE49-F238E27FC236}">
                <a16:creationId xmlns:a16="http://schemas.microsoft.com/office/drawing/2014/main" id="{03BEA461-FE34-05F5-E402-9986381712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6" y="5665999"/>
            <a:ext cx="728704" cy="728704"/>
          </a:xfrm>
          <a:prstGeom prst="rect">
            <a:avLst/>
          </a:prstGeom>
        </p:spPr>
      </p:pic>
      <p:sp>
        <p:nvSpPr>
          <p:cNvPr id="498" name="Rectangle 497">
            <a:extLst>
              <a:ext uri="{FF2B5EF4-FFF2-40B4-BE49-F238E27FC236}">
                <a16:creationId xmlns:a16="http://schemas.microsoft.com/office/drawing/2014/main" id="{189C80C5-2909-56AC-83D0-0008BBAE1FD3}"/>
              </a:ext>
            </a:extLst>
          </p:cNvPr>
          <p:cNvSpPr/>
          <p:nvPr/>
        </p:nvSpPr>
        <p:spPr>
          <a:xfrm>
            <a:off x="847677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9" name="Rectangle 498">
            <a:extLst>
              <a:ext uri="{FF2B5EF4-FFF2-40B4-BE49-F238E27FC236}">
                <a16:creationId xmlns:a16="http://schemas.microsoft.com/office/drawing/2014/main" id="{B12BB91F-F34F-0EB1-FBE4-59BF55AD8A33}"/>
              </a:ext>
            </a:extLst>
          </p:cNvPr>
          <p:cNvSpPr/>
          <p:nvPr/>
        </p:nvSpPr>
        <p:spPr>
          <a:xfrm>
            <a:off x="919394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5" name="TextBox 504">
            <a:extLst>
              <a:ext uri="{FF2B5EF4-FFF2-40B4-BE49-F238E27FC236}">
                <a16:creationId xmlns:a16="http://schemas.microsoft.com/office/drawing/2014/main" id="{87D21041-9406-4CC1-37EC-B6AB65853B72}"/>
              </a:ext>
            </a:extLst>
          </p:cNvPr>
          <p:cNvSpPr txBox="1"/>
          <p:nvPr/>
        </p:nvSpPr>
        <p:spPr>
          <a:xfrm>
            <a:off x="407987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448" name="Straight Connector 447">
            <a:extLst>
              <a:ext uri="{FF2B5EF4-FFF2-40B4-BE49-F238E27FC236}">
                <a16:creationId xmlns:a16="http://schemas.microsoft.com/office/drawing/2014/main" id="{922FB43E-3C68-B172-E249-7036D7943A57}"/>
              </a:ext>
            </a:extLst>
          </p:cNvPr>
          <p:cNvCxnSpPr>
            <a:cxnSpLocks/>
          </p:cNvCxnSpPr>
          <p:nvPr/>
        </p:nvCxnSpPr>
        <p:spPr>
          <a:xfrm>
            <a:off x="2090102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0" name="Oval 449">
            <a:extLst>
              <a:ext uri="{FF2B5EF4-FFF2-40B4-BE49-F238E27FC236}">
                <a16:creationId xmlns:a16="http://schemas.microsoft.com/office/drawing/2014/main" id="{02C5297C-5505-FD7A-66BF-11F1B1A8D286}"/>
              </a:ext>
            </a:extLst>
          </p:cNvPr>
          <p:cNvSpPr/>
          <p:nvPr/>
        </p:nvSpPr>
        <p:spPr>
          <a:xfrm>
            <a:off x="2302422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51" name="Picture 450">
            <a:extLst>
              <a:ext uri="{FF2B5EF4-FFF2-40B4-BE49-F238E27FC236}">
                <a16:creationId xmlns:a16="http://schemas.microsoft.com/office/drawing/2014/main" id="{6E0A6252-10E0-6DAA-D733-4611DF56AF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260" y="5665999"/>
            <a:ext cx="728704" cy="728704"/>
          </a:xfrm>
          <a:prstGeom prst="rect">
            <a:avLst/>
          </a:prstGeom>
        </p:spPr>
      </p:pic>
      <p:sp>
        <p:nvSpPr>
          <p:cNvPr id="476" name="TextBox 475">
            <a:extLst>
              <a:ext uri="{FF2B5EF4-FFF2-40B4-BE49-F238E27FC236}">
                <a16:creationId xmlns:a16="http://schemas.microsoft.com/office/drawing/2014/main" id="{12BFD967-3A85-27BE-75C3-8775147C3BAA}"/>
              </a:ext>
            </a:extLst>
          </p:cNvPr>
          <p:cNvSpPr txBox="1"/>
          <p:nvPr/>
        </p:nvSpPr>
        <p:spPr>
          <a:xfrm>
            <a:off x="1982151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419" name="Straight Connector 418">
            <a:extLst>
              <a:ext uri="{FF2B5EF4-FFF2-40B4-BE49-F238E27FC236}">
                <a16:creationId xmlns:a16="http://schemas.microsoft.com/office/drawing/2014/main" id="{3C196F65-5912-0283-8B52-C6EEB1ABECD3}"/>
              </a:ext>
            </a:extLst>
          </p:cNvPr>
          <p:cNvCxnSpPr>
            <a:cxnSpLocks/>
          </p:cNvCxnSpPr>
          <p:nvPr/>
        </p:nvCxnSpPr>
        <p:spPr>
          <a:xfrm>
            <a:off x="3646488" y="6730746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1" name="Oval 420">
            <a:extLst>
              <a:ext uri="{FF2B5EF4-FFF2-40B4-BE49-F238E27FC236}">
                <a16:creationId xmlns:a16="http://schemas.microsoft.com/office/drawing/2014/main" id="{7E576870-6738-12B4-168C-DAB91F3D0A75}"/>
              </a:ext>
            </a:extLst>
          </p:cNvPr>
          <p:cNvSpPr/>
          <p:nvPr/>
        </p:nvSpPr>
        <p:spPr>
          <a:xfrm>
            <a:off x="3858808" y="5998398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22" name="Picture 421">
            <a:extLst>
              <a:ext uri="{FF2B5EF4-FFF2-40B4-BE49-F238E27FC236}">
                <a16:creationId xmlns:a16="http://schemas.microsoft.com/office/drawing/2014/main" id="{2BD8383C-6956-4528-5F2C-3C45353C40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646" y="5665999"/>
            <a:ext cx="728704" cy="728704"/>
          </a:xfrm>
          <a:prstGeom prst="rect">
            <a:avLst/>
          </a:prstGeom>
        </p:spPr>
      </p:pic>
      <p:sp>
        <p:nvSpPr>
          <p:cNvPr id="447" name="TextBox 446">
            <a:extLst>
              <a:ext uri="{FF2B5EF4-FFF2-40B4-BE49-F238E27FC236}">
                <a16:creationId xmlns:a16="http://schemas.microsoft.com/office/drawing/2014/main" id="{C449126B-50DE-5B97-30CC-939051B673A9}"/>
              </a:ext>
            </a:extLst>
          </p:cNvPr>
          <p:cNvSpPr txBox="1"/>
          <p:nvPr/>
        </p:nvSpPr>
        <p:spPr>
          <a:xfrm>
            <a:off x="3538537" y="579951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sp>
        <p:nvSpPr>
          <p:cNvPr id="507" name="TextBox 506">
            <a:extLst>
              <a:ext uri="{FF2B5EF4-FFF2-40B4-BE49-F238E27FC236}">
                <a16:creationId xmlns:a16="http://schemas.microsoft.com/office/drawing/2014/main" id="{E4D49EC4-DA9A-A961-54C7-B23210E9C01C}"/>
              </a:ext>
            </a:extLst>
          </p:cNvPr>
          <p:cNvSpPr txBox="1"/>
          <p:nvPr/>
        </p:nvSpPr>
        <p:spPr>
          <a:xfrm>
            <a:off x="5108409" y="1706007"/>
            <a:ext cx="3016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F)</a:t>
            </a:r>
          </a:p>
        </p:txBody>
      </p:sp>
      <p:sp>
        <p:nvSpPr>
          <p:cNvPr id="509" name="Equals 508">
            <a:extLst>
              <a:ext uri="{FF2B5EF4-FFF2-40B4-BE49-F238E27FC236}">
                <a16:creationId xmlns:a16="http://schemas.microsoft.com/office/drawing/2014/main" id="{22486ABD-7E6F-B568-5215-E52DED7FC269}"/>
              </a:ext>
            </a:extLst>
          </p:cNvPr>
          <p:cNvSpPr/>
          <p:nvPr/>
        </p:nvSpPr>
        <p:spPr>
          <a:xfrm>
            <a:off x="8279950" y="1646553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71" name="Straight Connector 570">
            <a:extLst>
              <a:ext uri="{FF2B5EF4-FFF2-40B4-BE49-F238E27FC236}">
                <a16:creationId xmlns:a16="http://schemas.microsoft.com/office/drawing/2014/main" id="{BEC7FB0D-711B-F48F-1BE1-D20291F45E12}"/>
              </a:ext>
            </a:extLst>
          </p:cNvPr>
          <p:cNvCxnSpPr>
            <a:cxnSpLocks/>
          </p:cNvCxnSpPr>
          <p:nvPr/>
        </p:nvCxnSpPr>
        <p:spPr>
          <a:xfrm>
            <a:off x="5595014" y="255360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3" name="Oval 572">
            <a:extLst>
              <a:ext uri="{FF2B5EF4-FFF2-40B4-BE49-F238E27FC236}">
                <a16:creationId xmlns:a16="http://schemas.microsoft.com/office/drawing/2014/main" id="{71E627D1-F972-7B9B-A845-808A94F42417}"/>
              </a:ext>
            </a:extLst>
          </p:cNvPr>
          <p:cNvSpPr/>
          <p:nvPr/>
        </p:nvSpPr>
        <p:spPr>
          <a:xfrm>
            <a:off x="5807334" y="182125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74" name="Picture 573">
            <a:extLst>
              <a:ext uri="{FF2B5EF4-FFF2-40B4-BE49-F238E27FC236}">
                <a16:creationId xmlns:a16="http://schemas.microsoft.com/office/drawing/2014/main" id="{D6644829-FABF-AA74-8BA6-6974DAA893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1488853"/>
            <a:ext cx="728704" cy="728704"/>
          </a:xfrm>
          <a:prstGeom prst="rect">
            <a:avLst/>
          </a:prstGeom>
        </p:spPr>
      </p:pic>
      <p:sp>
        <p:nvSpPr>
          <p:cNvPr id="592" name="Rectangle 591">
            <a:extLst>
              <a:ext uri="{FF2B5EF4-FFF2-40B4-BE49-F238E27FC236}">
                <a16:creationId xmlns:a16="http://schemas.microsoft.com/office/drawing/2014/main" id="{4541BED8-7955-542F-7029-5DD03E663E75}"/>
              </a:ext>
            </a:extLst>
          </p:cNvPr>
          <p:cNvSpPr/>
          <p:nvPr/>
        </p:nvSpPr>
        <p:spPr>
          <a:xfrm>
            <a:off x="5926753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3" name="Rectangle 592">
            <a:extLst>
              <a:ext uri="{FF2B5EF4-FFF2-40B4-BE49-F238E27FC236}">
                <a16:creationId xmlns:a16="http://schemas.microsoft.com/office/drawing/2014/main" id="{E790FAA2-11DE-FAC9-7022-E17D8D69A907}"/>
              </a:ext>
            </a:extLst>
          </p:cNvPr>
          <p:cNvSpPr/>
          <p:nvPr/>
        </p:nvSpPr>
        <p:spPr>
          <a:xfrm>
            <a:off x="5998470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9" name="TextBox 598">
            <a:extLst>
              <a:ext uri="{FF2B5EF4-FFF2-40B4-BE49-F238E27FC236}">
                <a16:creationId xmlns:a16="http://schemas.microsoft.com/office/drawing/2014/main" id="{F190C38B-4B36-05FC-6120-7FE65C510E38}"/>
              </a:ext>
            </a:extLst>
          </p:cNvPr>
          <p:cNvSpPr txBox="1"/>
          <p:nvPr/>
        </p:nvSpPr>
        <p:spPr>
          <a:xfrm>
            <a:off x="5487063" y="162237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542" name="Straight Connector 541">
            <a:extLst>
              <a:ext uri="{FF2B5EF4-FFF2-40B4-BE49-F238E27FC236}">
                <a16:creationId xmlns:a16="http://schemas.microsoft.com/office/drawing/2014/main" id="{C773AEBC-C854-0069-E30B-29E1E2A43394}"/>
              </a:ext>
            </a:extLst>
          </p:cNvPr>
          <p:cNvCxnSpPr>
            <a:cxnSpLocks/>
          </p:cNvCxnSpPr>
          <p:nvPr/>
        </p:nvCxnSpPr>
        <p:spPr>
          <a:xfrm>
            <a:off x="7169178" y="255360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4" name="Oval 543">
            <a:extLst>
              <a:ext uri="{FF2B5EF4-FFF2-40B4-BE49-F238E27FC236}">
                <a16:creationId xmlns:a16="http://schemas.microsoft.com/office/drawing/2014/main" id="{57A103DB-8EB6-68D8-98C9-DA5117D8A6DA}"/>
              </a:ext>
            </a:extLst>
          </p:cNvPr>
          <p:cNvSpPr/>
          <p:nvPr/>
        </p:nvSpPr>
        <p:spPr>
          <a:xfrm>
            <a:off x="7381498" y="182125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45" name="Picture 544">
            <a:extLst>
              <a:ext uri="{FF2B5EF4-FFF2-40B4-BE49-F238E27FC236}">
                <a16:creationId xmlns:a16="http://schemas.microsoft.com/office/drawing/2014/main" id="{1F063783-592E-08CF-038D-C3E7B01BD4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1488853"/>
            <a:ext cx="728704" cy="728704"/>
          </a:xfrm>
          <a:prstGeom prst="rect">
            <a:avLst/>
          </a:prstGeom>
        </p:spPr>
      </p:pic>
      <p:sp>
        <p:nvSpPr>
          <p:cNvPr id="570" name="TextBox 569">
            <a:extLst>
              <a:ext uri="{FF2B5EF4-FFF2-40B4-BE49-F238E27FC236}">
                <a16:creationId xmlns:a16="http://schemas.microsoft.com/office/drawing/2014/main" id="{C2A1D9FB-D898-BD7A-81BB-FAAE58754013}"/>
              </a:ext>
            </a:extLst>
          </p:cNvPr>
          <p:cNvSpPr txBox="1"/>
          <p:nvPr/>
        </p:nvSpPr>
        <p:spPr>
          <a:xfrm>
            <a:off x="7061227" y="162237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513" name="Straight Connector 512">
            <a:extLst>
              <a:ext uri="{FF2B5EF4-FFF2-40B4-BE49-F238E27FC236}">
                <a16:creationId xmlns:a16="http://schemas.microsoft.com/office/drawing/2014/main" id="{4FA6B302-81EC-77D1-B674-51E9ADB585BF}"/>
              </a:ext>
            </a:extLst>
          </p:cNvPr>
          <p:cNvCxnSpPr>
            <a:cxnSpLocks/>
          </p:cNvCxnSpPr>
          <p:nvPr/>
        </p:nvCxnSpPr>
        <p:spPr>
          <a:xfrm>
            <a:off x="8725564" y="2553600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5" name="Oval 514">
            <a:extLst>
              <a:ext uri="{FF2B5EF4-FFF2-40B4-BE49-F238E27FC236}">
                <a16:creationId xmlns:a16="http://schemas.microsoft.com/office/drawing/2014/main" id="{EFFEF5F0-9ED0-A2C9-19FB-8ABAFF28B1A4}"/>
              </a:ext>
            </a:extLst>
          </p:cNvPr>
          <p:cNvSpPr/>
          <p:nvPr/>
        </p:nvSpPr>
        <p:spPr>
          <a:xfrm>
            <a:off x="8937884" y="1821252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16" name="Picture 515">
            <a:extLst>
              <a:ext uri="{FF2B5EF4-FFF2-40B4-BE49-F238E27FC236}">
                <a16:creationId xmlns:a16="http://schemas.microsoft.com/office/drawing/2014/main" id="{34B25DF2-2DAC-8417-15A7-530377A3A9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1488853"/>
            <a:ext cx="728704" cy="728704"/>
          </a:xfrm>
          <a:prstGeom prst="rect">
            <a:avLst/>
          </a:prstGeom>
        </p:spPr>
      </p:pic>
      <p:sp>
        <p:nvSpPr>
          <p:cNvPr id="541" name="TextBox 540">
            <a:extLst>
              <a:ext uri="{FF2B5EF4-FFF2-40B4-BE49-F238E27FC236}">
                <a16:creationId xmlns:a16="http://schemas.microsoft.com/office/drawing/2014/main" id="{8856872A-166E-807B-BFB7-1A8D920AF754}"/>
              </a:ext>
            </a:extLst>
          </p:cNvPr>
          <p:cNvSpPr txBox="1"/>
          <p:nvPr/>
        </p:nvSpPr>
        <p:spPr>
          <a:xfrm>
            <a:off x="8617613" y="162237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sp>
        <p:nvSpPr>
          <p:cNvPr id="601" name="TextBox 600">
            <a:extLst>
              <a:ext uri="{FF2B5EF4-FFF2-40B4-BE49-F238E27FC236}">
                <a16:creationId xmlns:a16="http://schemas.microsoft.com/office/drawing/2014/main" id="{7F66724C-F99E-0032-84A1-294037033290}"/>
              </a:ext>
            </a:extLst>
          </p:cNvPr>
          <p:cNvSpPr txBox="1"/>
          <p:nvPr/>
        </p:nvSpPr>
        <p:spPr>
          <a:xfrm>
            <a:off x="5095585" y="3098389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G)</a:t>
            </a:r>
          </a:p>
        </p:txBody>
      </p:sp>
      <p:sp>
        <p:nvSpPr>
          <p:cNvPr id="603" name="Equals 602">
            <a:extLst>
              <a:ext uri="{FF2B5EF4-FFF2-40B4-BE49-F238E27FC236}">
                <a16:creationId xmlns:a16="http://schemas.microsoft.com/office/drawing/2014/main" id="{B98242E9-7926-C74F-68BD-81966DAFA7FD}"/>
              </a:ext>
            </a:extLst>
          </p:cNvPr>
          <p:cNvSpPr/>
          <p:nvPr/>
        </p:nvSpPr>
        <p:spPr>
          <a:xfrm>
            <a:off x="8279950" y="3038935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665" name="Straight Connector 664">
            <a:extLst>
              <a:ext uri="{FF2B5EF4-FFF2-40B4-BE49-F238E27FC236}">
                <a16:creationId xmlns:a16="http://schemas.microsoft.com/office/drawing/2014/main" id="{F98BE637-818A-EA6F-19C5-3867D51CFA95}"/>
              </a:ext>
            </a:extLst>
          </p:cNvPr>
          <p:cNvCxnSpPr>
            <a:cxnSpLocks/>
          </p:cNvCxnSpPr>
          <p:nvPr/>
        </p:nvCxnSpPr>
        <p:spPr>
          <a:xfrm>
            <a:off x="5595014" y="3945982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7" name="Oval 666">
            <a:extLst>
              <a:ext uri="{FF2B5EF4-FFF2-40B4-BE49-F238E27FC236}">
                <a16:creationId xmlns:a16="http://schemas.microsoft.com/office/drawing/2014/main" id="{B7F46FD6-5FC1-194E-190B-890D5F4AC2B2}"/>
              </a:ext>
            </a:extLst>
          </p:cNvPr>
          <p:cNvSpPr/>
          <p:nvPr/>
        </p:nvSpPr>
        <p:spPr>
          <a:xfrm>
            <a:off x="5807334" y="3213634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68" name="Picture 667">
            <a:extLst>
              <a:ext uri="{FF2B5EF4-FFF2-40B4-BE49-F238E27FC236}">
                <a16:creationId xmlns:a16="http://schemas.microsoft.com/office/drawing/2014/main" id="{3A12F198-2167-D553-DE2F-1DE4B07C6C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2881235"/>
            <a:ext cx="728704" cy="728704"/>
          </a:xfrm>
          <a:prstGeom prst="rect">
            <a:avLst/>
          </a:prstGeom>
        </p:spPr>
      </p:pic>
      <p:sp>
        <p:nvSpPr>
          <p:cNvPr id="669" name="Rectangle 668">
            <a:extLst>
              <a:ext uri="{FF2B5EF4-FFF2-40B4-BE49-F238E27FC236}">
                <a16:creationId xmlns:a16="http://schemas.microsoft.com/office/drawing/2014/main" id="{78FA82BF-E9E5-7363-7E2B-5CC0EDFB076D}"/>
              </a:ext>
            </a:extLst>
          </p:cNvPr>
          <p:cNvSpPr/>
          <p:nvPr/>
        </p:nvSpPr>
        <p:spPr>
          <a:xfrm>
            <a:off x="6138575" y="288439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70" name="Rectangle 669">
            <a:extLst>
              <a:ext uri="{FF2B5EF4-FFF2-40B4-BE49-F238E27FC236}">
                <a16:creationId xmlns:a16="http://schemas.microsoft.com/office/drawing/2014/main" id="{6A72D5EC-E6A1-A9D6-DA8C-064DF1496F51}"/>
              </a:ext>
            </a:extLst>
          </p:cNvPr>
          <p:cNvSpPr/>
          <p:nvPr/>
        </p:nvSpPr>
        <p:spPr>
          <a:xfrm>
            <a:off x="6138575" y="295611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71" name="Rectangle 670">
            <a:extLst>
              <a:ext uri="{FF2B5EF4-FFF2-40B4-BE49-F238E27FC236}">
                <a16:creationId xmlns:a16="http://schemas.microsoft.com/office/drawing/2014/main" id="{1A3928E1-A4D4-6F69-1244-C0E09C7502ED}"/>
              </a:ext>
            </a:extLst>
          </p:cNvPr>
          <p:cNvSpPr/>
          <p:nvPr/>
        </p:nvSpPr>
        <p:spPr>
          <a:xfrm>
            <a:off x="6138575" y="302783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6" name="Rectangle 685">
            <a:extLst>
              <a:ext uri="{FF2B5EF4-FFF2-40B4-BE49-F238E27FC236}">
                <a16:creationId xmlns:a16="http://schemas.microsoft.com/office/drawing/2014/main" id="{DB5E86EC-A264-9848-6BA7-F488B0CE7C6C}"/>
              </a:ext>
            </a:extLst>
          </p:cNvPr>
          <p:cNvSpPr/>
          <p:nvPr/>
        </p:nvSpPr>
        <p:spPr>
          <a:xfrm>
            <a:off x="5996277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7" name="Rectangle 686">
            <a:extLst>
              <a:ext uri="{FF2B5EF4-FFF2-40B4-BE49-F238E27FC236}">
                <a16:creationId xmlns:a16="http://schemas.microsoft.com/office/drawing/2014/main" id="{A7AE9099-D7B2-C66B-766F-989498663A47}"/>
              </a:ext>
            </a:extLst>
          </p:cNvPr>
          <p:cNvSpPr/>
          <p:nvPr/>
        </p:nvSpPr>
        <p:spPr>
          <a:xfrm>
            <a:off x="6067994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93" name="TextBox 692">
            <a:extLst>
              <a:ext uri="{FF2B5EF4-FFF2-40B4-BE49-F238E27FC236}">
                <a16:creationId xmlns:a16="http://schemas.microsoft.com/office/drawing/2014/main" id="{549748BF-0CED-28D6-EF6C-24E579B62B8B}"/>
              </a:ext>
            </a:extLst>
          </p:cNvPr>
          <p:cNvSpPr txBox="1"/>
          <p:nvPr/>
        </p:nvSpPr>
        <p:spPr>
          <a:xfrm>
            <a:off x="5487063" y="301475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636" name="Straight Connector 635">
            <a:extLst>
              <a:ext uri="{FF2B5EF4-FFF2-40B4-BE49-F238E27FC236}">
                <a16:creationId xmlns:a16="http://schemas.microsoft.com/office/drawing/2014/main" id="{6E982D62-084C-99BE-ED52-20024DFBE627}"/>
              </a:ext>
            </a:extLst>
          </p:cNvPr>
          <p:cNvCxnSpPr>
            <a:cxnSpLocks/>
          </p:cNvCxnSpPr>
          <p:nvPr/>
        </p:nvCxnSpPr>
        <p:spPr>
          <a:xfrm>
            <a:off x="7169178" y="3945982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8" name="Oval 637">
            <a:extLst>
              <a:ext uri="{FF2B5EF4-FFF2-40B4-BE49-F238E27FC236}">
                <a16:creationId xmlns:a16="http://schemas.microsoft.com/office/drawing/2014/main" id="{A1075176-525B-5557-D447-8CF11D62E664}"/>
              </a:ext>
            </a:extLst>
          </p:cNvPr>
          <p:cNvSpPr/>
          <p:nvPr/>
        </p:nvSpPr>
        <p:spPr>
          <a:xfrm>
            <a:off x="7381498" y="3213634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39" name="Picture 638">
            <a:extLst>
              <a:ext uri="{FF2B5EF4-FFF2-40B4-BE49-F238E27FC236}">
                <a16:creationId xmlns:a16="http://schemas.microsoft.com/office/drawing/2014/main" id="{8E8B3C41-3415-9F26-4179-2F433B1EDB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2881235"/>
            <a:ext cx="728704" cy="728704"/>
          </a:xfrm>
          <a:prstGeom prst="rect">
            <a:avLst/>
          </a:prstGeom>
        </p:spPr>
      </p:pic>
      <p:sp>
        <p:nvSpPr>
          <p:cNvPr id="651" name="Rectangle 650">
            <a:extLst>
              <a:ext uri="{FF2B5EF4-FFF2-40B4-BE49-F238E27FC236}">
                <a16:creationId xmlns:a16="http://schemas.microsoft.com/office/drawing/2014/main" id="{80D52980-0732-32BF-066D-3374811C7769}"/>
              </a:ext>
            </a:extLst>
          </p:cNvPr>
          <p:cNvSpPr/>
          <p:nvPr/>
        </p:nvSpPr>
        <p:spPr>
          <a:xfrm>
            <a:off x="7572295" y="199576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3" name="Rectangle 652">
            <a:extLst>
              <a:ext uri="{FF2B5EF4-FFF2-40B4-BE49-F238E27FC236}">
                <a16:creationId xmlns:a16="http://schemas.microsoft.com/office/drawing/2014/main" id="{F0E3EE05-CCF6-C876-E6EC-1B56D14BCF13}"/>
              </a:ext>
            </a:extLst>
          </p:cNvPr>
          <p:cNvSpPr/>
          <p:nvPr/>
        </p:nvSpPr>
        <p:spPr>
          <a:xfrm>
            <a:off x="7572295" y="206748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5" name="Rectangle 654">
            <a:extLst>
              <a:ext uri="{FF2B5EF4-FFF2-40B4-BE49-F238E27FC236}">
                <a16:creationId xmlns:a16="http://schemas.microsoft.com/office/drawing/2014/main" id="{890F1DCC-09DE-FA3A-90E5-0B782CAD8E13}"/>
              </a:ext>
            </a:extLst>
          </p:cNvPr>
          <p:cNvSpPr/>
          <p:nvPr/>
        </p:nvSpPr>
        <p:spPr>
          <a:xfrm>
            <a:off x="7572295" y="213919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7" name="Rectangle 656">
            <a:extLst>
              <a:ext uri="{FF2B5EF4-FFF2-40B4-BE49-F238E27FC236}">
                <a16:creationId xmlns:a16="http://schemas.microsoft.com/office/drawing/2014/main" id="{1BF0F57D-BE70-9328-1FE7-B49AB8688F42}"/>
              </a:ext>
            </a:extLst>
          </p:cNvPr>
          <p:cNvSpPr/>
          <p:nvPr/>
        </p:nvSpPr>
        <p:spPr>
          <a:xfrm>
            <a:off x="7500917" y="149374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4" name="TextBox 663">
            <a:extLst>
              <a:ext uri="{FF2B5EF4-FFF2-40B4-BE49-F238E27FC236}">
                <a16:creationId xmlns:a16="http://schemas.microsoft.com/office/drawing/2014/main" id="{1FA70C5F-9DE7-183D-BCE0-3D1FB6656330}"/>
              </a:ext>
            </a:extLst>
          </p:cNvPr>
          <p:cNvSpPr txBox="1"/>
          <p:nvPr/>
        </p:nvSpPr>
        <p:spPr>
          <a:xfrm>
            <a:off x="7061227" y="301475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607" name="Straight Connector 606">
            <a:extLst>
              <a:ext uri="{FF2B5EF4-FFF2-40B4-BE49-F238E27FC236}">
                <a16:creationId xmlns:a16="http://schemas.microsoft.com/office/drawing/2014/main" id="{E98CD451-FD14-B48D-5406-CAAC4CF7BE61}"/>
              </a:ext>
            </a:extLst>
          </p:cNvPr>
          <p:cNvCxnSpPr>
            <a:cxnSpLocks/>
          </p:cNvCxnSpPr>
          <p:nvPr/>
        </p:nvCxnSpPr>
        <p:spPr>
          <a:xfrm>
            <a:off x="8725564" y="3945982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9" name="Oval 608">
            <a:extLst>
              <a:ext uri="{FF2B5EF4-FFF2-40B4-BE49-F238E27FC236}">
                <a16:creationId xmlns:a16="http://schemas.microsoft.com/office/drawing/2014/main" id="{B4FBFF9F-791B-1879-5572-1F78958580FB}"/>
              </a:ext>
            </a:extLst>
          </p:cNvPr>
          <p:cNvSpPr/>
          <p:nvPr/>
        </p:nvSpPr>
        <p:spPr>
          <a:xfrm>
            <a:off x="8937884" y="3213634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10" name="Picture 609">
            <a:extLst>
              <a:ext uri="{FF2B5EF4-FFF2-40B4-BE49-F238E27FC236}">
                <a16:creationId xmlns:a16="http://schemas.microsoft.com/office/drawing/2014/main" id="{344A324A-2293-BEA5-AF02-4FE50EDEA6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2881235"/>
            <a:ext cx="728704" cy="728704"/>
          </a:xfrm>
          <a:prstGeom prst="rect">
            <a:avLst/>
          </a:prstGeom>
        </p:spPr>
      </p:pic>
      <p:sp>
        <p:nvSpPr>
          <p:cNvPr id="635" name="TextBox 634">
            <a:extLst>
              <a:ext uri="{FF2B5EF4-FFF2-40B4-BE49-F238E27FC236}">
                <a16:creationId xmlns:a16="http://schemas.microsoft.com/office/drawing/2014/main" id="{B5C8DAC0-E8D1-8D52-7E7E-1A448C0679E0}"/>
              </a:ext>
            </a:extLst>
          </p:cNvPr>
          <p:cNvSpPr txBox="1"/>
          <p:nvPr/>
        </p:nvSpPr>
        <p:spPr>
          <a:xfrm>
            <a:off x="8617613" y="301475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sp>
        <p:nvSpPr>
          <p:cNvPr id="695" name="TextBox 694">
            <a:extLst>
              <a:ext uri="{FF2B5EF4-FFF2-40B4-BE49-F238E27FC236}">
                <a16:creationId xmlns:a16="http://schemas.microsoft.com/office/drawing/2014/main" id="{FF18D682-74E3-0876-18C3-988CD8368FE2}"/>
              </a:ext>
            </a:extLst>
          </p:cNvPr>
          <p:cNvSpPr txBox="1"/>
          <p:nvPr/>
        </p:nvSpPr>
        <p:spPr>
          <a:xfrm>
            <a:off x="5095585" y="4490771"/>
            <a:ext cx="327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H)</a:t>
            </a:r>
          </a:p>
        </p:txBody>
      </p:sp>
      <p:sp>
        <p:nvSpPr>
          <p:cNvPr id="697" name="Equals 696">
            <a:extLst>
              <a:ext uri="{FF2B5EF4-FFF2-40B4-BE49-F238E27FC236}">
                <a16:creationId xmlns:a16="http://schemas.microsoft.com/office/drawing/2014/main" id="{B23E4139-BE9C-D71A-9B8C-6414D2E58997}"/>
              </a:ext>
            </a:extLst>
          </p:cNvPr>
          <p:cNvSpPr/>
          <p:nvPr/>
        </p:nvSpPr>
        <p:spPr>
          <a:xfrm>
            <a:off x="8279950" y="4431317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759" name="Straight Connector 758">
            <a:extLst>
              <a:ext uri="{FF2B5EF4-FFF2-40B4-BE49-F238E27FC236}">
                <a16:creationId xmlns:a16="http://schemas.microsoft.com/office/drawing/2014/main" id="{1555470D-345C-1854-5942-1D3EAF02C60E}"/>
              </a:ext>
            </a:extLst>
          </p:cNvPr>
          <p:cNvCxnSpPr>
            <a:cxnSpLocks/>
          </p:cNvCxnSpPr>
          <p:nvPr/>
        </p:nvCxnSpPr>
        <p:spPr>
          <a:xfrm>
            <a:off x="5595014" y="5338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61" name="Oval 760">
            <a:extLst>
              <a:ext uri="{FF2B5EF4-FFF2-40B4-BE49-F238E27FC236}">
                <a16:creationId xmlns:a16="http://schemas.microsoft.com/office/drawing/2014/main" id="{4E857FB3-A8D4-B02A-1A3A-7D5D5A6531B8}"/>
              </a:ext>
            </a:extLst>
          </p:cNvPr>
          <p:cNvSpPr/>
          <p:nvPr/>
        </p:nvSpPr>
        <p:spPr>
          <a:xfrm>
            <a:off x="5807334" y="4606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62" name="Picture 761">
            <a:extLst>
              <a:ext uri="{FF2B5EF4-FFF2-40B4-BE49-F238E27FC236}">
                <a16:creationId xmlns:a16="http://schemas.microsoft.com/office/drawing/2014/main" id="{A728B983-5855-E084-C14B-A5FD92044B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4273617"/>
            <a:ext cx="728704" cy="728704"/>
          </a:xfrm>
          <a:prstGeom prst="rect">
            <a:avLst/>
          </a:prstGeom>
        </p:spPr>
      </p:pic>
      <p:sp>
        <p:nvSpPr>
          <p:cNvPr id="787" name="TextBox 786">
            <a:extLst>
              <a:ext uri="{FF2B5EF4-FFF2-40B4-BE49-F238E27FC236}">
                <a16:creationId xmlns:a16="http://schemas.microsoft.com/office/drawing/2014/main" id="{B0EE47BD-7C0C-A4AB-EA93-662BF11E53C7}"/>
              </a:ext>
            </a:extLst>
          </p:cNvPr>
          <p:cNvSpPr txBox="1"/>
          <p:nvPr/>
        </p:nvSpPr>
        <p:spPr>
          <a:xfrm>
            <a:off x="5487063" y="44071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730" name="Straight Connector 729">
            <a:extLst>
              <a:ext uri="{FF2B5EF4-FFF2-40B4-BE49-F238E27FC236}">
                <a16:creationId xmlns:a16="http://schemas.microsoft.com/office/drawing/2014/main" id="{46B1C302-E400-899A-4BDD-69BF55C93DDF}"/>
              </a:ext>
            </a:extLst>
          </p:cNvPr>
          <p:cNvCxnSpPr>
            <a:cxnSpLocks/>
          </p:cNvCxnSpPr>
          <p:nvPr/>
        </p:nvCxnSpPr>
        <p:spPr>
          <a:xfrm>
            <a:off x="7169178" y="5338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32" name="Oval 731">
            <a:extLst>
              <a:ext uri="{FF2B5EF4-FFF2-40B4-BE49-F238E27FC236}">
                <a16:creationId xmlns:a16="http://schemas.microsoft.com/office/drawing/2014/main" id="{8510520C-FA1B-30F0-18FD-F20554D541AF}"/>
              </a:ext>
            </a:extLst>
          </p:cNvPr>
          <p:cNvSpPr/>
          <p:nvPr/>
        </p:nvSpPr>
        <p:spPr>
          <a:xfrm>
            <a:off x="7381498" y="4606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33" name="Picture 732">
            <a:extLst>
              <a:ext uri="{FF2B5EF4-FFF2-40B4-BE49-F238E27FC236}">
                <a16:creationId xmlns:a16="http://schemas.microsoft.com/office/drawing/2014/main" id="{5F253AD0-5671-DEDC-906B-7F3C5FC2FD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4273617"/>
            <a:ext cx="728704" cy="728704"/>
          </a:xfrm>
          <a:prstGeom prst="rect">
            <a:avLst/>
          </a:prstGeom>
        </p:spPr>
      </p:pic>
      <p:sp>
        <p:nvSpPr>
          <p:cNvPr id="758" name="TextBox 757">
            <a:extLst>
              <a:ext uri="{FF2B5EF4-FFF2-40B4-BE49-F238E27FC236}">
                <a16:creationId xmlns:a16="http://schemas.microsoft.com/office/drawing/2014/main" id="{AC654DC1-2D92-60E2-466A-DAE04CEA7CE3}"/>
              </a:ext>
            </a:extLst>
          </p:cNvPr>
          <p:cNvSpPr txBox="1"/>
          <p:nvPr/>
        </p:nvSpPr>
        <p:spPr>
          <a:xfrm>
            <a:off x="7061227" y="44071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701" name="Straight Connector 700">
            <a:extLst>
              <a:ext uri="{FF2B5EF4-FFF2-40B4-BE49-F238E27FC236}">
                <a16:creationId xmlns:a16="http://schemas.microsoft.com/office/drawing/2014/main" id="{80DF823C-B0FA-81F7-BE72-B2A56A2EFA98}"/>
              </a:ext>
            </a:extLst>
          </p:cNvPr>
          <p:cNvCxnSpPr>
            <a:cxnSpLocks/>
          </p:cNvCxnSpPr>
          <p:nvPr/>
        </p:nvCxnSpPr>
        <p:spPr>
          <a:xfrm>
            <a:off x="8725564" y="5338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3" name="Oval 702">
            <a:extLst>
              <a:ext uri="{FF2B5EF4-FFF2-40B4-BE49-F238E27FC236}">
                <a16:creationId xmlns:a16="http://schemas.microsoft.com/office/drawing/2014/main" id="{5E17DC94-BBC1-67E6-C46A-B341E5DE13AF}"/>
              </a:ext>
            </a:extLst>
          </p:cNvPr>
          <p:cNvSpPr/>
          <p:nvPr/>
        </p:nvSpPr>
        <p:spPr>
          <a:xfrm>
            <a:off x="8937884" y="4606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04" name="Picture 703">
            <a:extLst>
              <a:ext uri="{FF2B5EF4-FFF2-40B4-BE49-F238E27FC236}">
                <a16:creationId xmlns:a16="http://schemas.microsoft.com/office/drawing/2014/main" id="{D8250B91-E52C-5244-7E7D-EBDB8CE51F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4273617"/>
            <a:ext cx="728704" cy="728704"/>
          </a:xfrm>
          <a:prstGeom prst="rect">
            <a:avLst/>
          </a:prstGeom>
        </p:spPr>
      </p:pic>
      <p:sp>
        <p:nvSpPr>
          <p:cNvPr id="845" name="Rectangle 844">
            <a:extLst>
              <a:ext uri="{FF2B5EF4-FFF2-40B4-BE49-F238E27FC236}">
                <a16:creationId xmlns:a16="http://schemas.microsoft.com/office/drawing/2014/main" id="{DECFB86E-330D-DA82-4A12-766A9FDC30DA}"/>
              </a:ext>
            </a:extLst>
          </p:cNvPr>
          <p:cNvSpPr/>
          <p:nvPr/>
        </p:nvSpPr>
        <p:spPr>
          <a:xfrm>
            <a:off x="7500917" y="4278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78" name="TextBox 977">
            <a:extLst>
              <a:ext uri="{FF2B5EF4-FFF2-40B4-BE49-F238E27FC236}">
                <a16:creationId xmlns:a16="http://schemas.microsoft.com/office/drawing/2014/main" id="{B592A6D9-E8C0-91E5-86AC-536959A93130}"/>
              </a:ext>
            </a:extLst>
          </p:cNvPr>
          <p:cNvSpPr txBox="1"/>
          <p:nvPr/>
        </p:nvSpPr>
        <p:spPr>
          <a:xfrm>
            <a:off x="709409" y="1526397"/>
            <a:ext cx="4443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0.4</a:t>
            </a:r>
          </a:p>
        </p:txBody>
      </p:sp>
      <p:sp>
        <p:nvSpPr>
          <p:cNvPr id="979" name="TextBox 978">
            <a:extLst>
              <a:ext uri="{FF2B5EF4-FFF2-40B4-BE49-F238E27FC236}">
                <a16:creationId xmlns:a16="http://schemas.microsoft.com/office/drawing/2014/main" id="{AF678627-5CF9-0578-5AB2-B4D4421386C6}"/>
              </a:ext>
            </a:extLst>
          </p:cNvPr>
          <p:cNvSpPr txBox="1"/>
          <p:nvPr/>
        </p:nvSpPr>
        <p:spPr>
          <a:xfrm>
            <a:off x="657311" y="3130753"/>
            <a:ext cx="5485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0.31</a:t>
            </a:r>
          </a:p>
        </p:txBody>
      </p:sp>
      <p:sp>
        <p:nvSpPr>
          <p:cNvPr id="310" name="Rectangle 309">
            <a:extLst>
              <a:ext uri="{FF2B5EF4-FFF2-40B4-BE49-F238E27FC236}">
                <a16:creationId xmlns:a16="http://schemas.microsoft.com/office/drawing/2014/main" id="{CADDB128-4474-3AEC-B198-7C913B41EBDE}"/>
              </a:ext>
            </a:extLst>
          </p:cNvPr>
          <p:cNvSpPr/>
          <p:nvPr/>
        </p:nvSpPr>
        <p:spPr>
          <a:xfrm>
            <a:off x="987587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Minus Sign 4">
            <a:extLst>
              <a:ext uri="{FF2B5EF4-FFF2-40B4-BE49-F238E27FC236}">
                <a16:creationId xmlns:a16="http://schemas.microsoft.com/office/drawing/2014/main" id="{94688B6A-88B7-40D4-506B-3961ED353553}"/>
              </a:ext>
            </a:extLst>
          </p:cNvPr>
          <p:cNvSpPr/>
          <p:nvPr/>
        </p:nvSpPr>
        <p:spPr>
          <a:xfrm>
            <a:off x="1679906" y="971552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Minus Sign 9">
            <a:extLst>
              <a:ext uri="{FF2B5EF4-FFF2-40B4-BE49-F238E27FC236}">
                <a16:creationId xmlns:a16="http://schemas.microsoft.com/office/drawing/2014/main" id="{AE00138E-AACE-07B3-A08E-E532A67A6EF1}"/>
              </a:ext>
            </a:extLst>
          </p:cNvPr>
          <p:cNvSpPr/>
          <p:nvPr/>
        </p:nvSpPr>
        <p:spPr>
          <a:xfrm>
            <a:off x="1679906" y="2602232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Minus Sign 10">
            <a:extLst>
              <a:ext uri="{FF2B5EF4-FFF2-40B4-BE49-F238E27FC236}">
                <a16:creationId xmlns:a16="http://schemas.microsoft.com/office/drawing/2014/main" id="{88CF577B-EE3E-358D-A735-0EC203D474C8}"/>
              </a:ext>
            </a:extLst>
          </p:cNvPr>
          <p:cNvSpPr/>
          <p:nvPr/>
        </p:nvSpPr>
        <p:spPr>
          <a:xfrm>
            <a:off x="1679906" y="4240532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Minus Sign 11">
            <a:extLst>
              <a:ext uri="{FF2B5EF4-FFF2-40B4-BE49-F238E27FC236}">
                <a16:creationId xmlns:a16="http://schemas.microsoft.com/office/drawing/2014/main" id="{4983445F-6AE1-826F-06D9-97853DAEE324}"/>
              </a:ext>
            </a:extLst>
          </p:cNvPr>
          <p:cNvSpPr/>
          <p:nvPr/>
        </p:nvSpPr>
        <p:spPr>
          <a:xfrm>
            <a:off x="1679906" y="5878832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Minus Sign 18">
            <a:extLst>
              <a:ext uri="{FF2B5EF4-FFF2-40B4-BE49-F238E27FC236}">
                <a16:creationId xmlns:a16="http://schemas.microsoft.com/office/drawing/2014/main" id="{0E70485E-392D-6364-D84C-D3C1AEA02AD5}"/>
              </a:ext>
            </a:extLst>
          </p:cNvPr>
          <p:cNvSpPr/>
          <p:nvPr/>
        </p:nvSpPr>
        <p:spPr>
          <a:xfrm>
            <a:off x="6709806" y="1694149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Minus Sign 19">
            <a:extLst>
              <a:ext uri="{FF2B5EF4-FFF2-40B4-BE49-F238E27FC236}">
                <a16:creationId xmlns:a16="http://schemas.microsoft.com/office/drawing/2014/main" id="{00D7E527-72AA-42DA-3BC1-36849AB9ABD6}"/>
              </a:ext>
            </a:extLst>
          </p:cNvPr>
          <p:cNvSpPr/>
          <p:nvPr/>
        </p:nvSpPr>
        <p:spPr>
          <a:xfrm>
            <a:off x="6709806" y="3090687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Minus Sign 22">
            <a:extLst>
              <a:ext uri="{FF2B5EF4-FFF2-40B4-BE49-F238E27FC236}">
                <a16:creationId xmlns:a16="http://schemas.microsoft.com/office/drawing/2014/main" id="{E8B4DEEA-A618-5E93-F07D-315D89CD0B82}"/>
              </a:ext>
            </a:extLst>
          </p:cNvPr>
          <p:cNvSpPr/>
          <p:nvPr/>
        </p:nvSpPr>
        <p:spPr>
          <a:xfrm>
            <a:off x="6709806" y="4487225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1121D6D-DDD0-6E6A-7BAD-A5E27832A179}"/>
              </a:ext>
            </a:extLst>
          </p:cNvPr>
          <p:cNvSpPr/>
          <p:nvPr/>
        </p:nvSpPr>
        <p:spPr>
          <a:xfrm>
            <a:off x="1061750" y="76465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0117ED3-E351-D9BD-D48C-87A8A4350E7B}"/>
              </a:ext>
            </a:extLst>
          </p:cNvPr>
          <p:cNvSpPr/>
          <p:nvPr/>
        </p:nvSpPr>
        <p:spPr>
          <a:xfrm>
            <a:off x="2421841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0513957-5BD8-FA1F-17B7-278AA8A03547}"/>
              </a:ext>
            </a:extLst>
          </p:cNvPr>
          <p:cNvSpPr/>
          <p:nvPr/>
        </p:nvSpPr>
        <p:spPr>
          <a:xfrm>
            <a:off x="2493558" y="2399488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09E8EDE-6D74-B5B7-73E4-522511B8EE4C}"/>
              </a:ext>
            </a:extLst>
          </p:cNvPr>
          <p:cNvSpPr/>
          <p:nvPr/>
        </p:nvSpPr>
        <p:spPr>
          <a:xfrm>
            <a:off x="989489" y="403432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E1C63FF-0A1E-DC68-F79A-F9FE1624EBFA}"/>
              </a:ext>
            </a:extLst>
          </p:cNvPr>
          <p:cNvSpPr/>
          <p:nvPr/>
        </p:nvSpPr>
        <p:spPr>
          <a:xfrm>
            <a:off x="989489" y="410604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6A2B02A-033A-A822-4C10-66E2B5331E94}"/>
              </a:ext>
            </a:extLst>
          </p:cNvPr>
          <p:cNvSpPr/>
          <p:nvPr/>
        </p:nvSpPr>
        <p:spPr>
          <a:xfrm>
            <a:off x="989489" y="417775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D6DE810-8EC4-BD77-1453-0FAC2804459A}"/>
              </a:ext>
            </a:extLst>
          </p:cNvPr>
          <p:cNvSpPr/>
          <p:nvPr/>
        </p:nvSpPr>
        <p:spPr>
          <a:xfrm>
            <a:off x="989489" y="424947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DCF667A-72C1-20FB-0798-E62C410C887F}"/>
              </a:ext>
            </a:extLst>
          </p:cNvPr>
          <p:cNvSpPr/>
          <p:nvPr/>
        </p:nvSpPr>
        <p:spPr>
          <a:xfrm>
            <a:off x="989489" y="432119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72202624-F892-EC82-CE1B-260B0EF3A010}"/>
              </a:ext>
            </a:extLst>
          </p:cNvPr>
          <p:cNvSpPr/>
          <p:nvPr/>
        </p:nvSpPr>
        <p:spPr>
          <a:xfrm>
            <a:off x="1133621" y="566916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14EA596C-F0EB-FEA9-3159-DAAF5C9AB14C}"/>
              </a:ext>
            </a:extLst>
          </p:cNvPr>
          <p:cNvSpPr/>
          <p:nvPr/>
        </p:nvSpPr>
        <p:spPr>
          <a:xfrm>
            <a:off x="1133621" y="574087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838C6CD5-0F02-360C-0FD2-1DC892199CB6}"/>
              </a:ext>
            </a:extLst>
          </p:cNvPr>
          <p:cNvSpPr/>
          <p:nvPr/>
        </p:nvSpPr>
        <p:spPr>
          <a:xfrm>
            <a:off x="1133621" y="581259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1B47D753-A79D-B4B2-9598-E0EF1CDDBED1}"/>
              </a:ext>
            </a:extLst>
          </p:cNvPr>
          <p:cNvSpPr/>
          <p:nvPr/>
        </p:nvSpPr>
        <p:spPr>
          <a:xfrm>
            <a:off x="1133621" y="588431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D4C4DC7A-405C-857C-7F34-3C877A59CFE2}"/>
              </a:ext>
            </a:extLst>
          </p:cNvPr>
          <p:cNvSpPr/>
          <p:nvPr/>
        </p:nvSpPr>
        <p:spPr>
          <a:xfrm>
            <a:off x="1133621" y="595602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36A54CE4-D06C-5B1D-2BBC-F7DD74C07B0A}"/>
              </a:ext>
            </a:extLst>
          </p:cNvPr>
          <p:cNvSpPr/>
          <p:nvPr/>
        </p:nvSpPr>
        <p:spPr>
          <a:xfrm>
            <a:off x="1133621" y="602774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E468A25F-98E8-BD06-2D4B-C7B1B35E8D0D}"/>
              </a:ext>
            </a:extLst>
          </p:cNvPr>
          <p:cNvSpPr/>
          <p:nvPr/>
        </p:nvSpPr>
        <p:spPr>
          <a:xfrm>
            <a:off x="1133621" y="609946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06F68A7D-626C-DD30-9395-CCA6CE006882}"/>
              </a:ext>
            </a:extLst>
          </p:cNvPr>
          <p:cNvSpPr/>
          <p:nvPr/>
        </p:nvSpPr>
        <p:spPr>
          <a:xfrm>
            <a:off x="1133621" y="617117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D227B885-ECC7-DC07-D560-6D670793D5B8}"/>
              </a:ext>
            </a:extLst>
          </p:cNvPr>
          <p:cNvSpPr/>
          <p:nvPr/>
        </p:nvSpPr>
        <p:spPr>
          <a:xfrm>
            <a:off x="991616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7590307C-2647-21D8-78A9-54936BC95F0F}"/>
              </a:ext>
            </a:extLst>
          </p:cNvPr>
          <p:cNvSpPr/>
          <p:nvPr/>
        </p:nvSpPr>
        <p:spPr>
          <a:xfrm>
            <a:off x="1063333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E87F3955-0044-8CC4-8465-4FB341DD24EC}"/>
              </a:ext>
            </a:extLst>
          </p:cNvPr>
          <p:cNvSpPr/>
          <p:nvPr/>
        </p:nvSpPr>
        <p:spPr>
          <a:xfrm>
            <a:off x="2422747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21B38CF4-14A0-CF28-F4AA-A481EAC8F240}"/>
              </a:ext>
            </a:extLst>
          </p:cNvPr>
          <p:cNvSpPr/>
          <p:nvPr/>
        </p:nvSpPr>
        <p:spPr>
          <a:xfrm>
            <a:off x="2494464" y="566916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307F4980-08DD-63D1-8DA8-00CE264E64FB}"/>
              </a:ext>
            </a:extLst>
          </p:cNvPr>
          <p:cNvSpPr/>
          <p:nvPr/>
        </p:nvSpPr>
        <p:spPr>
          <a:xfrm>
            <a:off x="2563165" y="566916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D882DA13-B7F5-DB1D-16AE-8570CCE51C4E}"/>
              </a:ext>
            </a:extLst>
          </p:cNvPr>
          <p:cNvSpPr/>
          <p:nvPr/>
        </p:nvSpPr>
        <p:spPr>
          <a:xfrm>
            <a:off x="2563165" y="574087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281C7E64-8ED7-8A0C-4931-62E6A50D8E99}"/>
              </a:ext>
            </a:extLst>
          </p:cNvPr>
          <p:cNvSpPr/>
          <p:nvPr/>
        </p:nvSpPr>
        <p:spPr>
          <a:xfrm>
            <a:off x="2563165" y="581259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5F4B53D0-9BFB-E8B7-260D-7240C9F4AD48}"/>
              </a:ext>
            </a:extLst>
          </p:cNvPr>
          <p:cNvSpPr txBox="1"/>
          <p:nvPr/>
        </p:nvSpPr>
        <p:spPr>
          <a:xfrm>
            <a:off x="5098991" y="312615"/>
            <a:ext cx="3064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E)</a:t>
            </a:r>
          </a:p>
        </p:txBody>
      </p:sp>
      <p:sp>
        <p:nvSpPr>
          <p:cNvPr id="165" name="Equals 164">
            <a:extLst>
              <a:ext uri="{FF2B5EF4-FFF2-40B4-BE49-F238E27FC236}">
                <a16:creationId xmlns:a16="http://schemas.microsoft.com/office/drawing/2014/main" id="{48F884CA-FF99-D622-B3E5-7EBAA6ACCD48}"/>
              </a:ext>
            </a:extLst>
          </p:cNvPr>
          <p:cNvSpPr/>
          <p:nvPr/>
        </p:nvSpPr>
        <p:spPr>
          <a:xfrm>
            <a:off x="8272936" y="253161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04D69FCC-4330-05C2-9B0F-652029ACD79F}"/>
              </a:ext>
            </a:extLst>
          </p:cNvPr>
          <p:cNvCxnSpPr>
            <a:cxnSpLocks/>
          </p:cNvCxnSpPr>
          <p:nvPr/>
        </p:nvCxnSpPr>
        <p:spPr>
          <a:xfrm>
            <a:off x="5588000" y="1160208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8" name="Oval 167">
            <a:extLst>
              <a:ext uri="{FF2B5EF4-FFF2-40B4-BE49-F238E27FC236}">
                <a16:creationId xmlns:a16="http://schemas.microsoft.com/office/drawing/2014/main" id="{6AA01318-5150-6AF8-8881-4490301E530C}"/>
              </a:ext>
            </a:extLst>
          </p:cNvPr>
          <p:cNvSpPr/>
          <p:nvPr/>
        </p:nvSpPr>
        <p:spPr>
          <a:xfrm>
            <a:off x="5800320" y="427860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69" name="Picture 168">
            <a:extLst>
              <a:ext uri="{FF2B5EF4-FFF2-40B4-BE49-F238E27FC236}">
                <a16:creationId xmlns:a16="http://schemas.microsoft.com/office/drawing/2014/main" id="{9F24C985-8662-A19F-211A-1C178073B8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8158" y="95461"/>
            <a:ext cx="728704" cy="728704"/>
          </a:xfrm>
          <a:prstGeom prst="rect">
            <a:avLst/>
          </a:prstGeom>
        </p:spPr>
      </p:pic>
      <p:sp>
        <p:nvSpPr>
          <p:cNvPr id="170" name="Rectangle 169">
            <a:extLst>
              <a:ext uri="{FF2B5EF4-FFF2-40B4-BE49-F238E27FC236}">
                <a16:creationId xmlns:a16="http://schemas.microsoft.com/office/drawing/2014/main" id="{DC4E8658-46A8-5917-DAEF-2E4719F0838C}"/>
              </a:ext>
            </a:extLst>
          </p:cNvPr>
          <p:cNvSpPr/>
          <p:nvPr/>
        </p:nvSpPr>
        <p:spPr>
          <a:xfrm>
            <a:off x="5919739" y="98623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613C98F5-4C1C-0894-D614-9D1804A49C77}"/>
              </a:ext>
            </a:extLst>
          </p:cNvPr>
          <p:cNvSpPr txBox="1"/>
          <p:nvPr/>
        </p:nvSpPr>
        <p:spPr>
          <a:xfrm>
            <a:off x="5480049" y="228981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AFC4D3B8-242D-36CE-0F81-9CDC919711B1}"/>
              </a:ext>
            </a:extLst>
          </p:cNvPr>
          <p:cNvCxnSpPr>
            <a:cxnSpLocks/>
          </p:cNvCxnSpPr>
          <p:nvPr/>
        </p:nvCxnSpPr>
        <p:spPr>
          <a:xfrm>
            <a:off x="7162164" y="1160208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5" name="Oval 174">
            <a:extLst>
              <a:ext uri="{FF2B5EF4-FFF2-40B4-BE49-F238E27FC236}">
                <a16:creationId xmlns:a16="http://schemas.microsoft.com/office/drawing/2014/main" id="{2ABEB764-0817-9101-3363-44446703998E}"/>
              </a:ext>
            </a:extLst>
          </p:cNvPr>
          <p:cNvSpPr/>
          <p:nvPr/>
        </p:nvSpPr>
        <p:spPr>
          <a:xfrm>
            <a:off x="7374484" y="427860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76" name="Picture 175">
            <a:extLst>
              <a:ext uri="{FF2B5EF4-FFF2-40B4-BE49-F238E27FC236}">
                <a16:creationId xmlns:a16="http://schemas.microsoft.com/office/drawing/2014/main" id="{A313533E-216A-5D89-E092-0ED7F8D73F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2322" y="95461"/>
            <a:ext cx="728704" cy="728704"/>
          </a:xfrm>
          <a:prstGeom prst="rect">
            <a:avLst/>
          </a:prstGeom>
        </p:spPr>
      </p:pic>
      <p:sp>
        <p:nvSpPr>
          <p:cNvPr id="177" name="Rectangle 176">
            <a:extLst>
              <a:ext uri="{FF2B5EF4-FFF2-40B4-BE49-F238E27FC236}">
                <a16:creationId xmlns:a16="http://schemas.microsoft.com/office/drawing/2014/main" id="{0B588A17-90A8-5C7A-815A-F77B1B7711EF}"/>
              </a:ext>
            </a:extLst>
          </p:cNvPr>
          <p:cNvSpPr/>
          <p:nvPr/>
        </p:nvSpPr>
        <p:spPr>
          <a:xfrm>
            <a:off x="7494315" y="9862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4F3D4E7A-2B06-A1E6-034B-B7954C9F847C}"/>
              </a:ext>
            </a:extLst>
          </p:cNvPr>
          <p:cNvSpPr txBox="1"/>
          <p:nvPr/>
        </p:nvSpPr>
        <p:spPr>
          <a:xfrm>
            <a:off x="7054213" y="228981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1EC54ADA-C156-936A-D0FA-9FF9F6EB3494}"/>
              </a:ext>
            </a:extLst>
          </p:cNvPr>
          <p:cNvCxnSpPr>
            <a:cxnSpLocks/>
          </p:cNvCxnSpPr>
          <p:nvPr/>
        </p:nvCxnSpPr>
        <p:spPr>
          <a:xfrm>
            <a:off x="8718550" y="1160208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1" name="Oval 180">
            <a:extLst>
              <a:ext uri="{FF2B5EF4-FFF2-40B4-BE49-F238E27FC236}">
                <a16:creationId xmlns:a16="http://schemas.microsoft.com/office/drawing/2014/main" id="{05279B9C-7E01-F596-636F-A334FADC5D69}"/>
              </a:ext>
            </a:extLst>
          </p:cNvPr>
          <p:cNvSpPr/>
          <p:nvPr/>
        </p:nvSpPr>
        <p:spPr>
          <a:xfrm>
            <a:off x="8930870" y="427860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87" name="Picture 186">
            <a:extLst>
              <a:ext uri="{FF2B5EF4-FFF2-40B4-BE49-F238E27FC236}">
                <a16:creationId xmlns:a16="http://schemas.microsoft.com/office/drawing/2014/main" id="{BD392F84-AE7C-0312-92FB-0C3496A137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8708" y="95461"/>
            <a:ext cx="728704" cy="728704"/>
          </a:xfrm>
          <a:prstGeom prst="rect">
            <a:avLst/>
          </a:prstGeom>
        </p:spPr>
      </p:pic>
      <p:sp>
        <p:nvSpPr>
          <p:cNvPr id="203" name="TextBox 202">
            <a:extLst>
              <a:ext uri="{FF2B5EF4-FFF2-40B4-BE49-F238E27FC236}">
                <a16:creationId xmlns:a16="http://schemas.microsoft.com/office/drawing/2014/main" id="{EE57E980-B7F0-DE82-FE86-A0218EAF7596}"/>
              </a:ext>
            </a:extLst>
          </p:cNvPr>
          <p:cNvSpPr txBox="1"/>
          <p:nvPr/>
        </p:nvSpPr>
        <p:spPr>
          <a:xfrm>
            <a:off x="8610599" y="228981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sp>
        <p:nvSpPr>
          <p:cNvPr id="204" name="Minus Sign 203">
            <a:extLst>
              <a:ext uri="{FF2B5EF4-FFF2-40B4-BE49-F238E27FC236}">
                <a16:creationId xmlns:a16="http://schemas.microsoft.com/office/drawing/2014/main" id="{22B50ADE-ACB4-95D0-7982-D1D127ED1E6B}"/>
              </a:ext>
            </a:extLst>
          </p:cNvPr>
          <p:cNvSpPr/>
          <p:nvPr/>
        </p:nvSpPr>
        <p:spPr>
          <a:xfrm>
            <a:off x="6751968" y="308294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FCDB2F33-3D59-AA2E-BE2C-86BC6CF439A5}"/>
              </a:ext>
            </a:extLst>
          </p:cNvPr>
          <p:cNvSpPr/>
          <p:nvPr/>
        </p:nvSpPr>
        <p:spPr>
          <a:xfrm>
            <a:off x="6068128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A041196B-5132-4C7E-3D3E-9FB6120539CA}"/>
              </a:ext>
            </a:extLst>
          </p:cNvPr>
          <p:cNvSpPr/>
          <p:nvPr/>
        </p:nvSpPr>
        <p:spPr>
          <a:xfrm>
            <a:off x="6139845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CCA1F00A-8043-00DD-21DD-DBB64395D7BF}"/>
              </a:ext>
            </a:extLst>
          </p:cNvPr>
          <p:cNvSpPr/>
          <p:nvPr/>
        </p:nvSpPr>
        <p:spPr>
          <a:xfrm>
            <a:off x="6208857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A4E1FE2C-3AB0-6C47-5C29-2071826B7300}"/>
              </a:ext>
            </a:extLst>
          </p:cNvPr>
          <p:cNvSpPr/>
          <p:nvPr/>
        </p:nvSpPr>
        <p:spPr>
          <a:xfrm>
            <a:off x="6280574" y="149201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AE908AB3-78BD-B5DD-03DC-BCD9EDECDD1B}"/>
              </a:ext>
            </a:extLst>
          </p:cNvPr>
          <p:cNvSpPr/>
          <p:nvPr/>
        </p:nvSpPr>
        <p:spPr>
          <a:xfrm>
            <a:off x="5929134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2" name="Rectangle 241">
            <a:extLst>
              <a:ext uri="{FF2B5EF4-FFF2-40B4-BE49-F238E27FC236}">
                <a16:creationId xmlns:a16="http://schemas.microsoft.com/office/drawing/2014/main" id="{5D68086C-F269-BA96-7D93-EA7D271C38CD}"/>
              </a:ext>
            </a:extLst>
          </p:cNvPr>
          <p:cNvSpPr/>
          <p:nvPr/>
        </p:nvSpPr>
        <p:spPr>
          <a:xfrm>
            <a:off x="7573786" y="288390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3" name="Rectangle 242">
            <a:extLst>
              <a:ext uri="{FF2B5EF4-FFF2-40B4-BE49-F238E27FC236}">
                <a16:creationId xmlns:a16="http://schemas.microsoft.com/office/drawing/2014/main" id="{B2DC5AEE-6E4F-3AF4-35F5-C787A5CAE108}"/>
              </a:ext>
            </a:extLst>
          </p:cNvPr>
          <p:cNvSpPr/>
          <p:nvPr/>
        </p:nvSpPr>
        <p:spPr>
          <a:xfrm>
            <a:off x="7573786" y="295562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4" name="Rectangle 243">
            <a:extLst>
              <a:ext uri="{FF2B5EF4-FFF2-40B4-BE49-F238E27FC236}">
                <a16:creationId xmlns:a16="http://schemas.microsoft.com/office/drawing/2014/main" id="{333EAB6C-3E51-21D1-DF0C-DF61D9DDB8F5}"/>
              </a:ext>
            </a:extLst>
          </p:cNvPr>
          <p:cNvSpPr/>
          <p:nvPr/>
        </p:nvSpPr>
        <p:spPr>
          <a:xfrm>
            <a:off x="7573786" y="302734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5" name="Rectangle 244">
            <a:extLst>
              <a:ext uri="{FF2B5EF4-FFF2-40B4-BE49-F238E27FC236}">
                <a16:creationId xmlns:a16="http://schemas.microsoft.com/office/drawing/2014/main" id="{0C41DC24-E75A-45C9-4A31-4BEBEAED8507}"/>
              </a:ext>
            </a:extLst>
          </p:cNvPr>
          <p:cNvSpPr/>
          <p:nvPr/>
        </p:nvSpPr>
        <p:spPr>
          <a:xfrm>
            <a:off x="7573786" y="309905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6" name="Rectangle 245">
            <a:extLst>
              <a:ext uri="{FF2B5EF4-FFF2-40B4-BE49-F238E27FC236}">
                <a16:creationId xmlns:a16="http://schemas.microsoft.com/office/drawing/2014/main" id="{E64C4E2C-D41E-A1E8-E61F-502BEBA40418}"/>
              </a:ext>
            </a:extLst>
          </p:cNvPr>
          <p:cNvSpPr/>
          <p:nvPr/>
        </p:nvSpPr>
        <p:spPr>
          <a:xfrm>
            <a:off x="7573786" y="317077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7" name="Rectangle 246">
            <a:extLst>
              <a:ext uri="{FF2B5EF4-FFF2-40B4-BE49-F238E27FC236}">
                <a16:creationId xmlns:a16="http://schemas.microsoft.com/office/drawing/2014/main" id="{30374C85-219C-7317-F03A-4D45FDBD96E2}"/>
              </a:ext>
            </a:extLst>
          </p:cNvPr>
          <p:cNvSpPr/>
          <p:nvPr/>
        </p:nvSpPr>
        <p:spPr>
          <a:xfrm>
            <a:off x="7573786" y="324249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4" name="Rectangle 263">
            <a:extLst>
              <a:ext uri="{FF2B5EF4-FFF2-40B4-BE49-F238E27FC236}">
                <a16:creationId xmlns:a16="http://schemas.microsoft.com/office/drawing/2014/main" id="{B99A57C6-B855-7225-4C07-2C2D483F50DF}"/>
              </a:ext>
            </a:extLst>
          </p:cNvPr>
          <p:cNvSpPr/>
          <p:nvPr/>
        </p:nvSpPr>
        <p:spPr>
          <a:xfrm>
            <a:off x="7645488" y="428125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6" name="Rectangle 265">
            <a:extLst>
              <a:ext uri="{FF2B5EF4-FFF2-40B4-BE49-F238E27FC236}">
                <a16:creationId xmlns:a16="http://schemas.microsoft.com/office/drawing/2014/main" id="{DE926638-E9BF-BBD9-C8E4-068DCD10A4F0}"/>
              </a:ext>
            </a:extLst>
          </p:cNvPr>
          <p:cNvSpPr/>
          <p:nvPr/>
        </p:nvSpPr>
        <p:spPr>
          <a:xfrm>
            <a:off x="7645488" y="435297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8" name="Rectangle 267">
            <a:extLst>
              <a:ext uri="{FF2B5EF4-FFF2-40B4-BE49-F238E27FC236}">
                <a16:creationId xmlns:a16="http://schemas.microsoft.com/office/drawing/2014/main" id="{921D7101-6A76-5C22-B31B-713D271D63A1}"/>
              </a:ext>
            </a:extLst>
          </p:cNvPr>
          <p:cNvSpPr/>
          <p:nvPr/>
        </p:nvSpPr>
        <p:spPr>
          <a:xfrm>
            <a:off x="7645488" y="442469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4" name="TextBox 323">
            <a:extLst>
              <a:ext uri="{FF2B5EF4-FFF2-40B4-BE49-F238E27FC236}">
                <a16:creationId xmlns:a16="http://schemas.microsoft.com/office/drawing/2014/main" id="{E31505DE-03F4-B501-6C78-49E54E1B6FF5}"/>
              </a:ext>
            </a:extLst>
          </p:cNvPr>
          <p:cNvSpPr txBox="1"/>
          <p:nvPr/>
        </p:nvSpPr>
        <p:spPr>
          <a:xfrm>
            <a:off x="3936078" y="-59713"/>
            <a:ext cx="9189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Ultra Bold" panose="020B0A02020104020203" pitchFamily="34" charset="0"/>
                <a:ea typeface="+mn-ea"/>
                <a:cs typeface="+mn-cs"/>
              </a:rPr>
              <a:t>кемитүү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Ultra Bold" panose="020B0A02020104020203" pitchFamily="34" charset="0"/>
              <a:ea typeface="+mn-ea"/>
              <a:cs typeface="+mn-cs"/>
            </a:endParaRPr>
          </a:p>
        </p:txBody>
      </p:sp>
      <p:sp>
        <p:nvSpPr>
          <p:cNvPr id="335" name="Rectangle 334">
            <a:extLst>
              <a:ext uri="{FF2B5EF4-FFF2-40B4-BE49-F238E27FC236}">
                <a16:creationId xmlns:a16="http://schemas.microsoft.com/office/drawing/2014/main" id="{F1E555A5-2337-65C5-C6CB-0EB6038A5873}"/>
              </a:ext>
            </a:extLst>
          </p:cNvPr>
          <p:cNvSpPr/>
          <p:nvPr/>
        </p:nvSpPr>
        <p:spPr>
          <a:xfrm>
            <a:off x="7502301" y="2884397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3" name="TextBox 402">
            <a:extLst>
              <a:ext uri="{FF2B5EF4-FFF2-40B4-BE49-F238E27FC236}">
                <a16:creationId xmlns:a16="http://schemas.microsoft.com/office/drawing/2014/main" id="{A4B3E96A-64D1-02E7-5038-A82E0CA418B6}"/>
              </a:ext>
            </a:extLst>
          </p:cNvPr>
          <p:cNvSpPr txBox="1"/>
          <p:nvPr/>
        </p:nvSpPr>
        <p:spPr>
          <a:xfrm>
            <a:off x="5124439" y="5887771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I)</a:t>
            </a:r>
          </a:p>
        </p:txBody>
      </p:sp>
      <p:sp>
        <p:nvSpPr>
          <p:cNvPr id="406" name="Equals 405">
            <a:extLst>
              <a:ext uri="{FF2B5EF4-FFF2-40B4-BE49-F238E27FC236}">
                <a16:creationId xmlns:a16="http://schemas.microsoft.com/office/drawing/2014/main" id="{5B5AA970-AE6E-5CC7-A69E-402DC1F2BAEF}"/>
              </a:ext>
            </a:extLst>
          </p:cNvPr>
          <p:cNvSpPr/>
          <p:nvPr/>
        </p:nvSpPr>
        <p:spPr>
          <a:xfrm>
            <a:off x="8279950" y="5828317"/>
            <a:ext cx="285752" cy="406697"/>
          </a:xfrm>
          <a:prstGeom prst="mathEqual">
            <a:avLst>
              <a:gd name="adj1" fmla="val 6540"/>
              <a:gd name="adj2" fmla="val 11760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07" name="Straight Connector 406">
            <a:extLst>
              <a:ext uri="{FF2B5EF4-FFF2-40B4-BE49-F238E27FC236}">
                <a16:creationId xmlns:a16="http://schemas.microsoft.com/office/drawing/2014/main" id="{90E92239-6B97-7744-8F1B-008A8F9CF23F}"/>
              </a:ext>
            </a:extLst>
          </p:cNvPr>
          <p:cNvCxnSpPr>
            <a:cxnSpLocks/>
          </p:cNvCxnSpPr>
          <p:nvPr/>
        </p:nvCxnSpPr>
        <p:spPr>
          <a:xfrm>
            <a:off x="5595014" y="6735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9" name="Oval 408">
            <a:extLst>
              <a:ext uri="{FF2B5EF4-FFF2-40B4-BE49-F238E27FC236}">
                <a16:creationId xmlns:a16="http://schemas.microsoft.com/office/drawing/2014/main" id="{0C9C71DE-5DFE-B78A-32FA-E016F976A11B}"/>
              </a:ext>
            </a:extLst>
          </p:cNvPr>
          <p:cNvSpPr/>
          <p:nvPr/>
        </p:nvSpPr>
        <p:spPr>
          <a:xfrm>
            <a:off x="5807334" y="6003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10" name="Picture 409">
            <a:extLst>
              <a:ext uri="{FF2B5EF4-FFF2-40B4-BE49-F238E27FC236}">
                <a16:creationId xmlns:a16="http://schemas.microsoft.com/office/drawing/2014/main" id="{E0D696D9-40C0-3968-B932-F0F8B8D383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172" y="5670617"/>
            <a:ext cx="728704" cy="728704"/>
          </a:xfrm>
          <a:prstGeom prst="rect">
            <a:avLst/>
          </a:prstGeom>
        </p:spPr>
      </p:pic>
      <p:sp>
        <p:nvSpPr>
          <p:cNvPr id="412" name="TextBox 411">
            <a:extLst>
              <a:ext uri="{FF2B5EF4-FFF2-40B4-BE49-F238E27FC236}">
                <a16:creationId xmlns:a16="http://schemas.microsoft.com/office/drawing/2014/main" id="{AABF8000-AB7D-0ACF-BA32-EDD892B43481}"/>
              </a:ext>
            </a:extLst>
          </p:cNvPr>
          <p:cNvSpPr txBox="1"/>
          <p:nvPr/>
        </p:nvSpPr>
        <p:spPr>
          <a:xfrm>
            <a:off x="5487063" y="58041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</a:p>
        </p:txBody>
      </p:sp>
      <p:cxnSp>
        <p:nvCxnSpPr>
          <p:cNvPr id="416" name="Straight Connector 415">
            <a:extLst>
              <a:ext uri="{FF2B5EF4-FFF2-40B4-BE49-F238E27FC236}">
                <a16:creationId xmlns:a16="http://schemas.microsoft.com/office/drawing/2014/main" id="{725506DB-2FDD-75F9-16DD-5CB31CAD4641}"/>
              </a:ext>
            </a:extLst>
          </p:cNvPr>
          <p:cNvCxnSpPr>
            <a:cxnSpLocks/>
          </p:cNvCxnSpPr>
          <p:nvPr/>
        </p:nvCxnSpPr>
        <p:spPr>
          <a:xfrm>
            <a:off x="7169178" y="6735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8" name="Oval 417">
            <a:extLst>
              <a:ext uri="{FF2B5EF4-FFF2-40B4-BE49-F238E27FC236}">
                <a16:creationId xmlns:a16="http://schemas.microsoft.com/office/drawing/2014/main" id="{478DBF4D-7CE9-DF51-F83A-B04F1D2A44AD}"/>
              </a:ext>
            </a:extLst>
          </p:cNvPr>
          <p:cNvSpPr/>
          <p:nvPr/>
        </p:nvSpPr>
        <p:spPr>
          <a:xfrm>
            <a:off x="7381498" y="6003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27" name="Picture 426">
            <a:extLst>
              <a:ext uri="{FF2B5EF4-FFF2-40B4-BE49-F238E27FC236}">
                <a16:creationId xmlns:a16="http://schemas.microsoft.com/office/drawing/2014/main" id="{1C668737-55E4-77F7-1BC5-85778CE71D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336" y="5670617"/>
            <a:ext cx="728704" cy="728704"/>
          </a:xfrm>
          <a:prstGeom prst="rect">
            <a:avLst/>
          </a:prstGeom>
        </p:spPr>
      </p:pic>
      <p:sp>
        <p:nvSpPr>
          <p:cNvPr id="429" name="TextBox 428">
            <a:extLst>
              <a:ext uri="{FF2B5EF4-FFF2-40B4-BE49-F238E27FC236}">
                <a16:creationId xmlns:a16="http://schemas.microsoft.com/office/drawing/2014/main" id="{F6AC71D5-DCA5-E8B9-3886-A82CB7EBDC20}"/>
              </a:ext>
            </a:extLst>
          </p:cNvPr>
          <p:cNvSpPr txBox="1"/>
          <p:nvPr/>
        </p:nvSpPr>
        <p:spPr>
          <a:xfrm>
            <a:off x="7061227" y="58041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cxnSp>
        <p:nvCxnSpPr>
          <p:cNvPr id="431" name="Straight Connector 430">
            <a:extLst>
              <a:ext uri="{FF2B5EF4-FFF2-40B4-BE49-F238E27FC236}">
                <a16:creationId xmlns:a16="http://schemas.microsoft.com/office/drawing/2014/main" id="{338C13E8-97F6-D7E4-8842-095E0F5C17A8}"/>
              </a:ext>
            </a:extLst>
          </p:cNvPr>
          <p:cNvCxnSpPr>
            <a:cxnSpLocks/>
          </p:cNvCxnSpPr>
          <p:nvPr/>
        </p:nvCxnSpPr>
        <p:spPr>
          <a:xfrm>
            <a:off x="8725564" y="6735364"/>
            <a:ext cx="76676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5" name="Oval 434">
            <a:extLst>
              <a:ext uri="{FF2B5EF4-FFF2-40B4-BE49-F238E27FC236}">
                <a16:creationId xmlns:a16="http://schemas.microsoft.com/office/drawing/2014/main" id="{DB4A5476-EBE3-E469-3255-4E8514CA2410}"/>
              </a:ext>
            </a:extLst>
          </p:cNvPr>
          <p:cNvSpPr/>
          <p:nvPr/>
        </p:nvSpPr>
        <p:spPr>
          <a:xfrm>
            <a:off x="8937884" y="6003016"/>
            <a:ext cx="63907" cy="63907"/>
          </a:xfrm>
          <a:prstGeom prst="ellipse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37" name="Picture 436">
            <a:extLst>
              <a:ext uri="{FF2B5EF4-FFF2-40B4-BE49-F238E27FC236}">
                <a16:creationId xmlns:a16="http://schemas.microsoft.com/office/drawing/2014/main" id="{1431B69B-3BA3-D338-0922-DF240FE99E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722" y="5670617"/>
            <a:ext cx="728704" cy="728704"/>
          </a:xfrm>
          <a:prstGeom prst="rect">
            <a:avLst/>
          </a:prstGeom>
        </p:spPr>
      </p:pic>
      <p:sp>
        <p:nvSpPr>
          <p:cNvPr id="457" name="Rectangle 456">
            <a:extLst>
              <a:ext uri="{FF2B5EF4-FFF2-40B4-BE49-F238E27FC236}">
                <a16:creationId xmlns:a16="http://schemas.microsoft.com/office/drawing/2014/main" id="{2B978556-A1EC-160B-D74B-E07AA530DF61}"/>
              </a:ext>
            </a:extLst>
          </p:cNvPr>
          <p:cNvSpPr/>
          <p:nvPr/>
        </p:nvSpPr>
        <p:spPr>
          <a:xfrm>
            <a:off x="7646174" y="5675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8" name="Rectangle 457">
            <a:extLst>
              <a:ext uri="{FF2B5EF4-FFF2-40B4-BE49-F238E27FC236}">
                <a16:creationId xmlns:a16="http://schemas.microsoft.com/office/drawing/2014/main" id="{DFEE7843-D6D9-30C1-3C3B-B4F8DCEDA421}"/>
              </a:ext>
            </a:extLst>
          </p:cNvPr>
          <p:cNvSpPr/>
          <p:nvPr/>
        </p:nvSpPr>
        <p:spPr>
          <a:xfrm>
            <a:off x="7717891" y="5675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9" name="Rectangle 458">
            <a:extLst>
              <a:ext uri="{FF2B5EF4-FFF2-40B4-BE49-F238E27FC236}">
                <a16:creationId xmlns:a16="http://schemas.microsoft.com/office/drawing/2014/main" id="{A191D9D7-FB7B-0DE7-1511-10DEA4D9C98C}"/>
              </a:ext>
            </a:extLst>
          </p:cNvPr>
          <p:cNvSpPr/>
          <p:nvPr/>
        </p:nvSpPr>
        <p:spPr>
          <a:xfrm>
            <a:off x="6073122" y="567377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0" name="Rectangle 459">
            <a:extLst>
              <a:ext uri="{FF2B5EF4-FFF2-40B4-BE49-F238E27FC236}">
                <a16:creationId xmlns:a16="http://schemas.microsoft.com/office/drawing/2014/main" id="{F6D454EA-D5BF-9121-AD98-6F9B64978F98}"/>
              </a:ext>
            </a:extLst>
          </p:cNvPr>
          <p:cNvSpPr/>
          <p:nvPr/>
        </p:nvSpPr>
        <p:spPr>
          <a:xfrm>
            <a:off x="6073122" y="574549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2" name="Minus Sign 461">
            <a:extLst>
              <a:ext uri="{FF2B5EF4-FFF2-40B4-BE49-F238E27FC236}">
                <a16:creationId xmlns:a16="http://schemas.microsoft.com/office/drawing/2014/main" id="{192EA053-DAF6-BEF6-442C-D5BA75136DB3}"/>
              </a:ext>
            </a:extLst>
          </p:cNvPr>
          <p:cNvSpPr/>
          <p:nvPr/>
        </p:nvSpPr>
        <p:spPr>
          <a:xfrm>
            <a:off x="6709806" y="5884225"/>
            <a:ext cx="304800" cy="304800"/>
          </a:xfrm>
          <a:prstGeom prst="mathMinus">
            <a:avLst>
              <a:gd name="adj1" fmla="val 12581"/>
            </a:avLst>
          </a:pr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3" name="Rectangle 462">
            <a:extLst>
              <a:ext uri="{FF2B5EF4-FFF2-40B4-BE49-F238E27FC236}">
                <a16:creationId xmlns:a16="http://schemas.microsoft.com/office/drawing/2014/main" id="{512DB0E1-8E62-3D71-2804-5282EF6BC075}"/>
              </a:ext>
            </a:extLst>
          </p:cNvPr>
          <p:cNvSpPr/>
          <p:nvPr/>
        </p:nvSpPr>
        <p:spPr>
          <a:xfrm>
            <a:off x="7788364" y="567349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4" name="Rectangle 463">
            <a:extLst>
              <a:ext uri="{FF2B5EF4-FFF2-40B4-BE49-F238E27FC236}">
                <a16:creationId xmlns:a16="http://schemas.microsoft.com/office/drawing/2014/main" id="{09949964-933D-8BF7-E6F0-501F22138F41}"/>
              </a:ext>
            </a:extLst>
          </p:cNvPr>
          <p:cNvSpPr/>
          <p:nvPr/>
        </p:nvSpPr>
        <p:spPr>
          <a:xfrm>
            <a:off x="7788364" y="574521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5" name="Rectangle 464">
            <a:extLst>
              <a:ext uri="{FF2B5EF4-FFF2-40B4-BE49-F238E27FC236}">
                <a16:creationId xmlns:a16="http://schemas.microsoft.com/office/drawing/2014/main" id="{6611C1B6-8C29-DD3D-FCD2-FA92448C9F87}"/>
              </a:ext>
            </a:extLst>
          </p:cNvPr>
          <p:cNvSpPr/>
          <p:nvPr/>
        </p:nvSpPr>
        <p:spPr>
          <a:xfrm>
            <a:off x="7788364" y="581693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7" name="TextBox 486">
            <a:extLst>
              <a:ext uri="{FF2B5EF4-FFF2-40B4-BE49-F238E27FC236}">
                <a16:creationId xmlns:a16="http://schemas.microsoft.com/office/drawing/2014/main" id="{CDE543EB-010A-014D-DFCF-966D72117039}"/>
              </a:ext>
            </a:extLst>
          </p:cNvPr>
          <p:cNvSpPr txBox="1"/>
          <p:nvPr/>
        </p:nvSpPr>
        <p:spPr>
          <a:xfrm>
            <a:off x="8617613" y="441129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</a:p>
        </p:txBody>
      </p:sp>
      <p:sp>
        <p:nvSpPr>
          <p:cNvPr id="489" name="Rectangle 488">
            <a:extLst>
              <a:ext uri="{FF2B5EF4-FFF2-40B4-BE49-F238E27FC236}">
                <a16:creationId xmlns:a16="http://schemas.microsoft.com/office/drawing/2014/main" id="{9A5C5AE4-72DA-D620-F483-4ED78D94E0D6}"/>
              </a:ext>
            </a:extLst>
          </p:cNvPr>
          <p:cNvSpPr/>
          <p:nvPr/>
        </p:nvSpPr>
        <p:spPr>
          <a:xfrm>
            <a:off x="6002370" y="428197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1" name="Rectangle 490">
            <a:extLst>
              <a:ext uri="{FF2B5EF4-FFF2-40B4-BE49-F238E27FC236}">
                <a16:creationId xmlns:a16="http://schemas.microsoft.com/office/drawing/2014/main" id="{89DC9D65-1536-6463-5F82-58513BF08CFB}"/>
              </a:ext>
            </a:extLst>
          </p:cNvPr>
          <p:cNvSpPr/>
          <p:nvPr/>
        </p:nvSpPr>
        <p:spPr>
          <a:xfrm>
            <a:off x="6500846" y="428197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3" name="Rectangle 492">
            <a:extLst>
              <a:ext uri="{FF2B5EF4-FFF2-40B4-BE49-F238E27FC236}">
                <a16:creationId xmlns:a16="http://schemas.microsoft.com/office/drawing/2014/main" id="{7F1160E8-A454-6897-56F2-A31DA337F285}"/>
              </a:ext>
            </a:extLst>
          </p:cNvPr>
          <p:cNvSpPr/>
          <p:nvPr/>
        </p:nvSpPr>
        <p:spPr>
          <a:xfrm>
            <a:off x="6429129" y="428197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7" name="Rectangle 496">
            <a:extLst>
              <a:ext uri="{FF2B5EF4-FFF2-40B4-BE49-F238E27FC236}">
                <a16:creationId xmlns:a16="http://schemas.microsoft.com/office/drawing/2014/main" id="{941700C0-DF05-4C2F-D18B-1ABBC5962357}"/>
              </a:ext>
            </a:extLst>
          </p:cNvPr>
          <p:cNvSpPr/>
          <p:nvPr/>
        </p:nvSpPr>
        <p:spPr>
          <a:xfrm>
            <a:off x="6074520" y="471184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3" name="Rectangle 502">
            <a:extLst>
              <a:ext uri="{FF2B5EF4-FFF2-40B4-BE49-F238E27FC236}">
                <a16:creationId xmlns:a16="http://schemas.microsoft.com/office/drawing/2014/main" id="{D1F34050-0549-8F91-2CFE-E8DDEB3EC40E}"/>
              </a:ext>
            </a:extLst>
          </p:cNvPr>
          <p:cNvSpPr/>
          <p:nvPr/>
        </p:nvSpPr>
        <p:spPr>
          <a:xfrm>
            <a:off x="6074520" y="478355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4" name="Rectangle 503">
            <a:extLst>
              <a:ext uri="{FF2B5EF4-FFF2-40B4-BE49-F238E27FC236}">
                <a16:creationId xmlns:a16="http://schemas.microsoft.com/office/drawing/2014/main" id="{29F050EC-34C3-E5CB-B2CB-75D67D01E8C9}"/>
              </a:ext>
            </a:extLst>
          </p:cNvPr>
          <p:cNvSpPr/>
          <p:nvPr/>
        </p:nvSpPr>
        <p:spPr>
          <a:xfrm>
            <a:off x="6074520" y="485527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6" name="Rectangle 505">
            <a:extLst>
              <a:ext uri="{FF2B5EF4-FFF2-40B4-BE49-F238E27FC236}">
                <a16:creationId xmlns:a16="http://schemas.microsoft.com/office/drawing/2014/main" id="{BCC8CB13-81E7-C516-648A-D8E96EBF91DF}"/>
              </a:ext>
            </a:extLst>
          </p:cNvPr>
          <p:cNvSpPr/>
          <p:nvPr/>
        </p:nvSpPr>
        <p:spPr>
          <a:xfrm>
            <a:off x="6074520" y="492699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0" name="Rectangle 509">
            <a:extLst>
              <a:ext uri="{FF2B5EF4-FFF2-40B4-BE49-F238E27FC236}">
                <a16:creationId xmlns:a16="http://schemas.microsoft.com/office/drawing/2014/main" id="{B47C8DC7-C7EC-F119-D7B0-B6EB404C4E9C}"/>
              </a:ext>
            </a:extLst>
          </p:cNvPr>
          <p:cNvSpPr/>
          <p:nvPr/>
        </p:nvSpPr>
        <p:spPr>
          <a:xfrm>
            <a:off x="6281648" y="428125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1" name="Rectangle 510">
            <a:extLst>
              <a:ext uri="{FF2B5EF4-FFF2-40B4-BE49-F238E27FC236}">
                <a16:creationId xmlns:a16="http://schemas.microsoft.com/office/drawing/2014/main" id="{F4270E03-9997-1BD4-EC5E-3940261C423E}"/>
              </a:ext>
            </a:extLst>
          </p:cNvPr>
          <p:cNvSpPr/>
          <p:nvPr/>
        </p:nvSpPr>
        <p:spPr>
          <a:xfrm>
            <a:off x="6281648" y="435297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2" name="Rectangle 511">
            <a:extLst>
              <a:ext uri="{FF2B5EF4-FFF2-40B4-BE49-F238E27FC236}">
                <a16:creationId xmlns:a16="http://schemas.microsoft.com/office/drawing/2014/main" id="{F60910E0-6A2F-CB9B-C88E-5ED11CAA1DCF}"/>
              </a:ext>
            </a:extLst>
          </p:cNvPr>
          <p:cNvSpPr/>
          <p:nvPr/>
        </p:nvSpPr>
        <p:spPr>
          <a:xfrm>
            <a:off x="6281648" y="442469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7" name="Rectangle 516">
            <a:extLst>
              <a:ext uri="{FF2B5EF4-FFF2-40B4-BE49-F238E27FC236}">
                <a16:creationId xmlns:a16="http://schemas.microsoft.com/office/drawing/2014/main" id="{083948B5-53E2-96DC-6ABF-9C778CC5BD5E}"/>
              </a:ext>
            </a:extLst>
          </p:cNvPr>
          <p:cNvSpPr/>
          <p:nvPr/>
        </p:nvSpPr>
        <p:spPr>
          <a:xfrm>
            <a:off x="6281648" y="449640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8" name="Rectangle 517">
            <a:extLst>
              <a:ext uri="{FF2B5EF4-FFF2-40B4-BE49-F238E27FC236}">
                <a16:creationId xmlns:a16="http://schemas.microsoft.com/office/drawing/2014/main" id="{F2EDB1DA-55B2-6078-E367-760BCA3E1353}"/>
              </a:ext>
            </a:extLst>
          </p:cNvPr>
          <p:cNvSpPr/>
          <p:nvPr/>
        </p:nvSpPr>
        <p:spPr>
          <a:xfrm>
            <a:off x="6281648" y="456364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9" name="Rectangle 518">
            <a:extLst>
              <a:ext uri="{FF2B5EF4-FFF2-40B4-BE49-F238E27FC236}">
                <a16:creationId xmlns:a16="http://schemas.microsoft.com/office/drawing/2014/main" id="{4A56321B-86A4-0144-9611-233EE860ABCE}"/>
              </a:ext>
            </a:extLst>
          </p:cNvPr>
          <p:cNvSpPr/>
          <p:nvPr/>
        </p:nvSpPr>
        <p:spPr>
          <a:xfrm>
            <a:off x="6281648" y="4635361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0" name="Rectangle 519">
            <a:extLst>
              <a:ext uri="{FF2B5EF4-FFF2-40B4-BE49-F238E27FC236}">
                <a16:creationId xmlns:a16="http://schemas.microsoft.com/office/drawing/2014/main" id="{EC3CC38E-4A78-755E-D394-49B4079FAEA8}"/>
              </a:ext>
            </a:extLst>
          </p:cNvPr>
          <p:cNvSpPr/>
          <p:nvPr/>
        </p:nvSpPr>
        <p:spPr>
          <a:xfrm>
            <a:off x="6281648" y="470707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2" name="Rectangle 521">
            <a:extLst>
              <a:ext uri="{FF2B5EF4-FFF2-40B4-BE49-F238E27FC236}">
                <a16:creationId xmlns:a16="http://schemas.microsoft.com/office/drawing/2014/main" id="{256DD5D9-BBE7-76D6-5ACF-44BBCF67FAB2}"/>
              </a:ext>
            </a:extLst>
          </p:cNvPr>
          <p:cNvSpPr/>
          <p:nvPr/>
        </p:nvSpPr>
        <p:spPr>
          <a:xfrm>
            <a:off x="6570532" y="428197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3" name="Rectangle 522">
            <a:extLst>
              <a:ext uri="{FF2B5EF4-FFF2-40B4-BE49-F238E27FC236}">
                <a16:creationId xmlns:a16="http://schemas.microsoft.com/office/drawing/2014/main" id="{8BE80588-CFB8-7BF5-AA73-20719E3D8D21}"/>
              </a:ext>
            </a:extLst>
          </p:cNvPr>
          <p:cNvSpPr/>
          <p:nvPr/>
        </p:nvSpPr>
        <p:spPr>
          <a:xfrm>
            <a:off x="8074771" y="441703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4" name="Rectangle 523">
            <a:extLst>
              <a:ext uri="{FF2B5EF4-FFF2-40B4-BE49-F238E27FC236}">
                <a16:creationId xmlns:a16="http://schemas.microsoft.com/office/drawing/2014/main" id="{486FA604-B1C4-F1CB-6205-EF2D850DBFBB}"/>
              </a:ext>
            </a:extLst>
          </p:cNvPr>
          <p:cNvSpPr/>
          <p:nvPr/>
        </p:nvSpPr>
        <p:spPr>
          <a:xfrm>
            <a:off x="8074771" y="448875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5" name="Rectangle 524">
            <a:extLst>
              <a:ext uri="{FF2B5EF4-FFF2-40B4-BE49-F238E27FC236}">
                <a16:creationId xmlns:a16="http://schemas.microsoft.com/office/drawing/2014/main" id="{A6B62C4B-706B-7BD0-2665-076861B4D249}"/>
              </a:ext>
            </a:extLst>
          </p:cNvPr>
          <p:cNvSpPr/>
          <p:nvPr/>
        </p:nvSpPr>
        <p:spPr>
          <a:xfrm>
            <a:off x="8074771" y="456047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6" name="Rectangle 525">
            <a:extLst>
              <a:ext uri="{FF2B5EF4-FFF2-40B4-BE49-F238E27FC236}">
                <a16:creationId xmlns:a16="http://schemas.microsoft.com/office/drawing/2014/main" id="{ADB9CFF8-10E3-CCA6-C5A6-0A0C6F5CEAC4}"/>
              </a:ext>
            </a:extLst>
          </p:cNvPr>
          <p:cNvSpPr/>
          <p:nvPr/>
        </p:nvSpPr>
        <p:spPr>
          <a:xfrm>
            <a:off x="8074771" y="463218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7" name="Rectangle 526">
            <a:extLst>
              <a:ext uri="{FF2B5EF4-FFF2-40B4-BE49-F238E27FC236}">
                <a16:creationId xmlns:a16="http://schemas.microsoft.com/office/drawing/2014/main" id="{8A270B89-0897-A9F4-B16D-89020034940B}"/>
              </a:ext>
            </a:extLst>
          </p:cNvPr>
          <p:cNvSpPr/>
          <p:nvPr/>
        </p:nvSpPr>
        <p:spPr>
          <a:xfrm>
            <a:off x="8074771" y="470390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8" name="Rectangle 527">
            <a:extLst>
              <a:ext uri="{FF2B5EF4-FFF2-40B4-BE49-F238E27FC236}">
                <a16:creationId xmlns:a16="http://schemas.microsoft.com/office/drawing/2014/main" id="{CA2771CD-9B2D-15E8-B17E-2FE16B6A3D9C}"/>
              </a:ext>
            </a:extLst>
          </p:cNvPr>
          <p:cNvSpPr/>
          <p:nvPr/>
        </p:nvSpPr>
        <p:spPr>
          <a:xfrm>
            <a:off x="8074771" y="477562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9" name="Rectangle 528">
            <a:extLst>
              <a:ext uri="{FF2B5EF4-FFF2-40B4-BE49-F238E27FC236}">
                <a16:creationId xmlns:a16="http://schemas.microsoft.com/office/drawing/2014/main" id="{4706448F-7361-8589-2D2A-9087A025A2A9}"/>
              </a:ext>
            </a:extLst>
          </p:cNvPr>
          <p:cNvSpPr/>
          <p:nvPr/>
        </p:nvSpPr>
        <p:spPr>
          <a:xfrm>
            <a:off x="8074771" y="4847337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0" name="Rectangle 529">
            <a:extLst>
              <a:ext uri="{FF2B5EF4-FFF2-40B4-BE49-F238E27FC236}">
                <a16:creationId xmlns:a16="http://schemas.microsoft.com/office/drawing/2014/main" id="{A05BDD7D-09F7-DF84-26CC-2E19E3FAD72B}"/>
              </a:ext>
            </a:extLst>
          </p:cNvPr>
          <p:cNvSpPr/>
          <p:nvPr/>
        </p:nvSpPr>
        <p:spPr>
          <a:xfrm>
            <a:off x="8074771" y="4919054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1" name="Rectangle 530">
            <a:extLst>
              <a:ext uri="{FF2B5EF4-FFF2-40B4-BE49-F238E27FC236}">
                <a16:creationId xmlns:a16="http://schemas.microsoft.com/office/drawing/2014/main" id="{5F45D022-19E5-CF26-02B6-19DF620FBEC0}"/>
              </a:ext>
            </a:extLst>
          </p:cNvPr>
          <p:cNvSpPr/>
          <p:nvPr/>
        </p:nvSpPr>
        <p:spPr>
          <a:xfrm>
            <a:off x="8074771" y="4352003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2" name="Rectangle 531">
            <a:extLst>
              <a:ext uri="{FF2B5EF4-FFF2-40B4-BE49-F238E27FC236}">
                <a16:creationId xmlns:a16="http://schemas.microsoft.com/office/drawing/2014/main" id="{99931296-AE5D-A478-7824-33C6020DE907}"/>
              </a:ext>
            </a:extLst>
          </p:cNvPr>
          <p:cNvSpPr/>
          <p:nvPr/>
        </p:nvSpPr>
        <p:spPr>
          <a:xfrm>
            <a:off x="8148617" y="4278512"/>
            <a:ext cx="71717" cy="71226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3" name="Rectangle 532">
            <a:extLst>
              <a:ext uri="{FF2B5EF4-FFF2-40B4-BE49-F238E27FC236}">
                <a16:creationId xmlns:a16="http://schemas.microsoft.com/office/drawing/2014/main" id="{40196953-EB68-C068-14FF-AFC8617E79ED}"/>
              </a:ext>
            </a:extLst>
          </p:cNvPr>
          <p:cNvSpPr/>
          <p:nvPr/>
        </p:nvSpPr>
        <p:spPr>
          <a:xfrm>
            <a:off x="7645488" y="4496370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7" name="Rectangle 536">
            <a:extLst>
              <a:ext uri="{FF2B5EF4-FFF2-40B4-BE49-F238E27FC236}">
                <a16:creationId xmlns:a16="http://schemas.microsoft.com/office/drawing/2014/main" id="{C494DDD4-BB01-EA10-6387-100D25B6AD36}"/>
              </a:ext>
            </a:extLst>
          </p:cNvPr>
          <p:cNvSpPr/>
          <p:nvPr/>
        </p:nvSpPr>
        <p:spPr>
          <a:xfrm>
            <a:off x="7645488" y="4568086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8" name="Rectangle 537">
            <a:extLst>
              <a:ext uri="{FF2B5EF4-FFF2-40B4-BE49-F238E27FC236}">
                <a16:creationId xmlns:a16="http://schemas.microsoft.com/office/drawing/2014/main" id="{DE552666-072D-8544-EFDA-64DCD3582FAE}"/>
              </a:ext>
            </a:extLst>
          </p:cNvPr>
          <p:cNvSpPr/>
          <p:nvPr/>
        </p:nvSpPr>
        <p:spPr>
          <a:xfrm>
            <a:off x="5930653" y="4281975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9" name="Rectangle 538">
            <a:extLst>
              <a:ext uri="{FF2B5EF4-FFF2-40B4-BE49-F238E27FC236}">
                <a16:creationId xmlns:a16="http://schemas.microsoft.com/office/drawing/2014/main" id="{16EDFE9F-439F-3626-C92A-C7D4D3FA02D2}"/>
              </a:ext>
            </a:extLst>
          </p:cNvPr>
          <p:cNvSpPr/>
          <p:nvPr/>
        </p:nvSpPr>
        <p:spPr>
          <a:xfrm>
            <a:off x="7645488" y="4636728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0" name="Rectangle 539">
            <a:extLst>
              <a:ext uri="{FF2B5EF4-FFF2-40B4-BE49-F238E27FC236}">
                <a16:creationId xmlns:a16="http://schemas.microsoft.com/office/drawing/2014/main" id="{779188F6-0CEB-3EE1-B510-519298E17C47}"/>
              </a:ext>
            </a:extLst>
          </p:cNvPr>
          <p:cNvSpPr/>
          <p:nvPr/>
        </p:nvSpPr>
        <p:spPr>
          <a:xfrm>
            <a:off x="7505680" y="5675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6" name="Rectangle 545">
            <a:extLst>
              <a:ext uri="{FF2B5EF4-FFF2-40B4-BE49-F238E27FC236}">
                <a16:creationId xmlns:a16="http://schemas.microsoft.com/office/drawing/2014/main" id="{C42783AA-E50E-033F-0CF7-881753FB466E}"/>
              </a:ext>
            </a:extLst>
          </p:cNvPr>
          <p:cNvSpPr/>
          <p:nvPr/>
        </p:nvSpPr>
        <p:spPr>
          <a:xfrm>
            <a:off x="7577397" y="5675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7" name="Rectangle 546">
            <a:extLst>
              <a:ext uri="{FF2B5EF4-FFF2-40B4-BE49-F238E27FC236}">
                <a16:creationId xmlns:a16="http://schemas.microsoft.com/office/drawing/2014/main" id="{5B25761C-A9E5-C639-83DA-8C880D3CC63C}"/>
              </a:ext>
            </a:extLst>
          </p:cNvPr>
          <p:cNvSpPr/>
          <p:nvPr/>
        </p:nvSpPr>
        <p:spPr>
          <a:xfrm>
            <a:off x="5929293" y="5675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8" name="Rectangle 547">
            <a:extLst>
              <a:ext uri="{FF2B5EF4-FFF2-40B4-BE49-F238E27FC236}">
                <a16:creationId xmlns:a16="http://schemas.microsoft.com/office/drawing/2014/main" id="{BF6B2700-C67A-FAB5-3FB2-B19FA4B89DAE}"/>
              </a:ext>
            </a:extLst>
          </p:cNvPr>
          <p:cNvSpPr/>
          <p:nvPr/>
        </p:nvSpPr>
        <p:spPr>
          <a:xfrm>
            <a:off x="6001010" y="5675511"/>
            <a:ext cx="71717" cy="71716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9" name="Rectangle 548">
            <a:extLst>
              <a:ext uri="{FF2B5EF4-FFF2-40B4-BE49-F238E27FC236}">
                <a16:creationId xmlns:a16="http://schemas.microsoft.com/office/drawing/2014/main" id="{1CA64FBF-C5D0-705B-A1DC-064B19FB43E1}"/>
              </a:ext>
            </a:extLst>
          </p:cNvPr>
          <p:cNvSpPr/>
          <p:nvPr/>
        </p:nvSpPr>
        <p:spPr>
          <a:xfrm>
            <a:off x="7788364" y="5887809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0" name="Rectangle 549">
            <a:extLst>
              <a:ext uri="{FF2B5EF4-FFF2-40B4-BE49-F238E27FC236}">
                <a16:creationId xmlns:a16="http://schemas.microsoft.com/office/drawing/2014/main" id="{09279B48-A5CF-3D39-6BA0-151544D6DD07}"/>
              </a:ext>
            </a:extLst>
          </p:cNvPr>
          <p:cNvSpPr/>
          <p:nvPr/>
        </p:nvSpPr>
        <p:spPr>
          <a:xfrm>
            <a:off x="7788364" y="5959525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1" name="Rectangle 550">
            <a:extLst>
              <a:ext uri="{FF2B5EF4-FFF2-40B4-BE49-F238E27FC236}">
                <a16:creationId xmlns:a16="http://schemas.microsoft.com/office/drawing/2014/main" id="{E5526494-2D22-C42D-2889-6D2C411192CE}"/>
              </a:ext>
            </a:extLst>
          </p:cNvPr>
          <p:cNvSpPr/>
          <p:nvPr/>
        </p:nvSpPr>
        <p:spPr>
          <a:xfrm>
            <a:off x="7788364" y="6031242"/>
            <a:ext cx="71717" cy="7171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1D615A-341A-35E1-8E33-77071BD0FC6A}"/>
              </a:ext>
            </a:extLst>
          </p:cNvPr>
          <p:cNvSpPr txBox="1"/>
          <p:nvPr/>
        </p:nvSpPr>
        <p:spPr>
          <a:xfrm>
            <a:off x="170529" y="-69730"/>
            <a:ext cx="17064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ill Sans Ultra Bold" panose="020B0A02020104020203" pitchFamily="34" charset="0"/>
                <a:ea typeface="+mn-ea"/>
                <a:cs typeface="+mn-cs"/>
              </a:rPr>
              <a:t>эсептөө кандай?</a:t>
            </a:r>
            <a:endParaRPr kumimoji="0" lang="en-GB" sz="16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Gill Sans Ultra Bold" panose="020B0A02020104020203" pitchFamily="34" charset="0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A3B1F3-4F92-67E0-71E1-7AC36D048875}"/>
              </a:ext>
            </a:extLst>
          </p:cNvPr>
          <p:cNvSpPr txBox="1"/>
          <p:nvPr/>
        </p:nvSpPr>
        <p:spPr>
          <a:xfrm>
            <a:off x="-30573" y="139985"/>
            <a:ext cx="50683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Ар бир диаграммада бир эсептөө көрсөтүлгөн.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Ар бир ондукту жазыңыз, диаграммаларды толтуруңуз,жоопту табыңыз!</a:t>
            </a: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398571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65AD832-905E-650B-13C8-0FCC05A27B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710371" y="1053200"/>
            <a:ext cx="6575142" cy="47516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FDAAEF3-A97D-ED51-23E5-EBC2BE8D64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146109" y="1053200"/>
            <a:ext cx="6575142" cy="475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7538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92D1B23-30D8-3D86-3680-F0A63E29F0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867004" y="1161357"/>
            <a:ext cx="6575143" cy="453528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FEE5ECA-9109-739F-8F3C-83481225B6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182516" y="1161357"/>
            <a:ext cx="6575143" cy="4535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0123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27C988C-B9A3-F2F8-CFA8-3379280532FB}"/>
              </a:ext>
            </a:extLst>
          </p:cNvPr>
          <p:cNvCxnSpPr>
            <a:cxnSpLocks/>
          </p:cNvCxnSpPr>
          <p:nvPr/>
        </p:nvCxnSpPr>
        <p:spPr>
          <a:xfrm>
            <a:off x="4953000" y="63500"/>
            <a:ext cx="0" cy="6680200"/>
          </a:xfrm>
          <a:prstGeom prst="line">
            <a:avLst/>
          </a:prstGeom>
          <a:ln w="12700">
            <a:solidFill>
              <a:schemeClr val="tx1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7848217F-E96E-1737-5E8F-64853B8CD1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870235" y="1080329"/>
            <a:ext cx="6575142" cy="47516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6110698-4832-3532-323B-B3D1037AEC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4182516" y="1161357"/>
            <a:ext cx="6575143" cy="4535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42223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4EE51F-7A9F-BBA6-4D52-96A950D8E4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271" y="467360"/>
            <a:ext cx="9256849" cy="585216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ru-RU" dirty="0"/>
              <a:t>Суроолор барбы?</a:t>
            </a:r>
          </a:p>
          <a:p>
            <a:pPr marL="0" indent="0" algn="ctr">
              <a:buNone/>
            </a:pPr>
            <a:r>
              <a:rPr lang="ru-RU" dirty="0"/>
              <a:t>Комментарийлер?</a:t>
            </a:r>
          </a:p>
          <a:p>
            <a:pPr marL="0" indent="0" algn="ctr">
              <a:buNone/>
            </a:pPr>
            <a:r>
              <a:rPr lang="ru-RU" dirty="0"/>
              <a:t>Сунуштар?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…же ката таптыңызбы!?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 defTabSz="371475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ru-RU" dirty="0">
                <a:solidFill>
                  <a:prstClr val="black"/>
                </a:solidFill>
                <a:latin typeface="Calibri" panose="020F0502020204030204"/>
              </a:rPr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en-US" dirty="0"/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1515584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50000"/>
          </a:schemeClr>
        </a:solidFill>
        <a:ln w="12700">
          <a:noFill/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200" dirty="0" err="1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sm" len="sm"/>
          <a:tailEnd type="none" w="sm" len="sm"/>
        </a:ln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2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bg1">
              <a:lumMod val="50000"/>
            </a:schemeClr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2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sm" len="sm"/>
          <a:tailEnd type="none" w="sm" len="sm"/>
        </a:ln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2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10712</TotalTime>
  <Words>523</Words>
  <Application>Microsoft Office PowerPoint</Application>
  <PresentationFormat>A4 Paper (210x297 mm)</PresentationFormat>
  <Paragraphs>313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 Light</vt:lpstr>
      <vt:lpstr>Gill Sans Ultra Bold</vt:lpstr>
      <vt:lpstr>Calibri</vt:lpstr>
      <vt:lpstr>Office Theme</vt:lpstr>
      <vt:lpstr>1_Office Theme</vt:lpstr>
      <vt:lpstr>2_Office Theme</vt:lpstr>
      <vt:lpstr>MathKGZ  --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540</cp:revision>
  <cp:lastPrinted>2022-10-11T09:32:58Z</cp:lastPrinted>
  <dcterms:created xsi:type="dcterms:W3CDTF">2017-01-17T16:57:04Z</dcterms:created>
  <dcterms:modified xsi:type="dcterms:W3CDTF">2024-05-20T08:38:11Z</dcterms:modified>
</cp:coreProperties>
</file>