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5" r:id="rId2"/>
    <p:sldId id="951" r:id="rId3"/>
    <p:sldId id="952" r:id="rId4"/>
    <p:sldId id="948" r:id="rId5"/>
    <p:sldId id="950" r:id="rId6"/>
    <p:sldId id="953" r:id="rId7"/>
    <p:sldId id="954" r:id="rId8"/>
    <p:sldId id="955" r:id="rId9"/>
    <p:sldId id="966" r:id="rId10"/>
  </p:sldIdLst>
  <p:sldSz cx="9906000" cy="6858000" type="A4"/>
  <p:notesSz cx="7104063" cy="10234613"/>
  <p:embeddedFontLst>
    <p:embeddedFont>
      <p:font typeface="ADLaM Display" panose="02010000000000000000" pitchFamily="2" charset="0"/>
      <p:regular r:id="rId12"/>
    </p:embeddedFont>
    <p:embeddedFont>
      <p:font typeface="Cambria Math" panose="02040503050406030204" pitchFamily="18" charset="0"/>
      <p:regular r:id="rId13"/>
    </p:embeddedFont>
    <p:embeddedFont>
      <p:font typeface="Cooper Black" panose="0208090404030B0204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A3B2132-0B37-42C7-BCF8-355A06462377}">
          <p14:sldIdLst>
            <p14:sldId id="965"/>
          </p14:sldIdLst>
        </p14:section>
        <p14:section name="Көрсөтүү үчүн" id="{059544AC-2C27-45B1-9F95-F87DF8854DD6}">
          <p14:sldIdLst>
            <p14:sldId id="951"/>
            <p14:sldId id="952"/>
          </p14:sldIdLst>
        </p14:section>
        <p14:section name="Жообу" id="{1FEDB314-42DC-4694-9B04-D4A4AAE625F7}">
          <p14:sldIdLst>
            <p14:sldId id="948"/>
            <p14:sldId id="950"/>
          </p14:sldIdLst>
        </p14:section>
        <p14:section name="Таркатма барактар" id="{A78D9305-6AAE-4715-A210-52F6908F30F7}">
          <p14:sldIdLst>
            <p14:sldId id="953"/>
            <p14:sldId id="954"/>
            <p14:sldId id="955"/>
          </p14:sldIdLst>
        </p14:section>
        <p14:section name="Кайтарым байланыш" id="{4F9095C1-9077-41DB-AF23-E2DE00D2B8DE}">
          <p14:sldIdLst>
            <p14:sldId id="9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0" d="100"/>
          <a:sy n="60" d="100"/>
        </p:scale>
        <p:origin x="1464" y="11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18" Type="http://schemas.openxmlformats.org/officeDocument/2006/relationships/image" Target="../media/image17.png"/><Relationship Id="rId26" Type="http://schemas.openxmlformats.org/officeDocument/2006/relationships/image" Target="../media/image2.png"/><Relationship Id="rId3" Type="http://schemas.openxmlformats.org/officeDocument/2006/relationships/image" Target="../media/image8.png"/><Relationship Id="rId21" Type="http://schemas.openxmlformats.org/officeDocument/2006/relationships/image" Target="../media/image18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17" Type="http://schemas.openxmlformats.org/officeDocument/2006/relationships/image" Target="../media/image16.png"/><Relationship Id="rId25" Type="http://schemas.openxmlformats.org/officeDocument/2006/relationships/image" Target="../media/image30.png"/><Relationship Id="rId2" Type="http://schemas.openxmlformats.org/officeDocument/2006/relationships/image" Target="../media/image7.png"/><Relationship Id="rId16" Type="http://schemas.openxmlformats.org/officeDocument/2006/relationships/image" Target="../media/image15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2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14.png"/><Relationship Id="rId23" Type="http://schemas.openxmlformats.org/officeDocument/2006/relationships/image" Target="../media/image28.png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13.png"/><Relationship Id="rId22" Type="http://schemas.openxmlformats.org/officeDocument/2006/relationships/image" Target="../media/image27.png"/><Relationship Id="rId27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885ECC4-EC48-D304-D580-69B8B91AE60F}"/>
              </a:ext>
            </a:extLst>
          </p:cNvPr>
          <p:cNvSpPr txBox="1">
            <a:spLocks/>
          </p:cNvSpPr>
          <p:nvPr/>
        </p:nvSpPr>
        <p:spPr>
          <a:xfrm>
            <a:off x="116840" y="199834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ea typeface="ADLaM Display" panose="02010000000000000000" pitchFamily="2" charset="0"/>
                <a:cs typeface="ADLaM Display" panose="02010000000000000000" pitchFamily="2" charset="0"/>
              </a:rPr>
              <a:t>Эквивалент – Бөлчөктөр, Ондуктар жана Проценттер –</a:t>
            </a:r>
            <a:endParaRPr lang="en-US" dirty="0"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 Иш барагы А</a:t>
            </a:r>
            <a:endParaRPr lang="en-US" b="1" dirty="0"/>
          </a:p>
          <a:p>
            <a:endParaRPr lang="ky-KG" dirty="0"/>
          </a:p>
          <a:p>
            <a:r>
              <a:rPr lang="ky-KG" dirty="0"/>
              <a:t>Иш барагы 3 өлчөмдө</a:t>
            </a:r>
            <a:r>
              <a:rPr lang="en-US" dirty="0"/>
              <a:t> </a:t>
            </a:r>
            <a:r>
              <a:rPr lang="ky-KG" dirty="0"/>
              <a:t>даярдалган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8B80EEB-8661-88B8-DA1E-AF8A42E236DF}"/>
              </a:ext>
            </a:extLst>
          </p:cNvPr>
          <p:cNvSpPr txBox="1">
            <a:spLocks/>
          </p:cNvSpPr>
          <p:nvPr/>
        </p:nvSpPr>
        <p:spPr>
          <a:xfrm>
            <a:off x="0" y="39147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3305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E68305-3B07-D400-9237-22B1F8450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188033"/>
            <a:ext cx="8633612" cy="624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3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8ECE0D66-D950-4D65-A4FE-3E9D843F113D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31F526DC-9862-4420-9733-16225B0841B9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D71BA585-DAB3-4D27-99F3-3E4F32FDC94D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BECA8E5-CB1D-48D7-9862-2347BD1572D1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30</a:t>
            </a:r>
            <a:r>
              <a:rPr lang="en-GB" sz="1600" dirty="0"/>
              <a:t>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12715370-2252-4123-88B3-1072019753BC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E21CB959-5831-4508-A115-655352E83D79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E26D25ED-55A8-4495-9B20-68A2E7B694E4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BAC0D866-B3A9-45A8-A925-271039A73428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E20C76A7-F332-493A-81EA-FC925EA0C4C1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BC0CFA-609C-4490-BEBA-04A17862201A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62" name="Table 5">
            <a:extLst>
              <a:ext uri="{FF2B5EF4-FFF2-40B4-BE49-F238E27FC236}">
                <a16:creationId xmlns:a16="http://schemas.microsoft.com/office/drawing/2014/main" id="{1B81CA84-0A3D-4E5E-8221-A8E0B8839741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ADB4E4D3-4BCB-45B2-9DA0-97F7D19CE2D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68" name="Table 5">
            <a:extLst>
              <a:ext uri="{FF2B5EF4-FFF2-40B4-BE49-F238E27FC236}">
                <a16:creationId xmlns:a16="http://schemas.microsoft.com/office/drawing/2014/main" id="{9450DABB-023A-4FCE-9373-D05904B078A4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9ACCD655-AD41-40B3-9255-6FC6EB240E49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CE29B2-C18F-4EE7-9777-3DAE7C534139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B33D22-C13B-4042-B974-372B003A91BF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86B85D-F41E-4EAC-99E3-894C8B77F0E1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C2B110-8374-41CE-8BDB-43B07C903E13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BD00CE-DB59-4885-93F4-8B9E121B716A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111286-51AE-49D6-8A59-90BE95C9E0A9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4C3C72-2708-4AF3-A7CF-963A88F61B19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D9070F-EAC5-4B36-9416-8C342AD122E3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DB9C79-8976-42E8-9212-A5F372D700A1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85" name="Table 5">
            <a:extLst>
              <a:ext uri="{FF2B5EF4-FFF2-40B4-BE49-F238E27FC236}">
                <a16:creationId xmlns:a16="http://schemas.microsoft.com/office/drawing/2014/main" id="{1D363F6A-E5F0-47F1-9DB5-ACDE531A6444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5213DB33-B95A-4C10-9DA8-09FFE6049396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78499A-CD18-4CCE-BAB0-311417A16B82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ACBF385A-2998-45DB-B6D6-DEA462493A3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86B74707-E5A5-43CB-BE00-05CD7E11C0E3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B09FA-48EB-719F-5445-5DCAA78DF809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30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ECA8E5-CB1D-48D7-9862-2347BD1572D1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B6DE191-731B-4AC6-BCD6-7E3E3864962A}"/>
              </a:ext>
            </a:extLst>
          </p:cNvPr>
          <p:cNvSpPr txBox="1"/>
          <p:nvPr/>
        </p:nvSpPr>
        <p:spPr>
          <a:xfrm>
            <a:off x="4292925" y="108097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/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blipFill>
                <a:blip r:embed="rId3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27E86AF-61C3-4E0D-85C5-948C1179DBD5}"/>
              </a:ext>
            </a:extLst>
          </p:cNvPr>
          <p:cNvSpPr txBox="1"/>
          <p:nvPr/>
        </p:nvSpPr>
        <p:spPr>
          <a:xfrm>
            <a:off x="4292925" y="161926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60%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/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A565ED7-40D3-467B-BB42-7C5606F2CA84}"/>
              </a:ext>
            </a:extLst>
          </p:cNvPr>
          <p:cNvSpPr txBox="1"/>
          <p:nvPr/>
        </p:nvSpPr>
        <p:spPr>
          <a:xfrm>
            <a:off x="4292925" y="215756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/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blipFill>
                <a:blip r:embed="rId5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DAAA07E-2F0A-494A-B006-CBB3F0D6D589}"/>
              </a:ext>
            </a:extLst>
          </p:cNvPr>
          <p:cNvSpPr txBox="1"/>
          <p:nvPr/>
        </p:nvSpPr>
        <p:spPr>
          <a:xfrm>
            <a:off x="4292925" y="2695859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/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CF2DEBB8-2F7D-4CE3-9019-17E536E76539}"/>
              </a:ext>
            </a:extLst>
          </p:cNvPr>
          <p:cNvSpPr txBox="1"/>
          <p:nvPr/>
        </p:nvSpPr>
        <p:spPr>
          <a:xfrm>
            <a:off x="4292925" y="323633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/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5" name="Table 5">
            <a:extLst>
              <a:ext uri="{FF2B5EF4-FFF2-40B4-BE49-F238E27FC236}">
                <a16:creationId xmlns:a16="http://schemas.microsoft.com/office/drawing/2014/main" id="{1D363F6A-E5F0-47F1-9DB5-ACDE531A6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058600"/>
              </p:ext>
            </p:extLst>
          </p:nvPr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5213DB33-B95A-4C10-9DA8-09FFE6049396}"/>
              </a:ext>
            </a:extLst>
          </p:cNvPr>
          <p:cNvSpPr txBox="1"/>
          <p:nvPr/>
        </p:nvSpPr>
        <p:spPr>
          <a:xfrm>
            <a:off x="55926" y="5985131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bg1">
                    <a:lumMod val="65000"/>
                  </a:schemeClr>
                </a:solidFill>
              </a:rPr>
              <a:t>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78499A-CD18-4CCE-BAB0-311417A16B82}"/>
              </a:ext>
            </a:extLst>
          </p:cNvPr>
          <p:cNvSpPr txBox="1"/>
          <p:nvPr/>
        </p:nvSpPr>
        <p:spPr>
          <a:xfrm>
            <a:off x="68750" y="6520154"/>
            <a:ext cx="2439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bg1">
                    <a:lumMod val="65000"/>
                  </a:schemeClr>
                </a:solidFill>
              </a:rPr>
              <a:t>L</a:t>
            </a:r>
          </a:p>
        </p:txBody>
      </p:sp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ACBF385A-2998-45DB-B6D6-DEA46249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725716"/>
              </p:ext>
            </p:extLst>
          </p:nvPr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/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/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/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/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/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C24DA7-294D-4EA3-7788-886F4BAF197E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B14B1-5677-763A-F4E2-4BB2748C8325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45400-8624-742E-4809-31C3473CFC4D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15E1EFF-6983-82BB-9DCF-9BB62EE8F6E6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2B36375-9DCE-4131-695D-993C03CCF7E5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63364147-121B-F9EF-C664-A63B1D26530A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38DE57-691E-3D30-7489-198B35CD2210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7AE5C7-357F-F95F-CA66-68D82B9373E8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7AE5C7-357F-F95F-CA66-68D82B937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14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19BBDA23-B3E2-4440-9789-61DA33D56E30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F04D7AF5-422A-C536-E47C-9F38BFA39666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E4E0A843-C880-139C-9BA3-6F9DC80AB3A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2495E076-BB05-1C46-A1D4-3D5F38B36B59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9140DB0-9FFF-FCA8-B3B2-972AE5175C39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88F74-6943-3C04-2487-4BC1EF51DD2F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83E1096F-E1A6-0E0B-2D5A-92AF62D7A956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F2A6480C-5129-CB32-3F2B-B91D02700CF5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020E8B05-03EB-E309-B83C-39C96770F851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CF01439-07B2-A7EE-B0CC-AA8CEBE42D2D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5ED413-EA15-A8B9-77AA-6C0851720F4D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348608-5971-A814-12D8-2F65644084D4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F4A587-6F83-7115-10EC-DAC8B6CDD8ED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D5DF80-0E16-9FD2-4779-54E45F9BBF24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B36D45-3326-E1BF-7399-0EC70673EF72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33B91B-A116-E862-6DC0-08B6EA7E44A3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9A2B7A-F591-9007-73E4-6BBE39E63A67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381CAB-EEA9-C230-3671-28B86D01923E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0DD440-CC05-658E-345E-6FF64F3681BF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49" name="Table 5">
            <a:extLst>
              <a:ext uri="{FF2B5EF4-FFF2-40B4-BE49-F238E27FC236}">
                <a16:creationId xmlns:a16="http://schemas.microsoft.com/office/drawing/2014/main" id="{953F6286-391A-290D-23B6-1DF7272BD8A1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2B8A6D5D-0F95-BD3F-E535-87B29913834C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545E4A-E83B-39FF-4871-BE4A8B6EC574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C2820111-30EC-9F40-5FE2-701F3C9BEF7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9E6542-5D51-1A03-31F1-AD84CD637FED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9E6542-5D51-1A03-31F1-AD84CD637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2307FE67-0E39-EB92-5DCB-99EB73E0C148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153965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ECA8E5-CB1D-48D7-9862-2347BD1572D1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B6DE191-731B-4AC6-BCD6-7E3E3864962A}"/>
              </a:ext>
            </a:extLst>
          </p:cNvPr>
          <p:cNvSpPr txBox="1"/>
          <p:nvPr/>
        </p:nvSpPr>
        <p:spPr>
          <a:xfrm>
            <a:off x="4292925" y="108097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/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blipFill>
                <a:blip r:embed="rId3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27E86AF-61C3-4E0D-85C5-948C1179DBD5}"/>
              </a:ext>
            </a:extLst>
          </p:cNvPr>
          <p:cNvSpPr txBox="1"/>
          <p:nvPr/>
        </p:nvSpPr>
        <p:spPr>
          <a:xfrm>
            <a:off x="4292925" y="161926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60%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/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A565ED7-40D3-467B-BB42-7C5606F2CA84}"/>
              </a:ext>
            </a:extLst>
          </p:cNvPr>
          <p:cNvSpPr txBox="1"/>
          <p:nvPr/>
        </p:nvSpPr>
        <p:spPr>
          <a:xfrm>
            <a:off x="4292925" y="215756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/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blipFill>
                <a:blip r:embed="rId5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DAAA07E-2F0A-494A-B006-CBB3F0D6D589}"/>
              </a:ext>
            </a:extLst>
          </p:cNvPr>
          <p:cNvSpPr txBox="1"/>
          <p:nvPr/>
        </p:nvSpPr>
        <p:spPr>
          <a:xfrm>
            <a:off x="4292925" y="2695859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/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6059C53-D983-4F07-BFB1-217A8A3F1DC5}"/>
              </a:ext>
            </a:extLst>
          </p:cNvPr>
          <p:cNvSpPr txBox="1"/>
          <p:nvPr/>
        </p:nvSpPr>
        <p:spPr>
          <a:xfrm>
            <a:off x="4292925" y="5396059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75%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DF84AF-18EF-4BD9-BE7F-E462F001D194}"/>
                  </a:ext>
                </a:extLst>
              </p:cNvPr>
              <p:cNvSpPr txBox="1"/>
              <p:nvPr/>
            </p:nvSpPr>
            <p:spPr>
              <a:xfrm>
                <a:off x="3206070" y="5316807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DF84AF-18EF-4BD9-BE7F-E462F001D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5316807"/>
                <a:ext cx="324128" cy="497059"/>
              </a:xfrm>
              <a:prstGeom prst="rect">
                <a:avLst/>
              </a:prstGeom>
              <a:blipFill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E094B805-6C87-43DC-B630-E3EE7336819E}"/>
              </a:ext>
            </a:extLst>
          </p:cNvPr>
          <p:cNvSpPr txBox="1"/>
          <p:nvPr/>
        </p:nvSpPr>
        <p:spPr>
          <a:xfrm>
            <a:off x="4292925" y="431946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D68151-C438-4F95-BA11-1318A60C52D7}"/>
                  </a:ext>
                </a:extLst>
              </p:cNvPr>
              <p:cNvSpPr txBox="1"/>
              <p:nvPr/>
            </p:nvSpPr>
            <p:spPr>
              <a:xfrm>
                <a:off x="3206070" y="4240215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D68151-C438-4F95-BA11-1318A60C5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4240215"/>
                <a:ext cx="324128" cy="497059"/>
              </a:xfrm>
              <a:prstGeom prst="rect">
                <a:avLst/>
              </a:prstGeom>
              <a:blipFill>
                <a:blip r:embed="rId8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CF2DEBB8-2F7D-4CE3-9019-17E536E76539}"/>
              </a:ext>
            </a:extLst>
          </p:cNvPr>
          <p:cNvSpPr txBox="1"/>
          <p:nvPr/>
        </p:nvSpPr>
        <p:spPr>
          <a:xfrm>
            <a:off x="4292925" y="323633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/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070E6962-B26D-4291-A1C4-B448A66BC0D5}"/>
              </a:ext>
            </a:extLst>
          </p:cNvPr>
          <p:cNvSpPr txBox="1"/>
          <p:nvPr/>
        </p:nvSpPr>
        <p:spPr>
          <a:xfrm>
            <a:off x="4292925" y="377899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16%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149E82-561C-4224-AAD9-BFA9A288A4C7}"/>
                  </a:ext>
                </a:extLst>
              </p:cNvPr>
              <p:cNvSpPr txBox="1"/>
              <p:nvPr/>
            </p:nvSpPr>
            <p:spPr>
              <a:xfrm>
                <a:off x="3156378" y="3697559"/>
                <a:ext cx="423513" cy="50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149E82-561C-4224-AAD9-BFA9A288A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3697559"/>
                <a:ext cx="423513" cy="501419"/>
              </a:xfrm>
              <a:prstGeom prst="rect">
                <a:avLst/>
              </a:prstGeom>
              <a:blipFill>
                <a:blip r:embed="rId10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E459F63F-D5E5-412C-8960-185B65DCF20D}"/>
              </a:ext>
            </a:extLst>
          </p:cNvPr>
          <p:cNvSpPr txBox="1"/>
          <p:nvPr/>
        </p:nvSpPr>
        <p:spPr>
          <a:xfrm>
            <a:off x="4292925" y="485776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674F18C-4C49-4138-A19E-85ADB5F3C865}"/>
                  </a:ext>
                </a:extLst>
              </p:cNvPr>
              <p:cNvSpPr txBox="1"/>
              <p:nvPr/>
            </p:nvSpPr>
            <p:spPr>
              <a:xfrm>
                <a:off x="3156378" y="4778511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674F18C-4C49-4138-A19E-85ADB5F3C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778511"/>
                <a:ext cx="423513" cy="497059"/>
              </a:xfrm>
              <a:prstGeom prst="rect">
                <a:avLst/>
              </a:prstGeom>
              <a:blipFill>
                <a:blip r:embed="rId11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06CDF1E2-FC97-4848-AF41-C104393A0838}"/>
              </a:ext>
            </a:extLst>
          </p:cNvPr>
          <p:cNvSpPr txBox="1"/>
          <p:nvPr/>
        </p:nvSpPr>
        <p:spPr>
          <a:xfrm>
            <a:off x="4292925" y="593435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AB188B9-017B-4A91-B199-1F7A9FBC0B75}"/>
                  </a:ext>
                </a:extLst>
              </p:cNvPr>
              <p:cNvSpPr txBox="1"/>
              <p:nvPr/>
            </p:nvSpPr>
            <p:spPr>
              <a:xfrm>
                <a:off x="3156378" y="585510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AB188B9-017B-4A91-B199-1F7A9FBC0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5855103"/>
                <a:ext cx="423513" cy="497059"/>
              </a:xfrm>
              <a:prstGeom prst="rect">
                <a:avLst/>
              </a:prstGeom>
              <a:blipFill>
                <a:blip r:embed="rId1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AB2464FC-A87C-4CF2-B3D0-7A631177BCDF}"/>
              </a:ext>
            </a:extLst>
          </p:cNvPr>
          <p:cNvSpPr txBox="1"/>
          <p:nvPr/>
        </p:nvSpPr>
        <p:spPr>
          <a:xfrm>
            <a:off x="4292925" y="644090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76%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E73312F-BC0A-4C70-AC03-85641F45C7C0}"/>
                  </a:ext>
                </a:extLst>
              </p:cNvPr>
              <p:cNvSpPr txBox="1"/>
              <p:nvPr/>
            </p:nvSpPr>
            <p:spPr>
              <a:xfrm>
                <a:off x="3156378" y="6361649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E73312F-BC0A-4C70-AC03-85641F45C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6361649"/>
                <a:ext cx="423513" cy="497059"/>
              </a:xfrm>
              <a:prstGeom prst="rect">
                <a:avLst/>
              </a:prstGeom>
              <a:blipFill>
                <a:blip r:embed="rId13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/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/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/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/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A1D8E3D-913A-4916-B4A7-AEE1FE0E81B6}"/>
                  </a:ext>
                </a:extLst>
              </p:cNvPr>
              <p:cNvSpPr txBox="1"/>
              <p:nvPr/>
            </p:nvSpPr>
            <p:spPr>
              <a:xfrm>
                <a:off x="3721230" y="5411448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A1D8E3D-913A-4916-B4A7-AEE1FE0E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5411448"/>
                <a:ext cx="55976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A7FA720-20FA-44EC-9ACB-4688E650F922}"/>
                  </a:ext>
                </a:extLst>
              </p:cNvPr>
              <p:cNvSpPr txBox="1"/>
              <p:nvPr/>
            </p:nvSpPr>
            <p:spPr>
              <a:xfrm>
                <a:off x="3770923" y="4334856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A7FA720-20FA-44EC-9ACB-4688E650F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4334856"/>
                <a:ext cx="460382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/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9A97682-5B0B-488F-A0E6-A43E1F2598E7}"/>
                  </a:ext>
                </a:extLst>
              </p:cNvPr>
              <p:cNvSpPr txBox="1"/>
              <p:nvPr/>
            </p:nvSpPr>
            <p:spPr>
              <a:xfrm>
                <a:off x="3721230" y="3794380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0.16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9A97682-5B0B-488F-A0E6-A43E1F25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3794380"/>
                <a:ext cx="559769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9DE199B-70B5-4B22-8B8F-AE753FF3F107}"/>
                  </a:ext>
                </a:extLst>
              </p:cNvPr>
              <p:cNvSpPr txBox="1"/>
              <p:nvPr/>
            </p:nvSpPr>
            <p:spPr>
              <a:xfrm>
                <a:off x="3721230" y="4873152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9DE199B-70B5-4B22-8B8F-AE753FF3F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4873152"/>
                <a:ext cx="559769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618C153-E3D3-49DB-9E7B-932C01F7758F}"/>
                  </a:ext>
                </a:extLst>
              </p:cNvPr>
              <p:cNvSpPr txBox="1"/>
              <p:nvPr/>
            </p:nvSpPr>
            <p:spPr>
              <a:xfrm>
                <a:off x="3721230" y="5949744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0.85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618C153-E3D3-49DB-9E7B-932C01F77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5949744"/>
                <a:ext cx="55976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A285F93-08F8-43C0-9B16-18C2A6B9695A}"/>
                  </a:ext>
                </a:extLst>
              </p:cNvPr>
              <p:cNvSpPr txBox="1"/>
              <p:nvPr/>
            </p:nvSpPr>
            <p:spPr>
              <a:xfrm>
                <a:off x="3721230" y="6456290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0.76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A285F93-08F8-43C0-9B16-18C2A6B96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6456290"/>
                <a:ext cx="55976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F1A1B6-4B2B-534C-57E4-EAE8500A3731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B197D-EE34-6533-EF91-A1BBA5D48FD4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BF18A09E-E050-9347-7322-C5D7CB40B7AC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9E6EB9DF-B5BC-A61D-AA05-6D700D2FE01B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6132A5B6-BBF3-15B1-5170-8B9DE07EE2B7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D32D363-D8DE-225D-A011-6DCC7D3B7D53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20ECE4-EAC6-638D-513B-0FD2A44047BA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20ECE4-EAC6-638D-513B-0FD2A4404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5211744F-6D4D-EA8E-B624-D8A23121CF79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A1493AF1-687B-BBA7-2A49-7CC23CBD4777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A54E4B9A-1B2D-4D54-512D-B345E4A53412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86AA1472-E11B-6696-C36B-4551D0C4AF03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D776B5D-2B41-C263-14FB-69B0E9C228D5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E9F178-9DC9-9588-2F71-AFFD080DC3F9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63FE9606-5F1F-B594-4A1A-85364C95E0EC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40B560F-B77D-C20A-9AE4-D7BDD8471BE1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AEE5CAD1-9C88-AE8C-C318-6DA8D4009970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A70C88F-646E-CE83-BA5E-069E02A0FB0C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4B1AE7-090F-78A3-66B9-DE87E51CBE90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478E20-1695-841A-38FA-A1E281E3F049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7F6A79-AA1E-6641-90E6-043615618838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7A91FB-4A1F-A706-2CC0-5BBA1ADD8A34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35AA6F-9B8F-3F41-3A60-5EC6C4EF0DFC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F20CBC-0C94-6545-A4E0-67066CDEFBBB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E169EF-1970-9C58-14C1-1BC1AEB5257F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C98885-28A3-CEDC-DF31-36FD65991C1A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CC00A1-10C6-3E9F-E281-007523DCC166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53" name="Table 5">
            <a:extLst>
              <a:ext uri="{FF2B5EF4-FFF2-40B4-BE49-F238E27FC236}">
                <a16:creationId xmlns:a16="http://schemas.microsoft.com/office/drawing/2014/main" id="{49D8050B-6E88-15D1-1BB1-1C5DD1A85677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374ED85E-E333-D477-365A-EF6E60D8961D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7A929E8-038E-9D67-9C59-8C40228C5DBD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8" name="Table 5">
            <a:extLst>
              <a:ext uri="{FF2B5EF4-FFF2-40B4-BE49-F238E27FC236}">
                <a16:creationId xmlns:a16="http://schemas.microsoft.com/office/drawing/2014/main" id="{8B2090C2-D6F3-FC48-36FB-7EE9B5303256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DE9CAE6-F2C5-5711-86CF-240B4F085AEA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DE9CAE6-F2C5-5711-86CF-240B4F085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DC58EC1F-6AA3-DDC1-3190-BF79E0107D80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1138A9-C8D4-2B4C-119A-5175C22DFB6B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261A7D-F52A-D1C8-653C-117B2C6CBF02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4664E-A8C5-D863-0205-644DD086922B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EF7044-8856-7332-7B51-0DDAF0638ABA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9F52AD06-49E9-8605-F437-BC27C2F7D895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44D7B2CE-2206-B0D9-7893-B77A6B1B316B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9BA3C6-B655-B736-6719-ACE96CC5E86E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30</a:t>
            </a:r>
            <a:r>
              <a:rPr lang="en-GB" sz="1600" dirty="0"/>
              <a:t>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0BA5C1-3A08-2EC4-1254-0D972BD42BC9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0BA5C1-3A08-2EC4-1254-0D972BD42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9C6F7862-9F83-68B5-BBFC-0F7E646E472F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AC155CAE-3BFC-51D7-7F08-0E794BEE1779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94F166F6-397F-C726-9C98-D53B77271B3A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0EBAC0DD-C87E-32D7-8D1C-CADD5EDF829F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31A5BB1-5D8A-A0CD-BF95-38E5552BB150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576255-77BA-BCAD-F418-376425DE3831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FE6F0199-7B38-9EE5-28A7-17F3DF2CF253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D460AFBE-DC06-EC3C-1B7F-5DCFEB9444E3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D9A3259-D46A-938B-C0ED-DABCB74218EF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9DA7724-9625-C74F-3D65-F5BF3193C1F8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03ACA0-EB0F-B903-396B-7C4170CD727A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F83D48-2DAB-B93A-4F2F-08ECEE8A7F3A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5D3A60-3AF9-218B-953D-EF7FB9D20BBA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60A0B-2753-7212-3360-317AFDDF769D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C2C496-CF75-F256-04A9-A95042C078A9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4C7B46-FD57-B20A-806A-EA1EEBE7F92B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A5C3A8-0707-1539-F2DE-DA299817C32A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75BC20-AF23-9B74-B0D7-960B22295686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C46D390-3B0D-59F0-45F1-2CFFDC8191F4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3" name="Table 5">
            <a:extLst>
              <a:ext uri="{FF2B5EF4-FFF2-40B4-BE49-F238E27FC236}">
                <a16:creationId xmlns:a16="http://schemas.microsoft.com/office/drawing/2014/main" id="{2DB54EC8-0CA9-198C-C36A-91B5C448A01A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F087A1B1-56B0-BC2E-FECD-6462C3BEF89D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AC2B7B5-707C-4EC4-D562-6E3F0BE5BA08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7" name="Table 5">
            <a:extLst>
              <a:ext uri="{FF2B5EF4-FFF2-40B4-BE49-F238E27FC236}">
                <a16:creationId xmlns:a16="http://schemas.microsoft.com/office/drawing/2014/main" id="{936F185B-5825-40C7-1AAF-69F3DAC738B8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850096-8F88-B3DC-BD29-68852051C84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850096-8F88-B3DC-BD29-68852051C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058A01E1-3F8F-2319-B6BD-A02C901425EB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9E25CC0-0737-D78B-05A3-BF9990983924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540E56EC-7ADC-FAEF-71A1-E169073B3AE2}"/>
              </a:ext>
            </a:extLst>
          </p:cNvPr>
          <p:cNvSpPr/>
          <p:nvPr/>
        </p:nvSpPr>
        <p:spPr>
          <a:xfrm>
            <a:off x="4955087" y="1905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E1BFAAE-356E-1DCF-E6A0-BF64A53666A2}"/>
              </a:ext>
            </a:extLst>
          </p:cNvPr>
          <p:cNvSpPr txBox="1"/>
          <p:nvPr/>
        </p:nvSpPr>
        <p:spPr>
          <a:xfrm>
            <a:off x="5199279" y="7898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103" name="Table 5">
            <a:extLst>
              <a:ext uri="{FF2B5EF4-FFF2-40B4-BE49-F238E27FC236}">
                <a16:creationId xmlns:a16="http://schemas.microsoft.com/office/drawing/2014/main" id="{1B628E0C-8828-09AA-8B4A-3B785145C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856762"/>
              </p:ext>
            </p:extLst>
          </p:nvPr>
        </p:nvGraphicFramePr>
        <p:xfrm>
          <a:off x="5347515" y="119100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04" name="Table 5">
            <a:extLst>
              <a:ext uri="{FF2B5EF4-FFF2-40B4-BE49-F238E27FC236}">
                <a16:creationId xmlns:a16="http://schemas.microsoft.com/office/drawing/2014/main" id="{5160D45C-7B41-2413-7807-3FA991F01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793063"/>
              </p:ext>
            </p:extLst>
          </p:nvPr>
        </p:nvGraphicFramePr>
        <p:xfrm>
          <a:off x="5347515" y="65233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05" name="Table 5">
            <a:extLst>
              <a:ext uri="{FF2B5EF4-FFF2-40B4-BE49-F238E27FC236}">
                <a16:creationId xmlns:a16="http://schemas.microsoft.com/office/drawing/2014/main" id="{F58E268F-9F87-2725-5E09-C110EA4C4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88094"/>
              </p:ext>
            </p:extLst>
          </p:nvPr>
        </p:nvGraphicFramePr>
        <p:xfrm>
          <a:off x="5347518" y="226834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6" name="TextBox 105">
            <a:extLst>
              <a:ext uri="{FF2B5EF4-FFF2-40B4-BE49-F238E27FC236}">
                <a16:creationId xmlns:a16="http://schemas.microsoft.com/office/drawing/2014/main" id="{4183498A-16ED-F469-32CD-45AB9B3EC5A0}"/>
              </a:ext>
            </a:extLst>
          </p:cNvPr>
          <p:cNvSpPr txBox="1"/>
          <p:nvPr/>
        </p:nvSpPr>
        <p:spPr>
          <a:xfrm>
            <a:off x="9240392" y="55410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30</a:t>
            </a:r>
            <a:r>
              <a:rPr lang="en-GB" sz="1600" dirty="0"/>
              <a:t>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54BA76A-3C1A-86DC-E230-0D9715F40C9E}"/>
                  </a:ext>
                </a:extLst>
              </p:cNvPr>
              <p:cNvSpPr txBox="1"/>
              <p:nvPr/>
            </p:nvSpPr>
            <p:spPr>
              <a:xfrm>
                <a:off x="8103845" y="47485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54BA76A-3C1A-86DC-E230-0D9715F40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845" y="474853"/>
                <a:ext cx="423513" cy="497059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8" name="Table 5">
            <a:extLst>
              <a:ext uri="{FF2B5EF4-FFF2-40B4-BE49-F238E27FC236}">
                <a16:creationId xmlns:a16="http://schemas.microsoft.com/office/drawing/2014/main" id="{42D76040-EDDD-A330-C5C0-6F3755078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48415"/>
              </p:ext>
            </p:extLst>
          </p:nvPr>
        </p:nvGraphicFramePr>
        <p:xfrm>
          <a:off x="5347515" y="172967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09" name="Table 5">
            <a:extLst>
              <a:ext uri="{FF2B5EF4-FFF2-40B4-BE49-F238E27FC236}">
                <a16:creationId xmlns:a16="http://schemas.microsoft.com/office/drawing/2014/main" id="{1BE7F21F-36B6-699A-4E15-4D7A37D6B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65974"/>
              </p:ext>
            </p:extLst>
          </p:nvPr>
        </p:nvGraphicFramePr>
        <p:xfrm>
          <a:off x="5347518" y="280701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0" name="Table 5">
            <a:extLst>
              <a:ext uri="{FF2B5EF4-FFF2-40B4-BE49-F238E27FC236}">
                <a16:creationId xmlns:a16="http://schemas.microsoft.com/office/drawing/2014/main" id="{14800381-0E38-EB28-282A-2A565C5F6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61377"/>
              </p:ext>
            </p:extLst>
          </p:nvPr>
        </p:nvGraphicFramePr>
        <p:xfrm>
          <a:off x="5347516" y="550035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1" name="Table 5">
            <a:extLst>
              <a:ext uri="{FF2B5EF4-FFF2-40B4-BE49-F238E27FC236}">
                <a16:creationId xmlns:a16="http://schemas.microsoft.com/office/drawing/2014/main" id="{C37EB0B0-241F-392D-E614-CD8056EC2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035975"/>
              </p:ext>
            </p:extLst>
          </p:nvPr>
        </p:nvGraphicFramePr>
        <p:xfrm>
          <a:off x="5347518" y="442301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2" name="TextBox 111">
            <a:extLst>
              <a:ext uri="{FF2B5EF4-FFF2-40B4-BE49-F238E27FC236}">
                <a16:creationId xmlns:a16="http://schemas.microsoft.com/office/drawing/2014/main" id="{7CC2B2B3-48CF-72BC-822C-BBF55FD7AF73}"/>
              </a:ext>
            </a:extLst>
          </p:cNvPr>
          <p:cNvSpPr txBox="1"/>
          <p:nvPr/>
        </p:nvSpPr>
        <p:spPr>
          <a:xfrm>
            <a:off x="8003656" y="26111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9F7AFD6-7A26-86C1-59F7-C6AA30CCBF5A}"/>
              </a:ext>
            </a:extLst>
          </p:cNvPr>
          <p:cNvSpPr txBox="1"/>
          <p:nvPr/>
        </p:nvSpPr>
        <p:spPr>
          <a:xfrm>
            <a:off x="9367831" y="26111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9A0C8DD8-F256-EFFC-855C-BBABAA02D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47394"/>
              </p:ext>
            </p:extLst>
          </p:nvPr>
        </p:nvGraphicFramePr>
        <p:xfrm>
          <a:off x="5347516" y="334568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BA83C949-D79A-1C96-1985-3B283F1A4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693825"/>
              </p:ext>
            </p:extLst>
          </p:nvPr>
        </p:nvGraphicFramePr>
        <p:xfrm>
          <a:off x="5347516" y="388435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6" name="Table 5">
            <a:extLst>
              <a:ext uri="{FF2B5EF4-FFF2-40B4-BE49-F238E27FC236}">
                <a16:creationId xmlns:a16="http://schemas.microsoft.com/office/drawing/2014/main" id="{6804E98F-B88D-65CD-7B31-5EDBA8CE5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229122"/>
              </p:ext>
            </p:extLst>
          </p:nvPr>
        </p:nvGraphicFramePr>
        <p:xfrm>
          <a:off x="5347515" y="496168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7" name="TextBox 116">
            <a:extLst>
              <a:ext uri="{FF2B5EF4-FFF2-40B4-BE49-F238E27FC236}">
                <a16:creationId xmlns:a16="http://schemas.microsoft.com/office/drawing/2014/main" id="{F24C1584-B1C4-C196-7475-84219AC1F2B4}"/>
              </a:ext>
            </a:extLst>
          </p:cNvPr>
          <p:cNvSpPr txBox="1"/>
          <p:nvPr/>
        </p:nvSpPr>
        <p:spPr>
          <a:xfrm>
            <a:off x="5009805" y="64633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3FE95DC-C5DB-DCB3-8C2D-E28198D86B94}"/>
              </a:ext>
            </a:extLst>
          </p:cNvPr>
          <p:cNvSpPr txBox="1"/>
          <p:nvPr/>
        </p:nvSpPr>
        <p:spPr>
          <a:xfrm>
            <a:off x="5009805" y="118135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D02F954-6A74-6BAB-D44B-783151841FE3}"/>
              </a:ext>
            </a:extLst>
          </p:cNvPr>
          <p:cNvSpPr txBox="1"/>
          <p:nvPr/>
        </p:nvSpPr>
        <p:spPr>
          <a:xfrm>
            <a:off x="5009805" y="171637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8A086C4-4EE8-91D7-D76F-E11282041996}"/>
              </a:ext>
            </a:extLst>
          </p:cNvPr>
          <p:cNvSpPr txBox="1"/>
          <p:nvPr/>
        </p:nvSpPr>
        <p:spPr>
          <a:xfrm>
            <a:off x="5009805" y="22514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E851346-9A7A-A9F4-FEC0-94A8F1FF2E95}"/>
              </a:ext>
            </a:extLst>
          </p:cNvPr>
          <p:cNvSpPr txBox="1"/>
          <p:nvPr/>
        </p:nvSpPr>
        <p:spPr>
          <a:xfrm>
            <a:off x="5009805" y="278642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B72192F-BCDB-DE1D-93A1-37BABA09B4FC}"/>
              </a:ext>
            </a:extLst>
          </p:cNvPr>
          <p:cNvSpPr txBox="1"/>
          <p:nvPr/>
        </p:nvSpPr>
        <p:spPr>
          <a:xfrm>
            <a:off x="5009805" y="332144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5D73BC2-5E1F-4A56-EECB-41F6DE746B12}"/>
              </a:ext>
            </a:extLst>
          </p:cNvPr>
          <p:cNvSpPr txBox="1"/>
          <p:nvPr/>
        </p:nvSpPr>
        <p:spPr>
          <a:xfrm>
            <a:off x="5009806" y="385646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BE2FA68-2A7C-E3D7-7029-0FA7243E9863}"/>
              </a:ext>
            </a:extLst>
          </p:cNvPr>
          <p:cNvSpPr txBox="1"/>
          <p:nvPr/>
        </p:nvSpPr>
        <p:spPr>
          <a:xfrm>
            <a:off x="5009806" y="492651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079D525-8235-149C-966B-E65F42529BA8}"/>
              </a:ext>
            </a:extLst>
          </p:cNvPr>
          <p:cNvSpPr txBox="1"/>
          <p:nvPr/>
        </p:nvSpPr>
        <p:spPr>
          <a:xfrm>
            <a:off x="4973738" y="546153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9D96357-9F91-4451-1FFE-B648E2F865B6}"/>
              </a:ext>
            </a:extLst>
          </p:cNvPr>
          <p:cNvSpPr txBox="1"/>
          <p:nvPr/>
        </p:nvSpPr>
        <p:spPr>
          <a:xfrm>
            <a:off x="5009806" y="439149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27" name="Table 5">
            <a:extLst>
              <a:ext uri="{FF2B5EF4-FFF2-40B4-BE49-F238E27FC236}">
                <a16:creationId xmlns:a16="http://schemas.microsoft.com/office/drawing/2014/main" id="{9540659E-8171-9632-AFF1-48699245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44653"/>
              </p:ext>
            </p:extLst>
          </p:nvPr>
        </p:nvGraphicFramePr>
        <p:xfrm>
          <a:off x="5347515" y="603902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D5FC8FC9-61ED-277C-BB73-BF1F3F8BEB59}"/>
              </a:ext>
            </a:extLst>
          </p:cNvPr>
          <p:cNvSpPr txBox="1"/>
          <p:nvPr/>
        </p:nvSpPr>
        <p:spPr>
          <a:xfrm>
            <a:off x="4973738" y="599656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203FDBD-3B2E-D0E1-7587-7ABE3BAD7843}"/>
              </a:ext>
            </a:extLst>
          </p:cNvPr>
          <p:cNvSpPr txBox="1"/>
          <p:nvPr/>
        </p:nvSpPr>
        <p:spPr>
          <a:xfrm>
            <a:off x="4973738" y="653158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30" name="Table 5">
            <a:extLst>
              <a:ext uri="{FF2B5EF4-FFF2-40B4-BE49-F238E27FC236}">
                <a16:creationId xmlns:a16="http://schemas.microsoft.com/office/drawing/2014/main" id="{E3AE7624-5829-7A8F-867C-78F808EDA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835870"/>
              </p:ext>
            </p:extLst>
          </p:nvPr>
        </p:nvGraphicFramePr>
        <p:xfrm>
          <a:off x="5347516" y="657769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BE88A2A-814B-5AEB-5821-4D1C6A8694B8}"/>
                  </a:ext>
                </a:extLst>
              </p:cNvPr>
              <p:cNvSpPr txBox="1"/>
              <p:nvPr/>
            </p:nvSpPr>
            <p:spPr>
              <a:xfrm>
                <a:off x="8718390" y="56949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BE88A2A-814B-5AEB-5821-4D1C6A869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390" y="569494"/>
                <a:ext cx="460382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DB4F4E9B-531C-9659-1C11-DB53C75E541B}"/>
              </a:ext>
            </a:extLst>
          </p:cNvPr>
          <p:cNvSpPr txBox="1"/>
          <p:nvPr/>
        </p:nvSpPr>
        <p:spPr>
          <a:xfrm>
            <a:off x="8670300" y="26111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67E28D3-4BD4-FA96-3935-4E8693BA740A}"/>
              </a:ext>
            </a:extLst>
          </p:cNvPr>
          <p:cNvSpPr txBox="1"/>
          <p:nvPr/>
        </p:nvSpPr>
        <p:spPr>
          <a:xfrm>
            <a:off x="8276706" y="-1699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873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F15A55-8EB5-27EC-D77D-EABFF2C1E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9102" y="1069856"/>
            <a:ext cx="6726274" cy="4799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75378C-F50F-AC46-CFE0-30C3ECADC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18828" y="1069858"/>
            <a:ext cx="6726274" cy="479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3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367592-1A24-3CF3-5E12-B88B190AE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" y="31680"/>
            <a:ext cx="4820875" cy="3327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79D87-4F5B-0D3E-9F5A-2FD4F253C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554" y="31680"/>
            <a:ext cx="4848445" cy="3327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83F6AC-2CBE-7CCA-92B1-4A7D7781F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" y="3530460"/>
            <a:ext cx="4820875" cy="33275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8A3108-41A2-4D81-88E1-83872FA08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554" y="3530460"/>
            <a:ext cx="4848446" cy="332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9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042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88677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10595</TotalTime>
  <Words>321</Words>
  <Application>Microsoft Office PowerPoint</Application>
  <PresentationFormat>A4 Paper (210x297 mm)</PresentationFormat>
  <Paragraphs>184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Cambria Math</vt:lpstr>
      <vt:lpstr>Arial</vt:lpstr>
      <vt:lpstr>ADLaM Display</vt:lpstr>
      <vt:lpstr>Calibri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2024-09-02T04:30:40Z</cp:lastPrinted>
  <dcterms:created xsi:type="dcterms:W3CDTF">2017-01-17T16:57:04Z</dcterms:created>
  <dcterms:modified xsi:type="dcterms:W3CDTF">2024-09-02T04:32:55Z</dcterms:modified>
</cp:coreProperties>
</file>