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953" r:id="rId4"/>
    <p:sldId id="954" r:id="rId5"/>
    <p:sldId id="963" r:id="rId6"/>
    <p:sldId id="962" r:id="rId7"/>
    <p:sldId id="959" r:id="rId8"/>
    <p:sldId id="952" r:id="rId9"/>
    <p:sldId id="956" r:id="rId10"/>
    <p:sldId id="960" r:id="rId11"/>
    <p:sldId id="957" r:id="rId12"/>
    <p:sldId id="950" r:id="rId13"/>
    <p:sldId id="951" r:id="rId14"/>
    <p:sldId id="958" r:id="rId15"/>
    <p:sldId id="964" r:id="rId16"/>
    <p:sldId id="955" r:id="rId17"/>
    <p:sldId id="961" r:id="rId18"/>
    <p:sldId id="965" r:id="rId19"/>
    <p:sldId id="947" r:id="rId20"/>
    <p:sldId id="889" r:id="rId21"/>
    <p:sldId id="1061" r:id="rId22"/>
    <p:sldId id="1062" r:id="rId23"/>
    <p:sldId id="967" r:id="rId24"/>
  </p:sldIdLst>
  <p:sldSz cx="9906000" cy="6858000" type="A4"/>
  <p:notesSz cx="6669088" cy="9926638"/>
  <p:embeddedFontLst>
    <p:embeddedFont>
      <p:font typeface="Algerian" panose="04020705040A02060702" pitchFamily="82" charset="0"/>
      <p:regular r:id="rId26"/>
    </p:embeddedFont>
    <p:embeddedFont>
      <p:font typeface="Cambria Math" panose="02040503050406030204" pitchFamily="18" charset="0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953"/>
            <p14:sldId id="954"/>
            <p14:sldId id="963"/>
            <p14:sldId id="962"/>
            <p14:sldId id="959"/>
            <p14:sldId id="952"/>
            <p14:sldId id="956"/>
            <p14:sldId id="960"/>
            <p14:sldId id="957"/>
            <p14:sldId id="950"/>
            <p14:sldId id="951"/>
            <p14:sldId id="958"/>
            <p14:sldId id="964"/>
            <p14:sldId id="955"/>
            <p14:sldId id="961"/>
            <p14:sldId id="965"/>
          </p14:sldIdLst>
        </p14:section>
        <p14:section name="Мугалимдин жооп баракчасы" id="{64D9EF62-CF08-4BFF-B5AD-DEFE555334F2}">
          <p14:sldIdLst>
            <p14:sldId id="947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4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208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Кайталануучу ондуктарды Бөлчөккө</a:t>
            </a:r>
            <a:r>
              <a:rPr lang="en-US" sz="2400" b="1" dirty="0"/>
              <a:t> </a:t>
            </a:r>
            <a:r>
              <a:rPr lang="ky-KG" sz="2400" b="1" dirty="0"/>
              <a:t>айландыруу</a:t>
            </a:r>
            <a:r>
              <a:rPr lang="en-US" sz="2400" b="1" dirty="0"/>
              <a:t>  </a:t>
            </a:r>
            <a:r>
              <a:rPr lang="en-US" sz="2400" dirty="0"/>
              <a:t>– </a:t>
            </a:r>
            <a:r>
              <a:rPr lang="ky-KG" sz="2400" b="1" dirty="0"/>
              <a:t>Казына</a:t>
            </a:r>
            <a:r>
              <a:rPr lang="en-US" sz="2400" b="1" dirty="0"/>
              <a:t> </a:t>
            </a:r>
            <a:r>
              <a:rPr lang="ky-KG" sz="2400" b="1" dirty="0"/>
              <a:t>Издөө көндүмү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314960" y="31019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Кайталануучу ондуктарды бөлчөккө айландыруу </a:t>
            </a:r>
            <a:endParaRPr lang="en-US" sz="14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712443" y="199870"/>
            <a:ext cx="7931980" cy="144655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8800" b="0" i="0" dirty="0">
                <a:solidFill>
                  <a:srgbClr val="FFDE59"/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88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B8919-DE7A-1E2C-3507-2DBB565DBBEB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C2B8919-DE7A-1E2C-3507-2DBB565DB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3F26354-DFFD-7AE6-3AD3-8EB71D464FC4}"/>
              </a:ext>
            </a:extLst>
          </p:cNvPr>
          <p:cNvSpPr txBox="1"/>
          <p:nvPr/>
        </p:nvSpPr>
        <p:spPr>
          <a:xfrm>
            <a:off x="3829914" y="4113557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4824D2-214F-E601-4C96-AF5F77671DC6}"/>
                  </a:ext>
                </a:extLst>
              </p:cNvPr>
              <p:cNvSpPr txBox="1"/>
              <p:nvPr/>
            </p:nvSpPr>
            <p:spPr>
              <a:xfrm>
                <a:off x="918146" y="3750565"/>
                <a:ext cx="3067956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4824D2-214F-E601-4C96-AF5F77671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46" y="3750565"/>
                <a:ext cx="3067956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631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A2C634-9906-38D2-0A2A-9DBFEDC924C0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101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A2C634-9906-38D2-0A2A-9DBFEDC924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6D90250-C39C-15F7-A295-0FB0C7D12EAF}"/>
              </a:ext>
            </a:extLst>
          </p:cNvPr>
          <p:cNvSpPr txBox="1"/>
          <p:nvPr/>
        </p:nvSpPr>
        <p:spPr>
          <a:xfrm>
            <a:off x="3410929" y="408174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FF1C0-7077-F4E5-2FA8-39AD59F3093D}"/>
                  </a:ext>
                </a:extLst>
              </p:cNvPr>
              <p:cNvSpPr txBox="1"/>
              <p:nvPr/>
            </p:nvSpPr>
            <p:spPr>
              <a:xfrm>
                <a:off x="739598" y="37505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FF1C0-7077-F4E5-2FA8-39AD59F30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7505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7330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7718D-B09B-661A-23BF-AB504B241290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0A7718D-B09B-661A-23BF-AB504B241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EE0E7A4-05D8-E89C-9A0C-DE750587750D}"/>
              </a:ext>
            </a:extLst>
          </p:cNvPr>
          <p:cNvSpPr txBox="1"/>
          <p:nvPr/>
        </p:nvSpPr>
        <p:spPr>
          <a:xfrm>
            <a:off x="3097820" y="3939505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86E77-FB6E-A1C8-36CC-42DB0D11B46E}"/>
                  </a:ext>
                </a:extLst>
              </p:cNvPr>
              <p:cNvSpPr txBox="1"/>
              <p:nvPr/>
            </p:nvSpPr>
            <p:spPr>
              <a:xfrm>
                <a:off x="579120" y="360832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86E77-FB6E-A1C8-36CC-42DB0D11B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" y="360832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101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FEC4F-47CE-36E6-C6CC-AF28380644E3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61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0FEC4F-47CE-36E6-C6CC-AF2838064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EC2320F-5A30-44CA-A940-ACDFAAE1D52C}"/>
              </a:ext>
            </a:extLst>
          </p:cNvPr>
          <p:cNvSpPr txBox="1"/>
          <p:nvPr/>
        </p:nvSpPr>
        <p:spPr>
          <a:xfrm>
            <a:off x="3108271" y="3990305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B14B13-58DC-1F2B-FA99-1584F118517D}"/>
                  </a:ext>
                </a:extLst>
              </p:cNvPr>
              <p:cNvSpPr txBox="1"/>
              <p:nvPr/>
            </p:nvSpPr>
            <p:spPr>
              <a:xfrm>
                <a:off x="739598" y="365912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B14B13-58DC-1F2B-FA99-1584F1185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5912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32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R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67AE9-82B1-06A1-5B3D-64B5A8E8A708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67AE9-82B1-06A1-5B3D-64B5A8E8A7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2F7ADC3-6E60-C67C-2862-FE4A9B70F180}"/>
              </a:ext>
            </a:extLst>
          </p:cNvPr>
          <p:cNvSpPr txBox="1"/>
          <p:nvPr/>
        </p:nvSpPr>
        <p:spPr>
          <a:xfrm>
            <a:off x="3240091" y="400046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A67EC-8AE9-00F7-4F89-56A47B8C80FF}"/>
                  </a:ext>
                </a:extLst>
              </p:cNvPr>
              <p:cNvSpPr txBox="1"/>
              <p:nvPr/>
            </p:nvSpPr>
            <p:spPr>
              <a:xfrm>
                <a:off x="739598" y="366928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0A67EC-8AE9-00F7-4F89-56A47B8C8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6928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203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5DAE8-43FF-2E3F-8CD8-3EE8C0D765E5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205DAE8-43FF-2E3F-8CD8-3EE8C0D76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D4C3F2B-937D-3B9C-9303-EFCC99C2A497}"/>
              </a:ext>
            </a:extLst>
          </p:cNvPr>
          <p:cNvSpPr txBox="1"/>
          <p:nvPr/>
        </p:nvSpPr>
        <p:spPr>
          <a:xfrm>
            <a:off x="2573590" y="3921860"/>
            <a:ext cx="523412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тү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33C6E-0AD8-3CBF-E3B2-0069C3737167}"/>
                  </a:ext>
                </a:extLst>
              </p:cNvPr>
              <p:cNvSpPr txBox="1"/>
              <p:nvPr/>
            </p:nvSpPr>
            <p:spPr>
              <a:xfrm>
                <a:off x="739598" y="3577845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E733C6E-0AD8-3CBF-E3B2-0069C3737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77845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149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C0F578-E681-F427-C0A8-1F753DD0D1C9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26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6C0F578-E681-F427-C0A8-1F753DD0D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33C8989-2E90-5E29-1E6C-9FB59A038741}"/>
              </a:ext>
            </a:extLst>
          </p:cNvPr>
          <p:cNvSpPr txBox="1"/>
          <p:nvPr/>
        </p:nvSpPr>
        <p:spPr>
          <a:xfrm>
            <a:off x="3036860" y="385822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9D0FB4-5EC3-632C-E601-63619C747362}"/>
                  </a:ext>
                </a:extLst>
              </p:cNvPr>
              <p:cNvSpPr txBox="1"/>
              <p:nvPr/>
            </p:nvSpPr>
            <p:spPr>
              <a:xfrm>
                <a:off x="739598" y="352704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69D0FB4-5EC3-632C-E601-63619C747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2704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24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82A8C-A241-8B84-72B7-217E2073A4A9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7C82A8C-A241-8B84-72B7-217E2073A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657E307-0A05-908B-EE86-3DCA43416E6F}"/>
              </a:ext>
            </a:extLst>
          </p:cNvPr>
          <p:cNvSpPr txBox="1"/>
          <p:nvPr/>
        </p:nvSpPr>
        <p:spPr>
          <a:xfrm>
            <a:off x="3636545" y="3805540"/>
            <a:ext cx="523412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тү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98F124-7047-AE1B-F2FC-8430EBB9911C}"/>
                  </a:ext>
                </a:extLst>
              </p:cNvPr>
              <p:cNvSpPr txBox="1"/>
              <p:nvPr/>
            </p:nvSpPr>
            <p:spPr>
              <a:xfrm>
                <a:off x="739598" y="3519129"/>
                <a:ext cx="2896947" cy="1365758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01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98F124-7047-AE1B-F2FC-8430EBB99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19129"/>
                <a:ext cx="2896947" cy="13657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896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2281D-3880-CA66-194C-0B51E0158929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1F2281D-3880-CA66-194C-0B51E0158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1D9284A-AB13-7BE6-066C-FF2500C5CD2A}"/>
              </a:ext>
            </a:extLst>
          </p:cNvPr>
          <p:cNvSpPr txBox="1"/>
          <p:nvPr/>
        </p:nvSpPr>
        <p:spPr>
          <a:xfrm>
            <a:off x="2549180" y="3794446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347F7-B191-C7BE-4D55-94FDD4B13B33}"/>
                  </a:ext>
                </a:extLst>
              </p:cNvPr>
              <p:cNvSpPr txBox="1"/>
              <p:nvPr/>
            </p:nvSpPr>
            <p:spPr>
              <a:xfrm>
                <a:off x="739598" y="3429000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D4347F7-B191-C7BE-4D55-94FDD4B1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29000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291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5A93357-9DDA-750E-5D62-347F9DB49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F35A699-94A1-4978-D1C9-5EA7044241D7}"/>
              </a:ext>
            </a:extLst>
          </p:cNvPr>
          <p:cNvSpPr txBox="1"/>
          <p:nvPr/>
        </p:nvSpPr>
        <p:spPr>
          <a:xfrm>
            <a:off x="3240091" y="3794446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A230F9-E66F-4EB6-D369-9DF99FD654E1}"/>
                  </a:ext>
                </a:extLst>
              </p:cNvPr>
              <p:cNvSpPr txBox="1"/>
              <p:nvPr/>
            </p:nvSpPr>
            <p:spPr>
              <a:xfrm>
                <a:off x="739598" y="343052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4A230F9-E66F-4EB6-D369-9DF99FD65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3052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77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FB8A01-1315-CF34-3ECE-5EFD3460B2F7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FB8A01-1315-CF34-3ECE-5EFD3460B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0D6DFAE-04A6-FA9A-3992-0C20AB43F18E}"/>
              </a:ext>
            </a:extLst>
          </p:cNvPr>
          <p:cNvSpPr txBox="1"/>
          <p:nvPr/>
        </p:nvSpPr>
        <p:spPr>
          <a:xfrm>
            <a:off x="3148620" y="3750565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A43174-9894-C40E-FDA4-BF85B6741EAF}"/>
                  </a:ext>
                </a:extLst>
              </p:cNvPr>
              <p:cNvSpPr txBox="1"/>
              <p:nvPr/>
            </p:nvSpPr>
            <p:spPr>
              <a:xfrm>
                <a:off x="739598" y="33441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A43174-9894-C40E-FDA4-BF85B6741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3441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5185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E35C-F009-7012-3894-CD0C5F36919C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7CE35C-F009-7012-3894-CD0C5F369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1A9524-6C7B-01B9-B319-9215D7369D73}"/>
              </a:ext>
            </a:extLst>
          </p:cNvPr>
          <p:cNvSpPr txBox="1"/>
          <p:nvPr/>
        </p:nvSpPr>
        <p:spPr>
          <a:xfrm>
            <a:off x="3069082" y="4062729"/>
            <a:ext cx="535435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A42E2-1D17-953D-8BD2-1B7771EFA979}"/>
                  </a:ext>
                </a:extLst>
              </p:cNvPr>
              <p:cNvSpPr txBox="1"/>
              <p:nvPr/>
            </p:nvSpPr>
            <p:spPr>
              <a:xfrm>
                <a:off x="739598" y="364896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CA42E2-1D17-953D-8BD2-1B7771EFA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64896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17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Q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D21B0-A240-AF89-D6F4-165CCB2E05F7}"/>
                  </a:ext>
                </a:extLst>
              </p:cNvPr>
              <p:cNvSpPr txBox="1"/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8ED21B0-A240-AF89-D6F4-165CCB2E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1046"/>
                <a:ext cx="1007007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17CC246-1666-F909-9A27-0911B723CB86}"/>
              </a:ext>
            </a:extLst>
          </p:cNvPr>
          <p:cNvSpPr txBox="1"/>
          <p:nvPr/>
        </p:nvSpPr>
        <p:spPr>
          <a:xfrm>
            <a:off x="2694138" y="3919185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EFFC2-1D55-36CD-99B6-8A803D59C098}"/>
                  </a:ext>
                </a:extLst>
              </p:cNvPr>
              <p:cNvSpPr txBox="1"/>
              <p:nvPr/>
            </p:nvSpPr>
            <p:spPr>
              <a:xfrm>
                <a:off x="739598" y="3588005"/>
                <a:ext cx="1933029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4EFFC2-1D55-36CD-99B6-8A803D59C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88005"/>
                <a:ext cx="1933029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1199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20119-EB41-E2F2-0AA6-1BB592D4ABB0}"/>
                  </a:ext>
                </a:extLst>
              </p:cNvPr>
              <p:cNvSpPr txBox="1"/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C520119-EB41-E2F2-0AA6-1BB592D4A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194" y="133450"/>
                <a:ext cx="100700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108B351-636C-8764-B8F8-BA0B1F8865CF}"/>
              </a:ext>
            </a:extLst>
          </p:cNvPr>
          <p:cNvSpPr txBox="1"/>
          <p:nvPr/>
        </p:nvSpPr>
        <p:spPr>
          <a:xfrm>
            <a:off x="3723887" y="3806349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BF662F-2EA0-832B-C9C6-4CA52E6E86B0}"/>
                  </a:ext>
                </a:extLst>
              </p:cNvPr>
              <p:cNvSpPr txBox="1"/>
              <p:nvPr/>
            </p:nvSpPr>
            <p:spPr>
              <a:xfrm>
                <a:off x="739598" y="3475169"/>
                <a:ext cx="3067955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DBF662F-2EA0-832B-C9C6-4CA52E6E8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75169"/>
                <a:ext cx="3067955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020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60DD53-2B96-1129-2122-DA6635324D47}"/>
                  </a:ext>
                </a:extLst>
              </p:cNvPr>
              <p:cNvSpPr txBox="1"/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900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E60DD53-2B96-1129-2122-DA6635324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475" y="131046"/>
                <a:ext cx="1348446" cy="14800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6602FA4-A8D0-A80C-EE18-76D61D07E653}"/>
              </a:ext>
            </a:extLst>
          </p:cNvPr>
          <p:cNvSpPr txBox="1"/>
          <p:nvPr/>
        </p:nvSpPr>
        <p:spPr>
          <a:xfrm>
            <a:off x="3097820" y="3961129"/>
            <a:ext cx="5367175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д</a:t>
            </a:r>
            <a:r>
              <a:rPr lang="en-US" sz="4000" dirty="0"/>
              <a:t>и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F9F7-FFAD-F915-E8FD-ADF469C162E8}"/>
                  </a:ext>
                </a:extLst>
              </p:cNvPr>
              <p:cNvSpPr txBox="1"/>
              <p:nvPr/>
            </p:nvSpPr>
            <p:spPr>
              <a:xfrm>
                <a:off x="739598" y="3547365"/>
                <a:ext cx="2500493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̇"/>
                          <m:ctrlPr>
                            <a:rPr lang="en-GB" sz="80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8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03BF9F7-FFAD-F915-E8FD-ADF469C16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547365"/>
                <a:ext cx="2500493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9473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52251" y="2168434"/>
            <a:ext cx="9274629" cy="4667796"/>
          </a:xfrm>
          <a:prstGeom prst="roundRect">
            <a:avLst>
              <a:gd name="adj" fmla="val 8458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330926" y="26126"/>
            <a:ext cx="7663543" cy="1972491"/>
          </a:xfrm>
          <a:prstGeom prst="roundRect">
            <a:avLst>
              <a:gd name="adj" fmla="val 11369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3827312" y="1495046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8061313" y="95794"/>
            <a:ext cx="1775858" cy="1824444"/>
          </a:xfrm>
          <a:prstGeom prst="verticalScroll">
            <a:avLst>
              <a:gd name="adj" fmla="val 19104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B61C199C-C6DC-4D8A-A29D-B0BDB6835F02}"/>
              </a:ext>
            </a:extLst>
          </p:cNvPr>
          <p:cNvSpPr/>
          <p:nvPr/>
        </p:nvSpPr>
        <p:spPr>
          <a:xfrm>
            <a:off x="9235231" y="3750565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32F0566-D3B8-4CDC-B464-13F41553EAD7}"/>
              </a:ext>
            </a:extLst>
          </p:cNvPr>
          <p:cNvSpPr/>
          <p:nvPr/>
        </p:nvSpPr>
        <p:spPr>
          <a:xfrm>
            <a:off x="68829" y="256249"/>
            <a:ext cx="670769" cy="1503534"/>
          </a:xfrm>
          <a:prstGeom prst="rightArrow">
            <a:avLst>
              <a:gd name="adj1" fmla="val 65639"/>
              <a:gd name="adj2" fmla="val 78767"/>
            </a:avLst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0895EF-334D-B4B1-7066-30ABB97683E2}"/>
                  </a:ext>
                </a:extLst>
              </p:cNvPr>
              <p:cNvSpPr txBox="1"/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0895EF-334D-B4B1-7066-30ABB9768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914" y="133450"/>
                <a:ext cx="665567" cy="147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2F68AB-8757-FBD2-5643-CAAE31DEA799}"/>
              </a:ext>
            </a:extLst>
          </p:cNvPr>
          <p:cNvSpPr txBox="1"/>
          <p:nvPr/>
        </p:nvSpPr>
        <p:spPr>
          <a:xfrm>
            <a:off x="3069082" y="3759614"/>
            <a:ext cx="5418471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y-KG" sz="4000" dirty="0"/>
              <a:t>ны</a:t>
            </a:r>
            <a:r>
              <a:rPr lang="en-US" sz="4000" dirty="0"/>
              <a:t> </a:t>
            </a:r>
            <a:r>
              <a:rPr lang="en-US" sz="4000" dirty="0" err="1"/>
              <a:t>бөлчөккө</a:t>
            </a:r>
            <a:r>
              <a:rPr lang="en-US" sz="4000" dirty="0"/>
              <a:t> </a:t>
            </a:r>
            <a:r>
              <a:rPr lang="en-US" sz="4000" dirty="0" err="1"/>
              <a:t>айландыр</a:t>
            </a:r>
            <a:r>
              <a:rPr lang="en-US" sz="40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5EB647-D78D-47C3-66DD-2E233D337239}"/>
                  </a:ext>
                </a:extLst>
              </p:cNvPr>
              <p:cNvSpPr txBox="1"/>
              <p:nvPr/>
            </p:nvSpPr>
            <p:spPr>
              <a:xfrm>
                <a:off x="739598" y="3450845"/>
                <a:ext cx="2329484" cy="1370247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8000" i="1" dirty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8000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̇"/>
                          <m:ctrlPr>
                            <a:rPr lang="en-GB" sz="80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8000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5EB647-D78D-47C3-66DD-2E233D33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98" y="3450845"/>
                <a:ext cx="2329484" cy="13702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659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889212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26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28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04D95A3-C619-4B98-A2F7-AC88B0714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889212"/>
                  </p:ext>
                </p:extLst>
              </p:nvPr>
            </p:nvGraphicFramePr>
            <p:xfrm>
              <a:off x="87087" y="391887"/>
              <a:ext cx="9649090" cy="633403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95498">
                      <a:extLst>
                        <a:ext uri="{9D8B030D-6E8A-4147-A177-3AD203B41FA5}">
                          <a16:colId xmlns:a16="http://schemas.microsoft.com/office/drawing/2014/main" val="4241353267"/>
                        </a:ext>
                      </a:extLst>
                    </a:gridCol>
                    <a:gridCol w="1517973">
                      <a:extLst>
                        <a:ext uri="{9D8B030D-6E8A-4147-A177-3AD203B41FA5}">
                          <a16:colId xmlns:a16="http://schemas.microsoft.com/office/drawing/2014/main" val="2660725730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151696040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268253823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290337592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581000434"/>
                        </a:ext>
                      </a:extLst>
                    </a:gridCol>
                    <a:gridCol w="895498">
                      <a:extLst>
                        <a:ext uri="{9D8B030D-6E8A-4147-A177-3AD203B41FA5}">
                          <a16:colId xmlns:a16="http://schemas.microsoft.com/office/drawing/2014/main" val="358275657"/>
                        </a:ext>
                      </a:extLst>
                    </a:gridCol>
                    <a:gridCol w="1516375">
                      <a:extLst>
                        <a:ext uri="{9D8B030D-6E8A-4147-A177-3AD203B41FA5}">
                          <a16:colId xmlns:a16="http://schemas.microsoft.com/office/drawing/2014/main" val="2756706607"/>
                        </a:ext>
                      </a:extLst>
                    </a:gridCol>
                  </a:tblGrid>
                  <a:tr h="4467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Барак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b="1" dirty="0">
                              <a:solidFill>
                                <a:sysClr val="windowText" lastClr="000000"/>
                              </a:solidFill>
                            </a:rPr>
                            <a:t>Жооп</a:t>
                          </a:r>
                          <a:endParaRPr lang="en-GB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9935162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0579" r="-477912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0579" r="-318876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0579" r="-159839" b="-3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0579" r="-803" b="-3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908000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130579" r="-477912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/>
                            <a:t>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130579" r="-318876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130579" r="-159839" b="-2004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L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130579" r="-803" b="-2004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84699499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C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231535" r="-477912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231535" r="-318876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H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231535" r="-159839" b="-1012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Q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231535" r="-803" b="-1012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2976582"/>
                      </a:ext>
                    </a:extLst>
                  </a:tr>
                  <a:tr h="147181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J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438" t="-330165" r="-477912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K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18474" t="-330165" r="-318876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7510" t="-330165" r="-159839" b="-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3200" b="1" dirty="0">
                              <a:solidFill>
                                <a:sysClr val="windowText" lastClr="000000"/>
                              </a:solidFill>
                            </a:rPr>
                            <a:t>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36546" t="-330165" r="-803" b="-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858856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2543F6E-4978-46E1-B062-F1D3A5125429}"/>
              </a:ext>
            </a:extLst>
          </p:cNvPr>
          <p:cNvSpPr txBox="1"/>
          <p:nvPr/>
        </p:nvSpPr>
        <p:spPr>
          <a:xfrm>
            <a:off x="-31342" y="-26118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</p:spTree>
    <p:extLst>
      <p:ext uri="{BB962C8B-B14F-4D97-AF65-F5344CB8AC3E}">
        <p14:creationId xmlns:p14="http://schemas.microsoft.com/office/powerpoint/2010/main" val="1745807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46934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P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K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Q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S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D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T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R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2878171" y="54354"/>
            <a:ext cx="4149662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8362</TotalTime>
  <Words>347</Words>
  <Application>Microsoft Office PowerPoint</Application>
  <PresentationFormat>A4 Paper (210x297 mm)</PresentationFormat>
  <Paragraphs>155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Algerian</vt:lpstr>
      <vt:lpstr>Calibri</vt:lpstr>
      <vt:lpstr>Cambria Math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2024-08-31T16:21:22Z</cp:lastPrinted>
  <dcterms:created xsi:type="dcterms:W3CDTF">2017-01-17T16:57:04Z</dcterms:created>
  <dcterms:modified xsi:type="dcterms:W3CDTF">2024-09-02T17:51:21Z</dcterms:modified>
</cp:coreProperties>
</file>