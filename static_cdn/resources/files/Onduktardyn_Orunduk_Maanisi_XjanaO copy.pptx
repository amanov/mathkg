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––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Орундук мааниси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515195" y="1186222"/>
            <a:ext cx="89001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Ондуктардын орундук мааниси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E7979F-C685-CF9A-03AA-6516B053CF61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04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D6361F5D-C90B-488C-B1D1-9B8D7C77FFB3}"/>
              </a:ext>
            </a:extLst>
          </p:cNvPr>
          <p:cNvSpPr txBox="1"/>
          <p:nvPr/>
        </p:nvSpPr>
        <p:spPr>
          <a:xfrm>
            <a:off x="447015" y="437119"/>
            <a:ext cx="2718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Асты сызылган ондук сан </a:t>
            </a:r>
          </a:p>
          <a:p>
            <a:pPr algn="ctr"/>
            <a:r>
              <a:rPr lang="ru-RU" dirty="0"/>
              <a:t>кандай мааниге ээ?</a:t>
            </a:r>
            <a:endParaRPr lang="en-GB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CEBEAD-E2ED-4388-8743-FCA697F130CC}"/>
              </a:ext>
            </a:extLst>
          </p:cNvPr>
          <p:cNvSpPr txBox="1"/>
          <p:nvPr/>
        </p:nvSpPr>
        <p:spPr>
          <a:xfrm>
            <a:off x="3992886" y="627734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7.429</a:t>
            </a:r>
            <a:endParaRPr lang="en-GB" sz="40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79BE368-E29F-4991-83A9-64A7FD38491D}"/>
              </a:ext>
            </a:extLst>
          </p:cNvPr>
          <p:cNvCxnSpPr>
            <a:cxnSpLocks/>
          </p:cNvCxnSpPr>
          <p:nvPr/>
        </p:nvCxnSpPr>
        <p:spPr>
          <a:xfrm>
            <a:off x="5087157" y="1562792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0BE19A0-F6BF-4753-8206-69FCE7CF681A}"/>
              </a:ext>
            </a:extLst>
          </p:cNvPr>
          <p:cNvSpPr txBox="1"/>
          <p:nvPr/>
        </p:nvSpPr>
        <p:spPr>
          <a:xfrm>
            <a:off x="887499" y="918680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2.37</a:t>
            </a:r>
            <a:endParaRPr lang="en-GB" sz="40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826B1FB-4A6F-4E11-A246-9A86D241BBE7}"/>
              </a:ext>
            </a:extLst>
          </p:cNvPr>
          <p:cNvCxnSpPr>
            <a:cxnSpLocks/>
          </p:cNvCxnSpPr>
          <p:nvPr/>
        </p:nvCxnSpPr>
        <p:spPr>
          <a:xfrm>
            <a:off x="1571105" y="1853738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01BD823-14E2-4C61-982F-710FB79FF60D}"/>
              </a:ext>
            </a:extLst>
          </p:cNvPr>
          <p:cNvSpPr txBox="1"/>
          <p:nvPr/>
        </p:nvSpPr>
        <p:spPr>
          <a:xfrm>
            <a:off x="7496117" y="627734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9.58</a:t>
            </a:r>
            <a:endParaRPr lang="en-GB" sz="40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4D258A-A482-4D2D-8B5F-60532CE6A6D0}"/>
              </a:ext>
            </a:extLst>
          </p:cNvPr>
          <p:cNvCxnSpPr>
            <a:cxnSpLocks/>
          </p:cNvCxnSpPr>
          <p:nvPr/>
        </p:nvCxnSpPr>
        <p:spPr>
          <a:xfrm>
            <a:off x="8179723" y="1562792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A2775EC-2AD4-425F-B10E-3C2FF2CF33F1}"/>
              </a:ext>
            </a:extLst>
          </p:cNvPr>
          <p:cNvSpPr txBox="1"/>
          <p:nvPr/>
        </p:nvSpPr>
        <p:spPr>
          <a:xfrm>
            <a:off x="3603357" y="2938672"/>
            <a:ext cx="27158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0.90655</a:t>
            </a:r>
            <a:endParaRPr lang="en-GB" sz="40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EAC159-684D-4068-A4C3-646CD8402900}"/>
              </a:ext>
            </a:extLst>
          </p:cNvPr>
          <p:cNvCxnSpPr>
            <a:cxnSpLocks/>
          </p:cNvCxnSpPr>
          <p:nvPr/>
        </p:nvCxnSpPr>
        <p:spPr>
          <a:xfrm>
            <a:off x="5085569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BFD79E3-690D-4EBB-9691-554361D8AD34}"/>
              </a:ext>
            </a:extLst>
          </p:cNvPr>
          <p:cNvSpPr txBox="1"/>
          <p:nvPr/>
        </p:nvSpPr>
        <p:spPr>
          <a:xfrm>
            <a:off x="7301352" y="2938672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3.973</a:t>
            </a:r>
            <a:endParaRPr lang="en-GB" sz="4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3909A1E-4700-4E05-A8D0-2267CB57106C}"/>
              </a:ext>
            </a:extLst>
          </p:cNvPr>
          <p:cNvCxnSpPr>
            <a:cxnSpLocks/>
          </p:cNvCxnSpPr>
          <p:nvPr/>
        </p:nvCxnSpPr>
        <p:spPr>
          <a:xfrm>
            <a:off x="7998748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CB5AACF-EBF4-4F68-8797-53F0EDE057FD}"/>
              </a:ext>
            </a:extLst>
          </p:cNvPr>
          <p:cNvSpPr txBox="1"/>
          <p:nvPr/>
        </p:nvSpPr>
        <p:spPr>
          <a:xfrm>
            <a:off x="506282" y="2938672"/>
            <a:ext cx="23262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0.2876</a:t>
            </a:r>
            <a:endParaRPr lang="en-GB" sz="4000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AF93AFD-3486-4204-84FE-847D68D13052}"/>
              </a:ext>
            </a:extLst>
          </p:cNvPr>
          <p:cNvCxnSpPr>
            <a:cxnSpLocks/>
          </p:cNvCxnSpPr>
          <p:nvPr/>
        </p:nvCxnSpPr>
        <p:spPr>
          <a:xfrm>
            <a:off x="1579417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DFB4911-A1F2-412D-BA74-7E79B40859F0}"/>
              </a:ext>
            </a:extLst>
          </p:cNvPr>
          <p:cNvSpPr txBox="1"/>
          <p:nvPr/>
        </p:nvSpPr>
        <p:spPr>
          <a:xfrm>
            <a:off x="3603357" y="5232985"/>
            <a:ext cx="27158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4.42041</a:t>
            </a:r>
            <a:endParaRPr lang="en-GB" sz="40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89FCB61-CDE5-4B3F-96DA-5981816E80F7}"/>
              </a:ext>
            </a:extLst>
          </p:cNvPr>
          <p:cNvCxnSpPr>
            <a:cxnSpLocks/>
          </p:cNvCxnSpPr>
          <p:nvPr/>
        </p:nvCxnSpPr>
        <p:spPr>
          <a:xfrm>
            <a:off x="4318807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D1AEB4A-29BB-4724-9127-AAB7FE0AC806}"/>
              </a:ext>
            </a:extLst>
          </p:cNvPr>
          <p:cNvSpPr txBox="1"/>
          <p:nvPr/>
        </p:nvSpPr>
        <p:spPr>
          <a:xfrm>
            <a:off x="7301352" y="5232985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8.227</a:t>
            </a:r>
            <a:endParaRPr lang="en-GB" sz="40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8E5ACCC-9CE6-4726-BFBC-F12A8ADB80A0}"/>
              </a:ext>
            </a:extLst>
          </p:cNvPr>
          <p:cNvCxnSpPr>
            <a:cxnSpLocks/>
          </p:cNvCxnSpPr>
          <p:nvPr/>
        </p:nvCxnSpPr>
        <p:spPr>
          <a:xfrm>
            <a:off x="8765510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19F6245-0DF9-470B-9F0A-CBEB59D8C683}"/>
              </a:ext>
            </a:extLst>
          </p:cNvPr>
          <p:cNvSpPr txBox="1"/>
          <p:nvPr/>
        </p:nvSpPr>
        <p:spPr>
          <a:xfrm>
            <a:off x="895811" y="5232985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5.71</a:t>
            </a:r>
            <a:endParaRPr lang="en-GB" sz="40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D8A2E21-78E2-40B5-95D6-FB51B49E0C40}"/>
              </a:ext>
            </a:extLst>
          </p:cNvPr>
          <p:cNvCxnSpPr>
            <a:cxnSpLocks/>
          </p:cNvCxnSpPr>
          <p:nvPr/>
        </p:nvCxnSpPr>
        <p:spPr>
          <a:xfrm>
            <a:off x="2003279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314" y="-40843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61063" y="-29919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4011" y="-3472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03838" y="2219096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150961" y="2272111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8397" y="4473909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6869" y="4417584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7859" y="4454758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1199" y="-558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6412" y="2311262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7984" y="-34643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9431" y="2226750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7942" y="4448908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54132" y="4522770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22731" y="4556361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2803" y="-47300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98198" y="2289237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9414" y="2321175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FB701-526F-4FFE-B574-F77960C8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9480331" cy="656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E2F353-5C68-58F8-3BF3-FDE67E81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30380" cy="3292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BB37BF-B5FB-35C8-743C-70E75EF4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30380" cy="3292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73E40D-B7E3-009B-B142-4D16E976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565859"/>
            <a:ext cx="4830380" cy="3292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A406B4-4B24-CEF7-5A41-98ED175DC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65859"/>
            <a:ext cx="4830380" cy="32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66140-230E-635B-419F-DA2044B4AAA1}"/>
              </a:ext>
            </a:extLst>
          </p:cNvPr>
          <p:cNvSpPr txBox="1">
            <a:spLocks/>
          </p:cNvSpPr>
          <p:nvPr/>
        </p:nvSpPr>
        <p:spPr>
          <a:xfrm>
            <a:off x="261257" y="715282"/>
            <a:ext cx="8649063" cy="5607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8384</TotalTime>
  <Words>136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381</cp:revision>
  <cp:lastPrinted>2017-12-31T22:38:51Z</cp:lastPrinted>
  <dcterms:created xsi:type="dcterms:W3CDTF">2017-01-17T16:57:04Z</dcterms:created>
  <dcterms:modified xsi:type="dcterms:W3CDTF">2024-09-28T17:16:23Z</dcterms:modified>
</cp:coreProperties>
</file>