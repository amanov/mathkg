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0" r:id="rId2"/>
    <p:sldId id="941" r:id="rId3"/>
    <p:sldId id="939" r:id="rId4"/>
    <p:sldId id="833" r:id="rId5"/>
    <p:sldId id="832" r:id="rId6"/>
    <p:sldId id="942" r:id="rId7"/>
  </p:sldIdLst>
  <p:sldSz cx="9906000" cy="6858000" type="A4"/>
  <p:notesSz cx="7104063" cy="10234613"/>
  <p:embeddedFontLst>
    <p:embeddedFont>
      <p:font typeface="Fira Code" panose="020B0809050000020004" pitchFamily="49" charset="0"/>
      <p:regular r:id="rId9"/>
      <p:bold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0"/>
          </p14:sldIdLst>
        </p14:section>
        <p14:section name="Титулдук слайд" id="{02CB43F0-372F-48F5-8ECE-4146E631948D}">
          <p14:sldIdLst>
            <p14:sldId id="941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бтор" id="{4A1CF18F-CBD8-4CE8-9034-4022B8261C24}">
          <p14:sldIdLst>
            <p14:sldId id="833"/>
          </p14:sldIdLst>
        </p14:section>
        <p14:section name="Иш кагазы" id="{45D3F427-FE2C-4E31-94DD-C39B49B018A8}">
          <p14:sldIdLst>
            <p14:sldId id="832"/>
          </p14:sldIdLst>
        </p14:section>
        <p14:section name="Кайтарым байланыш" id="{F3D720CF-F566-46A6-9361-125255B68FA6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9" d="100"/>
          <a:sy n="69" d="100"/>
        </p:scale>
        <p:origin x="63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орундуу ондуктарды көбөйтүү жана бөлүү– катаны тапкыла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0D24D14-ADDB-410F-8339-1D332B341827}"/>
              </a:ext>
            </a:extLst>
          </p:cNvPr>
          <p:cNvGrpSpPr/>
          <p:nvPr/>
        </p:nvGrpSpPr>
        <p:grpSpPr>
          <a:xfrm>
            <a:off x="2031023" y="42246"/>
            <a:ext cx="7840209" cy="6780768"/>
            <a:chOff x="2420968" y="1985298"/>
            <a:chExt cx="5317749" cy="459916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B7110A3-918E-454E-972E-6981D6743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01583" y="1985298"/>
              <a:ext cx="2719537" cy="230387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0DF6C50-CA11-43E9-98ED-BF2099BD6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0968" y="4264814"/>
              <a:ext cx="5317749" cy="231965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5909214-42DC-5265-D34B-D13EC41E9EE8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4D8D2C-E4B9-EF8A-3FC4-591267F6CEDF}"/>
              </a:ext>
            </a:extLst>
          </p:cNvPr>
          <p:cNvSpPr txBox="1"/>
          <p:nvPr/>
        </p:nvSpPr>
        <p:spPr>
          <a:xfrm>
            <a:off x="382870" y="1516476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DB27E7B-A6DA-4851-A98C-7136E18ADFF9}"/>
              </a:ext>
            </a:extLst>
          </p:cNvPr>
          <p:cNvGrpSpPr/>
          <p:nvPr/>
        </p:nvGrpSpPr>
        <p:grpSpPr>
          <a:xfrm>
            <a:off x="2031023" y="42246"/>
            <a:ext cx="7840209" cy="6780768"/>
            <a:chOff x="2420968" y="1985298"/>
            <a:chExt cx="5317749" cy="459916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9B34B93-EADA-4DD6-9C98-8E5A665CEA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01583" y="1985298"/>
              <a:ext cx="2719537" cy="2303874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5242EB6-336C-4084-A8AF-CA97C3BC3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0968" y="4264814"/>
              <a:ext cx="5317749" cy="2319650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3843744" y="360964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4373868" y="275645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0BAF7ED-C9EF-4DE6-8F12-78FF3749A14F}"/>
              </a:ext>
            </a:extLst>
          </p:cNvPr>
          <p:cNvSpPr/>
          <p:nvPr/>
        </p:nvSpPr>
        <p:spPr>
          <a:xfrm>
            <a:off x="4796244" y="5423791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9C0CCC-5977-43CC-AAB2-D9702CFCF6DD}"/>
              </a:ext>
            </a:extLst>
          </p:cNvPr>
          <p:cNvSpPr/>
          <p:nvPr/>
        </p:nvSpPr>
        <p:spPr>
          <a:xfrm>
            <a:off x="7261021" y="456507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F078043-1F74-47B7-8984-367026B83A78}"/>
              </a:ext>
            </a:extLst>
          </p:cNvPr>
          <p:cNvSpPr/>
          <p:nvPr/>
        </p:nvSpPr>
        <p:spPr>
          <a:xfrm>
            <a:off x="4749352" y="3609644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98E4E4-CA75-9A19-A322-092FF4772661}"/>
              </a:ext>
            </a:extLst>
          </p:cNvPr>
          <p:cNvSpPr txBox="1"/>
          <p:nvPr/>
        </p:nvSpPr>
        <p:spPr>
          <a:xfrm>
            <a:off x="304800" y="465665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DD43A2-D7EA-D805-9657-9971E8F05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54961" y="1119502"/>
            <a:ext cx="6688364" cy="45812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AF77D3-F99C-48C7-EC07-16CFD53FA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72600" y="1119502"/>
            <a:ext cx="6688364" cy="458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8327</TotalTime>
  <Words>119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Fira Code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2019-05-06T04:06:29Z</cp:lastPrinted>
  <dcterms:created xsi:type="dcterms:W3CDTF">2017-01-17T16:57:04Z</dcterms:created>
  <dcterms:modified xsi:type="dcterms:W3CDTF">2024-08-19T08:21:15Z</dcterms:modified>
</cp:coreProperties>
</file>