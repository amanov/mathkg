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942" r:id="rId3"/>
    <p:sldId id="940" r:id="rId4"/>
    <p:sldId id="941" r:id="rId5"/>
    <p:sldId id="948" r:id="rId6"/>
    <p:sldId id="944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Көрсөтүү үчүн" id="{059544AC-2C27-45B1-9F95-F87DF8854DD6}">
          <p14:sldIdLst>
            <p14:sldId id="942"/>
          </p14:sldIdLst>
        </p14:section>
        <p14:section name="Жооптор" id="{1FEDB314-42DC-4694-9B04-D4A4AAE625F7}">
          <p14:sldIdLst>
            <p14:sldId id="940"/>
            <p14:sldId id="941"/>
          </p14:sldIdLst>
        </p14:section>
        <p14:section name="Таркатма иш кагаздар" id="{A78D9305-6AAE-4715-A210-52F6908F30F7}">
          <p14:sldIdLst>
            <p14:sldId id="948"/>
            <p14:sldId id="94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 менен иштөө </a:t>
            </a:r>
            <a:r>
              <a:rPr kumimoji="0" lang="ru-RU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Иш барагы А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2 өлчөмдө.</a:t>
            </a: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11978" y="1994"/>
            <a:ext cx="1694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Тамактануучу жайда...</a:t>
            </a:r>
            <a:endParaRPr lang="en-GB" sz="12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1F12F8-7959-4639-BBE6-562B3DDB889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243718" y="1138338"/>
            <a:ext cx="491055" cy="58519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C795FEA-EB97-48F3-8A9B-D0A0B5282E30}"/>
              </a:ext>
            </a:extLst>
          </p:cNvPr>
          <p:cNvSpPr/>
          <p:nvPr/>
        </p:nvSpPr>
        <p:spPr>
          <a:xfrm>
            <a:off x="238174" y="17127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1.17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C1AD8D-4626-4327-9019-D3E90803640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6" y="381499"/>
            <a:ext cx="405408" cy="5917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CDEFE7-1504-4C56-A594-75093463E40E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10" y="1473803"/>
            <a:ext cx="784720" cy="33174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C991860-82FE-4E7E-8D89-8D50A284ED0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2835402" y="228978"/>
            <a:ext cx="460215" cy="6612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A3A126-BDF5-44A5-BD67-DFE55C50DF52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73" y="344842"/>
            <a:ext cx="600109" cy="3056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140933-34C5-49B2-B2E9-B92FFAD4F49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15" y="863208"/>
            <a:ext cx="376966" cy="6307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CA8B213-D1DD-400F-9C77-B1A99390FC7A}"/>
              </a:ext>
            </a:extLst>
          </p:cNvPr>
          <p:cNvSpPr txBox="1"/>
          <p:nvPr/>
        </p:nvSpPr>
        <p:spPr>
          <a:xfrm>
            <a:off x="58887" y="2145323"/>
            <a:ext cx="2416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b="1" dirty="0"/>
              <a:t>Канчага…     алсак болот?</a:t>
            </a:r>
            <a:endParaRPr lang="en-GB" sz="1600" b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8B52E41-DA99-4E0C-BE6A-9500A8B9936D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2" y="1536975"/>
            <a:ext cx="401486" cy="44378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D65F6AF-AF5A-4AAC-9304-E916B4F9F3F2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812" y="520016"/>
            <a:ext cx="585754" cy="3264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968A4C7-447B-47CE-B55C-F1E42F54AA61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735" y="1192139"/>
            <a:ext cx="452309" cy="663355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8F77AF0-F042-43AB-9A51-6E89F8B2EA9B}"/>
              </a:ext>
            </a:extLst>
          </p:cNvPr>
          <p:cNvSpPr/>
          <p:nvPr/>
        </p:nvSpPr>
        <p:spPr>
          <a:xfrm>
            <a:off x="923974" y="9253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62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91DD8B4-A482-4CD8-AF4E-E1B99BFB3BF1}"/>
              </a:ext>
            </a:extLst>
          </p:cNvPr>
          <p:cNvSpPr/>
          <p:nvPr/>
        </p:nvSpPr>
        <p:spPr>
          <a:xfrm>
            <a:off x="1177974" y="180418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83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78BCED7-075B-4CBB-9AAB-3A93FF09EAC4}"/>
              </a:ext>
            </a:extLst>
          </p:cNvPr>
          <p:cNvSpPr/>
          <p:nvPr/>
        </p:nvSpPr>
        <p:spPr>
          <a:xfrm>
            <a:off x="1863774" y="828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1.33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41987E6-D19C-4E9E-90D1-C4E3B763308C}"/>
              </a:ext>
            </a:extLst>
          </p:cNvPr>
          <p:cNvSpPr/>
          <p:nvPr/>
        </p:nvSpPr>
        <p:spPr>
          <a:xfrm>
            <a:off x="2112694" y="17686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1.56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A80CF6-FEC5-4577-AD6B-520259A214D6}"/>
              </a:ext>
            </a:extLst>
          </p:cNvPr>
          <p:cNvSpPr/>
          <p:nvPr/>
        </p:nvSpPr>
        <p:spPr>
          <a:xfrm>
            <a:off x="2737534" y="80850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89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5D272DD-7271-41CC-89EA-F5ED0E31BDAC}"/>
              </a:ext>
            </a:extLst>
          </p:cNvPr>
          <p:cNvSpPr/>
          <p:nvPr/>
        </p:nvSpPr>
        <p:spPr>
          <a:xfrm>
            <a:off x="3281094" y="1463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1.28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E7AF9BD-36EB-440E-8DAC-B3CF48492AE4}"/>
              </a:ext>
            </a:extLst>
          </p:cNvPr>
          <p:cNvSpPr/>
          <p:nvPr/>
        </p:nvSpPr>
        <p:spPr>
          <a:xfrm>
            <a:off x="3933874" y="628748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3322C9C-40B5-49CE-B72F-D498FDFE0FF3}"/>
              </a:ext>
            </a:extLst>
          </p:cNvPr>
          <p:cNvSpPr/>
          <p:nvPr/>
        </p:nvSpPr>
        <p:spPr>
          <a:xfrm>
            <a:off x="4032934" y="196166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F23B4D-462E-4BB3-853A-F997561FC4B8}"/>
              </a:ext>
            </a:extLst>
          </p:cNvPr>
          <p:cNvSpPr txBox="1"/>
          <p:nvPr/>
        </p:nvSpPr>
        <p:spPr>
          <a:xfrm>
            <a:off x="89140" y="2435820"/>
            <a:ext cx="4460196" cy="423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хот-дог, апельсин ширеси жана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Пицца кесими, апельсин ширеси жана алманы?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4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2 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2 сабиз таякчасы, 2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4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2 хот-дог, 2 алма ширеси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пачка сабиз таякчасы жана 2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4 хотдог жана бир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пряник, 2 алма ширеси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балмуздак жана 3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кесим пицца жана 2 хот-дог?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4 хотдог, сабиз таякчалары жана 3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пряник жана 5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алма ширеси, 5 банан, 5 алма жана пицца кесими?</a:t>
            </a:r>
            <a:endParaRPr lang="en-GB" sz="140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493CDF6A-8210-4ED3-A4C3-CCA988C432F4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719" y="1905"/>
            <a:ext cx="315409" cy="37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1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27E9E5-12D4-460D-B63C-2BF1914A3922}"/>
              </a:ext>
            </a:extLst>
          </p:cNvPr>
          <p:cNvSpPr txBox="1"/>
          <p:nvPr/>
        </p:nvSpPr>
        <p:spPr>
          <a:xfrm>
            <a:off x="9142057" y="396905"/>
            <a:ext cx="642337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1.79</a:t>
            </a:r>
            <a:r>
              <a:rPr lang="ky-KG" sz="1600" dirty="0"/>
              <a:t> с</a:t>
            </a:r>
            <a:endParaRPr lang="en-GB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02C24D-E053-4B60-AF81-BA72244A74C7}"/>
              </a:ext>
            </a:extLst>
          </p:cNvPr>
          <p:cNvSpPr txBox="1"/>
          <p:nvPr/>
        </p:nvSpPr>
        <p:spPr>
          <a:xfrm>
            <a:off x="8844132" y="677349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2.52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BE0910-7EDD-4EB3-BAFA-503F548E7C66}"/>
              </a:ext>
            </a:extLst>
          </p:cNvPr>
          <p:cNvSpPr txBox="1"/>
          <p:nvPr/>
        </p:nvSpPr>
        <p:spPr>
          <a:xfrm>
            <a:off x="8807084" y="1042350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3.17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7DE5D2-32EF-409D-A74F-27E5C06156E7}"/>
              </a:ext>
            </a:extLst>
          </p:cNvPr>
          <p:cNvSpPr txBox="1"/>
          <p:nvPr/>
        </p:nvSpPr>
        <p:spPr>
          <a:xfrm>
            <a:off x="6509552" y="1307822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1.44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F819D8-7976-45A1-A998-963BED9D91B5}"/>
              </a:ext>
            </a:extLst>
          </p:cNvPr>
          <p:cNvSpPr txBox="1"/>
          <p:nvPr/>
        </p:nvSpPr>
        <p:spPr>
          <a:xfrm>
            <a:off x="7864813" y="1554700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3.06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19CCFD-039B-4154-90D3-104E17FBCB7E}"/>
              </a:ext>
            </a:extLst>
          </p:cNvPr>
          <p:cNvSpPr txBox="1"/>
          <p:nvPr/>
        </p:nvSpPr>
        <p:spPr>
          <a:xfrm>
            <a:off x="9015744" y="1857647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4.73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79A0AE-02E9-4D5D-A400-99171CD0D90A}"/>
              </a:ext>
            </a:extLst>
          </p:cNvPr>
          <p:cNvSpPr txBox="1"/>
          <p:nvPr/>
        </p:nvSpPr>
        <p:spPr>
          <a:xfrm>
            <a:off x="6831607" y="2230421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6.24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AFD4F0-C2B7-4E99-AC38-CB11F871C525}"/>
              </a:ext>
            </a:extLst>
          </p:cNvPr>
          <p:cNvSpPr txBox="1"/>
          <p:nvPr/>
        </p:nvSpPr>
        <p:spPr>
          <a:xfrm>
            <a:off x="8419893" y="2724177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6.46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B9B31-9FF9-45BD-BEDC-96BAC26CE6D4}"/>
              </a:ext>
            </a:extLst>
          </p:cNvPr>
          <p:cNvSpPr/>
          <p:nvPr/>
        </p:nvSpPr>
        <p:spPr>
          <a:xfrm>
            <a:off x="4549336" y="5360839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4AB0EC-8B47-9D7D-62C9-77F812B186D0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D888B-B304-A82F-2FFF-840D250BA274}"/>
              </a:ext>
            </a:extLst>
          </p:cNvPr>
          <p:cNvSpPr txBox="1"/>
          <p:nvPr/>
        </p:nvSpPr>
        <p:spPr>
          <a:xfrm>
            <a:off x="111978" y="1994"/>
            <a:ext cx="1694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Тамактануучу жайда...</a:t>
            </a:r>
            <a:endParaRPr lang="en-GB" sz="1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255F01-F288-BAE5-F24A-559AFA2238C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243718" y="1138338"/>
            <a:ext cx="491055" cy="58519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005048-0BFF-BA1C-2E3A-C91DE4C308BE}"/>
              </a:ext>
            </a:extLst>
          </p:cNvPr>
          <p:cNvSpPr/>
          <p:nvPr/>
        </p:nvSpPr>
        <p:spPr>
          <a:xfrm>
            <a:off x="238174" y="17127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1.17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28EAB6-A87A-140E-38B1-55636316CC2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6" y="381499"/>
            <a:ext cx="405408" cy="591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A07620-0ECA-C2FE-CA98-84E5FA1639C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10" y="1473803"/>
            <a:ext cx="784720" cy="331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8D7CA2-022C-B273-1590-D609032056EB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2835402" y="228978"/>
            <a:ext cx="460215" cy="6612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FB89C2-AF61-30C4-4D0F-88C1AE5A4BD8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73" y="344842"/>
            <a:ext cx="600109" cy="305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BF9AD5-CB72-31C2-E227-7B51163C36B7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15" y="863208"/>
            <a:ext cx="376966" cy="6307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8B6003-498B-F8ED-3D1D-F830BFEBE571}"/>
              </a:ext>
            </a:extLst>
          </p:cNvPr>
          <p:cNvSpPr txBox="1"/>
          <p:nvPr/>
        </p:nvSpPr>
        <p:spPr>
          <a:xfrm>
            <a:off x="58887" y="2145323"/>
            <a:ext cx="1825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Канчага…     алсак болот?</a:t>
            </a:r>
            <a:endParaRPr lang="en-GB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A83FD1-6851-C356-69D9-DC692A76CB99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2" y="1536975"/>
            <a:ext cx="401486" cy="4437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91AB3D-EC99-FDA1-FB4D-13958A44EED0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812" y="520016"/>
            <a:ext cx="585754" cy="3264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358282-6325-9B42-216A-C4FC8D7A5350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735" y="1192139"/>
            <a:ext cx="452309" cy="663355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1B671B1-A032-6980-986D-342E428E07BD}"/>
              </a:ext>
            </a:extLst>
          </p:cNvPr>
          <p:cNvSpPr/>
          <p:nvPr/>
        </p:nvSpPr>
        <p:spPr>
          <a:xfrm>
            <a:off x="923974" y="9253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62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C8BFDC8-4D10-3DF3-3F68-3D51D474A4F1}"/>
              </a:ext>
            </a:extLst>
          </p:cNvPr>
          <p:cNvSpPr/>
          <p:nvPr/>
        </p:nvSpPr>
        <p:spPr>
          <a:xfrm>
            <a:off x="1177974" y="180418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83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D752441-08C5-4C0E-CC1C-01A4261E5E99}"/>
              </a:ext>
            </a:extLst>
          </p:cNvPr>
          <p:cNvSpPr/>
          <p:nvPr/>
        </p:nvSpPr>
        <p:spPr>
          <a:xfrm>
            <a:off x="1863774" y="828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1.33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9511934-5B3A-4DA8-47B6-193B9E3C0EC9}"/>
              </a:ext>
            </a:extLst>
          </p:cNvPr>
          <p:cNvSpPr/>
          <p:nvPr/>
        </p:nvSpPr>
        <p:spPr>
          <a:xfrm>
            <a:off x="2112694" y="17686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1.56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C7ED111-0997-1486-CA33-AADD7E197051}"/>
              </a:ext>
            </a:extLst>
          </p:cNvPr>
          <p:cNvSpPr/>
          <p:nvPr/>
        </p:nvSpPr>
        <p:spPr>
          <a:xfrm>
            <a:off x="2737534" y="80850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89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49D199-3E5F-72D3-1710-441DB1E0258A}"/>
              </a:ext>
            </a:extLst>
          </p:cNvPr>
          <p:cNvSpPr/>
          <p:nvPr/>
        </p:nvSpPr>
        <p:spPr>
          <a:xfrm>
            <a:off x="3281094" y="1463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1.28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921648F-2571-FCFD-19B3-3B0927638E78}"/>
              </a:ext>
            </a:extLst>
          </p:cNvPr>
          <p:cNvSpPr/>
          <p:nvPr/>
        </p:nvSpPr>
        <p:spPr>
          <a:xfrm>
            <a:off x="3933874" y="628748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7A201A6-A272-456D-5038-14E30273AB36}"/>
              </a:ext>
            </a:extLst>
          </p:cNvPr>
          <p:cNvSpPr/>
          <p:nvPr/>
        </p:nvSpPr>
        <p:spPr>
          <a:xfrm>
            <a:off x="4032934" y="196166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283DE1-F488-76BF-947C-E9454130C585}"/>
              </a:ext>
            </a:extLst>
          </p:cNvPr>
          <p:cNvSpPr txBox="1"/>
          <p:nvPr/>
        </p:nvSpPr>
        <p:spPr>
          <a:xfrm>
            <a:off x="5099307" y="405355"/>
            <a:ext cx="4548559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хот-дог, апельсин ширеси жана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Пицца кесими, апельсин ширеси жана алманы?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600" dirty="0"/>
              <a:t>4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600" dirty="0"/>
              <a:t>2 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2 сабиз таякчасы, 2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600" dirty="0"/>
              <a:t>4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2 хот-дог, 2 алма ширеси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6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3 пачка сабиз таякчасы жана 2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4 хотдог жана бир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3 пряник, 2 алма ширеси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3 балмуздак жана 3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6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5 кесим пицца жана 2 хот-дог?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4 хотдог, сабиз таякчалары жана 3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5 пряник жана 5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5 алма ширеси, 5 банан, 5 алма жана пицца кесими?</a:t>
            </a:r>
            <a:endParaRPr lang="en-GB" sz="16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F42EF5E-C6D4-B4C8-E8F4-613905424EE6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719" y="1905"/>
            <a:ext cx="315409" cy="37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64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958D29-BB15-4060-8D0B-A1A1C86322D2}"/>
              </a:ext>
            </a:extLst>
          </p:cNvPr>
          <p:cNvSpPr txBox="1"/>
          <p:nvPr/>
        </p:nvSpPr>
        <p:spPr>
          <a:xfrm>
            <a:off x="9052015" y="2957108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4.23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FB0C232-A35B-48BC-B717-179916C45D58}"/>
              </a:ext>
            </a:extLst>
          </p:cNvPr>
          <p:cNvSpPr txBox="1"/>
          <p:nvPr/>
        </p:nvSpPr>
        <p:spPr>
          <a:xfrm>
            <a:off x="8301043" y="3184387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6.88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5C20C0-E03E-4ED3-A47B-D72024E098F6}"/>
              </a:ext>
            </a:extLst>
          </p:cNvPr>
          <p:cNvSpPr txBox="1"/>
          <p:nvPr/>
        </p:nvSpPr>
        <p:spPr>
          <a:xfrm>
            <a:off x="8951242" y="3334055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5.47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6A0F07-7BF7-41D4-9004-D6EC45FC2B8A}"/>
              </a:ext>
            </a:extLst>
          </p:cNvPr>
          <p:cNvSpPr txBox="1"/>
          <p:nvPr/>
        </p:nvSpPr>
        <p:spPr>
          <a:xfrm>
            <a:off x="8896228" y="3641382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6.33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6A14DCF-D465-4025-A232-528E04A910A4}"/>
              </a:ext>
            </a:extLst>
          </p:cNvPr>
          <p:cNvSpPr txBox="1"/>
          <p:nvPr/>
        </p:nvSpPr>
        <p:spPr>
          <a:xfrm>
            <a:off x="8248947" y="4054500"/>
            <a:ext cx="700045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10.46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E36B0B-7B89-4B5E-BBFD-CEF808F3B535}"/>
              </a:ext>
            </a:extLst>
          </p:cNvPr>
          <p:cNvSpPr txBox="1"/>
          <p:nvPr/>
        </p:nvSpPr>
        <p:spPr>
          <a:xfrm>
            <a:off x="8494109" y="4422690"/>
            <a:ext cx="700045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10.33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11340CC-C5E2-4766-A482-0C65D47FF989}"/>
              </a:ext>
            </a:extLst>
          </p:cNvPr>
          <p:cNvSpPr txBox="1"/>
          <p:nvPr/>
        </p:nvSpPr>
        <p:spPr>
          <a:xfrm>
            <a:off x="7566787" y="4741864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8.35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329DBEB-96D8-448A-81E1-B18ECD4E5FA2}"/>
              </a:ext>
            </a:extLst>
          </p:cNvPr>
          <p:cNvSpPr txBox="1"/>
          <p:nvPr/>
        </p:nvSpPr>
        <p:spPr>
          <a:xfrm>
            <a:off x="6509552" y="5291469"/>
            <a:ext cx="700045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10.36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86C436-9FEE-4F47-8108-0B344B126873}"/>
              </a:ext>
            </a:extLst>
          </p:cNvPr>
          <p:cNvSpPr/>
          <p:nvPr/>
        </p:nvSpPr>
        <p:spPr>
          <a:xfrm>
            <a:off x="5788521" y="5944191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DEED4A-396D-5791-9B12-5168EC241D35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376735-878C-96D2-2A5C-6831830A6C4E}"/>
              </a:ext>
            </a:extLst>
          </p:cNvPr>
          <p:cNvSpPr txBox="1"/>
          <p:nvPr/>
        </p:nvSpPr>
        <p:spPr>
          <a:xfrm>
            <a:off x="111978" y="1994"/>
            <a:ext cx="1694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Тамактануучу жайда...</a:t>
            </a:r>
            <a:endParaRPr lang="en-GB" sz="1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615B0C-9DF3-E71D-6116-950B6007D1C0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243718" y="1138338"/>
            <a:ext cx="491055" cy="58519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93784D-8682-DFEE-96AA-8EEC8E809AE3}"/>
              </a:ext>
            </a:extLst>
          </p:cNvPr>
          <p:cNvSpPr/>
          <p:nvPr/>
        </p:nvSpPr>
        <p:spPr>
          <a:xfrm>
            <a:off x="238174" y="17127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1.17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6B5091-5CF7-55A8-0FD0-7805A150C91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6" y="381499"/>
            <a:ext cx="405408" cy="591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525FDC-5B2D-01DE-3DF2-E27C68E96EC2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10" y="1473803"/>
            <a:ext cx="784720" cy="331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E42384-DCCA-1707-1130-7CD34D8B61ED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2835402" y="228978"/>
            <a:ext cx="460215" cy="6612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9B4999-5D6F-AC79-6B1B-1D5EF76ABB76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73" y="344842"/>
            <a:ext cx="600109" cy="305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4536E6-2A06-5BEA-341B-109ADD8348A6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15" y="863208"/>
            <a:ext cx="376966" cy="6307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47CE203-EF10-70FA-33A9-9FE397F4FCCF}"/>
              </a:ext>
            </a:extLst>
          </p:cNvPr>
          <p:cNvSpPr txBox="1"/>
          <p:nvPr/>
        </p:nvSpPr>
        <p:spPr>
          <a:xfrm>
            <a:off x="58887" y="2145323"/>
            <a:ext cx="1825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Канчага…     алсак болот?</a:t>
            </a:r>
            <a:endParaRPr lang="en-GB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F8508B-2021-C3DA-B741-F26AA1D6867A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2" y="1536975"/>
            <a:ext cx="401486" cy="4437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FD9CAB-9A1B-F2C6-5FE5-46012AE5A0F4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812" y="520016"/>
            <a:ext cx="585754" cy="3264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A0F5525-60A2-AD71-CF78-5EFF342A53E9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735" y="1192139"/>
            <a:ext cx="452309" cy="663355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5BA359-CEAC-4EBA-057D-2C608917C7B7}"/>
              </a:ext>
            </a:extLst>
          </p:cNvPr>
          <p:cNvSpPr/>
          <p:nvPr/>
        </p:nvSpPr>
        <p:spPr>
          <a:xfrm>
            <a:off x="923974" y="9253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62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F0307E5-00FA-5B42-3E27-021B356FC5C3}"/>
              </a:ext>
            </a:extLst>
          </p:cNvPr>
          <p:cNvSpPr/>
          <p:nvPr/>
        </p:nvSpPr>
        <p:spPr>
          <a:xfrm>
            <a:off x="1177974" y="180418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83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7D923BD-E171-79B7-8E4F-A20B9CA440FD}"/>
              </a:ext>
            </a:extLst>
          </p:cNvPr>
          <p:cNvSpPr/>
          <p:nvPr/>
        </p:nvSpPr>
        <p:spPr>
          <a:xfrm>
            <a:off x="1863774" y="828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1.33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E672D99-586B-40C9-BF51-4A3810603693}"/>
              </a:ext>
            </a:extLst>
          </p:cNvPr>
          <p:cNvSpPr/>
          <p:nvPr/>
        </p:nvSpPr>
        <p:spPr>
          <a:xfrm>
            <a:off x="2112694" y="17686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1.56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33EC612-3C85-9D90-04FF-D55FB3EFDD21}"/>
              </a:ext>
            </a:extLst>
          </p:cNvPr>
          <p:cNvSpPr/>
          <p:nvPr/>
        </p:nvSpPr>
        <p:spPr>
          <a:xfrm>
            <a:off x="2737534" y="80850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89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87F4CB-CC02-3F71-3D42-C42CE7B79E4C}"/>
              </a:ext>
            </a:extLst>
          </p:cNvPr>
          <p:cNvSpPr/>
          <p:nvPr/>
        </p:nvSpPr>
        <p:spPr>
          <a:xfrm>
            <a:off x="3281094" y="1463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1.28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9D49BB6-F878-5DD1-289A-D202C4CE95BA}"/>
              </a:ext>
            </a:extLst>
          </p:cNvPr>
          <p:cNvSpPr/>
          <p:nvPr/>
        </p:nvSpPr>
        <p:spPr>
          <a:xfrm>
            <a:off x="3933874" y="628748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3D6802B-A1CC-6D3F-0AAF-9D9B4F17F2F1}"/>
              </a:ext>
            </a:extLst>
          </p:cNvPr>
          <p:cNvSpPr/>
          <p:nvPr/>
        </p:nvSpPr>
        <p:spPr>
          <a:xfrm>
            <a:off x="4032934" y="196166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191BD1B-B7F6-1077-AF70-8019D7DF97C3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719" y="1905"/>
            <a:ext cx="315409" cy="370389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291E2961-13D1-0047-49F3-3AF7F3EE54EE}"/>
              </a:ext>
            </a:extLst>
          </p:cNvPr>
          <p:cNvSpPr txBox="1"/>
          <p:nvPr/>
        </p:nvSpPr>
        <p:spPr>
          <a:xfrm>
            <a:off x="9142057" y="396905"/>
            <a:ext cx="642337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1.79</a:t>
            </a:r>
            <a:r>
              <a:rPr lang="ky-KG" sz="1600" dirty="0"/>
              <a:t> с</a:t>
            </a:r>
            <a:endParaRPr lang="en-GB" sz="1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067D5E-9105-4C24-59C9-069A7F7F0A13}"/>
              </a:ext>
            </a:extLst>
          </p:cNvPr>
          <p:cNvSpPr txBox="1"/>
          <p:nvPr/>
        </p:nvSpPr>
        <p:spPr>
          <a:xfrm>
            <a:off x="8844132" y="677349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2.52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DF313DC-3D77-EEB0-F01B-1831D9E3C909}"/>
              </a:ext>
            </a:extLst>
          </p:cNvPr>
          <p:cNvSpPr txBox="1"/>
          <p:nvPr/>
        </p:nvSpPr>
        <p:spPr>
          <a:xfrm>
            <a:off x="8807084" y="1042350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3.17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3F8D930-892D-C93C-1C23-7C060E7D4822}"/>
              </a:ext>
            </a:extLst>
          </p:cNvPr>
          <p:cNvSpPr txBox="1"/>
          <p:nvPr/>
        </p:nvSpPr>
        <p:spPr>
          <a:xfrm>
            <a:off x="6509552" y="1307822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1.44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3270D7-ECB3-8726-2C09-97C1FB3054DD}"/>
              </a:ext>
            </a:extLst>
          </p:cNvPr>
          <p:cNvSpPr txBox="1"/>
          <p:nvPr/>
        </p:nvSpPr>
        <p:spPr>
          <a:xfrm>
            <a:off x="7864813" y="1554700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3.06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BE14AA5-544A-CBC8-395D-73612A5876B1}"/>
              </a:ext>
            </a:extLst>
          </p:cNvPr>
          <p:cNvSpPr txBox="1"/>
          <p:nvPr/>
        </p:nvSpPr>
        <p:spPr>
          <a:xfrm>
            <a:off x="9015744" y="1857647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4.73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2A4E81F-D4AA-EC8C-F4DA-12F3EF90E548}"/>
              </a:ext>
            </a:extLst>
          </p:cNvPr>
          <p:cNvSpPr txBox="1"/>
          <p:nvPr/>
        </p:nvSpPr>
        <p:spPr>
          <a:xfrm>
            <a:off x="6831607" y="2230421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6.24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FE3C037-D4E9-193A-4CAB-356F3AB92C0B}"/>
              </a:ext>
            </a:extLst>
          </p:cNvPr>
          <p:cNvSpPr txBox="1"/>
          <p:nvPr/>
        </p:nvSpPr>
        <p:spPr>
          <a:xfrm>
            <a:off x="8419893" y="2724177"/>
            <a:ext cx="59585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1600" dirty="0"/>
              <a:t>6.46</a:t>
            </a:r>
            <a:r>
              <a:rPr lang="ky-KG" sz="1600" dirty="0"/>
              <a:t>с</a:t>
            </a:r>
            <a:endParaRPr lang="en-GB" sz="16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81EC94F-0456-1822-DA35-B6772926E43B}"/>
              </a:ext>
            </a:extLst>
          </p:cNvPr>
          <p:cNvSpPr txBox="1"/>
          <p:nvPr/>
        </p:nvSpPr>
        <p:spPr>
          <a:xfrm>
            <a:off x="5099307" y="405355"/>
            <a:ext cx="454855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хот-дог, апельсин ширеси жана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Пицца кесими, апельсин ширеси жана алманы?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600" dirty="0"/>
              <a:t>4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600" dirty="0"/>
              <a:t>2 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2 сабиз таякчасы, 2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600" dirty="0"/>
              <a:t>4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2 хот-дог, 2 алма ширеси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6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3 пачка сабиз таякчасы жана 2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4 хотдог жана бир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3 пряник, 2 алма ширеси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3 балмуздак жана 3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6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5 кесим пицца жана 2 хот-дог?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4 хотдог, сабиз таякчалары жана 3</a:t>
            </a:r>
          </a:p>
          <a:p>
            <a:pPr>
              <a:lnSpc>
                <a:spcPts val="1790"/>
              </a:lnSpc>
            </a:pPr>
            <a:r>
              <a:rPr lang="ru-RU" sz="1600" dirty="0"/>
              <a:t>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5 пряник жана 5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600" dirty="0"/>
              <a:t>5 алма ширеси, 5 банан, 5 алма жана пицца кесими?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49344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11978" y="1994"/>
            <a:ext cx="1694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Тамактануучу жайда...</a:t>
            </a:r>
            <a:endParaRPr lang="en-GB" sz="12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1F12F8-7959-4639-BBE6-562B3DDB889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243718" y="1138338"/>
            <a:ext cx="491055" cy="58519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C795FEA-EB97-48F3-8A9B-D0A0B5282E30}"/>
              </a:ext>
            </a:extLst>
          </p:cNvPr>
          <p:cNvSpPr/>
          <p:nvPr/>
        </p:nvSpPr>
        <p:spPr>
          <a:xfrm>
            <a:off x="238174" y="17127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1.17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C1AD8D-4626-4327-9019-D3E90803640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6" y="381499"/>
            <a:ext cx="405408" cy="5917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CDEFE7-1504-4C56-A594-75093463E40E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10" y="1473803"/>
            <a:ext cx="784720" cy="33174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C991860-82FE-4E7E-8D89-8D50A284ED0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2835402" y="228978"/>
            <a:ext cx="460215" cy="6612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A3A126-BDF5-44A5-BD67-DFE55C50DF52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73" y="344842"/>
            <a:ext cx="600109" cy="3056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140933-34C5-49B2-B2E9-B92FFAD4F49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15" y="863208"/>
            <a:ext cx="376966" cy="6307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CA8B213-D1DD-400F-9C77-B1A99390FC7A}"/>
              </a:ext>
            </a:extLst>
          </p:cNvPr>
          <p:cNvSpPr txBox="1"/>
          <p:nvPr/>
        </p:nvSpPr>
        <p:spPr>
          <a:xfrm>
            <a:off x="58887" y="2145323"/>
            <a:ext cx="2416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b="1" dirty="0"/>
              <a:t>Канчага…     алсак болот?</a:t>
            </a:r>
            <a:endParaRPr lang="en-GB" sz="1600" b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8B52E41-DA99-4E0C-BE6A-9500A8B9936D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2" y="1536975"/>
            <a:ext cx="401486" cy="44378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D65F6AF-AF5A-4AAC-9304-E916B4F9F3F2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812" y="520016"/>
            <a:ext cx="585754" cy="3264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968A4C7-447B-47CE-B55C-F1E42F54AA61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735" y="1192139"/>
            <a:ext cx="452309" cy="663355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8F77AF0-F042-43AB-9A51-6E89F8B2EA9B}"/>
              </a:ext>
            </a:extLst>
          </p:cNvPr>
          <p:cNvSpPr/>
          <p:nvPr/>
        </p:nvSpPr>
        <p:spPr>
          <a:xfrm>
            <a:off x="923974" y="92534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62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91DD8B4-A482-4CD8-AF4E-E1B99BFB3BF1}"/>
              </a:ext>
            </a:extLst>
          </p:cNvPr>
          <p:cNvSpPr/>
          <p:nvPr/>
        </p:nvSpPr>
        <p:spPr>
          <a:xfrm>
            <a:off x="1177974" y="180418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83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78BCED7-075B-4CBB-9AAB-3A93FF09EAC4}"/>
              </a:ext>
            </a:extLst>
          </p:cNvPr>
          <p:cNvSpPr/>
          <p:nvPr/>
        </p:nvSpPr>
        <p:spPr>
          <a:xfrm>
            <a:off x="1863774" y="828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1.33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41987E6-D19C-4E9E-90D1-C4E3B763308C}"/>
              </a:ext>
            </a:extLst>
          </p:cNvPr>
          <p:cNvSpPr/>
          <p:nvPr/>
        </p:nvSpPr>
        <p:spPr>
          <a:xfrm>
            <a:off x="2112694" y="17686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1.56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A80CF6-FEC5-4577-AD6B-520259A214D6}"/>
              </a:ext>
            </a:extLst>
          </p:cNvPr>
          <p:cNvSpPr/>
          <p:nvPr/>
        </p:nvSpPr>
        <p:spPr>
          <a:xfrm>
            <a:off x="2737534" y="80850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89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5D272DD-7271-41CC-89EA-F5ED0E31BDAC}"/>
              </a:ext>
            </a:extLst>
          </p:cNvPr>
          <p:cNvSpPr/>
          <p:nvPr/>
        </p:nvSpPr>
        <p:spPr>
          <a:xfrm>
            <a:off x="3281094" y="146382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1.28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E7AF9BD-36EB-440E-8DAC-B3CF48492AE4}"/>
              </a:ext>
            </a:extLst>
          </p:cNvPr>
          <p:cNvSpPr/>
          <p:nvPr/>
        </p:nvSpPr>
        <p:spPr>
          <a:xfrm>
            <a:off x="3933874" y="628748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3322C9C-40B5-49CE-B72F-D498FDFE0FF3}"/>
              </a:ext>
            </a:extLst>
          </p:cNvPr>
          <p:cNvSpPr/>
          <p:nvPr/>
        </p:nvSpPr>
        <p:spPr>
          <a:xfrm>
            <a:off x="4032934" y="196166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F23B4D-462E-4BB3-853A-F997561FC4B8}"/>
              </a:ext>
            </a:extLst>
          </p:cNvPr>
          <p:cNvSpPr txBox="1"/>
          <p:nvPr/>
        </p:nvSpPr>
        <p:spPr>
          <a:xfrm>
            <a:off x="89140" y="2435820"/>
            <a:ext cx="4460196" cy="423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хот-дог, апельсин ширеси жана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Пицца кесими, апельсин ширеси жана алманы?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4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2 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2 сабиз таякчасы, 2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4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2 хот-дог, 2 алма ширеси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пачка сабиз таякчасы жана 2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4 хотдог жана бир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пряник, 2 алма ширеси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балмуздак жана 3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кесим пицца жана 2 хот-дог?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4 хотдог, сабиз таякчалары жана 3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пряник жана 5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алма ширеси, 5 банан, 5 алма жана пицца кесими?</a:t>
            </a:r>
            <a:endParaRPr lang="en-GB" sz="140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493CDF6A-8210-4ED3-A4C3-CCA988C432F4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719" y="1905"/>
            <a:ext cx="315409" cy="37038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1FB0B1-C5A2-D6A0-F147-73ED41EFFF1F}"/>
              </a:ext>
            </a:extLst>
          </p:cNvPr>
          <p:cNvSpPr/>
          <p:nvPr/>
        </p:nvSpPr>
        <p:spPr>
          <a:xfrm>
            <a:off x="4979127" y="1905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5010A-8F66-B9AA-1032-450987C7E2AA}"/>
              </a:ext>
            </a:extLst>
          </p:cNvPr>
          <p:cNvSpPr txBox="1"/>
          <p:nvPr/>
        </p:nvSpPr>
        <p:spPr>
          <a:xfrm>
            <a:off x="5083485" y="13424"/>
            <a:ext cx="1694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Тамактануучу жайда...</a:t>
            </a:r>
            <a:endParaRPr lang="en-GB" sz="1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65562-C3C1-F28B-31A7-7D114586B89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5215225" y="1149768"/>
            <a:ext cx="491055" cy="58519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A6A78E-8F9C-63AB-4F25-8B6F01C8380F}"/>
              </a:ext>
            </a:extLst>
          </p:cNvPr>
          <p:cNvSpPr/>
          <p:nvPr/>
        </p:nvSpPr>
        <p:spPr>
          <a:xfrm>
            <a:off x="5209681" y="172417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1.17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47F6B-4C15-6332-B7CC-2AED5054EA0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143" y="392929"/>
            <a:ext cx="405408" cy="5917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2BAF11-EAB1-905C-9810-03F4AE1FD16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717" y="1485233"/>
            <a:ext cx="784720" cy="3317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893D85-91B4-0E43-0CF5-3718355635D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7806909" y="240408"/>
            <a:ext cx="460215" cy="6612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ABE56B-E5B5-EC8D-6EAB-5E8D29468EF5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080" y="356272"/>
            <a:ext cx="600109" cy="3056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C919CE-9332-E8F1-8F1C-DE933DFADE58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122" y="874638"/>
            <a:ext cx="376966" cy="6307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5618EE2-D67F-C755-DEA3-CE751A02F744}"/>
              </a:ext>
            </a:extLst>
          </p:cNvPr>
          <p:cNvSpPr txBox="1"/>
          <p:nvPr/>
        </p:nvSpPr>
        <p:spPr>
          <a:xfrm>
            <a:off x="5030394" y="2156753"/>
            <a:ext cx="2416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b="1" dirty="0"/>
              <a:t>Канчага…     алсак болот?</a:t>
            </a:r>
            <a:endParaRPr lang="en-GB" sz="16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8FAD3B-DA33-BD46-244F-E6769F963CD8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799" y="1548405"/>
            <a:ext cx="401486" cy="4437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E8868C-A52C-D540-B8D7-B60D599E7E05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19" y="531446"/>
            <a:ext cx="585754" cy="3264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645DBC-005D-6E35-0D36-B266989605E6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267242" y="1203569"/>
            <a:ext cx="452309" cy="66335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BD8ECB8-AB12-475F-BBA0-3AD1512E1084}"/>
              </a:ext>
            </a:extLst>
          </p:cNvPr>
          <p:cNvSpPr/>
          <p:nvPr/>
        </p:nvSpPr>
        <p:spPr>
          <a:xfrm>
            <a:off x="5895481" y="93677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62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B116BB0-BEAD-2D14-97F8-276FC43FDB55}"/>
              </a:ext>
            </a:extLst>
          </p:cNvPr>
          <p:cNvSpPr/>
          <p:nvPr/>
        </p:nvSpPr>
        <p:spPr>
          <a:xfrm>
            <a:off x="6149481" y="181561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83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9B6A2CB-41E6-4FDE-7F99-52895A869F04}"/>
              </a:ext>
            </a:extLst>
          </p:cNvPr>
          <p:cNvSpPr/>
          <p:nvPr/>
        </p:nvSpPr>
        <p:spPr>
          <a:xfrm>
            <a:off x="6835281" y="84025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1.33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6A43E15-498D-7D6D-233A-0113DF2419C0}"/>
              </a:ext>
            </a:extLst>
          </p:cNvPr>
          <p:cNvSpPr/>
          <p:nvPr/>
        </p:nvSpPr>
        <p:spPr>
          <a:xfrm>
            <a:off x="7084201" y="178005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1.56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A5E462B-3ED0-D953-0942-2F053C78CA71}"/>
              </a:ext>
            </a:extLst>
          </p:cNvPr>
          <p:cNvSpPr/>
          <p:nvPr/>
        </p:nvSpPr>
        <p:spPr>
          <a:xfrm>
            <a:off x="7709041" y="81993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89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EC5B7A-0ACE-987B-428F-3B1BD0699C79}"/>
              </a:ext>
            </a:extLst>
          </p:cNvPr>
          <p:cNvSpPr/>
          <p:nvPr/>
        </p:nvSpPr>
        <p:spPr>
          <a:xfrm>
            <a:off x="8252601" y="147525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1.28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DD60BDC-59D1-ECD3-E9F0-1C686D74CDC6}"/>
              </a:ext>
            </a:extLst>
          </p:cNvPr>
          <p:cNvSpPr/>
          <p:nvPr/>
        </p:nvSpPr>
        <p:spPr>
          <a:xfrm>
            <a:off x="8905381" y="640178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36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3CC3809-C072-454B-A11D-457F9C3EE2E5}"/>
              </a:ext>
            </a:extLst>
          </p:cNvPr>
          <p:cNvSpPr/>
          <p:nvPr/>
        </p:nvSpPr>
        <p:spPr>
          <a:xfrm>
            <a:off x="9004441" y="1973092"/>
            <a:ext cx="61546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78</a:t>
            </a:r>
            <a:r>
              <a:rPr lang="ky-KG" sz="1200" dirty="0">
                <a:solidFill>
                  <a:schemeClr val="tx1"/>
                </a:solidFill>
              </a:rPr>
              <a:t>т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08785D-1531-DFE3-3303-53855442CD4E}"/>
              </a:ext>
            </a:extLst>
          </p:cNvPr>
          <p:cNvSpPr txBox="1"/>
          <p:nvPr/>
        </p:nvSpPr>
        <p:spPr>
          <a:xfrm>
            <a:off x="5060647" y="2447250"/>
            <a:ext cx="4460196" cy="423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хот-дог, апельсин ширеси жана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Пицца кесими, апельсин ширеси жана алманы?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4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2 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2 сабиз таякчасы, 2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4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2 хот-дог, 2 алма ширеси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пачка сабиз таякчасы жана 2 бананды?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4 хотдог жана бир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пряник, 2 алма ширеси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3 балмуздак жана 3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en-GB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кесим пицца жана 2 хот-дог?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4 хотдог, сабиз таякчалары жана 3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пряник жана 5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ru-RU" sz="1400" dirty="0"/>
              <a:t>5 алма ширеси, 5 банан, 5 алма жана пицца кесими?</a:t>
            </a:r>
            <a:endParaRPr lang="en-GB" sz="14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751E54F-C6D9-ED3E-041C-CBC7F05688CA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226" y="13335"/>
            <a:ext cx="315409" cy="37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8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115C08-20D8-1B71-27DE-4E605E3BC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15161" y="989839"/>
            <a:ext cx="6793676" cy="49426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4CD55A-2270-06F3-5C57-7369E0002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38291" y="1100642"/>
            <a:ext cx="6729353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38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10546</TotalTime>
  <Words>830</Words>
  <Application>Microsoft Office PowerPoint</Application>
  <PresentationFormat>A4 Paper (210x297 mm)</PresentationFormat>
  <Paragraphs>188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501</cp:revision>
  <cp:lastPrinted>2024-09-04T18:06:06Z</cp:lastPrinted>
  <dcterms:created xsi:type="dcterms:W3CDTF">2017-01-17T16:57:04Z</dcterms:created>
  <dcterms:modified xsi:type="dcterms:W3CDTF">2024-09-05T03:22:54Z</dcterms:modified>
</cp:coreProperties>
</file>