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62" r:id="rId2"/>
    <p:sldId id="949" r:id="rId3"/>
    <p:sldId id="948" r:id="rId4"/>
    <p:sldId id="945" r:id="rId5"/>
    <p:sldId id="947" r:id="rId6"/>
    <p:sldId id="964" r:id="rId7"/>
    <p:sldId id="950" r:id="rId8"/>
    <p:sldId id="963" r:id="rId9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49A6B275-D5C2-4FCB-A6FC-750C30AA1463}">
          <p14:sldIdLst>
            <p14:sldId id="949"/>
            <p14:sldId id="948"/>
          </p14:sldIdLst>
        </p14:section>
        <p14:section name="Жооптор" id="{56A2A27A-CE19-4667-B1A9-843E7D9F501B}">
          <p14:sldIdLst>
            <p14:sldId id="945"/>
            <p14:sldId id="947"/>
          </p14:sldIdLst>
        </p14:section>
        <p14:section name="Картакалар" id="{197FF5E7-57A8-40D7-8FA0-8A089C366947}">
          <p14:sldIdLst>
            <p14:sldId id="964"/>
            <p14:sldId id="950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635760"/>
            <a:ext cx="9404350" cy="456819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шайкеш келтирүү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суроо-жоопту шайкеш келтирүү үчүн жеке же топ менен иштешет.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Берилген маалыматтарды кескендин ордуна, окуучулар суроолорду жана жоопторду чогуу белги коюп да жазса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Карталардын ар кандай өлчөмдөрү камтылган.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811654CC-E0DA-4D82-BA2D-869E4D426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79751"/>
              </p:ext>
            </p:extLst>
          </p:nvPr>
        </p:nvGraphicFramePr>
        <p:xfrm>
          <a:off x="2587135" y="162098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565AE0E1-A490-4572-82D5-66D1830E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3676"/>
              </p:ext>
            </p:extLst>
          </p:nvPr>
        </p:nvGraphicFramePr>
        <p:xfrm>
          <a:off x="2587135" y="5079278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5ED9F207-731E-4102-BF9E-732DB165D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0198"/>
              </p:ext>
            </p:extLst>
          </p:nvPr>
        </p:nvGraphicFramePr>
        <p:xfrm>
          <a:off x="2587135" y="333946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D320CB-D178-4004-B836-19AE1070138C}"/>
              </a:ext>
            </a:extLst>
          </p:cNvPr>
          <p:cNvSpPr/>
          <p:nvPr/>
        </p:nvSpPr>
        <p:spPr>
          <a:xfrm>
            <a:off x="5504615" y="1613589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E88473-7E4E-47DF-8C1E-325326460C3D}"/>
              </a:ext>
            </a:extLst>
          </p:cNvPr>
          <p:cNvSpPr/>
          <p:nvPr/>
        </p:nvSpPr>
        <p:spPr>
          <a:xfrm>
            <a:off x="5504615" y="5321333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</a:t>
            </a:r>
            <a:r>
              <a:rPr lang="en-GB" sz="5400" dirty="0">
                <a:solidFill>
                  <a:schemeClr val="bg1"/>
                </a:solidFill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F19248-3256-45B7-AE29-77A6BBDAE261}"/>
              </a:ext>
            </a:extLst>
          </p:cNvPr>
          <p:cNvCxnSpPr>
            <a:cxnSpLocks/>
          </p:cNvCxnSpPr>
          <p:nvPr/>
        </p:nvCxnSpPr>
        <p:spPr>
          <a:xfrm flipV="1">
            <a:off x="6865299" y="6204846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31C9D6-E3C8-49AA-9CCF-D74E81A0C5BD}"/>
              </a:ext>
            </a:extLst>
          </p:cNvPr>
          <p:cNvSpPr/>
          <p:nvPr/>
        </p:nvSpPr>
        <p:spPr>
          <a:xfrm>
            <a:off x="5504615" y="3467461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</a:t>
            </a:r>
            <a:r>
              <a:rPr lang="en-GB" sz="54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563391-C289-4106-9741-132B26627823}"/>
              </a:ext>
            </a:extLst>
          </p:cNvPr>
          <p:cNvCxnSpPr>
            <a:cxnSpLocks/>
          </p:cNvCxnSpPr>
          <p:nvPr/>
        </p:nvCxnSpPr>
        <p:spPr>
          <a:xfrm flipV="1">
            <a:off x="7009255" y="4350974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D0F739-BC2F-410B-B6E5-DC40B6871363}"/>
              </a:ext>
            </a:extLst>
          </p:cNvPr>
          <p:cNvSpPr/>
          <p:nvPr/>
        </p:nvSpPr>
        <p:spPr>
          <a:xfrm>
            <a:off x="1137920" y="223520"/>
            <a:ext cx="7305040" cy="10619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Бул диаграммалардын жана ондуктардын кайсынысы дал келет?</a:t>
            </a:r>
          </a:p>
          <a:p>
            <a:pPr algn="ctr"/>
            <a:endParaRPr lang="ru-RU" sz="1950" dirty="0">
              <a:solidFill>
                <a:sysClr val="windowText" lastClr="000000"/>
              </a:solidFill>
            </a:endParaRPr>
          </a:p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Сиз ондук санды толукташыңыз керек болушу мүмкүн.</a:t>
            </a:r>
            <a:endParaRPr lang="en-GB" sz="195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5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67745"/>
              </p:ext>
            </p:extLst>
          </p:nvPr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иреттөө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404F703-9F0A-4C16-A057-FAF6DA68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5" y="-3142"/>
            <a:ext cx="8327671" cy="419922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79D9FBC-2F20-4891-8BAB-69E98A5B245A}"/>
              </a:ext>
            </a:extLst>
          </p:cNvPr>
          <p:cNvSpPr/>
          <p:nvPr/>
        </p:nvSpPr>
        <p:spPr>
          <a:xfrm>
            <a:off x="4799569" y="5761335"/>
            <a:ext cx="496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Айрым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470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3543299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368687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F9F5C-AEF7-46ED-8DCF-72721512349B}"/>
              </a:ext>
            </a:extLst>
          </p:cNvPr>
          <p:cNvSpPr txBox="1"/>
          <p:nvPr/>
        </p:nvSpPr>
        <p:spPr>
          <a:xfrm>
            <a:off x="97392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106BF6-FE2C-42EC-8E43-19691C3174B9}"/>
              </a:ext>
            </a:extLst>
          </p:cNvPr>
          <p:cNvSpPr txBox="1"/>
          <p:nvPr/>
        </p:nvSpPr>
        <p:spPr>
          <a:xfrm>
            <a:off x="19088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D6B13-30DA-45AF-8529-1758E2338DCE}"/>
              </a:ext>
            </a:extLst>
          </p:cNvPr>
          <p:cNvSpPr txBox="1"/>
          <p:nvPr/>
        </p:nvSpPr>
        <p:spPr>
          <a:xfrm>
            <a:off x="377856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C71D38-CD1C-4872-8263-70B893729FE5}"/>
              </a:ext>
            </a:extLst>
          </p:cNvPr>
          <p:cNvSpPr txBox="1"/>
          <p:nvPr/>
        </p:nvSpPr>
        <p:spPr>
          <a:xfrm>
            <a:off x="471344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F3AEC0-AAB9-423F-BC9B-C3D1D7E8FEE6}"/>
              </a:ext>
            </a:extLst>
          </p:cNvPr>
          <p:cNvSpPr txBox="1"/>
          <p:nvPr/>
        </p:nvSpPr>
        <p:spPr>
          <a:xfrm>
            <a:off x="564832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CEB7B-962B-415B-A0B6-EAE634E7AB84}"/>
              </a:ext>
            </a:extLst>
          </p:cNvPr>
          <p:cNvSpPr txBox="1"/>
          <p:nvPr/>
        </p:nvSpPr>
        <p:spPr>
          <a:xfrm>
            <a:off x="65832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E2C2D2-2A14-4D22-87F6-A27BA8EC3D3E}"/>
              </a:ext>
            </a:extLst>
          </p:cNvPr>
          <p:cNvSpPr txBox="1"/>
          <p:nvPr/>
        </p:nvSpPr>
        <p:spPr>
          <a:xfrm>
            <a:off x="75180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A1319E-E856-43BB-BC4B-561466FE7C25}"/>
              </a:ext>
            </a:extLst>
          </p:cNvPr>
          <p:cNvSpPr txBox="1"/>
          <p:nvPr/>
        </p:nvSpPr>
        <p:spPr>
          <a:xfrm>
            <a:off x="845296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CF2E51-2DD3-4188-8F5E-5A28C751E056}"/>
              </a:ext>
            </a:extLst>
          </p:cNvPr>
          <p:cNvSpPr txBox="1"/>
          <p:nvPr/>
        </p:nvSpPr>
        <p:spPr>
          <a:xfrm>
            <a:off x="28436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E28DC60-2C66-4AC0-8AAB-052C4CD9AA86}"/>
              </a:ext>
            </a:extLst>
          </p:cNvPr>
          <p:cNvSpPr/>
          <p:nvPr/>
        </p:nvSpPr>
        <p:spPr>
          <a:xfrm>
            <a:off x="2714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0.01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9389FB7-654B-4E54-A63C-2A2234D8DD43}"/>
              </a:ext>
            </a:extLst>
          </p:cNvPr>
          <p:cNvSpPr/>
          <p:nvPr/>
        </p:nvSpPr>
        <p:spPr>
          <a:xfrm>
            <a:off x="86296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169878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5A916D9-158F-4B76-B5E6-0010FF692C2B}"/>
              </a:ext>
            </a:extLst>
          </p:cNvPr>
          <p:cNvSpPr/>
          <p:nvPr/>
        </p:nvSpPr>
        <p:spPr>
          <a:xfrm>
            <a:off x="253460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337042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420625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73AB649-483C-4C3B-920F-565AB5225D84}"/>
              </a:ext>
            </a:extLst>
          </p:cNvPr>
          <p:cNvSpPr/>
          <p:nvPr/>
        </p:nvSpPr>
        <p:spPr>
          <a:xfrm>
            <a:off x="504207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537A275-F76C-4D66-B665-ECF3754F1C91}"/>
              </a:ext>
            </a:extLst>
          </p:cNvPr>
          <p:cNvSpPr/>
          <p:nvPr/>
        </p:nvSpPr>
        <p:spPr>
          <a:xfrm>
            <a:off x="587789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1371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A589222-4798-49E8-9F47-9FE14D187638}"/>
              </a:ext>
            </a:extLst>
          </p:cNvPr>
          <p:cNvSpPr/>
          <p:nvPr/>
        </p:nvSpPr>
        <p:spPr>
          <a:xfrm>
            <a:off x="754953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0.79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838536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CE27CDA-3701-4D64-8A6D-37FFDD770043}"/>
              </a:ext>
            </a:extLst>
          </p:cNvPr>
          <p:cNvSpPr/>
          <p:nvPr/>
        </p:nvSpPr>
        <p:spPr>
          <a:xfrm>
            <a:off x="9221187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0.9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1934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85743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69553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25336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420981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504790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588600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672409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7562188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840028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9238379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33718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96AED043-9E33-4DFD-AD04-1AB7F047C211}"/>
              </a:ext>
            </a:extLst>
          </p:cNvPr>
          <p:cNvSpPr txBox="1"/>
          <p:nvPr/>
        </p:nvSpPr>
        <p:spPr>
          <a:xfrm>
            <a:off x="9490602" y="3686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AD2AF1E-9683-4785-99BB-8C0A3E28FBF8}"/>
              </a:ext>
            </a:extLst>
          </p:cNvPr>
          <p:cNvCxnSpPr>
            <a:cxnSpLocks/>
          </p:cNvCxnSpPr>
          <p:nvPr/>
        </p:nvCxnSpPr>
        <p:spPr>
          <a:xfrm>
            <a:off x="282888" y="3194539"/>
            <a:ext cx="77157" cy="3062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40BF306-E3A2-4942-B2CD-D1D9A01A961F}"/>
              </a:ext>
            </a:extLst>
          </p:cNvPr>
          <p:cNvCxnSpPr>
            <a:cxnSpLocks/>
          </p:cNvCxnSpPr>
          <p:nvPr/>
        </p:nvCxnSpPr>
        <p:spPr>
          <a:xfrm>
            <a:off x="1132512" y="3194539"/>
            <a:ext cx="77163" cy="16524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C8B702-6817-4D1E-93B2-FB81E8FE2394}"/>
              </a:ext>
            </a:extLst>
          </p:cNvPr>
          <p:cNvCxnSpPr>
            <a:cxnSpLocks/>
          </p:cNvCxnSpPr>
          <p:nvPr/>
        </p:nvCxnSpPr>
        <p:spPr>
          <a:xfrm flipH="1">
            <a:off x="1893570" y="3194539"/>
            <a:ext cx="88566" cy="30812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56F8156-4B94-4096-9BC4-C7D61A7D7ECD}"/>
              </a:ext>
            </a:extLst>
          </p:cNvPr>
          <p:cNvCxnSpPr>
            <a:cxnSpLocks/>
          </p:cNvCxnSpPr>
          <p:nvPr/>
        </p:nvCxnSpPr>
        <p:spPr>
          <a:xfrm flipH="1">
            <a:off x="2708910" y="3194539"/>
            <a:ext cx="122850" cy="30431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85F7A0C-8214-4C2D-864A-33B945131580}"/>
              </a:ext>
            </a:extLst>
          </p:cNvPr>
          <p:cNvCxnSpPr>
            <a:cxnSpLocks/>
          </p:cNvCxnSpPr>
          <p:nvPr/>
        </p:nvCxnSpPr>
        <p:spPr>
          <a:xfrm flipH="1">
            <a:off x="2861310" y="3194539"/>
            <a:ext cx="820074" cy="2776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94FB81-5225-4874-8976-C0F421C48AB6}"/>
              </a:ext>
            </a:extLst>
          </p:cNvPr>
          <p:cNvCxnSpPr>
            <a:cxnSpLocks/>
          </p:cNvCxnSpPr>
          <p:nvPr/>
        </p:nvCxnSpPr>
        <p:spPr>
          <a:xfrm>
            <a:off x="4531008" y="3194539"/>
            <a:ext cx="386432" cy="1760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A7CC87-2B41-4E7C-97B0-591131BA179A}"/>
              </a:ext>
            </a:extLst>
          </p:cNvPr>
          <p:cNvCxnSpPr>
            <a:cxnSpLocks/>
          </p:cNvCxnSpPr>
          <p:nvPr/>
        </p:nvCxnSpPr>
        <p:spPr>
          <a:xfrm>
            <a:off x="5380632" y="3194539"/>
            <a:ext cx="16868" cy="24208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ADC2877-1F28-4518-8169-F93952797848}"/>
              </a:ext>
            </a:extLst>
          </p:cNvPr>
          <p:cNvCxnSpPr>
            <a:cxnSpLocks/>
          </p:cNvCxnSpPr>
          <p:nvPr/>
        </p:nvCxnSpPr>
        <p:spPr>
          <a:xfrm flipH="1">
            <a:off x="6046470" y="3194539"/>
            <a:ext cx="183786" cy="3157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C4BC19-E0FB-441E-B62A-69BF09C8758B}"/>
              </a:ext>
            </a:extLst>
          </p:cNvPr>
          <p:cNvCxnSpPr>
            <a:cxnSpLocks/>
          </p:cNvCxnSpPr>
          <p:nvPr/>
        </p:nvCxnSpPr>
        <p:spPr>
          <a:xfrm flipH="1">
            <a:off x="6233160" y="3194539"/>
            <a:ext cx="846720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D70C5D9-8A55-4033-B7C9-7E87C5D4E537}"/>
              </a:ext>
            </a:extLst>
          </p:cNvPr>
          <p:cNvCxnSpPr>
            <a:cxnSpLocks/>
          </p:cNvCxnSpPr>
          <p:nvPr/>
        </p:nvCxnSpPr>
        <p:spPr>
          <a:xfrm flipH="1">
            <a:off x="7665720" y="3194539"/>
            <a:ext cx="263784" cy="2966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1FE077E-4370-4035-B598-DE878B39E128}"/>
              </a:ext>
            </a:extLst>
          </p:cNvPr>
          <p:cNvCxnSpPr>
            <a:cxnSpLocks/>
          </p:cNvCxnSpPr>
          <p:nvPr/>
        </p:nvCxnSpPr>
        <p:spPr>
          <a:xfrm flipH="1">
            <a:off x="7844790" y="3194539"/>
            <a:ext cx="934338" cy="2585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06CE64B-C722-4ADA-AD7A-FE1B0BCA9F01}"/>
              </a:ext>
            </a:extLst>
          </p:cNvPr>
          <p:cNvCxnSpPr>
            <a:cxnSpLocks/>
          </p:cNvCxnSpPr>
          <p:nvPr/>
        </p:nvCxnSpPr>
        <p:spPr>
          <a:xfrm flipH="1">
            <a:off x="8724900" y="3194539"/>
            <a:ext cx="903849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28933CD-DB54-4433-A693-83542E0D4AC5}"/>
              </a:ext>
            </a:extLst>
          </p:cNvPr>
          <p:cNvSpPr/>
          <p:nvPr/>
        </p:nvSpPr>
        <p:spPr>
          <a:xfrm>
            <a:off x="6949196" y="576133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189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иреттөө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8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5CBD4-A90C-F03B-D0D6-DD76DBFC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7623" y="1033418"/>
            <a:ext cx="6681452" cy="4662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A89DFF-E1EE-B291-1DCD-61D7D150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2173" y="1009269"/>
            <a:ext cx="6681452" cy="466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6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8347</TotalTime>
  <Words>261</Words>
  <Application>Microsoft Office PowerPoint</Application>
  <PresentationFormat>A4 Paper (210x297 mm)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2024-09-20T17:12:42Z</cp:lastPrinted>
  <dcterms:created xsi:type="dcterms:W3CDTF">2017-01-17T16:57:04Z</dcterms:created>
  <dcterms:modified xsi:type="dcterms:W3CDTF">2024-09-20T17:14:17Z</dcterms:modified>
</cp:coreProperties>
</file>