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9"/>
  </p:notesMasterIdLst>
  <p:sldIdLst>
    <p:sldId id="974" r:id="rId2"/>
    <p:sldId id="831" r:id="rId3"/>
    <p:sldId id="976" r:id="rId4"/>
    <p:sldId id="940" r:id="rId5"/>
    <p:sldId id="843" r:id="rId6"/>
    <p:sldId id="977" r:id="rId7"/>
    <p:sldId id="941" r:id="rId8"/>
    <p:sldId id="978" r:id="rId9"/>
    <p:sldId id="942" r:id="rId10"/>
    <p:sldId id="979" r:id="rId11"/>
    <p:sldId id="943" r:id="rId12"/>
    <p:sldId id="980" r:id="rId13"/>
    <p:sldId id="944" r:id="rId14"/>
    <p:sldId id="981" r:id="rId15"/>
    <p:sldId id="945" r:id="rId16"/>
    <p:sldId id="982" r:id="rId17"/>
    <p:sldId id="946" r:id="rId18"/>
    <p:sldId id="983" r:id="rId19"/>
    <p:sldId id="947" r:id="rId20"/>
    <p:sldId id="984" r:id="rId21"/>
    <p:sldId id="948" r:id="rId22"/>
    <p:sldId id="985" r:id="rId23"/>
    <p:sldId id="949" r:id="rId24"/>
    <p:sldId id="986" r:id="rId25"/>
    <p:sldId id="950" r:id="rId26"/>
    <p:sldId id="833" r:id="rId27"/>
    <p:sldId id="987" r:id="rId28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0"/>
    </p:embeddedFont>
    <p:embeddedFont>
      <p:font typeface="Bernard MT Condensed" panose="02050806060905020404" pitchFamily="18" charset="0"/>
      <p:regular r:id="rId31"/>
    </p:embeddedFont>
    <p:embeddedFont>
      <p:font typeface="Cambria Math" panose="02040503050406030204" pitchFamily="18" charset="0"/>
      <p:regular r:id="rId3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1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07/05/2024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../media/audio2.wav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орундуу ондуктар – кошуу жана кемитүү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lang="en-US" sz="16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489438" y="3662481"/>
            <a:ext cx="8927124" cy="264687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80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Кошуу &amp; Кемитүү</a:t>
            </a:r>
            <a:endParaRPr lang="en-US" sz="44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89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73602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3.8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759668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2.3+1.5=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759668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0491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30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6.8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170120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2.2+4.6=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170120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6905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6821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1.3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260292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4.8−3.5=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260292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021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7268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6.1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062673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7.5−1.4=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062673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7613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0863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4.5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660318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2.7+1.8=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0660318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10707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857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9.6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970459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3.7+5.9=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970459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316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5431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715062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2.3−1.8=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715062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8863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8053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5.2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13541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0.7+4.5=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13541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8611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9641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203121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6.3−5.5=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7203121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03395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2107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9.5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228798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5.8+3.7=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228798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8018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26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1.4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95103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6.2−4.8=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095103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78424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8372</TotalTime>
  <Words>203</Words>
  <Application>Microsoft Office PowerPoint</Application>
  <PresentationFormat>A4 Paper (210x297 mm)</PresentationFormat>
  <Paragraphs>71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Cambria Math</vt:lpstr>
      <vt:lpstr>Bernard MT Condensed</vt:lpstr>
      <vt:lpstr>Calibri</vt:lpstr>
      <vt:lpstr>Berlin Sans FB Demi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2017-12-31T22:38:51Z</cp:lastPrinted>
  <dcterms:created xsi:type="dcterms:W3CDTF">2017-01-17T16:57:04Z</dcterms:created>
  <dcterms:modified xsi:type="dcterms:W3CDTF">2024-05-07T05:58:49Z</dcterms:modified>
</cp:coreProperties>
</file>