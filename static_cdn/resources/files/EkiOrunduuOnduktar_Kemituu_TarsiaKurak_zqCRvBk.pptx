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7" r:id="rId3"/>
    <p:sldId id="281" r:id="rId4"/>
    <p:sldId id="948" r:id="rId5"/>
    <p:sldId id="939" r:id="rId6"/>
    <p:sldId id="833" r:id="rId7"/>
    <p:sldId id="834" r:id="rId8"/>
    <p:sldId id="946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197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11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40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609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03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01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52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052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934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264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550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3088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5/22/2024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49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09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Сандуу Ондуктар –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4392" y="2333754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EFB0E83-442B-4D58-85EE-EECDF6EFCA67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68798DE-1DB0-4642-9375-E0F02F3F4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9F4F10B-0CD9-40C2-B90C-6309C5C49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C51D22-7098-4898-B1B2-67598260FEEB}"/>
              </a:ext>
            </a:extLst>
          </p:cNvPr>
          <p:cNvGrpSpPr/>
          <p:nvPr/>
        </p:nvGrpSpPr>
        <p:grpSpPr>
          <a:xfrm rot="16200000">
            <a:off x="-1051169" y="1051169"/>
            <a:ext cx="6832600" cy="4730262"/>
            <a:chOff x="0" y="0"/>
            <a:chExt cx="9906000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471E3A-0530-420C-AAC3-8C7A1538C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096740-DD2C-4FFA-B2C3-82B69A5EF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49A6EE-EE97-4E1B-895D-9BF5B258C75B}"/>
              </a:ext>
            </a:extLst>
          </p:cNvPr>
          <p:cNvGrpSpPr/>
          <p:nvPr/>
        </p:nvGrpSpPr>
        <p:grpSpPr>
          <a:xfrm rot="16200000">
            <a:off x="4124569" y="1084730"/>
            <a:ext cx="6832600" cy="4730262"/>
            <a:chOff x="0" y="0"/>
            <a:chExt cx="9906000" cy="68580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A895BB3-293B-4389-9C8B-C3514AB33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8AF6D5C-3984-489E-8EE9-931E209DB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A12F77-2C9A-402F-A4A1-B70D0E1C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0"/>
            <a:ext cx="7934325" cy="68389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912760-91C3-AE24-2A08-CA7A3D3D49E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Calibri </vt:lpstr>
      <vt:lpstr>Arial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2024-05-18T08:17:33Z</cp:lastPrinted>
  <dcterms:created xsi:type="dcterms:W3CDTF">2017-01-17T16:57:04Z</dcterms:created>
  <dcterms:modified xsi:type="dcterms:W3CDTF">2024-05-22T10:50:21Z</dcterms:modified>
</cp:coreProperties>
</file>