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  <p:sldMasterId id="2147483733" r:id="rId4"/>
  </p:sldMasterIdLst>
  <p:notesMasterIdLst>
    <p:notesMasterId r:id="rId50"/>
  </p:notesMasterIdLst>
  <p:handoutMasterIdLst>
    <p:handoutMasterId r:id="rId51"/>
  </p:handoutMasterIdLst>
  <p:sldIdLst>
    <p:sldId id="257" r:id="rId5"/>
    <p:sldId id="1143" r:id="rId6"/>
    <p:sldId id="1145" r:id="rId7"/>
    <p:sldId id="1144" r:id="rId8"/>
    <p:sldId id="1123" r:id="rId9"/>
    <p:sldId id="1124" r:id="rId10"/>
    <p:sldId id="1147" r:id="rId11"/>
    <p:sldId id="1125" r:id="rId12"/>
    <p:sldId id="1121" r:id="rId13"/>
    <p:sldId id="1103" r:id="rId14"/>
    <p:sldId id="1126" r:id="rId15"/>
    <p:sldId id="1102" r:id="rId16"/>
    <p:sldId id="1117" r:id="rId17"/>
    <p:sldId id="1118" r:id="rId18"/>
    <p:sldId id="1119" r:id="rId19"/>
    <p:sldId id="1120" r:id="rId20"/>
    <p:sldId id="1105" r:id="rId21"/>
    <p:sldId id="1128" r:id="rId22"/>
    <p:sldId id="1129" r:id="rId23"/>
    <p:sldId id="1130" r:id="rId24"/>
    <p:sldId id="1141" r:id="rId25"/>
    <p:sldId id="1127" r:id="rId26"/>
    <p:sldId id="1132" r:id="rId27"/>
    <p:sldId id="1135" r:id="rId28"/>
    <p:sldId id="1133" r:id="rId29"/>
    <p:sldId id="1131" r:id="rId30"/>
    <p:sldId id="1134" r:id="rId31"/>
    <p:sldId id="1137" r:id="rId32"/>
    <p:sldId id="1136" r:id="rId33"/>
    <p:sldId id="1142" r:id="rId34"/>
    <p:sldId id="1099" r:id="rId35"/>
    <p:sldId id="1098" r:id="rId36"/>
    <p:sldId id="1097" r:id="rId37"/>
    <p:sldId id="1085" r:id="rId38"/>
    <p:sldId id="1086" r:id="rId39"/>
    <p:sldId id="1087" r:id="rId40"/>
    <p:sldId id="1088" r:id="rId41"/>
    <p:sldId id="1090" r:id="rId42"/>
    <p:sldId id="1089" r:id="rId43"/>
    <p:sldId id="1091" r:id="rId44"/>
    <p:sldId id="1092" r:id="rId45"/>
    <p:sldId id="1094" r:id="rId46"/>
    <p:sldId id="1096" r:id="rId47"/>
    <p:sldId id="1146" r:id="rId48"/>
    <p:sldId id="942" r:id="rId49"/>
  </p:sldIdLst>
  <p:sldSz cx="9906000" cy="6858000" type="A4"/>
  <p:notesSz cx="7104063" cy="10234613"/>
  <p:embeddedFontLst>
    <p:embeddedFont>
      <p:font typeface="Stencil" panose="040409050D0802020404" pitchFamily="82" charset="0"/>
      <p:regular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" id="{059544AC-2C27-45B1-9F95-F87DF8854DD6}">
          <p14:sldIdLst>
            <p14:sldId id="1143"/>
            <p14:sldId id="1145"/>
            <p14:sldId id="1144"/>
            <p14:sldId id="1123"/>
            <p14:sldId id="1124"/>
            <p14:sldId id="1147"/>
            <p14:sldId id="1125"/>
          </p14:sldIdLst>
        </p14:section>
        <p14:section name="Баалоо үчүн суроолор" id="{A0207FD5-C6AC-4F61-9115-BD0338F38BA9}">
          <p14:sldIdLst>
            <p14:sldId id="1121"/>
            <p14:sldId id="1103"/>
            <p14:sldId id="1126"/>
          </p14:sldIdLst>
        </p14:section>
        <p14:section name="1 орундуу" id="{91F16702-42C0-4A79-9119-0A2778F7B813}">
          <p14:sldIdLst>
            <p14:sldId id="1102"/>
            <p14:sldId id="1117"/>
            <p14:sldId id="1118"/>
            <p14:sldId id="1119"/>
            <p14:sldId id="1120"/>
            <p14:sldId id="1105"/>
            <p14:sldId id="1128"/>
            <p14:sldId id="1129"/>
            <p14:sldId id="1130"/>
          </p14:sldIdLst>
        </p14:section>
        <p14:section name="Баалоо үчүн суроолор" id="{7E08E485-04F0-467F-B7F7-40FF8827D79F}">
          <p14:sldIdLst>
            <p14:sldId id="1141"/>
          </p14:sldIdLst>
        </p14:section>
        <p14:section name="2 орундуу" id="{8874A9AC-BF0E-4924-976F-29051BEBDAD7}">
          <p14:sldIdLst>
            <p14:sldId id="1127"/>
            <p14:sldId id="1132"/>
            <p14:sldId id="1135"/>
            <p14:sldId id="1133"/>
            <p14:sldId id="1131"/>
            <p14:sldId id="1134"/>
            <p14:sldId id="1137"/>
            <p14:sldId id="1136"/>
          </p14:sldIdLst>
        </p14:section>
        <p14:section name="Баалоо үчүн суроолор" id="{3AD01CB1-44F9-4492-A726-A0F9D65265A8}">
          <p14:sldIdLst>
            <p14:sldId id="1142"/>
          </p14:sldIdLst>
        </p14:section>
        <p14:section name="3 орундуу" id="{CCAA12B3-15ED-4681-A04F-4E3F45CE5E0D}">
          <p14:sldIdLst>
            <p14:sldId id="1099"/>
            <p14:sldId id="1098"/>
            <p14:sldId id="1097"/>
            <p14:sldId id="1085"/>
            <p14:sldId id="1086"/>
            <p14:sldId id="1087"/>
            <p14:sldId id="1088"/>
            <p14:sldId id="1090"/>
            <p14:sldId id="1089"/>
            <p14:sldId id="1091"/>
            <p14:sldId id="1092"/>
            <p14:sldId id="1094"/>
            <p14:sldId id="1096"/>
          </p14:sldIdLst>
        </p14:section>
        <p14:section name="Баалоо үчүн суроолор" id="{1F09129A-235C-4CBA-B06B-49E6E34FE40D}">
          <p14:sldIdLst>
            <p14:sldId id="1146"/>
          </p14:sldIdLst>
        </p14:section>
        <p14:section name="Кайтарым байланыш" id="{09A1988A-B85F-45BC-B715-CD71DC4C3A5F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86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50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85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2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2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2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5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9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26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14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6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43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50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463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781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08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6056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24898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0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56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53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6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80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23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4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9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063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867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86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8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7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 Ондуктар – 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657600" y="112216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дайым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бөлүнүүчүдөн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кичине болот'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макулсузбу?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бүтүндүктө канча жарым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0.25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бүтүндүктө канча чейрек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0.5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0,5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 1ден аз болгондо, натыйжа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чоң болот.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эсепти кантип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сүрөттөп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бере алабыз?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бирдикте канча 0,8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Бөлүүдө биз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санга бөлүүнү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көрөбүз.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эмес,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"тегерек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телген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сан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бирдикте канча 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эсептөөлөрдү кайра жазыңыз, алар бүтүн сандарды гана камтышы керек.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0.1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 ÷ 0.2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1.5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2.4 ÷ 0.8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3.5 ÷ 1.4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 ÷ 0.12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3.42 ÷ 2.7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 ÷ 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62 ÷ 0.5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0.12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150 ÷ 2.5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 ÷ 5.25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70 ÷ 12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620 ÷ 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800 ÷ 12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1500 ÷ 25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700 ÷ 525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 ÷ 0.2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3.1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0.17 ÷ 0.3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0.2 ÷ 0.81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1.08 ÷ 3.7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 ÷ 2.42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 ÷ 2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31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170 ÷ 30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20 ÷ 81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108 ÷ 370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50 ÷ 242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F70B-29DD-912F-0281-85CA47500A95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7943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</a:t>
            </a:r>
            <a:r>
              <a:rPr lang="ru-RU" sz="2000" b="1" dirty="0"/>
              <a:t>эсептөөнү бүтүн сандарга </a:t>
            </a:r>
            <a:r>
              <a:rPr lang="ru-RU" sz="2000" dirty="0"/>
              <a:t>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942353" y="401347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  ÷  0.15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  ÷  0.7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0.6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619808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D887-87A1-C9B5-619A-2CB3106256E7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4313A-CC2D-F1D4-DE7C-98472B878A9B}"/>
              </a:ext>
            </a:extLst>
          </p:cNvPr>
          <p:cNvSpPr txBox="1"/>
          <p:nvPr/>
        </p:nvSpPr>
        <p:spPr>
          <a:xfrm>
            <a:off x="7729265" y="-2104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9075B-32D2-8450-2C45-F8E79ED1175D}"/>
              </a:ext>
            </a:extLst>
          </p:cNvPr>
          <p:cNvSpPr txBox="1"/>
          <p:nvPr/>
        </p:nvSpPr>
        <p:spPr>
          <a:xfrm>
            <a:off x="7742147" y="-255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  ÷  1.6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9B8B7-D61D-8836-1646-DD8847142B16}"/>
              </a:ext>
            </a:extLst>
          </p:cNvPr>
          <p:cNvSpPr txBox="1"/>
          <p:nvPr/>
        </p:nvSpPr>
        <p:spPr>
          <a:xfrm>
            <a:off x="7756975" y="-247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8.4  ÷  2.1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0CB3F-F637-7686-A34C-B84EB0507BDA}"/>
              </a:ext>
            </a:extLst>
          </p:cNvPr>
          <p:cNvSpPr txBox="1"/>
          <p:nvPr/>
        </p:nvSpPr>
        <p:spPr>
          <a:xfrm>
            <a:off x="7796680" y="101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15.6  ÷  1.3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8BA98-66FB-CC3A-9F1F-0EE5E6EBC6E3}"/>
              </a:ext>
            </a:extLst>
          </p:cNvPr>
          <p:cNvSpPr txBox="1"/>
          <p:nvPr/>
        </p:nvSpPr>
        <p:spPr>
          <a:xfrm>
            <a:off x="7800989" y="1084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672632" y="-1829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0.2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2.4  ÷  1.2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0.4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3.6  ÷  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5.6  ÷  0.8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1.5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EC631-0295-4137-1930-F9525E55333F}"/>
              </a:ext>
            </a:extLst>
          </p:cNvPr>
          <p:cNvSpPr txBox="1"/>
          <p:nvPr/>
        </p:nvSpPr>
        <p:spPr>
          <a:xfrm>
            <a:off x="7668310" y="1133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686558" y="-313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27B32-1C1D-C082-46BB-1050DA8BDC45}"/>
              </a:ext>
            </a:extLst>
          </p:cNvPr>
          <p:cNvSpPr txBox="1"/>
          <p:nvPr/>
        </p:nvSpPr>
        <p:spPr>
          <a:xfrm>
            <a:off x="7825927" y="3405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5928-C75A-09FD-726B-847139402147}"/>
              </a:ext>
            </a:extLst>
          </p:cNvPr>
          <p:cNvSpPr txBox="1"/>
          <p:nvPr/>
        </p:nvSpPr>
        <p:spPr>
          <a:xfrm>
            <a:off x="8441758" y="-3071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Stencil" panose="040409050D0802020404" pitchFamily="82" charset="0"/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5.6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B7DB1-6A0F-FBCD-C023-BBA284E33D11}"/>
              </a:ext>
            </a:extLst>
          </p:cNvPr>
          <p:cNvSpPr txBox="1"/>
          <p:nvPr/>
        </p:nvSpPr>
        <p:spPr>
          <a:xfrm>
            <a:off x="7800988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2.1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9823F8-2CA1-99AC-6F2E-9E389CB38B3A}"/>
              </a:ext>
            </a:extLst>
          </p:cNvPr>
          <p:cNvSpPr txBox="1"/>
          <p:nvPr/>
        </p:nvSpPr>
        <p:spPr>
          <a:xfrm>
            <a:off x="7826585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САБАК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595228" y="3077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0.15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8.4  ÷  0.12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3.3  ÷  0.15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2.8  ÷  0.35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7.5  ÷  1.25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3.6  ÷  0.12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5" y="904510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0.48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33909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5" y="904510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0.56  ÷  0.16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740689" y="33908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56 – 48 =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A600C-A915-B587-B206-4D43AC73B33B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E3F804-3C80-0444-7B7C-BC455AF72BB3}"/>
              </a:ext>
            </a:extLst>
          </p:cNvPr>
          <p:cNvSpPr/>
          <p:nvPr/>
        </p:nvSpPr>
        <p:spPr>
          <a:xfrm>
            <a:off x="271991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71F2E-28AC-007E-6264-136328F74A86}"/>
              </a:ext>
            </a:extLst>
          </p:cNvPr>
          <p:cNvSpPr txBox="1"/>
          <p:nvPr/>
        </p:nvSpPr>
        <p:spPr>
          <a:xfrm>
            <a:off x="2886665" y="349431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C5EF0E-CC74-F033-F289-7D7B7375A543}"/>
              </a:ext>
            </a:extLst>
          </p:cNvPr>
          <p:cNvSpPr/>
          <p:nvPr/>
        </p:nvSpPr>
        <p:spPr>
          <a:xfrm>
            <a:off x="2719911" y="37333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58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8" grpId="0"/>
      <p:bldP spid="2" grpId="0"/>
      <p:bldP spid="8" grpId="0"/>
      <p:bldP spid="3" grpId="0"/>
      <p:bldP spid="9" grpId="0" animBg="1"/>
      <p:bldP spid="10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3.12  ÷  0.13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1711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31 – 26 = 5</a:t>
            </a:r>
          </a:p>
        </p:txBody>
      </p:sp>
    </p:spTree>
    <p:extLst>
      <p:ext uri="{BB962C8B-B14F-4D97-AF65-F5344CB8AC3E}">
        <p14:creationId xmlns:p14="http://schemas.microsoft.com/office/powerpoint/2010/main" val="269780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739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622876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1.87  ÷  0.11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479255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55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66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8067900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 – 11 = 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21575-0D97-C956-3879-4AAA9A6A1FF2}"/>
              </a:ext>
            </a:extLst>
          </p:cNvPr>
          <p:cNvSpPr txBox="1"/>
          <p:nvPr/>
        </p:nvSpPr>
        <p:spPr>
          <a:xfrm>
            <a:off x="6593156" y="4790710"/>
            <a:ext cx="702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7:</a:t>
            </a:r>
            <a:r>
              <a:rPr lang="en-GB" sz="2000" dirty="0"/>
              <a:t> 77</a:t>
            </a:r>
          </a:p>
          <a:p>
            <a:pPr algn="ctr"/>
            <a:r>
              <a:rPr lang="en-GB" sz="2000" b="1" dirty="0"/>
              <a:t>8:</a:t>
            </a:r>
            <a:r>
              <a:rPr lang="en-GB" sz="2000" dirty="0"/>
              <a:t> 88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F1D567-8AA0-EF58-69B9-142D6A221E70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0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2064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3.36  ÷  0.14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336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43613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33 – 28 =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9D100-61AB-E4A6-0C77-C89FE8DBBCC1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78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89113" y="-1738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4.81  ÷  0.13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481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993085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 – 39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BDAB-BEB2-D915-D29B-1620E9471D88}"/>
              </a:ext>
            </a:extLst>
          </p:cNvPr>
          <p:cNvSpPr txBox="1"/>
          <p:nvPr/>
        </p:nvSpPr>
        <p:spPr>
          <a:xfrm>
            <a:off x="6569799" y="4790710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91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42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54128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8.64  ÷  0.16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864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594074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 – 80 =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51AF4-CD8E-DF3D-C17E-26C0538F584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948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3239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8.37  ÷  0.27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837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6803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27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81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108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135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594074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 – 81 =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8CA514-7046-34BB-6542-D0A13045D3B2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2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4" grpId="0"/>
      <p:bldP spid="55" grpId="0"/>
      <p:bldP spid="56" grpId="0"/>
      <p:bldP spid="57" grpId="0" animBg="1"/>
      <p:bldP spid="58" grpId="0" animBg="1"/>
      <p:bldP spid="59" grpId="0"/>
      <p:bldP spid="60" grpId="0"/>
      <p:bldP spid="61" grpId="0"/>
      <p:bldP spid="62" grpId="0"/>
      <p:bldP spid="64" grpId="0"/>
      <p:bldP spid="65" grpId="0"/>
      <p:bldP spid="67" grpId="0"/>
      <p:bldP spid="68" grpId="0"/>
      <p:bldP spid="78" grpId="0"/>
      <p:bldP spid="79" grpId="0"/>
      <p:bldP spid="80" grpId="0"/>
      <p:bldP spid="81" grpId="0"/>
      <p:bldP spid="84" grpId="0"/>
      <p:bldP spid="89" grpId="0"/>
      <p:bldP spid="90" grpId="0" animBg="1"/>
      <p:bldP spid="91" grpId="0"/>
      <p:bldP spid="92" grpId="0"/>
      <p:bldP spid="93" grpId="0"/>
      <p:bldP spid="9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7375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4.55  ÷  0.14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455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 – 42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28 = 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51436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6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8396" y="-313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3.57  ÷  0.15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357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30 =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34926" y="5660603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57 – 45 = 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060052" y="337335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57300-823A-9D83-26D9-EE0C029701D2}"/>
              </a:ext>
            </a:extLst>
          </p:cNvPr>
          <p:cNvSpPr txBox="1"/>
          <p:nvPr/>
        </p:nvSpPr>
        <p:spPr>
          <a:xfrm>
            <a:off x="6517386" y="4790710"/>
            <a:ext cx="8322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105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120</a:t>
            </a:r>
          </a:p>
          <a:p>
            <a:r>
              <a:rPr lang="en-GB" sz="2000" b="1" dirty="0"/>
              <a:t>9:</a:t>
            </a:r>
            <a:r>
              <a:rPr lang="en-GB" sz="2000" dirty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227166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26585" y="-251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49257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6.3  ÷  0.12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630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60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36 – 30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34550" y="34066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9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26585" y="3077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F66DE-6022-3660-EE89-35F24096C7FB}"/>
              </a:ext>
            </a:extLst>
          </p:cNvPr>
          <p:cNvSpPr txBox="1"/>
          <p:nvPr/>
        </p:nvSpPr>
        <p:spPr>
          <a:xfrm>
            <a:off x="5159019" y="108231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2.4  ÷  0.2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54ACC-3AF8-C9C4-163F-E6BB0F46F1C6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F5983-EE2B-8920-6A0E-2BAED814545A}"/>
              </a:ext>
            </a:extLst>
          </p:cNvPr>
          <p:cNvSpPr txBox="1"/>
          <p:nvPr/>
        </p:nvSpPr>
        <p:spPr>
          <a:xfrm>
            <a:off x="5159019" y="179169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0.3  ÷  0.15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0EDA42-5906-9A59-3D5D-8A4DA75780FB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AEF21-E739-4F69-A3C0-7580A50217C2}"/>
              </a:ext>
            </a:extLst>
          </p:cNvPr>
          <p:cNvSpPr txBox="1"/>
          <p:nvPr/>
        </p:nvSpPr>
        <p:spPr>
          <a:xfrm>
            <a:off x="5159019" y="2501082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1.25  ÷  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CE1670-E679-F227-0CE2-0730BC530793}"/>
              </a:ext>
            </a:extLst>
          </p:cNvPr>
          <p:cNvSpPr txBox="1"/>
          <p:nvPr/>
        </p:nvSpPr>
        <p:spPr>
          <a:xfrm>
            <a:off x="8116503" y="250108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B900D1-9006-3FCD-45DD-6F82E097C01B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9DEF17-59FE-3D49-343C-579C76C14711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2A0AA9-6BC4-923D-8D9C-EF650BEE62D3}"/>
              </a:ext>
            </a:extLst>
          </p:cNvPr>
          <p:cNvSpPr txBox="1"/>
          <p:nvPr/>
        </p:nvSpPr>
        <p:spPr>
          <a:xfrm>
            <a:off x="6031436" y="3919854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2.64  ÷  0.12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0A2553-C321-CD39-6632-1474DBFEC8FE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6F502-4540-7C90-1560-514705849145}"/>
              </a:ext>
            </a:extLst>
          </p:cNvPr>
          <p:cNvSpPr txBox="1"/>
          <p:nvPr/>
        </p:nvSpPr>
        <p:spPr>
          <a:xfrm>
            <a:off x="6031436" y="462924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2.52  ÷  0.18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F199E7-5CC7-CE74-6E04-2A4277F4E3FC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BD0168-0627-91DA-7895-C3018F625477}"/>
              </a:ext>
            </a:extLst>
          </p:cNvPr>
          <p:cNvSpPr txBox="1"/>
          <p:nvPr/>
        </p:nvSpPr>
        <p:spPr>
          <a:xfrm>
            <a:off x="6031436" y="5338626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0.49  ÷  0.14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7B8808-82D1-2411-9DC9-60EC38305D90}"/>
              </a:ext>
            </a:extLst>
          </p:cNvPr>
          <p:cNvSpPr txBox="1"/>
          <p:nvPr/>
        </p:nvSpPr>
        <p:spPr>
          <a:xfrm>
            <a:off x="8980103" y="5338626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686CB-C450-32EF-FE0F-524D3A1FEBA2}"/>
              </a:ext>
            </a:extLst>
          </p:cNvPr>
          <p:cNvSpPr txBox="1"/>
          <p:nvPr/>
        </p:nvSpPr>
        <p:spPr>
          <a:xfrm>
            <a:off x="6031436" y="604801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3.48  ÷  0.24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0E0D5-6315-79FD-77FA-8E15DE91F868}"/>
              </a:ext>
            </a:extLst>
          </p:cNvPr>
          <p:cNvSpPr txBox="1"/>
          <p:nvPr/>
        </p:nvSpPr>
        <p:spPr>
          <a:xfrm>
            <a:off x="8888733" y="604801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14.5</a:t>
            </a:r>
          </a:p>
        </p:txBody>
      </p:sp>
    </p:spTree>
    <p:extLst>
      <p:ext uri="{BB962C8B-B14F-4D97-AF65-F5344CB8AC3E}">
        <p14:creationId xmlns:p14="http://schemas.microsoft.com/office/powerpoint/2010/main" val="289784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10980</TotalTime>
  <Words>3014</Words>
  <Application>Microsoft Office PowerPoint</Application>
  <PresentationFormat>A4 Paper (210x297 mm)</PresentationFormat>
  <Paragraphs>1500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3_Office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532</cp:revision>
  <cp:lastPrinted>2017-12-31T22:38:51Z</cp:lastPrinted>
  <dcterms:created xsi:type="dcterms:W3CDTF">2017-01-17T16:57:04Z</dcterms:created>
  <dcterms:modified xsi:type="dcterms:W3CDTF">2024-05-28T10:26:02Z</dcterms:modified>
</cp:coreProperties>
</file>