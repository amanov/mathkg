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1"/>
  </p:notesMasterIdLst>
  <p:sldIdLst>
    <p:sldId id="978" r:id="rId2"/>
    <p:sldId id="979" r:id="rId3"/>
    <p:sldId id="995" r:id="rId4"/>
    <p:sldId id="996" r:id="rId5"/>
    <p:sldId id="944" r:id="rId6"/>
    <p:sldId id="997" r:id="rId7"/>
    <p:sldId id="946" r:id="rId8"/>
    <p:sldId id="998" r:id="rId9"/>
    <p:sldId id="947" r:id="rId10"/>
    <p:sldId id="999" r:id="rId11"/>
    <p:sldId id="948" r:id="rId12"/>
    <p:sldId id="1000" r:id="rId13"/>
    <p:sldId id="949" r:id="rId14"/>
    <p:sldId id="1001" r:id="rId15"/>
    <p:sldId id="956" r:id="rId16"/>
    <p:sldId id="1002" r:id="rId17"/>
    <p:sldId id="954" r:id="rId18"/>
    <p:sldId id="1003" r:id="rId19"/>
    <p:sldId id="950" r:id="rId20"/>
    <p:sldId id="1004" r:id="rId21"/>
    <p:sldId id="951" r:id="rId22"/>
    <p:sldId id="1005" r:id="rId23"/>
    <p:sldId id="952" r:id="rId24"/>
    <p:sldId id="1006" r:id="rId25"/>
    <p:sldId id="955" r:id="rId26"/>
    <p:sldId id="1007" r:id="rId27"/>
    <p:sldId id="953" r:id="rId28"/>
    <p:sldId id="833" r:id="rId29"/>
    <p:sldId id="993" r:id="rId3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2"/>
    </p:embeddedFont>
    <p:embeddedFont>
      <p:font typeface="Bernard MT Condensed" panose="02050806060905020404" pitchFamily="18" charset="0"/>
      <p:regular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78"/>
          </p14:sldIdLst>
        </p14:section>
        <p14:section name="Титулдук слайд" id="{942499A6-327B-410B-9EF0-9C14FB66AB89}">
          <p14:sldIdLst>
            <p14:sldId id="979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6"/>
            <p14:sldId id="998"/>
            <p14:sldId id="947"/>
            <p14:sldId id="999"/>
            <p14:sldId id="948"/>
            <p14:sldId id="1000"/>
            <p14:sldId id="949"/>
            <p14:sldId id="1001"/>
            <p14:sldId id="956"/>
            <p14:sldId id="1002"/>
            <p14:sldId id="954"/>
            <p14:sldId id="1003"/>
            <p14:sldId id="950"/>
            <p14:sldId id="1004"/>
            <p14:sldId id="951"/>
            <p14:sldId id="1005"/>
            <p14:sldId id="952"/>
            <p14:sldId id="1006"/>
            <p14:sldId id="955"/>
            <p14:sldId id="1007"/>
            <p14:sldId id="95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пайыздарга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32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501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68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027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09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3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1496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70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95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66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89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3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488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30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255</Words>
  <Application>Microsoft Office PowerPoint</Application>
  <PresentationFormat>A4 Paper (210x297 mm)</PresentationFormat>
  <Paragraphs>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2024-08-29T16:34:16Z</dcterms:modified>
</cp:coreProperties>
</file>