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51" r:id="rId4"/>
    <p:sldId id="952" r:id="rId5"/>
    <p:sldId id="955" r:id="rId6"/>
    <p:sldId id="956" r:id="rId7"/>
    <p:sldId id="957" r:id="rId8"/>
    <p:sldId id="954" r:id="rId9"/>
    <p:sldId id="274" r:id="rId10"/>
  </p:sldIdLst>
  <p:sldSz cx="9906000" cy="6858000" type="A4"/>
  <p:notesSz cx="7104063" cy="10234613"/>
  <p:embeddedFontLst>
    <p:embeddedFont>
      <p:font typeface="Bauhaus 93" panose="04030905020B02020C02" pitchFamily="82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6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605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9055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8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8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6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2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87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72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799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2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96346"/>
            <a:ext cx="9123680" cy="4780617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Кошуу – Көнүгүү А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25870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FFCF0D-4EC5-7764-1BDC-A2059535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34880" cy="720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төрт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0.17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0.81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0.19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1.8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2.02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2.99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1.25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алты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0.82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1.78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00680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төрт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0.17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0.83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0.81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0.311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0.21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2.02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2.99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алты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8058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төрт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0.17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0.83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0.81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0.311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0.21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070C0"/>
                </a:solidFill>
              </a:rPr>
              <a:t>2.5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2.12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2.02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3.06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2.99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0.57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0070C0"/>
                </a:solidFill>
              </a:rPr>
              <a:t>1.8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алты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1.58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2.45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4301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50741A-B047-A5C3-2A46-03C62E9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3520"/>
            <a:ext cx="4856480" cy="650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23532B-B5E6-51A5-808C-DE7B0E5B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81" y="355600"/>
            <a:ext cx="485648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9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FFF5F-3365-ACCC-CC5D-9A188502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80383" y="1175396"/>
            <a:ext cx="6725922" cy="46392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5CD93-C6C9-10FA-D9D7-B6443F53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1858" y="1043318"/>
            <a:ext cx="6725922" cy="46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4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65760"/>
            <a:ext cx="9429569" cy="635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10902</TotalTime>
  <Words>468</Words>
  <Application>Microsoft Office PowerPoint</Application>
  <PresentationFormat>A4 Paper (210x297 mm)</PresentationFormat>
  <Paragraphs>241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Bauhaus 93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2022-10-11T08:35:11Z</cp:lastPrinted>
  <dcterms:created xsi:type="dcterms:W3CDTF">2017-01-17T16:57:04Z</dcterms:created>
  <dcterms:modified xsi:type="dcterms:W3CDTF">2024-05-18T17:05:52Z</dcterms:modified>
</cp:coreProperties>
</file>