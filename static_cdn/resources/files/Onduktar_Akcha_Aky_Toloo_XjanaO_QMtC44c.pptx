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50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п слайд" id="{FB33D2DF-AEFA-4649-B45A-994C0FB1C0AF}">
          <p14:sldIdLst>
            <p14:sldId id="947"/>
          </p14:sldIdLst>
        </p14:section>
        <p14:section name="Титулдук слайд" id="{1CDF7273-3844-47B1-97ED-B35340A715A1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Мугалимдин жооп баракчасы" id="{411D3605-D9E8-4479-810F-9FCE82E3AFDB}">
          <p14:sldIdLst>
            <p14:sldId id="950"/>
          </p14:sldIdLst>
        </p14:section>
        <p14:section name="Таркатма кагаздар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Эмгек акы төлөмдөрү  / Иш балоо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358027" y="1201737"/>
            <a:ext cx="6300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b="1" u="sng" dirty="0">
                <a:solidFill>
                  <a:prstClr val="black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Эмгек акы төлөмдөрү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180226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37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48D430-2515-459C-BAE7-DDFC295A1F1C}"/>
              </a:ext>
            </a:extLst>
          </p:cNvPr>
          <p:cNvSpPr txBox="1"/>
          <p:nvPr/>
        </p:nvSpPr>
        <p:spPr>
          <a:xfrm>
            <a:off x="3340906" y="581075"/>
            <a:ext cx="3230821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Даку өткөн аптада 34 саат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иштегени үчүн 391 доллар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алган.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Дакуга саатына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канча акча төлөндү?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A810B1-7235-4183-9758-E2D0F827693F}"/>
              </a:ext>
            </a:extLst>
          </p:cNvPr>
          <p:cNvSpPr txBox="1"/>
          <p:nvPr/>
        </p:nvSpPr>
        <p:spPr>
          <a:xfrm>
            <a:off x="6665780" y="756921"/>
            <a:ext cx="3175293" cy="1220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ru-RU" sz="2000" dirty="0"/>
              <a:t>Саку саатына 9,50 </a:t>
            </a:r>
            <a:r>
              <a:rPr lang="en-US" sz="2000" dirty="0"/>
              <a:t>$</a:t>
            </a:r>
            <a:r>
              <a:rPr lang="ru-RU" sz="2000" dirty="0"/>
              <a:t> табат.</a:t>
            </a:r>
          </a:p>
          <a:p>
            <a:pPr algn="ctr">
              <a:lnSpc>
                <a:spcPts val="2200"/>
              </a:lnSpc>
            </a:pPr>
            <a:r>
              <a:rPr lang="ru-RU" sz="2000" dirty="0"/>
              <a:t>Бир күндө ал 85,50 </a:t>
            </a:r>
            <a:r>
              <a:rPr lang="en-US" sz="2000" dirty="0"/>
              <a:t>$</a:t>
            </a:r>
            <a:r>
              <a:rPr lang="ru-RU" sz="2000" dirty="0"/>
              <a:t>тапкан</a:t>
            </a:r>
          </a:p>
          <a:p>
            <a:pPr algn="ctr">
              <a:lnSpc>
                <a:spcPts val="2200"/>
              </a:lnSpc>
            </a:pPr>
            <a:endParaRPr lang="ru-RU" sz="2000" dirty="0"/>
          </a:p>
          <a:p>
            <a:pPr algn="ctr">
              <a:lnSpc>
                <a:spcPts val="2200"/>
              </a:lnSpc>
            </a:pPr>
            <a:r>
              <a:rPr lang="ru-RU" sz="2000" dirty="0"/>
              <a:t>Ал канча саат иште</a:t>
            </a:r>
            <a:r>
              <a:rPr lang="ky-KG" sz="2000" dirty="0"/>
              <a:t>ген</a:t>
            </a:r>
            <a:r>
              <a:rPr lang="ru-RU" sz="2000" dirty="0"/>
              <a:t>?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AD65CA-D4D0-4386-9214-9EE1F6E14773}"/>
              </a:ext>
            </a:extLst>
          </p:cNvPr>
          <p:cNvSpPr txBox="1"/>
          <p:nvPr/>
        </p:nvSpPr>
        <p:spPr>
          <a:xfrm>
            <a:off x="-89147" y="581075"/>
            <a:ext cx="3479094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Алмаз күнүнө 6 саат иштейт.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Ага саатына 12 доллар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 төлөнөт.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Алмаз бир күндө канча табат?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2C6A3-49EF-475F-A582-7ACE04E9F6C3}"/>
              </a:ext>
            </a:extLst>
          </p:cNvPr>
          <p:cNvSpPr txBox="1"/>
          <p:nvPr/>
        </p:nvSpPr>
        <p:spPr>
          <a:xfrm>
            <a:off x="3232176" y="2779152"/>
            <a:ext cx="3521349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Саку күнүнө 7 саат 30 мүнөт </a:t>
            </a:r>
            <a:r>
              <a:rPr lang="en-US" sz="2000" dirty="0"/>
              <a:t>&amp;</a:t>
            </a:r>
            <a:r>
              <a:rPr lang="ky-KG" sz="2000" dirty="0"/>
              <a:t>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жумасына 4 күн иштейт.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Бир жумада ал 375 доллар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 тапкан.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Ал саатына канча </a:t>
            </a:r>
            <a:r>
              <a:rPr lang="en-US" sz="2000" dirty="0"/>
              <a:t>$</a:t>
            </a:r>
            <a:r>
              <a:rPr lang="ky-KG" sz="2000" dirty="0"/>
              <a:t> алат?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3E2B9-235C-4A15-9056-D6FB98AC50E6}"/>
              </a:ext>
            </a:extLst>
          </p:cNvPr>
          <p:cNvSpPr txBox="1"/>
          <p:nvPr/>
        </p:nvSpPr>
        <p:spPr>
          <a:xfrm>
            <a:off x="6667614" y="2946206"/>
            <a:ext cx="3171638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Каку кечээ 2 жарым саат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 иштегени үчүн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35 доллар алган.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Каку эмгек акынын кандай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ченинде иштеген?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99728-C4FE-43F8-975E-7CD9E200DE83}"/>
              </a:ext>
            </a:extLst>
          </p:cNvPr>
          <p:cNvSpPr txBox="1"/>
          <p:nvPr/>
        </p:nvSpPr>
        <p:spPr>
          <a:xfrm>
            <a:off x="-39444" y="2779152"/>
            <a:ext cx="3379708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Аку жумасына 5 күн, 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күнүнө 8 саат иштейт.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Ага саатына 10,25 </a:t>
            </a:r>
            <a:r>
              <a:rPr lang="en-US" sz="2000" dirty="0"/>
              <a:t>$</a:t>
            </a:r>
            <a:r>
              <a:rPr lang="ky-KG" sz="2000" dirty="0"/>
              <a:t> төлөнөт.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Аку бир жумада канча табат?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4A75BF-1A3C-47BA-BCDA-9FD9E3F1D54F}"/>
              </a:ext>
            </a:extLst>
          </p:cNvPr>
          <p:cNvSpPr txBox="1"/>
          <p:nvPr/>
        </p:nvSpPr>
        <p:spPr>
          <a:xfrm>
            <a:off x="3241457" y="5170660"/>
            <a:ext cx="3429720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Саку күнүнө 87 доллар табат.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Ал жумасына 5 күн иштейт.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Саку бир айдан кийин канча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акча табам деп күтөт?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9C654A-966C-45AC-B8A2-DA4A02AEDE73}"/>
              </a:ext>
            </a:extLst>
          </p:cNvPr>
          <p:cNvSpPr txBox="1"/>
          <p:nvPr/>
        </p:nvSpPr>
        <p:spPr>
          <a:xfrm>
            <a:off x="6912398" y="5170660"/>
            <a:ext cx="2600905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Жакуга</a:t>
            </a:r>
            <a:r>
              <a:rPr lang="ru-RU" sz="2000" dirty="0"/>
              <a:t> саатына 10,27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ru-RU" sz="2000" dirty="0"/>
              <a:t>доллар төлөнгөн.</a:t>
            </a:r>
          </a:p>
          <a:p>
            <a:pPr algn="ctr">
              <a:lnSpc>
                <a:spcPts val="2200"/>
              </a:lnSpc>
            </a:pPr>
            <a:endParaRPr lang="ru-RU" sz="2000" dirty="0"/>
          </a:p>
          <a:p>
            <a:pPr algn="ctr">
              <a:lnSpc>
                <a:spcPts val="2200"/>
              </a:lnSpc>
            </a:pPr>
            <a:r>
              <a:rPr lang="ru-RU" sz="2000" dirty="0"/>
              <a:t>7 сааттан кийин </a:t>
            </a:r>
          </a:p>
          <a:p>
            <a:pPr algn="ctr">
              <a:lnSpc>
                <a:spcPts val="2200"/>
              </a:lnSpc>
            </a:pPr>
            <a:r>
              <a:rPr lang="ru-RU" sz="2000" dirty="0"/>
              <a:t>ал канча табат?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D26185-7402-4B5C-B748-0CD749757B51}"/>
              </a:ext>
            </a:extLst>
          </p:cNvPr>
          <p:cNvSpPr txBox="1"/>
          <p:nvPr/>
        </p:nvSpPr>
        <p:spPr>
          <a:xfrm>
            <a:off x="-97413" y="5082737"/>
            <a:ext cx="3495637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Таку кечээ 91 </a:t>
            </a:r>
            <a:r>
              <a:rPr lang="en-US" sz="2000" dirty="0"/>
              <a:t>$</a:t>
            </a:r>
            <a:r>
              <a:rPr lang="ky-KG" sz="2000" dirty="0"/>
              <a:t> тапкан.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Ал иштеген ар бир сааты үчүн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14 доллар алган.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Кечээ ал канча саат иштеди?</a:t>
            </a:r>
            <a:endParaRPr lang="en-GB" sz="2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33697" y="-29315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3194" y="-19058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156967" y="51455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29625" y="2235109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1979" y="227629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54512" y="4370894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24869" y="4492566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55309" y="4433969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49037" y="-5586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15170" y="2313173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55050" y="41350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6512" y="229012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7502" y="4439430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33735" y="4604800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02009" y="4485690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493176" y="-29438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139850" y="2270084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6894" y="2223606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48D430-2515-459C-BAE7-DDFC295A1F1C}"/>
              </a:ext>
            </a:extLst>
          </p:cNvPr>
          <p:cNvSpPr txBox="1"/>
          <p:nvPr/>
        </p:nvSpPr>
        <p:spPr>
          <a:xfrm>
            <a:off x="3340906" y="581075"/>
            <a:ext cx="3230821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Даку өткөн аптада 34 саат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иштегени үчүн 391 доллар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алган.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Дакуга саатына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канча акча төлөндү?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A810B1-7235-4183-9758-E2D0F827693F}"/>
              </a:ext>
            </a:extLst>
          </p:cNvPr>
          <p:cNvSpPr txBox="1"/>
          <p:nvPr/>
        </p:nvSpPr>
        <p:spPr>
          <a:xfrm>
            <a:off x="6665780" y="756921"/>
            <a:ext cx="3175293" cy="1220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ru-RU" sz="2000" dirty="0"/>
              <a:t>Саку саатына 9,50 </a:t>
            </a:r>
            <a:r>
              <a:rPr lang="en-US" sz="2000" dirty="0"/>
              <a:t>$</a:t>
            </a:r>
            <a:r>
              <a:rPr lang="ru-RU" sz="2000" dirty="0"/>
              <a:t> табат.</a:t>
            </a:r>
          </a:p>
          <a:p>
            <a:pPr algn="ctr">
              <a:lnSpc>
                <a:spcPts val="2200"/>
              </a:lnSpc>
            </a:pPr>
            <a:r>
              <a:rPr lang="ru-RU" sz="2000" dirty="0"/>
              <a:t>Бир күндө ал 85,50 </a:t>
            </a:r>
            <a:r>
              <a:rPr lang="en-US" sz="2000" dirty="0"/>
              <a:t>$</a:t>
            </a:r>
            <a:r>
              <a:rPr lang="ru-RU" sz="2000" dirty="0"/>
              <a:t>тапкан</a:t>
            </a:r>
          </a:p>
          <a:p>
            <a:pPr algn="ctr">
              <a:lnSpc>
                <a:spcPts val="2200"/>
              </a:lnSpc>
            </a:pPr>
            <a:endParaRPr lang="ru-RU" sz="2000" dirty="0"/>
          </a:p>
          <a:p>
            <a:pPr algn="ctr">
              <a:lnSpc>
                <a:spcPts val="2200"/>
              </a:lnSpc>
            </a:pPr>
            <a:r>
              <a:rPr lang="ru-RU" sz="2000" dirty="0"/>
              <a:t>Ал канча саат иште</a:t>
            </a:r>
            <a:r>
              <a:rPr lang="ky-KG" sz="2000" dirty="0"/>
              <a:t>ген</a:t>
            </a:r>
            <a:r>
              <a:rPr lang="ru-RU" sz="2000" dirty="0"/>
              <a:t>?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AD65CA-D4D0-4386-9214-9EE1F6E14773}"/>
              </a:ext>
            </a:extLst>
          </p:cNvPr>
          <p:cNvSpPr txBox="1"/>
          <p:nvPr/>
        </p:nvSpPr>
        <p:spPr>
          <a:xfrm>
            <a:off x="-89147" y="581075"/>
            <a:ext cx="3479094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Алмаз күнүнө 6 саат иштейт.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Ага саатына 12 доллар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 төлөнөт.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Алмаз бир күндө канча табат?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2C6A3-49EF-475F-A582-7ACE04E9F6C3}"/>
              </a:ext>
            </a:extLst>
          </p:cNvPr>
          <p:cNvSpPr txBox="1"/>
          <p:nvPr/>
        </p:nvSpPr>
        <p:spPr>
          <a:xfrm>
            <a:off x="3232176" y="2779152"/>
            <a:ext cx="3521349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Саку күнүнө 7 саат 30 мүнөт </a:t>
            </a:r>
            <a:r>
              <a:rPr lang="en-US" sz="2000" dirty="0"/>
              <a:t>&amp;</a:t>
            </a:r>
            <a:r>
              <a:rPr lang="ky-KG" sz="2000" dirty="0"/>
              <a:t>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жумасына 4 күн иштейт.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Бир жумада ал 375 доллар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 тапкан.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Ал саатына канча </a:t>
            </a:r>
            <a:r>
              <a:rPr lang="en-US" sz="2000" dirty="0"/>
              <a:t>$</a:t>
            </a:r>
            <a:r>
              <a:rPr lang="ky-KG" sz="2000" dirty="0"/>
              <a:t> алат?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3E2B9-235C-4A15-9056-D6FB98AC50E6}"/>
              </a:ext>
            </a:extLst>
          </p:cNvPr>
          <p:cNvSpPr txBox="1"/>
          <p:nvPr/>
        </p:nvSpPr>
        <p:spPr>
          <a:xfrm>
            <a:off x="6667614" y="2946206"/>
            <a:ext cx="3171638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Каку кечээ 2 жарым саат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 иштегени үчүн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35 доллар алган.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Каку эмгек акынын кандай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ченинде иштеген?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99728-C4FE-43F8-975E-7CD9E200DE83}"/>
              </a:ext>
            </a:extLst>
          </p:cNvPr>
          <p:cNvSpPr txBox="1"/>
          <p:nvPr/>
        </p:nvSpPr>
        <p:spPr>
          <a:xfrm>
            <a:off x="-39444" y="2779152"/>
            <a:ext cx="3379708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Аку жумасына 5 күн, 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күнүнө 8 саат иштейт.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Ага саатына 10,25 </a:t>
            </a:r>
            <a:r>
              <a:rPr lang="en-US" sz="2000" dirty="0"/>
              <a:t>$</a:t>
            </a:r>
            <a:r>
              <a:rPr lang="ky-KG" sz="2000" dirty="0"/>
              <a:t> төлөнөт.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Аку бир жумада канча табат?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4A75BF-1A3C-47BA-BCDA-9FD9E3F1D54F}"/>
              </a:ext>
            </a:extLst>
          </p:cNvPr>
          <p:cNvSpPr txBox="1"/>
          <p:nvPr/>
        </p:nvSpPr>
        <p:spPr>
          <a:xfrm>
            <a:off x="3253256" y="5170660"/>
            <a:ext cx="3406124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Саку күнүнө 87 доллар табат.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Ал жумасына 5 күн иштейт.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Саку бир айдан кийин канча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акча табам деп күтөт?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9C654A-966C-45AC-B8A2-DA4A02AEDE73}"/>
              </a:ext>
            </a:extLst>
          </p:cNvPr>
          <p:cNvSpPr txBox="1"/>
          <p:nvPr/>
        </p:nvSpPr>
        <p:spPr>
          <a:xfrm>
            <a:off x="6912398" y="5170660"/>
            <a:ext cx="2600905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Жакуга</a:t>
            </a:r>
            <a:r>
              <a:rPr lang="ru-RU" sz="2000" dirty="0"/>
              <a:t> саатына 10,27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ru-RU" sz="2000" dirty="0"/>
              <a:t>доллар төлөнгөн.</a:t>
            </a:r>
          </a:p>
          <a:p>
            <a:pPr algn="ctr">
              <a:lnSpc>
                <a:spcPts val="2200"/>
              </a:lnSpc>
            </a:pPr>
            <a:endParaRPr lang="ru-RU" sz="2000" dirty="0"/>
          </a:p>
          <a:p>
            <a:pPr algn="ctr">
              <a:lnSpc>
                <a:spcPts val="2200"/>
              </a:lnSpc>
            </a:pPr>
            <a:r>
              <a:rPr lang="ru-RU" sz="2000" dirty="0"/>
              <a:t>7 сааттан кийин </a:t>
            </a:r>
          </a:p>
          <a:p>
            <a:pPr algn="ctr">
              <a:lnSpc>
                <a:spcPts val="2200"/>
              </a:lnSpc>
            </a:pPr>
            <a:r>
              <a:rPr lang="ru-RU" sz="2000" dirty="0"/>
              <a:t>ал канча табат?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D26185-7402-4B5C-B748-0CD749757B51}"/>
              </a:ext>
            </a:extLst>
          </p:cNvPr>
          <p:cNvSpPr txBox="1"/>
          <p:nvPr/>
        </p:nvSpPr>
        <p:spPr>
          <a:xfrm>
            <a:off x="-97413" y="5082737"/>
            <a:ext cx="3495637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Таку кечээ 91 </a:t>
            </a:r>
            <a:r>
              <a:rPr lang="en-US" sz="2000" dirty="0"/>
              <a:t>$</a:t>
            </a:r>
            <a:r>
              <a:rPr lang="ky-KG" sz="2000" dirty="0"/>
              <a:t> тапкан.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Ал иштеген ар бир сааты үчүн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14 доллар алган.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Кечээ ал канча саат иштеди?</a:t>
            </a:r>
            <a:endParaRPr lang="en-GB" sz="2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C00EFF5D-C9B9-5D57-F46F-84F17ADAA6D2}"/>
              </a:ext>
            </a:extLst>
          </p:cNvPr>
          <p:cNvSpPr/>
          <p:nvPr/>
        </p:nvSpPr>
        <p:spPr>
          <a:xfrm>
            <a:off x="1361440" y="121920"/>
            <a:ext cx="748800" cy="3712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01187A-4614-6E1F-E5A8-8BCB33BA636E}"/>
              </a:ext>
            </a:extLst>
          </p:cNvPr>
          <p:cNvSpPr txBox="1"/>
          <p:nvPr/>
        </p:nvSpPr>
        <p:spPr>
          <a:xfrm>
            <a:off x="1412410" y="98361"/>
            <a:ext cx="890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400" dirty="0"/>
              <a:t>72 </a:t>
            </a:r>
            <a:r>
              <a:rPr lang="en-US" sz="2400" dirty="0"/>
              <a:t>$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E9F7AB-AA7E-564E-0F41-E044EA8D9B76}"/>
              </a:ext>
            </a:extLst>
          </p:cNvPr>
          <p:cNvSpPr/>
          <p:nvPr/>
        </p:nvSpPr>
        <p:spPr>
          <a:xfrm>
            <a:off x="4189634" y="90162"/>
            <a:ext cx="1636833" cy="41290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63E719-55C4-AD35-5590-7924D633247A}"/>
              </a:ext>
            </a:extLst>
          </p:cNvPr>
          <p:cNvSpPr txBox="1"/>
          <p:nvPr/>
        </p:nvSpPr>
        <p:spPr>
          <a:xfrm>
            <a:off x="4131281" y="88404"/>
            <a:ext cx="2267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11.50$</a:t>
            </a:r>
            <a:r>
              <a:rPr lang="ky-KG" sz="2400" dirty="0"/>
              <a:t> /саат</a:t>
            </a:r>
            <a:endParaRPr lang="en-US" sz="2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2A8F99-3E9F-1042-23A3-41CB1C17ED81}"/>
              </a:ext>
            </a:extLst>
          </p:cNvPr>
          <p:cNvSpPr/>
          <p:nvPr/>
        </p:nvSpPr>
        <p:spPr>
          <a:xfrm>
            <a:off x="7801370" y="86103"/>
            <a:ext cx="1373414" cy="4070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4F707D-14D0-1883-318D-34C7D4737896}"/>
              </a:ext>
            </a:extLst>
          </p:cNvPr>
          <p:cNvSpPr txBox="1"/>
          <p:nvPr/>
        </p:nvSpPr>
        <p:spPr>
          <a:xfrm>
            <a:off x="7972534" y="63928"/>
            <a:ext cx="130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400" dirty="0"/>
              <a:t>9 саат</a:t>
            </a:r>
            <a:endParaRPr lang="en-US" sz="24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A7DB71D-D494-0D27-564C-8F017D8F6745}"/>
              </a:ext>
            </a:extLst>
          </p:cNvPr>
          <p:cNvSpPr/>
          <p:nvPr/>
        </p:nvSpPr>
        <p:spPr>
          <a:xfrm>
            <a:off x="1005458" y="2393812"/>
            <a:ext cx="1373414" cy="4070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9C9F85F-216E-FB7D-8E6E-CC69911FA03E}"/>
              </a:ext>
            </a:extLst>
          </p:cNvPr>
          <p:cNvSpPr txBox="1"/>
          <p:nvPr/>
        </p:nvSpPr>
        <p:spPr>
          <a:xfrm>
            <a:off x="1176622" y="2371637"/>
            <a:ext cx="130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410 $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37AA904-889D-E020-4B61-FA818849AE62}"/>
              </a:ext>
            </a:extLst>
          </p:cNvPr>
          <p:cNvSpPr/>
          <p:nvPr/>
        </p:nvSpPr>
        <p:spPr>
          <a:xfrm>
            <a:off x="4277078" y="2369901"/>
            <a:ext cx="1373414" cy="4070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7C48BFB-6A9C-E36F-700A-11A7D1D1CE02}"/>
              </a:ext>
            </a:extLst>
          </p:cNvPr>
          <p:cNvSpPr txBox="1"/>
          <p:nvPr/>
        </p:nvSpPr>
        <p:spPr>
          <a:xfrm>
            <a:off x="4448242" y="2347726"/>
            <a:ext cx="130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12.50 $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D8096BC-3096-2232-ED9C-BB8E696FFDDE}"/>
              </a:ext>
            </a:extLst>
          </p:cNvPr>
          <p:cNvSpPr/>
          <p:nvPr/>
        </p:nvSpPr>
        <p:spPr>
          <a:xfrm>
            <a:off x="7376516" y="2402342"/>
            <a:ext cx="1798268" cy="4070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7BB9BB-AA66-193F-93B9-0B0BF6585393}"/>
              </a:ext>
            </a:extLst>
          </p:cNvPr>
          <p:cNvSpPr txBox="1"/>
          <p:nvPr/>
        </p:nvSpPr>
        <p:spPr>
          <a:xfrm>
            <a:off x="7448760" y="2378363"/>
            <a:ext cx="1857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14 $</a:t>
            </a:r>
            <a:r>
              <a:rPr lang="ky-KG" sz="2400" dirty="0"/>
              <a:t> /саат</a:t>
            </a:r>
            <a:endParaRPr lang="en-US" sz="24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893ED4C-1718-31D2-3720-7E2479B2C59F}"/>
              </a:ext>
            </a:extLst>
          </p:cNvPr>
          <p:cNvSpPr/>
          <p:nvPr/>
        </p:nvSpPr>
        <p:spPr>
          <a:xfrm>
            <a:off x="980206" y="4688800"/>
            <a:ext cx="1373414" cy="4070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964035-829C-3AAB-5587-1E3A44FB8E8A}"/>
              </a:ext>
            </a:extLst>
          </p:cNvPr>
          <p:cNvSpPr txBox="1"/>
          <p:nvPr/>
        </p:nvSpPr>
        <p:spPr>
          <a:xfrm>
            <a:off x="1151370" y="4666625"/>
            <a:ext cx="130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6.5</a:t>
            </a:r>
            <a:r>
              <a:rPr lang="ky-KG" sz="2400" dirty="0"/>
              <a:t> саат</a:t>
            </a:r>
            <a:endParaRPr lang="en-US" sz="24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F124543-8791-6952-290E-5D719BF3F113}"/>
              </a:ext>
            </a:extLst>
          </p:cNvPr>
          <p:cNvSpPr/>
          <p:nvPr/>
        </p:nvSpPr>
        <p:spPr>
          <a:xfrm>
            <a:off x="4318160" y="4657433"/>
            <a:ext cx="1373414" cy="4070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EAA55F0-14B2-8F52-8126-7095F7F6133B}"/>
              </a:ext>
            </a:extLst>
          </p:cNvPr>
          <p:cNvSpPr txBox="1"/>
          <p:nvPr/>
        </p:nvSpPr>
        <p:spPr>
          <a:xfrm>
            <a:off x="4489324" y="4635258"/>
            <a:ext cx="130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1740 $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CF11B15-AC98-53A9-85A9-E6569005EB3F}"/>
              </a:ext>
            </a:extLst>
          </p:cNvPr>
          <p:cNvSpPr/>
          <p:nvPr/>
        </p:nvSpPr>
        <p:spPr>
          <a:xfrm>
            <a:off x="7588005" y="4657433"/>
            <a:ext cx="1373414" cy="4070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2E9B18B-28C8-633E-CDCB-E06028830253}"/>
              </a:ext>
            </a:extLst>
          </p:cNvPr>
          <p:cNvSpPr txBox="1"/>
          <p:nvPr/>
        </p:nvSpPr>
        <p:spPr>
          <a:xfrm>
            <a:off x="7759169" y="4635258"/>
            <a:ext cx="130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71.79$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C18614B-ED38-046F-4066-59D879665ED8}"/>
              </a:ext>
            </a:extLst>
          </p:cNvPr>
          <p:cNvSpPr/>
          <p:nvPr/>
        </p:nvSpPr>
        <p:spPr>
          <a:xfrm>
            <a:off x="4921349" y="5709770"/>
            <a:ext cx="1373414" cy="39027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207DE90-A0D7-44F6-8F2B-B47FD419244F}"/>
              </a:ext>
            </a:extLst>
          </p:cNvPr>
          <p:cNvSpPr txBox="1"/>
          <p:nvPr/>
        </p:nvSpPr>
        <p:spPr>
          <a:xfrm>
            <a:off x="5092513" y="5670824"/>
            <a:ext cx="130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 </a:t>
            </a:r>
            <a:r>
              <a:rPr lang="ky-KG" sz="2400" dirty="0"/>
              <a:t>жума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053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7BB6C5E-9758-A264-871C-DD902148C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8"/>
            <a:ext cx="4893788" cy="33870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C71556-B599-9372-443A-5171831A2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978"/>
            <a:ext cx="4893788" cy="33870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E6739B-BD2E-4623-8B79-DDE66DA40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0959"/>
            <a:ext cx="4893788" cy="338704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E1FF157-01CA-47CF-CE53-02F906879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70959"/>
            <a:ext cx="4893788" cy="338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8413</TotalTime>
  <Words>498</Words>
  <Application>Microsoft Office PowerPoint</Application>
  <PresentationFormat>A4 Paper (210x297 mm)</PresentationFormat>
  <Paragraphs>124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378</cp:revision>
  <cp:lastPrinted>2017-12-31T22:38:51Z</cp:lastPrinted>
  <dcterms:created xsi:type="dcterms:W3CDTF">2017-01-17T16:57:04Z</dcterms:created>
  <dcterms:modified xsi:type="dcterms:W3CDTF">2024-09-18T16:36:08Z</dcterms:modified>
</cp:coreProperties>
</file>