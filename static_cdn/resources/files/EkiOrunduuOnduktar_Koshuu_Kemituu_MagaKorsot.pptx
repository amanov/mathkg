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3"/>
  </p:notesMasterIdLst>
  <p:sldIdLst>
    <p:sldId id="972" r:id="rId2"/>
    <p:sldId id="939" r:id="rId3"/>
    <p:sldId id="948" r:id="rId4"/>
    <p:sldId id="947" r:id="rId5"/>
    <p:sldId id="949" r:id="rId6"/>
    <p:sldId id="941" r:id="rId7"/>
    <p:sldId id="945" r:id="rId8"/>
    <p:sldId id="946" r:id="rId9"/>
    <p:sldId id="952" r:id="rId10"/>
    <p:sldId id="954" r:id="rId11"/>
    <p:sldId id="942" r:id="rId12"/>
    <p:sldId id="950" r:id="rId13"/>
    <p:sldId id="953" r:id="rId14"/>
    <p:sldId id="951" r:id="rId15"/>
    <p:sldId id="943" r:id="rId16"/>
    <p:sldId id="957" r:id="rId17"/>
    <p:sldId id="967" r:id="rId18"/>
    <p:sldId id="955" r:id="rId19"/>
    <p:sldId id="956" r:id="rId20"/>
    <p:sldId id="964" r:id="rId21"/>
    <p:sldId id="968" r:id="rId22"/>
    <p:sldId id="961" r:id="rId23"/>
    <p:sldId id="963" r:id="rId24"/>
    <p:sldId id="962" r:id="rId25"/>
    <p:sldId id="959" r:id="rId26"/>
    <p:sldId id="960" r:id="rId27"/>
    <p:sldId id="965" r:id="rId28"/>
    <p:sldId id="966" r:id="rId29"/>
    <p:sldId id="969" r:id="rId30"/>
    <p:sldId id="970" r:id="rId31"/>
    <p:sldId id="973" r:id="rId3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2"/>
          </p14:sldIdLst>
        </p14:section>
        <p14:section name="Кошуу" id="{059544AC-2C27-45B1-9F95-F87DF8854DD6}">
          <p14:sldIdLst>
            <p14:sldId id="939"/>
            <p14:sldId id="948"/>
            <p14:sldId id="947"/>
            <p14:sldId id="949"/>
            <p14:sldId id="941"/>
            <p14:sldId id="945"/>
            <p14:sldId id="946"/>
            <p14:sldId id="952"/>
            <p14:sldId id="954"/>
            <p14:sldId id="942"/>
            <p14:sldId id="950"/>
            <p14:sldId id="953"/>
            <p14:sldId id="951"/>
            <p14:sldId id="943"/>
            <p14:sldId id="957"/>
            <p14:sldId id="967"/>
            <p14:sldId id="955"/>
            <p14:sldId id="956"/>
          </p14:sldIdLst>
        </p14:section>
        <p14:section name="Кемитүү" id="{06048E46-622E-4571-BAB5-D9F3F92356DE}">
          <p14:sldIdLst>
            <p14:sldId id="964"/>
            <p14:sldId id="968"/>
            <p14:sldId id="961"/>
            <p14:sldId id="963"/>
            <p14:sldId id="962"/>
            <p14:sldId id="959"/>
            <p14:sldId id="960"/>
            <p14:sldId id="965"/>
            <p14:sldId id="966"/>
            <p14:sldId id="969"/>
            <p14:sldId id="970"/>
          </p14:sldIdLst>
        </p14:section>
        <p14:section name="MATHKGZ" id="{F3D720CF-F566-46A6-9361-125255B68FA6}">
          <p14:sldIdLst>
            <p14:sldId id="9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C85A"/>
    <a:srgbClr val="FFFFF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Сандуу Ондуктар – Кошуу жана кемитүү –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Мага 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көрсөт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көнүгүү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окуучуну ойлондуруу үчүн иштелип чыккан, эч кандай жооп жок.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өз жоопторун эки - экиден же мугалимге  көрсөтүп текшере алышы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мини-тактада же дептер аркылуу жооп бере алышат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08616" y="1834868"/>
            <a:ext cx="7088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  +   0.3   =   _________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2AFC55-E4A7-E305-32B7-8C5CA1718999}"/>
              </a:ext>
            </a:extLst>
          </p:cNvPr>
          <p:cNvGrpSpPr/>
          <p:nvPr/>
        </p:nvGrpSpPr>
        <p:grpSpPr>
          <a:xfrm>
            <a:off x="3073882" y="3743324"/>
            <a:ext cx="3758235" cy="2294136"/>
            <a:chOff x="3052986" y="3743324"/>
            <a:chExt cx="3758235" cy="2294136"/>
          </a:xfrm>
        </p:grpSpPr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20D121F9-80B5-1B1B-44BF-7D37D9A6D789}"/>
                </a:ext>
              </a:extLst>
            </p:cNvPr>
            <p:cNvGrpSpPr/>
            <p:nvPr/>
          </p:nvGrpSpPr>
          <p:grpSpPr>
            <a:xfrm>
              <a:off x="5579915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E569AF0F-EBC9-A1B7-753D-37DCFAB2760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73BF69C6-BDC6-9848-B137-2E67F9FDEEA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6" name="Cube 345">
                <a:extLst>
                  <a:ext uri="{FF2B5EF4-FFF2-40B4-BE49-F238E27FC236}">
                    <a16:creationId xmlns:a16="http://schemas.microsoft.com/office/drawing/2014/main" id="{30951B19-3A3D-3D3A-CBF0-2F863000D78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7" name="Cube 346">
                <a:extLst>
                  <a:ext uri="{FF2B5EF4-FFF2-40B4-BE49-F238E27FC236}">
                    <a16:creationId xmlns:a16="http://schemas.microsoft.com/office/drawing/2014/main" id="{8A643487-FCEC-36AB-C19B-0889B37A55D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8" name="Cube 347">
                <a:extLst>
                  <a:ext uri="{FF2B5EF4-FFF2-40B4-BE49-F238E27FC236}">
                    <a16:creationId xmlns:a16="http://schemas.microsoft.com/office/drawing/2014/main" id="{C2EF62F7-FBCE-FBE7-4732-9D727CCF5A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9" name="Cube 348">
                <a:extLst>
                  <a:ext uri="{FF2B5EF4-FFF2-40B4-BE49-F238E27FC236}">
                    <a16:creationId xmlns:a16="http://schemas.microsoft.com/office/drawing/2014/main" id="{D6BBE5CF-8151-9F6C-21A1-DF45B4BB02C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0" name="Cube 349">
                <a:extLst>
                  <a:ext uri="{FF2B5EF4-FFF2-40B4-BE49-F238E27FC236}">
                    <a16:creationId xmlns:a16="http://schemas.microsoft.com/office/drawing/2014/main" id="{7D17CF7E-615E-7853-364F-7029E379050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1" name="Cube 350">
                <a:extLst>
                  <a:ext uri="{FF2B5EF4-FFF2-40B4-BE49-F238E27FC236}">
                    <a16:creationId xmlns:a16="http://schemas.microsoft.com/office/drawing/2014/main" id="{53DB9C5E-DEA9-3C86-2F17-EAC260B315E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2" name="Cube 351">
                <a:extLst>
                  <a:ext uri="{FF2B5EF4-FFF2-40B4-BE49-F238E27FC236}">
                    <a16:creationId xmlns:a16="http://schemas.microsoft.com/office/drawing/2014/main" id="{CB356F40-3467-2BF9-F82F-08276CCA986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8A12085B-D2E4-C579-7D38-50351F8C759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6A998BFB-38D5-6576-FCF0-E2357D120B42}"/>
                </a:ext>
              </a:extLst>
            </p:cNvPr>
            <p:cNvGrpSpPr/>
            <p:nvPr/>
          </p:nvGrpSpPr>
          <p:grpSpPr>
            <a:xfrm>
              <a:off x="6044735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EF6D35A0-BD59-DA02-633C-74B895045BD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16973DE0-61E9-60A1-FB3C-EC61D859C5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195097E9-D4F2-427C-29E4-6A79B76CE2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45C319BF-ACCA-DBD7-0116-F035BE1DE8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6B843E5A-D865-E95E-4F70-F0566CCFCCE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75863DEA-6FA4-1F5B-A26C-20FA298CC3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1B720D8E-50B1-D541-3625-11FF73E598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C0CC2826-CCB9-63E6-B93F-7634CE3FAF3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14291960-A1A5-6E64-AF5A-83576CE21D7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E058B19F-D8B4-0038-B261-6E547FB3DF5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2EAC5CD6-79BE-9B72-E3A2-A6F70EB8D205}"/>
                </a:ext>
              </a:extLst>
            </p:cNvPr>
            <p:cNvGrpSpPr/>
            <p:nvPr/>
          </p:nvGrpSpPr>
          <p:grpSpPr>
            <a:xfrm>
              <a:off x="6509555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DA9AE61F-79A8-7F16-228C-4A6DE2660B0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868308E0-1B91-9789-FB02-A80759090F1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5FCABC95-AF2A-2492-FEAA-3FB51A8A6C3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98B1020D-0775-4666-D3E0-A47C43C544A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D18E1C0A-F589-391B-67D8-E03796A2EAF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169C5D82-2528-6425-04A5-DBCCA0C2B8B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8AD078BC-BBBD-C3D8-7279-C8B7BBC4B15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D65F2E52-98E8-0937-A5DA-187F5A5D787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2" name="Cube 331">
                <a:extLst>
                  <a:ext uri="{FF2B5EF4-FFF2-40B4-BE49-F238E27FC236}">
                    <a16:creationId xmlns:a16="http://schemas.microsoft.com/office/drawing/2014/main" id="{7E9F393A-4D15-CA19-355A-18E34D1C83A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707A2C64-AB73-BB90-D251-1497A0B8B85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739" name="Group 738">
              <a:extLst>
                <a:ext uri="{FF2B5EF4-FFF2-40B4-BE49-F238E27FC236}">
                  <a16:creationId xmlns:a16="http://schemas.microsoft.com/office/drawing/2014/main" id="{8CD9B7A9-D59A-E1F3-B68F-74DDF4CD44E9}"/>
                </a:ext>
              </a:extLst>
            </p:cNvPr>
            <p:cNvGrpSpPr/>
            <p:nvPr/>
          </p:nvGrpSpPr>
          <p:grpSpPr>
            <a:xfrm>
              <a:off x="3052986" y="3743326"/>
              <a:ext cx="2294134" cy="2294134"/>
              <a:chOff x="414598" y="546495"/>
              <a:chExt cx="5852156" cy="5898407"/>
            </a:xfrm>
          </p:grpSpPr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F30C71E1-702D-35F3-A032-6683DF84133E}"/>
                  </a:ext>
                </a:extLst>
              </p:cNvPr>
              <p:cNvGrpSpPr/>
              <p:nvPr/>
            </p:nvGrpSpPr>
            <p:grpSpPr>
              <a:xfrm>
                <a:off x="41459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40" name="Cube 839">
                  <a:extLst>
                    <a:ext uri="{FF2B5EF4-FFF2-40B4-BE49-F238E27FC236}">
                      <a16:creationId xmlns:a16="http://schemas.microsoft.com/office/drawing/2014/main" id="{C6067C98-6CD4-F285-3E16-CDAE8397B73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1" name="Cube 840">
                  <a:extLst>
                    <a:ext uri="{FF2B5EF4-FFF2-40B4-BE49-F238E27FC236}">
                      <a16:creationId xmlns:a16="http://schemas.microsoft.com/office/drawing/2014/main" id="{F6C11343-101D-3803-5B81-EC13135EABE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2" name="Cube 841">
                  <a:extLst>
                    <a:ext uri="{FF2B5EF4-FFF2-40B4-BE49-F238E27FC236}">
                      <a16:creationId xmlns:a16="http://schemas.microsoft.com/office/drawing/2014/main" id="{0C84C560-B62A-E8A2-D7A9-FD28D9F8DF3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3" name="Cube 842">
                  <a:extLst>
                    <a:ext uri="{FF2B5EF4-FFF2-40B4-BE49-F238E27FC236}">
                      <a16:creationId xmlns:a16="http://schemas.microsoft.com/office/drawing/2014/main" id="{EBE472AD-ADFC-C986-8CAF-3086506489F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4" name="Cube 843">
                  <a:extLst>
                    <a:ext uri="{FF2B5EF4-FFF2-40B4-BE49-F238E27FC236}">
                      <a16:creationId xmlns:a16="http://schemas.microsoft.com/office/drawing/2014/main" id="{38FC2A39-4607-7C15-F8B3-2A51DB090C1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5" name="Cube 844">
                  <a:extLst>
                    <a:ext uri="{FF2B5EF4-FFF2-40B4-BE49-F238E27FC236}">
                      <a16:creationId xmlns:a16="http://schemas.microsoft.com/office/drawing/2014/main" id="{D43432C3-052C-1C1C-DBA4-618F0E03E7C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6" name="Cube 845">
                  <a:extLst>
                    <a:ext uri="{FF2B5EF4-FFF2-40B4-BE49-F238E27FC236}">
                      <a16:creationId xmlns:a16="http://schemas.microsoft.com/office/drawing/2014/main" id="{DBAE9893-0325-79C9-1D36-51FA2BE21E8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7" name="Cube 846">
                  <a:extLst>
                    <a:ext uri="{FF2B5EF4-FFF2-40B4-BE49-F238E27FC236}">
                      <a16:creationId xmlns:a16="http://schemas.microsoft.com/office/drawing/2014/main" id="{B8C57D84-B58C-D000-B79C-469D78CEA0F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8" name="Cube 847">
                  <a:extLst>
                    <a:ext uri="{FF2B5EF4-FFF2-40B4-BE49-F238E27FC236}">
                      <a16:creationId xmlns:a16="http://schemas.microsoft.com/office/drawing/2014/main" id="{D6E7CCBF-7376-BFE0-CD21-4601E0DFDC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9" name="Cube 848">
                  <a:extLst>
                    <a:ext uri="{FF2B5EF4-FFF2-40B4-BE49-F238E27FC236}">
                      <a16:creationId xmlns:a16="http://schemas.microsoft.com/office/drawing/2014/main" id="{0FC27B34-392D-DEBA-ED10-DEA2DE4774A6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1" name="Group 740">
                <a:extLst>
                  <a:ext uri="{FF2B5EF4-FFF2-40B4-BE49-F238E27FC236}">
                    <a16:creationId xmlns:a16="http://schemas.microsoft.com/office/drawing/2014/main" id="{96769FC1-6CB1-0FE4-3B00-F63DE957CF6F}"/>
                  </a:ext>
                </a:extLst>
              </p:cNvPr>
              <p:cNvGrpSpPr/>
              <p:nvPr/>
            </p:nvGrpSpPr>
            <p:grpSpPr>
              <a:xfrm>
                <a:off x="97986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30" name="Cube 829">
                  <a:extLst>
                    <a:ext uri="{FF2B5EF4-FFF2-40B4-BE49-F238E27FC236}">
                      <a16:creationId xmlns:a16="http://schemas.microsoft.com/office/drawing/2014/main" id="{557459FD-C2AA-9715-5F0E-E0DA4E4F3F7B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1" name="Cube 830">
                  <a:extLst>
                    <a:ext uri="{FF2B5EF4-FFF2-40B4-BE49-F238E27FC236}">
                      <a16:creationId xmlns:a16="http://schemas.microsoft.com/office/drawing/2014/main" id="{C9946451-87A0-5F67-AF21-4F76587AF5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2" name="Cube 831">
                  <a:extLst>
                    <a:ext uri="{FF2B5EF4-FFF2-40B4-BE49-F238E27FC236}">
                      <a16:creationId xmlns:a16="http://schemas.microsoft.com/office/drawing/2014/main" id="{61A22945-1FD5-3B5B-02C1-2EC856F39F30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3" name="Cube 832">
                  <a:extLst>
                    <a:ext uri="{FF2B5EF4-FFF2-40B4-BE49-F238E27FC236}">
                      <a16:creationId xmlns:a16="http://schemas.microsoft.com/office/drawing/2014/main" id="{E047BEDC-E76C-3A75-9268-5374A4285526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4" name="Cube 833">
                  <a:extLst>
                    <a:ext uri="{FF2B5EF4-FFF2-40B4-BE49-F238E27FC236}">
                      <a16:creationId xmlns:a16="http://schemas.microsoft.com/office/drawing/2014/main" id="{A2AA3F87-59C5-C7DD-C828-B626DFE2B46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5" name="Cube 834">
                  <a:extLst>
                    <a:ext uri="{FF2B5EF4-FFF2-40B4-BE49-F238E27FC236}">
                      <a16:creationId xmlns:a16="http://schemas.microsoft.com/office/drawing/2014/main" id="{48DA1954-D486-A59B-FFA3-F57FBE7AD386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6" name="Cube 835">
                  <a:extLst>
                    <a:ext uri="{FF2B5EF4-FFF2-40B4-BE49-F238E27FC236}">
                      <a16:creationId xmlns:a16="http://schemas.microsoft.com/office/drawing/2014/main" id="{A43B1096-7306-1386-2A24-1EE7F023DB2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7" name="Cube 836">
                  <a:extLst>
                    <a:ext uri="{FF2B5EF4-FFF2-40B4-BE49-F238E27FC236}">
                      <a16:creationId xmlns:a16="http://schemas.microsoft.com/office/drawing/2014/main" id="{58DD5A88-386B-A28C-7DE6-5C424633B1E6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8" name="Cube 837">
                  <a:extLst>
                    <a:ext uri="{FF2B5EF4-FFF2-40B4-BE49-F238E27FC236}">
                      <a16:creationId xmlns:a16="http://schemas.microsoft.com/office/drawing/2014/main" id="{39DE4AE4-23BE-21BA-5365-6E9842585EE7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9" name="Cube 838">
                  <a:extLst>
                    <a:ext uri="{FF2B5EF4-FFF2-40B4-BE49-F238E27FC236}">
                      <a16:creationId xmlns:a16="http://schemas.microsoft.com/office/drawing/2014/main" id="{F3CA3942-8E6D-7A29-7D73-77A8B6F3142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2" name="Group 741">
                <a:extLst>
                  <a:ext uri="{FF2B5EF4-FFF2-40B4-BE49-F238E27FC236}">
                    <a16:creationId xmlns:a16="http://schemas.microsoft.com/office/drawing/2014/main" id="{8B8C342D-9B68-8A67-5060-ED7464E119C8}"/>
                  </a:ext>
                </a:extLst>
              </p:cNvPr>
              <p:cNvGrpSpPr/>
              <p:nvPr/>
            </p:nvGrpSpPr>
            <p:grpSpPr>
              <a:xfrm>
                <a:off x="154512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20" name="Cube 819">
                  <a:extLst>
                    <a:ext uri="{FF2B5EF4-FFF2-40B4-BE49-F238E27FC236}">
                      <a16:creationId xmlns:a16="http://schemas.microsoft.com/office/drawing/2014/main" id="{2DFAB95C-2CC7-BA2C-F3F2-027CCAFC6A7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1" name="Cube 820">
                  <a:extLst>
                    <a:ext uri="{FF2B5EF4-FFF2-40B4-BE49-F238E27FC236}">
                      <a16:creationId xmlns:a16="http://schemas.microsoft.com/office/drawing/2014/main" id="{2E4729CA-383B-E80A-BFAF-CAF2B52218E7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2" name="Cube 821">
                  <a:extLst>
                    <a:ext uri="{FF2B5EF4-FFF2-40B4-BE49-F238E27FC236}">
                      <a16:creationId xmlns:a16="http://schemas.microsoft.com/office/drawing/2014/main" id="{BB4C8E3D-8F46-B99B-47B0-25D8C32B6DC7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3" name="Cube 822">
                  <a:extLst>
                    <a:ext uri="{FF2B5EF4-FFF2-40B4-BE49-F238E27FC236}">
                      <a16:creationId xmlns:a16="http://schemas.microsoft.com/office/drawing/2014/main" id="{0AF41EAA-3EF0-7238-7E45-E0693F802829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4" name="Cube 823">
                  <a:extLst>
                    <a:ext uri="{FF2B5EF4-FFF2-40B4-BE49-F238E27FC236}">
                      <a16:creationId xmlns:a16="http://schemas.microsoft.com/office/drawing/2014/main" id="{81ED5027-5740-A239-8AB1-584DEC1A8CE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5" name="Cube 824">
                  <a:extLst>
                    <a:ext uri="{FF2B5EF4-FFF2-40B4-BE49-F238E27FC236}">
                      <a16:creationId xmlns:a16="http://schemas.microsoft.com/office/drawing/2014/main" id="{3C274945-F342-95DC-FA49-60FC3CE4C9E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6" name="Cube 825">
                  <a:extLst>
                    <a:ext uri="{FF2B5EF4-FFF2-40B4-BE49-F238E27FC236}">
                      <a16:creationId xmlns:a16="http://schemas.microsoft.com/office/drawing/2014/main" id="{8BFB7832-566B-5277-5179-AA20DA28EE1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7" name="Cube 826">
                  <a:extLst>
                    <a:ext uri="{FF2B5EF4-FFF2-40B4-BE49-F238E27FC236}">
                      <a16:creationId xmlns:a16="http://schemas.microsoft.com/office/drawing/2014/main" id="{DDD53762-51FF-72A2-A084-743615F2339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8" name="Cube 827">
                  <a:extLst>
                    <a:ext uri="{FF2B5EF4-FFF2-40B4-BE49-F238E27FC236}">
                      <a16:creationId xmlns:a16="http://schemas.microsoft.com/office/drawing/2014/main" id="{58A64217-2D0F-F37A-73AC-42A837291CE6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9" name="Cube 828">
                  <a:extLst>
                    <a:ext uri="{FF2B5EF4-FFF2-40B4-BE49-F238E27FC236}">
                      <a16:creationId xmlns:a16="http://schemas.microsoft.com/office/drawing/2014/main" id="{4C9307E1-0E48-438B-0D9C-2C0D4990EFA7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3" name="Group 742">
                <a:extLst>
                  <a:ext uri="{FF2B5EF4-FFF2-40B4-BE49-F238E27FC236}">
                    <a16:creationId xmlns:a16="http://schemas.microsoft.com/office/drawing/2014/main" id="{73CAABF7-6177-BC8F-B602-5B5DAB6B0C09}"/>
                  </a:ext>
                </a:extLst>
              </p:cNvPr>
              <p:cNvGrpSpPr/>
              <p:nvPr/>
            </p:nvGrpSpPr>
            <p:grpSpPr>
              <a:xfrm>
                <a:off x="211039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10" name="Cube 809">
                  <a:extLst>
                    <a:ext uri="{FF2B5EF4-FFF2-40B4-BE49-F238E27FC236}">
                      <a16:creationId xmlns:a16="http://schemas.microsoft.com/office/drawing/2014/main" id="{E26E14AC-0798-F8DC-DE7B-CC8197A31FF6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1" name="Cube 810">
                  <a:extLst>
                    <a:ext uri="{FF2B5EF4-FFF2-40B4-BE49-F238E27FC236}">
                      <a16:creationId xmlns:a16="http://schemas.microsoft.com/office/drawing/2014/main" id="{05E5632F-6AD1-7BDA-171F-8DD0D4ACDD0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2" name="Cube 811">
                  <a:extLst>
                    <a:ext uri="{FF2B5EF4-FFF2-40B4-BE49-F238E27FC236}">
                      <a16:creationId xmlns:a16="http://schemas.microsoft.com/office/drawing/2014/main" id="{D348815C-808F-0AB6-A1EC-873658550745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3" name="Cube 812">
                  <a:extLst>
                    <a:ext uri="{FF2B5EF4-FFF2-40B4-BE49-F238E27FC236}">
                      <a16:creationId xmlns:a16="http://schemas.microsoft.com/office/drawing/2014/main" id="{F9757FA4-89A0-121E-D5F5-9A643DDBA57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4" name="Cube 813">
                  <a:extLst>
                    <a:ext uri="{FF2B5EF4-FFF2-40B4-BE49-F238E27FC236}">
                      <a16:creationId xmlns:a16="http://schemas.microsoft.com/office/drawing/2014/main" id="{DEDDADE1-3037-B9D6-154A-A6B8625196D3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5" name="Cube 814">
                  <a:extLst>
                    <a:ext uri="{FF2B5EF4-FFF2-40B4-BE49-F238E27FC236}">
                      <a16:creationId xmlns:a16="http://schemas.microsoft.com/office/drawing/2014/main" id="{2C2594B3-CF68-7530-E1EA-7CA9FF0AC5E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6" name="Cube 815">
                  <a:extLst>
                    <a:ext uri="{FF2B5EF4-FFF2-40B4-BE49-F238E27FC236}">
                      <a16:creationId xmlns:a16="http://schemas.microsoft.com/office/drawing/2014/main" id="{D9962C8D-BB52-1F52-F541-14E5AF9A1A72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7" name="Cube 816">
                  <a:extLst>
                    <a:ext uri="{FF2B5EF4-FFF2-40B4-BE49-F238E27FC236}">
                      <a16:creationId xmlns:a16="http://schemas.microsoft.com/office/drawing/2014/main" id="{CC1A3F87-8488-B02C-2B5D-0131C261CC39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8" name="Cube 817">
                  <a:extLst>
                    <a:ext uri="{FF2B5EF4-FFF2-40B4-BE49-F238E27FC236}">
                      <a16:creationId xmlns:a16="http://schemas.microsoft.com/office/drawing/2014/main" id="{895FE0D0-F4BB-1039-028E-6BEB1C92B7A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9" name="Cube 818">
                  <a:extLst>
                    <a:ext uri="{FF2B5EF4-FFF2-40B4-BE49-F238E27FC236}">
                      <a16:creationId xmlns:a16="http://schemas.microsoft.com/office/drawing/2014/main" id="{D193C894-E480-FC14-E661-F8F81B63EAA8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4" name="Group 743">
                <a:extLst>
                  <a:ext uri="{FF2B5EF4-FFF2-40B4-BE49-F238E27FC236}">
                    <a16:creationId xmlns:a16="http://schemas.microsoft.com/office/drawing/2014/main" id="{B555EDAB-C825-A69C-15B4-6144A9EC4104}"/>
                  </a:ext>
                </a:extLst>
              </p:cNvPr>
              <p:cNvGrpSpPr/>
              <p:nvPr/>
            </p:nvGrpSpPr>
            <p:grpSpPr>
              <a:xfrm>
                <a:off x="267565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00" name="Cube 799">
                  <a:extLst>
                    <a:ext uri="{FF2B5EF4-FFF2-40B4-BE49-F238E27FC236}">
                      <a16:creationId xmlns:a16="http://schemas.microsoft.com/office/drawing/2014/main" id="{9B4BFD82-E586-5A3D-3F86-E3BEE1A5178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1" name="Cube 800">
                  <a:extLst>
                    <a:ext uri="{FF2B5EF4-FFF2-40B4-BE49-F238E27FC236}">
                      <a16:creationId xmlns:a16="http://schemas.microsoft.com/office/drawing/2014/main" id="{63067A7F-DECD-E885-9F02-ABA16ABBCD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2" name="Cube 801">
                  <a:extLst>
                    <a:ext uri="{FF2B5EF4-FFF2-40B4-BE49-F238E27FC236}">
                      <a16:creationId xmlns:a16="http://schemas.microsoft.com/office/drawing/2014/main" id="{0243C279-5C0C-79A8-7AC8-934BE7200412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3" name="Cube 802">
                  <a:extLst>
                    <a:ext uri="{FF2B5EF4-FFF2-40B4-BE49-F238E27FC236}">
                      <a16:creationId xmlns:a16="http://schemas.microsoft.com/office/drawing/2014/main" id="{F334B66D-5871-F113-2C04-B813F5874C6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4" name="Cube 803">
                  <a:extLst>
                    <a:ext uri="{FF2B5EF4-FFF2-40B4-BE49-F238E27FC236}">
                      <a16:creationId xmlns:a16="http://schemas.microsoft.com/office/drawing/2014/main" id="{52C2A143-0E40-B60D-8A63-F5EE6F13822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5" name="Cube 804">
                  <a:extLst>
                    <a:ext uri="{FF2B5EF4-FFF2-40B4-BE49-F238E27FC236}">
                      <a16:creationId xmlns:a16="http://schemas.microsoft.com/office/drawing/2014/main" id="{8C694EDB-9907-6E91-03A9-72F00C84944D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6" name="Cube 805">
                  <a:extLst>
                    <a:ext uri="{FF2B5EF4-FFF2-40B4-BE49-F238E27FC236}">
                      <a16:creationId xmlns:a16="http://schemas.microsoft.com/office/drawing/2014/main" id="{51CB7964-E1A1-E515-EF31-6EF5DC90041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7" name="Cube 806">
                  <a:extLst>
                    <a:ext uri="{FF2B5EF4-FFF2-40B4-BE49-F238E27FC236}">
                      <a16:creationId xmlns:a16="http://schemas.microsoft.com/office/drawing/2014/main" id="{AFD4034C-B2AE-3162-88DE-39CFF1CE11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8" name="Cube 807">
                  <a:extLst>
                    <a:ext uri="{FF2B5EF4-FFF2-40B4-BE49-F238E27FC236}">
                      <a16:creationId xmlns:a16="http://schemas.microsoft.com/office/drawing/2014/main" id="{B98D4C66-E35D-809F-8633-782F904FCB50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9" name="Cube 808">
                  <a:extLst>
                    <a:ext uri="{FF2B5EF4-FFF2-40B4-BE49-F238E27FC236}">
                      <a16:creationId xmlns:a16="http://schemas.microsoft.com/office/drawing/2014/main" id="{C488824D-D8C4-CD02-4A5D-2C822A80D55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5" name="Group 744">
                <a:extLst>
                  <a:ext uri="{FF2B5EF4-FFF2-40B4-BE49-F238E27FC236}">
                    <a16:creationId xmlns:a16="http://schemas.microsoft.com/office/drawing/2014/main" id="{93536EEE-2227-D5E9-811D-5FEBC22A1B89}"/>
                  </a:ext>
                </a:extLst>
              </p:cNvPr>
              <p:cNvGrpSpPr/>
              <p:nvPr/>
            </p:nvGrpSpPr>
            <p:grpSpPr>
              <a:xfrm>
                <a:off x="324092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90" name="Cube 789">
                  <a:extLst>
                    <a:ext uri="{FF2B5EF4-FFF2-40B4-BE49-F238E27FC236}">
                      <a16:creationId xmlns:a16="http://schemas.microsoft.com/office/drawing/2014/main" id="{87C866F3-4DD4-D6AB-FF4F-90B32C84E85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1" name="Cube 790">
                  <a:extLst>
                    <a:ext uri="{FF2B5EF4-FFF2-40B4-BE49-F238E27FC236}">
                      <a16:creationId xmlns:a16="http://schemas.microsoft.com/office/drawing/2014/main" id="{2B817B65-095A-A424-6EED-D34BDF4D7ED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2" name="Cube 791">
                  <a:extLst>
                    <a:ext uri="{FF2B5EF4-FFF2-40B4-BE49-F238E27FC236}">
                      <a16:creationId xmlns:a16="http://schemas.microsoft.com/office/drawing/2014/main" id="{CC64548C-AEEE-2BB1-1179-9CA902F8300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3" name="Cube 792">
                  <a:extLst>
                    <a:ext uri="{FF2B5EF4-FFF2-40B4-BE49-F238E27FC236}">
                      <a16:creationId xmlns:a16="http://schemas.microsoft.com/office/drawing/2014/main" id="{FFFDE641-C559-D12D-BB85-CD9860058A58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4" name="Cube 793">
                  <a:extLst>
                    <a:ext uri="{FF2B5EF4-FFF2-40B4-BE49-F238E27FC236}">
                      <a16:creationId xmlns:a16="http://schemas.microsoft.com/office/drawing/2014/main" id="{8F2FCA0F-557A-C325-6EF2-27CE63C79DC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5" name="Cube 794">
                  <a:extLst>
                    <a:ext uri="{FF2B5EF4-FFF2-40B4-BE49-F238E27FC236}">
                      <a16:creationId xmlns:a16="http://schemas.microsoft.com/office/drawing/2014/main" id="{1F2F8B8B-87BE-DD4E-950F-211AB3CEDA3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6" name="Cube 795">
                  <a:extLst>
                    <a:ext uri="{FF2B5EF4-FFF2-40B4-BE49-F238E27FC236}">
                      <a16:creationId xmlns:a16="http://schemas.microsoft.com/office/drawing/2014/main" id="{AB0E65A5-50FF-915F-A9DE-2AA825FACDC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7" name="Cube 796">
                  <a:extLst>
                    <a:ext uri="{FF2B5EF4-FFF2-40B4-BE49-F238E27FC236}">
                      <a16:creationId xmlns:a16="http://schemas.microsoft.com/office/drawing/2014/main" id="{1B3B2E14-ED9F-19E9-9404-841A0FDD61B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8" name="Cube 797">
                  <a:extLst>
                    <a:ext uri="{FF2B5EF4-FFF2-40B4-BE49-F238E27FC236}">
                      <a16:creationId xmlns:a16="http://schemas.microsoft.com/office/drawing/2014/main" id="{8D6612FF-33FC-01AF-0DC1-7D45B477BD2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9" name="Cube 798">
                  <a:extLst>
                    <a:ext uri="{FF2B5EF4-FFF2-40B4-BE49-F238E27FC236}">
                      <a16:creationId xmlns:a16="http://schemas.microsoft.com/office/drawing/2014/main" id="{408CD256-B882-FDF6-8D28-C084CBAEE7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6" name="Group 745">
                <a:extLst>
                  <a:ext uri="{FF2B5EF4-FFF2-40B4-BE49-F238E27FC236}">
                    <a16:creationId xmlns:a16="http://schemas.microsoft.com/office/drawing/2014/main" id="{CB86CD10-AAA2-1BDE-2EBC-EA23E64DF58D}"/>
                  </a:ext>
                </a:extLst>
              </p:cNvPr>
              <p:cNvGrpSpPr/>
              <p:nvPr/>
            </p:nvGrpSpPr>
            <p:grpSpPr>
              <a:xfrm>
                <a:off x="380618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80" name="Cube 779">
                  <a:extLst>
                    <a:ext uri="{FF2B5EF4-FFF2-40B4-BE49-F238E27FC236}">
                      <a16:creationId xmlns:a16="http://schemas.microsoft.com/office/drawing/2014/main" id="{E99EA845-FFA9-AB0F-B7D6-1B6E3AC24D6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1" name="Cube 780">
                  <a:extLst>
                    <a:ext uri="{FF2B5EF4-FFF2-40B4-BE49-F238E27FC236}">
                      <a16:creationId xmlns:a16="http://schemas.microsoft.com/office/drawing/2014/main" id="{6780EB18-4575-DDED-1F9B-D1EDD854C3D2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2" name="Cube 781">
                  <a:extLst>
                    <a:ext uri="{FF2B5EF4-FFF2-40B4-BE49-F238E27FC236}">
                      <a16:creationId xmlns:a16="http://schemas.microsoft.com/office/drawing/2014/main" id="{8B754B8A-2E73-92ED-9A23-9BD6E68A04D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3" name="Cube 782">
                  <a:extLst>
                    <a:ext uri="{FF2B5EF4-FFF2-40B4-BE49-F238E27FC236}">
                      <a16:creationId xmlns:a16="http://schemas.microsoft.com/office/drawing/2014/main" id="{FCCE4B68-01D4-2A84-785C-74557F155B3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4" name="Cube 783">
                  <a:extLst>
                    <a:ext uri="{FF2B5EF4-FFF2-40B4-BE49-F238E27FC236}">
                      <a16:creationId xmlns:a16="http://schemas.microsoft.com/office/drawing/2014/main" id="{0B003F25-AC1D-45DD-FCB8-1AF9AAE7A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5" name="Cube 784">
                  <a:extLst>
                    <a:ext uri="{FF2B5EF4-FFF2-40B4-BE49-F238E27FC236}">
                      <a16:creationId xmlns:a16="http://schemas.microsoft.com/office/drawing/2014/main" id="{89F664E9-ABA6-59E3-B187-82800DE6A85E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6" name="Cube 785">
                  <a:extLst>
                    <a:ext uri="{FF2B5EF4-FFF2-40B4-BE49-F238E27FC236}">
                      <a16:creationId xmlns:a16="http://schemas.microsoft.com/office/drawing/2014/main" id="{42EBDDB5-5F45-3136-1073-ED86820AE861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7" name="Cube 786">
                  <a:extLst>
                    <a:ext uri="{FF2B5EF4-FFF2-40B4-BE49-F238E27FC236}">
                      <a16:creationId xmlns:a16="http://schemas.microsoft.com/office/drawing/2014/main" id="{FDA2D86B-8437-D0E5-8989-3187D4551DF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8" name="Cube 787">
                  <a:extLst>
                    <a:ext uri="{FF2B5EF4-FFF2-40B4-BE49-F238E27FC236}">
                      <a16:creationId xmlns:a16="http://schemas.microsoft.com/office/drawing/2014/main" id="{3E4E8968-9DAD-91B4-54C9-FD83820940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9" name="Cube 788">
                  <a:extLst>
                    <a:ext uri="{FF2B5EF4-FFF2-40B4-BE49-F238E27FC236}">
                      <a16:creationId xmlns:a16="http://schemas.microsoft.com/office/drawing/2014/main" id="{FA655AE4-9D9A-102D-C3DB-9A9D66403423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7" name="Group 746">
                <a:extLst>
                  <a:ext uri="{FF2B5EF4-FFF2-40B4-BE49-F238E27FC236}">
                    <a16:creationId xmlns:a16="http://schemas.microsoft.com/office/drawing/2014/main" id="{A3FD807D-B93F-26D9-6CA0-4F8D76691620}"/>
                  </a:ext>
                </a:extLst>
              </p:cNvPr>
              <p:cNvGrpSpPr/>
              <p:nvPr/>
            </p:nvGrpSpPr>
            <p:grpSpPr>
              <a:xfrm>
                <a:off x="437145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70" name="Cube 769">
                  <a:extLst>
                    <a:ext uri="{FF2B5EF4-FFF2-40B4-BE49-F238E27FC236}">
                      <a16:creationId xmlns:a16="http://schemas.microsoft.com/office/drawing/2014/main" id="{96856DB6-9278-CEBA-4E30-18761CBC192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1" name="Cube 770">
                  <a:extLst>
                    <a:ext uri="{FF2B5EF4-FFF2-40B4-BE49-F238E27FC236}">
                      <a16:creationId xmlns:a16="http://schemas.microsoft.com/office/drawing/2014/main" id="{F110B3C3-E90A-8C4B-7932-34A53B177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2" name="Cube 771">
                  <a:extLst>
                    <a:ext uri="{FF2B5EF4-FFF2-40B4-BE49-F238E27FC236}">
                      <a16:creationId xmlns:a16="http://schemas.microsoft.com/office/drawing/2014/main" id="{74332E6A-D0C6-845E-3AC1-F31581A2210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3" name="Cube 772">
                  <a:extLst>
                    <a:ext uri="{FF2B5EF4-FFF2-40B4-BE49-F238E27FC236}">
                      <a16:creationId xmlns:a16="http://schemas.microsoft.com/office/drawing/2014/main" id="{7C901267-CA1D-EB45-545F-DAD15C5D648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4" name="Cube 773">
                  <a:extLst>
                    <a:ext uri="{FF2B5EF4-FFF2-40B4-BE49-F238E27FC236}">
                      <a16:creationId xmlns:a16="http://schemas.microsoft.com/office/drawing/2014/main" id="{41BADED3-A409-15A1-B951-0827B0DB864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5" name="Cube 774">
                  <a:extLst>
                    <a:ext uri="{FF2B5EF4-FFF2-40B4-BE49-F238E27FC236}">
                      <a16:creationId xmlns:a16="http://schemas.microsoft.com/office/drawing/2014/main" id="{93F2D00D-9E88-5E42-D4E5-233A9159516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6" name="Cube 775">
                  <a:extLst>
                    <a:ext uri="{FF2B5EF4-FFF2-40B4-BE49-F238E27FC236}">
                      <a16:creationId xmlns:a16="http://schemas.microsoft.com/office/drawing/2014/main" id="{3AC8F42E-EA91-7E6F-EF8C-283548310CB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7" name="Cube 776">
                  <a:extLst>
                    <a:ext uri="{FF2B5EF4-FFF2-40B4-BE49-F238E27FC236}">
                      <a16:creationId xmlns:a16="http://schemas.microsoft.com/office/drawing/2014/main" id="{0669834E-224E-7988-62D0-E73D16FFFD5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8" name="Cube 777">
                  <a:extLst>
                    <a:ext uri="{FF2B5EF4-FFF2-40B4-BE49-F238E27FC236}">
                      <a16:creationId xmlns:a16="http://schemas.microsoft.com/office/drawing/2014/main" id="{C2BCDAE5-E52A-5A7D-2EB2-401B70EEB90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9" name="Cube 778">
                  <a:extLst>
                    <a:ext uri="{FF2B5EF4-FFF2-40B4-BE49-F238E27FC236}">
                      <a16:creationId xmlns:a16="http://schemas.microsoft.com/office/drawing/2014/main" id="{C03064A3-FA06-E079-12F7-B3EDDD376A2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8" name="Group 747">
                <a:extLst>
                  <a:ext uri="{FF2B5EF4-FFF2-40B4-BE49-F238E27FC236}">
                    <a16:creationId xmlns:a16="http://schemas.microsoft.com/office/drawing/2014/main" id="{74EBBC7A-B54F-D0E1-7D4C-E20EE344E3AE}"/>
                  </a:ext>
                </a:extLst>
              </p:cNvPr>
              <p:cNvGrpSpPr/>
              <p:nvPr/>
            </p:nvGrpSpPr>
            <p:grpSpPr>
              <a:xfrm>
                <a:off x="493671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60" name="Cube 759">
                  <a:extLst>
                    <a:ext uri="{FF2B5EF4-FFF2-40B4-BE49-F238E27FC236}">
                      <a16:creationId xmlns:a16="http://schemas.microsoft.com/office/drawing/2014/main" id="{867398AE-5F29-37A8-D642-110D71BD9AC4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1" name="Cube 760">
                  <a:extLst>
                    <a:ext uri="{FF2B5EF4-FFF2-40B4-BE49-F238E27FC236}">
                      <a16:creationId xmlns:a16="http://schemas.microsoft.com/office/drawing/2014/main" id="{7BA98ABD-C882-BF22-1143-56ECDEFC6DFD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2" name="Cube 761">
                  <a:extLst>
                    <a:ext uri="{FF2B5EF4-FFF2-40B4-BE49-F238E27FC236}">
                      <a16:creationId xmlns:a16="http://schemas.microsoft.com/office/drawing/2014/main" id="{91629B5E-4964-A32D-F522-07B9EE15C626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3" name="Cube 762">
                  <a:extLst>
                    <a:ext uri="{FF2B5EF4-FFF2-40B4-BE49-F238E27FC236}">
                      <a16:creationId xmlns:a16="http://schemas.microsoft.com/office/drawing/2014/main" id="{91884047-C554-EC50-3FC7-526E209996B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4" name="Cube 763">
                  <a:extLst>
                    <a:ext uri="{FF2B5EF4-FFF2-40B4-BE49-F238E27FC236}">
                      <a16:creationId xmlns:a16="http://schemas.microsoft.com/office/drawing/2014/main" id="{3CB47A96-90F8-4E81-DA3E-EC79025192EE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5" name="Cube 764">
                  <a:extLst>
                    <a:ext uri="{FF2B5EF4-FFF2-40B4-BE49-F238E27FC236}">
                      <a16:creationId xmlns:a16="http://schemas.microsoft.com/office/drawing/2014/main" id="{C872F7BF-C4B1-AE35-2B04-A4B1C840E6D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6" name="Cube 765">
                  <a:extLst>
                    <a:ext uri="{FF2B5EF4-FFF2-40B4-BE49-F238E27FC236}">
                      <a16:creationId xmlns:a16="http://schemas.microsoft.com/office/drawing/2014/main" id="{2F313E29-A9C4-5691-C68B-B3AECAAF7CA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7" name="Cube 766">
                  <a:extLst>
                    <a:ext uri="{FF2B5EF4-FFF2-40B4-BE49-F238E27FC236}">
                      <a16:creationId xmlns:a16="http://schemas.microsoft.com/office/drawing/2014/main" id="{A5C31C2D-02CD-AC28-1B23-2A4C2076D7A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8" name="Cube 767">
                  <a:extLst>
                    <a:ext uri="{FF2B5EF4-FFF2-40B4-BE49-F238E27FC236}">
                      <a16:creationId xmlns:a16="http://schemas.microsoft.com/office/drawing/2014/main" id="{5C83DE35-6C6C-0D1F-FBD7-8247235E045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9" name="Cube 768">
                  <a:extLst>
                    <a:ext uri="{FF2B5EF4-FFF2-40B4-BE49-F238E27FC236}">
                      <a16:creationId xmlns:a16="http://schemas.microsoft.com/office/drawing/2014/main" id="{41D8189A-76AA-FF43-C66C-B7940A112B1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9" name="Group 748">
                <a:extLst>
                  <a:ext uri="{FF2B5EF4-FFF2-40B4-BE49-F238E27FC236}">
                    <a16:creationId xmlns:a16="http://schemas.microsoft.com/office/drawing/2014/main" id="{23A6448C-BDD5-702B-7502-08AA1B956376}"/>
                  </a:ext>
                </a:extLst>
              </p:cNvPr>
              <p:cNvGrpSpPr/>
              <p:nvPr/>
            </p:nvGrpSpPr>
            <p:grpSpPr>
              <a:xfrm>
                <a:off x="550198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0" name="Cube 749">
                  <a:extLst>
                    <a:ext uri="{FF2B5EF4-FFF2-40B4-BE49-F238E27FC236}">
                      <a16:creationId xmlns:a16="http://schemas.microsoft.com/office/drawing/2014/main" id="{BDCFEAF9-178C-EF7A-3A59-D7BA4F25ED8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1" name="Cube 750">
                  <a:extLst>
                    <a:ext uri="{FF2B5EF4-FFF2-40B4-BE49-F238E27FC236}">
                      <a16:creationId xmlns:a16="http://schemas.microsoft.com/office/drawing/2014/main" id="{F3F6815F-6E02-AF10-6D91-611BB20F93E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2" name="Cube 751">
                  <a:extLst>
                    <a:ext uri="{FF2B5EF4-FFF2-40B4-BE49-F238E27FC236}">
                      <a16:creationId xmlns:a16="http://schemas.microsoft.com/office/drawing/2014/main" id="{084A279D-14C2-7106-DC55-791EBD74C03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3" name="Cube 752">
                  <a:extLst>
                    <a:ext uri="{FF2B5EF4-FFF2-40B4-BE49-F238E27FC236}">
                      <a16:creationId xmlns:a16="http://schemas.microsoft.com/office/drawing/2014/main" id="{A117C6E3-BF74-568F-A07F-7E487765F49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4" name="Cube 753">
                  <a:extLst>
                    <a:ext uri="{FF2B5EF4-FFF2-40B4-BE49-F238E27FC236}">
                      <a16:creationId xmlns:a16="http://schemas.microsoft.com/office/drawing/2014/main" id="{35718982-C065-63F4-C621-B40E5FDCBB2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5" name="Cube 754">
                  <a:extLst>
                    <a:ext uri="{FF2B5EF4-FFF2-40B4-BE49-F238E27FC236}">
                      <a16:creationId xmlns:a16="http://schemas.microsoft.com/office/drawing/2014/main" id="{E932099F-FD26-E598-D4FE-52F9C5F32173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6" name="Cube 755">
                  <a:extLst>
                    <a:ext uri="{FF2B5EF4-FFF2-40B4-BE49-F238E27FC236}">
                      <a16:creationId xmlns:a16="http://schemas.microsoft.com/office/drawing/2014/main" id="{37E8AFE2-2E14-00AE-D299-EF983FADA5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7" name="Cube 756">
                  <a:extLst>
                    <a:ext uri="{FF2B5EF4-FFF2-40B4-BE49-F238E27FC236}">
                      <a16:creationId xmlns:a16="http://schemas.microsoft.com/office/drawing/2014/main" id="{1524D4EF-DBEC-1650-70A8-DD55E867044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8" name="Cube 757">
                  <a:extLst>
                    <a:ext uri="{FF2B5EF4-FFF2-40B4-BE49-F238E27FC236}">
                      <a16:creationId xmlns:a16="http://schemas.microsoft.com/office/drawing/2014/main" id="{E3287EB5-C103-D0DD-4C34-F017DB5D29C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9" name="Cube 758">
                  <a:extLst>
                    <a:ext uri="{FF2B5EF4-FFF2-40B4-BE49-F238E27FC236}">
                      <a16:creationId xmlns:a16="http://schemas.microsoft.com/office/drawing/2014/main" id="{0F4DC0A2-4FE2-E8C8-AD87-10B56A9A26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D6AAD26-E60C-EED2-4BE3-48F0B505EE75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00891" y="1834868"/>
            <a:ext cx="85042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+ 0.2 + 0.05   =   _________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F23621D-E5D8-5387-50DB-598A7F1865BD}"/>
              </a:ext>
            </a:extLst>
          </p:cNvPr>
          <p:cNvGrpSpPr/>
          <p:nvPr/>
        </p:nvGrpSpPr>
        <p:grpSpPr>
          <a:xfrm>
            <a:off x="3057837" y="3743324"/>
            <a:ext cx="3790326" cy="2294136"/>
            <a:chOff x="5779561" y="3743324"/>
            <a:chExt cx="3790326" cy="2294136"/>
          </a:xfrm>
        </p:grpSpPr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20D121F9-80B5-1B1B-44BF-7D37D9A6D789}"/>
                </a:ext>
              </a:extLst>
            </p:cNvPr>
            <p:cNvGrpSpPr/>
            <p:nvPr/>
          </p:nvGrpSpPr>
          <p:grpSpPr>
            <a:xfrm>
              <a:off x="8306490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E569AF0F-EBC9-A1B7-753D-37DCFAB2760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73BF69C6-BDC6-9848-B137-2E67F9FDEEA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6" name="Cube 345">
                <a:extLst>
                  <a:ext uri="{FF2B5EF4-FFF2-40B4-BE49-F238E27FC236}">
                    <a16:creationId xmlns:a16="http://schemas.microsoft.com/office/drawing/2014/main" id="{30951B19-3A3D-3D3A-CBF0-2F863000D78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7" name="Cube 346">
                <a:extLst>
                  <a:ext uri="{FF2B5EF4-FFF2-40B4-BE49-F238E27FC236}">
                    <a16:creationId xmlns:a16="http://schemas.microsoft.com/office/drawing/2014/main" id="{8A643487-FCEC-36AB-C19B-0889B37A55D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8" name="Cube 347">
                <a:extLst>
                  <a:ext uri="{FF2B5EF4-FFF2-40B4-BE49-F238E27FC236}">
                    <a16:creationId xmlns:a16="http://schemas.microsoft.com/office/drawing/2014/main" id="{C2EF62F7-FBCE-FBE7-4732-9D727CCF5A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9" name="Cube 348">
                <a:extLst>
                  <a:ext uri="{FF2B5EF4-FFF2-40B4-BE49-F238E27FC236}">
                    <a16:creationId xmlns:a16="http://schemas.microsoft.com/office/drawing/2014/main" id="{D6BBE5CF-8151-9F6C-21A1-DF45B4BB02C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0" name="Cube 349">
                <a:extLst>
                  <a:ext uri="{FF2B5EF4-FFF2-40B4-BE49-F238E27FC236}">
                    <a16:creationId xmlns:a16="http://schemas.microsoft.com/office/drawing/2014/main" id="{7D17CF7E-615E-7853-364F-7029E379050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1" name="Cube 350">
                <a:extLst>
                  <a:ext uri="{FF2B5EF4-FFF2-40B4-BE49-F238E27FC236}">
                    <a16:creationId xmlns:a16="http://schemas.microsoft.com/office/drawing/2014/main" id="{53DB9C5E-DEA9-3C86-2F17-EAC260B315E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2" name="Cube 351">
                <a:extLst>
                  <a:ext uri="{FF2B5EF4-FFF2-40B4-BE49-F238E27FC236}">
                    <a16:creationId xmlns:a16="http://schemas.microsoft.com/office/drawing/2014/main" id="{CB356F40-3467-2BF9-F82F-08276CCA986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8A12085B-D2E4-C579-7D38-50351F8C759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6A998BFB-38D5-6576-FCF0-E2357D120B42}"/>
                </a:ext>
              </a:extLst>
            </p:cNvPr>
            <p:cNvGrpSpPr/>
            <p:nvPr/>
          </p:nvGrpSpPr>
          <p:grpSpPr>
            <a:xfrm>
              <a:off x="8771310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EF6D35A0-BD59-DA02-633C-74B895045BD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16973DE0-61E9-60A1-FB3C-EC61D859C5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195097E9-D4F2-427C-29E4-6A79B76CE2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45C319BF-ACCA-DBD7-0116-F035BE1DE8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6B843E5A-D865-E95E-4F70-F0566CCFCCE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75863DEA-6FA4-1F5B-A26C-20FA298CC3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1B720D8E-50B1-D541-3625-11FF73E598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C0CC2826-CCB9-63E6-B93F-7634CE3FAF3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14291960-A1A5-6E64-AF5A-83576CE21D7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E058B19F-D8B4-0038-B261-6E547FB3DF5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739" name="Group 738">
              <a:extLst>
                <a:ext uri="{FF2B5EF4-FFF2-40B4-BE49-F238E27FC236}">
                  <a16:creationId xmlns:a16="http://schemas.microsoft.com/office/drawing/2014/main" id="{8CD9B7A9-D59A-E1F3-B68F-74DDF4CD44E9}"/>
                </a:ext>
              </a:extLst>
            </p:cNvPr>
            <p:cNvGrpSpPr/>
            <p:nvPr/>
          </p:nvGrpSpPr>
          <p:grpSpPr>
            <a:xfrm>
              <a:off x="5779561" y="3743326"/>
              <a:ext cx="2294134" cy="2294134"/>
              <a:chOff x="414598" y="546495"/>
              <a:chExt cx="5852156" cy="5898407"/>
            </a:xfrm>
          </p:grpSpPr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F30C71E1-702D-35F3-A032-6683DF84133E}"/>
                  </a:ext>
                </a:extLst>
              </p:cNvPr>
              <p:cNvGrpSpPr/>
              <p:nvPr/>
            </p:nvGrpSpPr>
            <p:grpSpPr>
              <a:xfrm>
                <a:off x="41459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40" name="Cube 839">
                  <a:extLst>
                    <a:ext uri="{FF2B5EF4-FFF2-40B4-BE49-F238E27FC236}">
                      <a16:creationId xmlns:a16="http://schemas.microsoft.com/office/drawing/2014/main" id="{C6067C98-6CD4-F285-3E16-CDAE8397B73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1" name="Cube 840">
                  <a:extLst>
                    <a:ext uri="{FF2B5EF4-FFF2-40B4-BE49-F238E27FC236}">
                      <a16:creationId xmlns:a16="http://schemas.microsoft.com/office/drawing/2014/main" id="{F6C11343-101D-3803-5B81-EC13135EABE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2" name="Cube 841">
                  <a:extLst>
                    <a:ext uri="{FF2B5EF4-FFF2-40B4-BE49-F238E27FC236}">
                      <a16:creationId xmlns:a16="http://schemas.microsoft.com/office/drawing/2014/main" id="{0C84C560-B62A-E8A2-D7A9-FD28D9F8DF3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3" name="Cube 842">
                  <a:extLst>
                    <a:ext uri="{FF2B5EF4-FFF2-40B4-BE49-F238E27FC236}">
                      <a16:creationId xmlns:a16="http://schemas.microsoft.com/office/drawing/2014/main" id="{EBE472AD-ADFC-C986-8CAF-3086506489F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4" name="Cube 843">
                  <a:extLst>
                    <a:ext uri="{FF2B5EF4-FFF2-40B4-BE49-F238E27FC236}">
                      <a16:creationId xmlns:a16="http://schemas.microsoft.com/office/drawing/2014/main" id="{38FC2A39-4607-7C15-F8B3-2A51DB090C1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5" name="Cube 844">
                  <a:extLst>
                    <a:ext uri="{FF2B5EF4-FFF2-40B4-BE49-F238E27FC236}">
                      <a16:creationId xmlns:a16="http://schemas.microsoft.com/office/drawing/2014/main" id="{D43432C3-052C-1C1C-DBA4-618F0E03E7C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6" name="Cube 845">
                  <a:extLst>
                    <a:ext uri="{FF2B5EF4-FFF2-40B4-BE49-F238E27FC236}">
                      <a16:creationId xmlns:a16="http://schemas.microsoft.com/office/drawing/2014/main" id="{DBAE9893-0325-79C9-1D36-51FA2BE21E8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7" name="Cube 846">
                  <a:extLst>
                    <a:ext uri="{FF2B5EF4-FFF2-40B4-BE49-F238E27FC236}">
                      <a16:creationId xmlns:a16="http://schemas.microsoft.com/office/drawing/2014/main" id="{B8C57D84-B58C-D000-B79C-469D78CEA0F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8" name="Cube 847">
                  <a:extLst>
                    <a:ext uri="{FF2B5EF4-FFF2-40B4-BE49-F238E27FC236}">
                      <a16:creationId xmlns:a16="http://schemas.microsoft.com/office/drawing/2014/main" id="{D6E7CCBF-7376-BFE0-CD21-4601E0DFDC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9" name="Cube 848">
                  <a:extLst>
                    <a:ext uri="{FF2B5EF4-FFF2-40B4-BE49-F238E27FC236}">
                      <a16:creationId xmlns:a16="http://schemas.microsoft.com/office/drawing/2014/main" id="{0FC27B34-392D-DEBA-ED10-DEA2DE4774A6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1" name="Group 740">
                <a:extLst>
                  <a:ext uri="{FF2B5EF4-FFF2-40B4-BE49-F238E27FC236}">
                    <a16:creationId xmlns:a16="http://schemas.microsoft.com/office/drawing/2014/main" id="{96769FC1-6CB1-0FE4-3B00-F63DE957CF6F}"/>
                  </a:ext>
                </a:extLst>
              </p:cNvPr>
              <p:cNvGrpSpPr/>
              <p:nvPr/>
            </p:nvGrpSpPr>
            <p:grpSpPr>
              <a:xfrm>
                <a:off x="97986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30" name="Cube 829">
                  <a:extLst>
                    <a:ext uri="{FF2B5EF4-FFF2-40B4-BE49-F238E27FC236}">
                      <a16:creationId xmlns:a16="http://schemas.microsoft.com/office/drawing/2014/main" id="{557459FD-C2AA-9715-5F0E-E0DA4E4F3F7B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1" name="Cube 830">
                  <a:extLst>
                    <a:ext uri="{FF2B5EF4-FFF2-40B4-BE49-F238E27FC236}">
                      <a16:creationId xmlns:a16="http://schemas.microsoft.com/office/drawing/2014/main" id="{C9946451-87A0-5F67-AF21-4F76587AF5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2" name="Cube 831">
                  <a:extLst>
                    <a:ext uri="{FF2B5EF4-FFF2-40B4-BE49-F238E27FC236}">
                      <a16:creationId xmlns:a16="http://schemas.microsoft.com/office/drawing/2014/main" id="{61A22945-1FD5-3B5B-02C1-2EC856F39F30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3" name="Cube 832">
                  <a:extLst>
                    <a:ext uri="{FF2B5EF4-FFF2-40B4-BE49-F238E27FC236}">
                      <a16:creationId xmlns:a16="http://schemas.microsoft.com/office/drawing/2014/main" id="{E047BEDC-E76C-3A75-9268-5374A4285526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4" name="Cube 833">
                  <a:extLst>
                    <a:ext uri="{FF2B5EF4-FFF2-40B4-BE49-F238E27FC236}">
                      <a16:creationId xmlns:a16="http://schemas.microsoft.com/office/drawing/2014/main" id="{A2AA3F87-59C5-C7DD-C828-B626DFE2B46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5" name="Cube 834">
                  <a:extLst>
                    <a:ext uri="{FF2B5EF4-FFF2-40B4-BE49-F238E27FC236}">
                      <a16:creationId xmlns:a16="http://schemas.microsoft.com/office/drawing/2014/main" id="{48DA1954-D486-A59B-FFA3-F57FBE7AD386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6" name="Cube 835">
                  <a:extLst>
                    <a:ext uri="{FF2B5EF4-FFF2-40B4-BE49-F238E27FC236}">
                      <a16:creationId xmlns:a16="http://schemas.microsoft.com/office/drawing/2014/main" id="{A43B1096-7306-1386-2A24-1EE7F023DB2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7" name="Cube 836">
                  <a:extLst>
                    <a:ext uri="{FF2B5EF4-FFF2-40B4-BE49-F238E27FC236}">
                      <a16:creationId xmlns:a16="http://schemas.microsoft.com/office/drawing/2014/main" id="{58DD5A88-386B-A28C-7DE6-5C424633B1E6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8" name="Cube 837">
                  <a:extLst>
                    <a:ext uri="{FF2B5EF4-FFF2-40B4-BE49-F238E27FC236}">
                      <a16:creationId xmlns:a16="http://schemas.microsoft.com/office/drawing/2014/main" id="{39DE4AE4-23BE-21BA-5365-6E9842585EE7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9" name="Cube 838">
                  <a:extLst>
                    <a:ext uri="{FF2B5EF4-FFF2-40B4-BE49-F238E27FC236}">
                      <a16:creationId xmlns:a16="http://schemas.microsoft.com/office/drawing/2014/main" id="{F3CA3942-8E6D-7A29-7D73-77A8B6F3142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2" name="Group 741">
                <a:extLst>
                  <a:ext uri="{FF2B5EF4-FFF2-40B4-BE49-F238E27FC236}">
                    <a16:creationId xmlns:a16="http://schemas.microsoft.com/office/drawing/2014/main" id="{8B8C342D-9B68-8A67-5060-ED7464E119C8}"/>
                  </a:ext>
                </a:extLst>
              </p:cNvPr>
              <p:cNvGrpSpPr/>
              <p:nvPr/>
            </p:nvGrpSpPr>
            <p:grpSpPr>
              <a:xfrm>
                <a:off x="154512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20" name="Cube 819">
                  <a:extLst>
                    <a:ext uri="{FF2B5EF4-FFF2-40B4-BE49-F238E27FC236}">
                      <a16:creationId xmlns:a16="http://schemas.microsoft.com/office/drawing/2014/main" id="{2DFAB95C-2CC7-BA2C-F3F2-027CCAFC6A7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1" name="Cube 820">
                  <a:extLst>
                    <a:ext uri="{FF2B5EF4-FFF2-40B4-BE49-F238E27FC236}">
                      <a16:creationId xmlns:a16="http://schemas.microsoft.com/office/drawing/2014/main" id="{2E4729CA-383B-E80A-BFAF-CAF2B52218E7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2" name="Cube 821">
                  <a:extLst>
                    <a:ext uri="{FF2B5EF4-FFF2-40B4-BE49-F238E27FC236}">
                      <a16:creationId xmlns:a16="http://schemas.microsoft.com/office/drawing/2014/main" id="{BB4C8E3D-8F46-B99B-47B0-25D8C32B6DC7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3" name="Cube 822">
                  <a:extLst>
                    <a:ext uri="{FF2B5EF4-FFF2-40B4-BE49-F238E27FC236}">
                      <a16:creationId xmlns:a16="http://schemas.microsoft.com/office/drawing/2014/main" id="{0AF41EAA-3EF0-7238-7E45-E0693F802829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4" name="Cube 823">
                  <a:extLst>
                    <a:ext uri="{FF2B5EF4-FFF2-40B4-BE49-F238E27FC236}">
                      <a16:creationId xmlns:a16="http://schemas.microsoft.com/office/drawing/2014/main" id="{81ED5027-5740-A239-8AB1-584DEC1A8CE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5" name="Cube 824">
                  <a:extLst>
                    <a:ext uri="{FF2B5EF4-FFF2-40B4-BE49-F238E27FC236}">
                      <a16:creationId xmlns:a16="http://schemas.microsoft.com/office/drawing/2014/main" id="{3C274945-F342-95DC-FA49-60FC3CE4C9E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6" name="Cube 825">
                  <a:extLst>
                    <a:ext uri="{FF2B5EF4-FFF2-40B4-BE49-F238E27FC236}">
                      <a16:creationId xmlns:a16="http://schemas.microsoft.com/office/drawing/2014/main" id="{8BFB7832-566B-5277-5179-AA20DA28EE1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7" name="Cube 826">
                  <a:extLst>
                    <a:ext uri="{FF2B5EF4-FFF2-40B4-BE49-F238E27FC236}">
                      <a16:creationId xmlns:a16="http://schemas.microsoft.com/office/drawing/2014/main" id="{DDD53762-51FF-72A2-A084-743615F2339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8" name="Cube 827">
                  <a:extLst>
                    <a:ext uri="{FF2B5EF4-FFF2-40B4-BE49-F238E27FC236}">
                      <a16:creationId xmlns:a16="http://schemas.microsoft.com/office/drawing/2014/main" id="{58A64217-2D0F-F37A-73AC-42A837291CE6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9" name="Cube 828">
                  <a:extLst>
                    <a:ext uri="{FF2B5EF4-FFF2-40B4-BE49-F238E27FC236}">
                      <a16:creationId xmlns:a16="http://schemas.microsoft.com/office/drawing/2014/main" id="{4C9307E1-0E48-438B-0D9C-2C0D4990EFA7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3" name="Group 742">
                <a:extLst>
                  <a:ext uri="{FF2B5EF4-FFF2-40B4-BE49-F238E27FC236}">
                    <a16:creationId xmlns:a16="http://schemas.microsoft.com/office/drawing/2014/main" id="{73CAABF7-6177-BC8F-B602-5B5DAB6B0C09}"/>
                  </a:ext>
                </a:extLst>
              </p:cNvPr>
              <p:cNvGrpSpPr/>
              <p:nvPr/>
            </p:nvGrpSpPr>
            <p:grpSpPr>
              <a:xfrm>
                <a:off x="211039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10" name="Cube 809">
                  <a:extLst>
                    <a:ext uri="{FF2B5EF4-FFF2-40B4-BE49-F238E27FC236}">
                      <a16:creationId xmlns:a16="http://schemas.microsoft.com/office/drawing/2014/main" id="{E26E14AC-0798-F8DC-DE7B-CC8197A31FF6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1" name="Cube 810">
                  <a:extLst>
                    <a:ext uri="{FF2B5EF4-FFF2-40B4-BE49-F238E27FC236}">
                      <a16:creationId xmlns:a16="http://schemas.microsoft.com/office/drawing/2014/main" id="{05E5632F-6AD1-7BDA-171F-8DD0D4ACDD0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2" name="Cube 811">
                  <a:extLst>
                    <a:ext uri="{FF2B5EF4-FFF2-40B4-BE49-F238E27FC236}">
                      <a16:creationId xmlns:a16="http://schemas.microsoft.com/office/drawing/2014/main" id="{D348815C-808F-0AB6-A1EC-873658550745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3" name="Cube 812">
                  <a:extLst>
                    <a:ext uri="{FF2B5EF4-FFF2-40B4-BE49-F238E27FC236}">
                      <a16:creationId xmlns:a16="http://schemas.microsoft.com/office/drawing/2014/main" id="{F9757FA4-89A0-121E-D5F5-9A643DDBA57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4" name="Cube 813">
                  <a:extLst>
                    <a:ext uri="{FF2B5EF4-FFF2-40B4-BE49-F238E27FC236}">
                      <a16:creationId xmlns:a16="http://schemas.microsoft.com/office/drawing/2014/main" id="{DEDDADE1-3037-B9D6-154A-A6B8625196D3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5" name="Cube 814">
                  <a:extLst>
                    <a:ext uri="{FF2B5EF4-FFF2-40B4-BE49-F238E27FC236}">
                      <a16:creationId xmlns:a16="http://schemas.microsoft.com/office/drawing/2014/main" id="{2C2594B3-CF68-7530-E1EA-7CA9FF0AC5E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6" name="Cube 815">
                  <a:extLst>
                    <a:ext uri="{FF2B5EF4-FFF2-40B4-BE49-F238E27FC236}">
                      <a16:creationId xmlns:a16="http://schemas.microsoft.com/office/drawing/2014/main" id="{D9962C8D-BB52-1F52-F541-14E5AF9A1A72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7" name="Cube 816">
                  <a:extLst>
                    <a:ext uri="{FF2B5EF4-FFF2-40B4-BE49-F238E27FC236}">
                      <a16:creationId xmlns:a16="http://schemas.microsoft.com/office/drawing/2014/main" id="{CC1A3F87-8488-B02C-2B5D-0131C261CC39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8" name="Cube 817">
                  <a:extLst>
                    <a:ext uri="{FF2B5EF4-FFF2-40B4-BE49-F238E27FC236}">
                      <a16:creationId xmlns:a16="http://schemas.microsoft.com/office/drawing/2014/main" id="{895FE0D0-F4BB-1039-028E-6BEB1C92B7A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9" name="Cube 818">
                  <a:extLst>
                    <a:ext uri="{FF2B5EF4-FFF2-40B4-BE49-F238E27FC236}">
                      <a16:creationId xmlns:a16="http://schemas.microsoft.com/office/drawing/2014/main" id="{D193C894-E480-FC14-E661-F8F81B63EAA8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4" name="Group 743">
                <a:extLst>
                  <a:ext uri="{FF2B5EF4-FFF2-40B4-BE49-F238E27FC236}">
                    <a16:creationId xmlns:a16="http://schemas.microsoft.com/office/drawing/2014/main" id="{B555EDAB-C825-A69C-15B4-6144A9EC4104}"/>
                  </a:ext>
                </a:extLst>
              </p:cNvPr>
              <p:cNvGrpSpPr/>
              <p:nvPr/>
            </p:nvGrpSpPr>
            <p:grpSpPr>
              <a:xfrm>
                <a:off x="267565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00" name="Cube 799">
                  <a:extLst>
                    <a:ext uri="{FF2B5EF4-FFF2-40B4-BE49-F238E27FC236}">
                      <a16:creationId xmlns:a16="http://schemas.microsoft.com/office/drawing/2014/main" id="{9B4BFD82-E586-5A3D-3F86-E3BEE1A5178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1" name="Cube 800">
                  <a:extLst>
                    <a:ext uri="{FF2B5EF4-FFF2-40B4-BE49-F238E27FC236}">
                      <a16:creationId xmlns:a16="http://schemas.microsoft.com/office/drawing/2014/main" id="{63067A7F-DECD-E885-9F02-ABA16ABBCD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2" name="Cube 801">
                  <a:extLst>
                    <a:ext uri="{FF2B5EF4-FFF2-40B4-BE49-F238E27FC236}">
                      <a16:creationId xmlns:a16="http://schemas.microsoft.com/office/drawing/2014/main" id="{0243C279-5C0C-79A8-7AC8-934BE7200412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3" name="Cube 802">
                  <a:extLst>
                    <a:ext uri="{FF2B5EF4-FFF2-40B4-BE49-F238E27FC236}">
                      <a16:creationId xmlns:a16="http://schemas.microsoft.com/office/drawing/2014/main" id="{F334B66D-5871-F113-2C04-B813F5874C6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4" name="Cube 803">
                  <a:extLst>
                    <a:ext uri="{FF2B5EF4-FFF2-40B4-BE49-F238E27FC236}">
                      <a16:creationId xmlns:a16="http://schemas.microsoft.com/office/drawing/2014/main" id="{52C2A143-0E40-B60D-8A63-F5EE6F13822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5" name="Cube 804">
                  <a:extLst>
                    <a:ext uri="{FF2B5EF4-FFF2-40B4-BE49-F238E27FC236}">
                      <a16:creationId xmlns:a16="http://schemas.microsoft.com/office/drawing/2014/main" id="{8C694EDB-9907-6E91-03A9-72F00C84944D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6" name="Cube 805">
                  <a:extLst>
                    <a:ext uri="{FF2B5EF4-FFF2-40B4-BE49-F238E27FC236}">
                      <a16:creationId xmlns:a16="http://schemas.microsoft.com/office/drawing/2014/main" id="{51CB7964-E1A1-E515-EF31-6EF5DC90041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7" name="Cube 806">
                  <a:extLst>
                    <a:ext uri="{FF2B5EF4-FFF2-40B4-BE49-F238E27FC236}">
                      <a16:creationId xmlns:a16="http://schemas.microsoft.com/office/drawing/2014/main" id="{AFD4034C-B2AE-3162-88DE-39CFF1CE11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8" name="Cube 807">
                  <a:extLst>
                    <a:ext uri="{FF2B5EF4-FFF2-40B4-BE49-F238E27FC236}">
                      <a16:creationId xmlns:a16="http://schemas.microsoft.com/office/drawing/2014/main" id="{B98D4C66-E35D-809F-8633-782F904FCB50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9" name="Cube 808">
                  <a:extLst>
                    <a:ext uri="{FF2B5EF4-FFF2-40B4-BE49-F238E27FC236}">
                      <a16:creationId xmlns:a16="http://schemas.microsoft.com/office/drawing/2014/main" id="{C488824D-D8C4-CD02-4A5D-2C822A80D55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5" name="Group 744">
                <a:extLst>
                  <a:ext uri="{FF2B5EF4-FFF2-40B4-BE49-F238E27FC236}">
                    <a16:creationId xmlns:a16="http://schemas.microsoft.com/office/drawing/2014/main" id="{93536EEE-2227-D5E9-811D-5FEBC22A1B89}"/>
                  </a:ext>
                </a:extLst>
              </p:cNvPr>
              <p:cNvGrpSpPr/>
              <p:nvPr/>
            </p:nvGrpSpPr>
            <p:grpSpPr>
              <a:xfrm>
                <a:off x="324092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90" name="Cube 789">
                  <a:extLst>
                    <a:ext uri="{FF2B5EF4-FFF2-40B4-BE49-F238E27FC236}">
                      <a16:creationId xmlns:a16="http://schemas.microsoft.com/office/drawing/2014/main" id="{87C866F3-4DD4-D6AB-FF4F-90B32C84E85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1" name="Cube 790">
                  <a:extLst>
                    <a:ext uri="{FF2B5EF4-FFF2-40B4-BE49-F238E27FC236}">
                      <a16:creationId xmlns:a16="http://schemas.microsoft.com/office/drawing/2014/main" id="{2B817B65-095A-A424-6EED-D34BDF4D7ED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2" name="Cube 791">
                  <a:extLst>
                    <a:ext uri="{FF2B5EF4-FFF2-40B4-BE49-F238E27FC236}">
                      <a16:creationId xmlns:a16="http://schemas.microsoft.com/office/drawing/2014/main" id="{CC64548C-AEEE-2BB1-1179-9CA902F8300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3" name="Cube 792">
                  <a:extLst>
                    <a:ext uri="{FF2B5EF4-FFF2-40B4-BE49-F238E27FC236}">
                      <a16:creationId xmlns:a16="http://schemas.microsoft.com/office/drawing/2014/main" id="{FFFDE641-C559-D12D-BB85-CD9860058A58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4" name="Cube 793">
                  <a:extLst>
                    <a:ext uri="{FF2B5EF4-FFF2-40B4-BE49-F238E27FC236}">
                      <a16:creationId xmlns:a16="http://schemas.microsoft.com/office/drawing/2014/main" id="{8F2FCA0F-557A-C325-6EF2-27CE63C79DC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5" name="Cube 794">
                  <a:extLst>
                    <a:ext uri="{FF2B5EF4-FFF2-40B4-BE49-F238E27FC236}">
                      <a16:creationId xmlns:a16="http://schemas.microsoft.com/office/drawing/2014/main" id="{1F2F8B8B-87BE-DD4E-950F-211AB3CEDA3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6" name="Cube 795">
                  <a:extLst>
                    <a:ext uri="{FF2B5EF4-FFF2-40B4-BE49-F238E27FC236}">
                      <a16:creationId xmlns:a16="http://schemas.microsoft.com/office/drawing/2014/main" id="{AB0E65A5-50FF-915F-A9DE-2AA825FACDC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7" name="Cube 796">
                  <a:extLst>
                    <a:ext uri="{FF2B5EF4-FFF2-40B4-BE49-F238E27FC236}">
                      <a16:creationId xmlns:a16="http://schemas.microsoft.com/office/drawing/2014/main" id="{1B3B2E14-ED9F-19E9-9404-841A0FDD61B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8" name="Cube 797">
                  <a:extLst>
                    <a:ext uri="{FF2B5EF4-FFF2-40B4-BE49-F238E27FC236}">
                      <a16:creationId xmlns:a16="http://schemas.microsoft.com/office/drawing/2014/main" id="{8D6612FF-33FC-01AF-0DC1-7D45B477BD2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9" name="Cube 798">
                  <a:extLst>
                    <a:ext uri="{FF2B5EF4-FFF2-40B4-BE49-F238E27FC236}">
                      <a16:creationId xmlns:a16="http://schemas.microsoft.com/office/drawing/2014/main" id="{408CD256-B882-FDF6-8D28-C084CBAEE7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6" name="Group 745">
                <a:extLst>
                  <a:ext uri="{FF2B5EF4-FFF2-40B4-BE49-F238E27FC236}">
                    <a16:creationId xmlns:a16="http://schemas.microsoft.com/office/drawing/2014/main" id="{CB86CD10-AAA2-1BDE-2EBC-EA23E64DF58D}"/>
                  </a:ext>
                </a:extLst>
              </p:cNvPr>
              <p:cNvGrpSpPr/>
              <p:nvPr/>
            </p:nvGrpSpPr>
            <p:grpSpPr>
              <a:xfrm>
                <a:off x="380618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80" name="Cube 779">
                  <a:extLst>
                    <a:ext uri="{FF2B5EF4-FFF2-40B4-BE49-F238E27FC236}">
                      <a16:creationId xmlns:a16="http://schemas.microsoft.com/office/drawing/2014/main" id="{E99EA845-FFA9-AB0F-B7D6-1B6E3AC24D6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1" name="Cube 780">
                  <a:extLst>
                    <a:ext uri="{FF2B5EF4-FFF2-40B4-BE49-F238E27FC236}">
                      <a16:creationId xmlns:a16="http://schemas.microsoft.com/office/drawing/2014/main" id="{6780EB18-4575-DDED-1F9B-D1EDD854C3D2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2" name="Cube 781">
                  <a:extLst>
                    <a:ext uri="{FF2B5EF4-FFF2-40B4-BE49-F238E27FC236}">
                      <a16:creationId xmlns:a16="http://schemas.microsoft.com/office/drawing/2014/main" id="{8B754B8A-2E73-92ED-9A23-9BD6E68A04D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3" name="Cube 782">
                  <a:extLst>
                    <a:ext uri="{FF2B5EF4-FFF2-40B4-BE49-F238E27FC236}">
                      <a16:creationId xmlns:a16="http://schemas.microsoft.com/office/drawing/2014/main" id="{FCCE4B68-01D4-2A84-785C-74557F155B3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4" name="Cube 783">
                  <a:extLst>
                    <a:ext uri="{FF2B5EF4-FFF2-40B4-BE49-F238E27FC236}">
                      <a16:creationId xmlns:a16="http://schemas.microsoft.com/office/drawing/2014/main" id="{0B003F25-AC1D-45DD-FCB8-1AF9AAE7A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5" name="Cube 784">
                  <a:extLst>
                    <a:ext uri="{FF2B5EF4-FFF2-40B4-BE49-F238E27FC236}">
                      <a16:creationId xmlns:a16="http://schemas.microsoft.com/office/drawing/2014/main" id="{89F664E9-ABA6-59E3-B187-82800DE6A85E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6" name="Cube 785">
                  <a:extLst>
                    <a:ext uri="{FF2B5EF4-FFF2-40B4-BE49-F238E27FC236}">
                      <a16:creationId xmlns:a16="http://schemas.microsoft.com/office/drawing/2014/main" id="{42EBDDB5-5F45-3136-1073-ED86820AE861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7" name="Cube 786">
                  <a:extLst>
                    <a:ext uri="{FF2B5EF4-FFF2-40B4-BE49-F238E27FC236}">
                      <a16:creationId xmlns:a16="http://schemas.microsoft.com/office/drawing/2014/main" id="{FDA2D86B-8437-D0E5-8989-3187D4551DF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8" name="Cube 787">
                  <a:extLst>
                    <a:ext uri="{FF2B5EF4-FFF2-40B4-BE49-F238E27FC236}">
                      <a16:creationId xmlns:a16="http://schemas.microsoft.com/office/drawing/2014/main" id="{3E4E8968-9DAD-91B4-54C9-FD83820940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9" name="Cube 788">
                  <a:extLst>
                    <a:ext uri="{FF2B5EF4-FFF2-40B4-BE49-F238E27FC236}">
                      <a16:creationId xmlns:a16="http://schemas.microsoft.com/office/drawing/2014/main" id="{FA655AE4-9D9A-102D-C3DB-9A9D66403423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7" name="Group 746">
                <a:extLst>
                  <a:ext uri="{FF2B5EF4-FFF2-40B4-BE49-F238E27FC236}">
                    <a16:creationId xmlns:a16="http://schemas.microsoft.com/office/drawing/2014/main" id="{A3FD807D-B93F-26D9-6CA0-4F8D76691620}"/>
                  </a:ext>
                </a:extLst>
              </p:cNvPr>
              <p:cNvGrpSpPr/>
              <p:nvPr/>
            </p:nvGrpSpPr>
            <p:grpSpPr>
              <a:xfrm>
                <a:off x="437145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70" name="Cube 769">
                  <a:extLst>
                    <a:ext uri="{FF2B5EF4-FFF2-40B4-BE49-F238E27FC236}">
                      <a16:creationId xmlns:a16="http://schemas.microsoft.com/office/drawing/2014/main" id="{96856DB6-9278-CEBA-4E30-18761CBC192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1" name="Cube 770">
                  <a:extLst>
                    <a:ext uri="{FF2B5EF4-FFF2-40B4-BE49-F238E27FC236}">
                      <a16:creationId xmlns:a16="http://schemas.microsoft.com/office/drawing/2014/main" id="{F110B3C3-E90A-8C4B-7932-34A53B177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2" name="Cube 771">
                  <a:extLst>
                    <a:ext uri="{FF2B5EF4-FFF2-40B4-BE49-F238E27FC236}">
                      <a16:creationId xmlns:a16="http://schemas.microsoft.com/office/drawing/2014/main" id="{74332E6A-D0C6-845E-3AC1-F31581A2210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3" name="Cube 772">
                  <a:extLst>
                    <a:ext uri="{FF2B5EF4-FFF2-40B4-BE49-F238E27FC236}">
                      <a16:creationId xmlns:a16="http://schemas.microsoft.com/office/drawing/2014/main" id="{7C901267-CA1D-EB45-545F-DAD15C5D648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4" name="Cube 773">
                  <a:extLst>
                    <a:ext uri="{FF2B5EF4-FFF2-40B4-BE49-F238E27FC236}">
                      <a16:creationId xmlns:a16="http://schemas.microsoft.com/office/drawing/2014/main" id="{41BADED3-A409-15A1-B951-0827B0DB864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5" name="Cube 774">
                  <a:extLst>
                    <a:ext uri="{FF2B5EF4-FFF2-40B4-BE49-F238E27FC236}">
                      <a16:creationId xmlns:a16="http://schemas.microsoft.com/office/drawing/2014/main" id="{93F2D00D-9E88-5E42-D4E5-233A9159516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6" name="Cube 775">
                  <a:extLst>
                    <a:ext uri="{FF2B5EF4-FFF2-40B4-BE49-F238E27FC236}">
                      <a16:creationId xmlns:a16="http://schemas.microsoft.com/office/drawing/2014/main" id="{3AC8F42E-EA91-7E6F-EF8C-283548310CB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7" name="Cube 776">
                  <a:extLst>
                    <a:ext uri="{FF2B5EF4-FFF2-40B4-BE49-F238E27FC236}">
                      <a16:creationId xmlns:a16="http://schemas.microsoft.com/office/drawing/2014/main" id="{0669834E-224E-7988-62D0-E73D16FFFD5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8" name="Cube 777">
                  <a:extLst>
                    <a:ext uri="{FF2B5EF4-FFF2-40B4-BE49-F238E27FC236}">
                      <a16:creationId xmlns:a16="http://schemas.microsoft.com/office/drawing/2014/main" id="{C2BCDAE5-E52A-5A7D-2EB2-401B70EEB90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9" name="Cube 778">
                  <a:extLst>
                    <a:ext uri="{FF2B5EF4-FFF2-40B4-BE49-F238E27FC236}">
                      <a16:creationId xmlns:a16="http://schemas.microsoft.com/office/drawing/2014/main" id="{C03064A3-FA06-E079-12F7-B3EDDD376A2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8" name="Group 747">
                <a:extLst>
                  <a:ext uri="{FF2B5EF4-FFF2-40B4-BE49-F238E27FC236}">
                    <a16:creationId xmlns:a16="http://schemas.microsoft.com/office/drawing/2014/main" id="{74EBBC7A-B54F-D0E1-7D4C-E20EE344E3AE}"/>
                  </a:ext>
                </a:extLst>
              </p:cNvPr>
              <p:cNvGrpSpPr/>
              <p:nvPr/>
            </p:nvGrpSpPr>
            <p:grpSpPr>
              <a:xfrm>
                <a:off x="493671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60" name="Cube 759">
                  <a:extLst>
                    <a:ext uri="{FF2B5EF4-FFF2-40B4-BE49-F238E27FC236}">
                      <a16:creationId xmlns:a16="http://schemas.microsoft.com/office/drawing/2014/main" id="{867398AE-5F29-37A8-D642-110D71BD9AC4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1" name="Cube 760">
                  <a:extLst>
                    <a:ext uri="{FF2B5EF4-FFF2-40B4-BE49-F238E27FC236}">
                      <a16:creationId xmlns:a16="http://schemas.microsoft.com/office/drawing/2014/main" id="{7BA98ABD-C882-BF22-1143-56ECDEFC6DFD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2" name="Cube 761">
                  <a:extLst>
                    <a:ext uri="{FF2B5EF4-FFF2-40B4-BE49-F238E27FC236}">
                      <a16:creationId xmlns:a16="http://schemas.microsoft.com/office/drawing/2014/main" id="{91629B5E-4964-A32D-F522-07B9EE15C626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3" name="Cube 762">
                  <a:extLst>
                    <a:ext uri="{FF2B5EF4-FFF2-40B4-BE49-F238E27FC236}">
                      <a16:creationId xmlns:a16="http://schemas.microsoft.com/office/drawing/2014/main" id="{91884047-C554-EC50-3FC7-526E209996B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4" name="Cube 763">
                  <a:extLst>
                    <a:ext uri="{FF2B5EF4-FFF2-40B4-BE49-F238E27FC236}">
                      <a16:creationId xmlns:a16="http://schemas.microsoft.com/office/drawing/2014/main" id="{3CB47A96-90F8-4E81-DA3E-EC79025192EE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5" name="Cube 764">
                  <a:extLst>
                    <a:ext uri="{FF2B5EF4-FFF2-40B4-BE49-F238E27FC236}">
                      <a16:creationId xmlns:a16="http://schemas.microsoft.com/office/drawing/2014/main" id="{C872F7BF-C4B1-AE35-2B04-A4B1C840E6D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6" name="Cube 765">
                  <a:extLst>
                    <a:ext uri="{FF2B5EF4-FFF2-40B4-BE49-F238E27FC236}">
                      <a16:creationId xmlns:a16="http://schemas.microsoft.com/office/drawing/2014/main" id="{2F313E29-A9C4-5691-C68B-B3AECAAF7CA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7" name="Cube 766">
                  <a:extLst>
                    <a:ext uri="{FF2B5EF4-FFF2-40B4-BE49-F238E27FC236}">
                      <a16:creationId xmlns:a16="http://schemas.microsoft.com/office/drawing/2014/main" id="{A5C31C2D-02CD-AC28-1B23-2A4C2076D7A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8" name="Cube 767">
                  <a:extLst>
                    <a:ext uri="{FF2B5EF4-FFF2-40B4-BE49-F238E27FC236}">
                      <a16:creationId xmlns:a16="http://schemas.microsoft.com/office/drawing/2014/main" id="{5C83DE35-6C6C-0D1F-FBD7-8247235E045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9" name="Cube 768">
                  <a:extLst>
                    <a:ext uri="{FF2B5EF4-FFF2-40B4-BE49-F238E27FC236}">
                      <a16:creationId xmlns:a16="http://schemas.microsoft.com/office/drawing/2014/main" id="{41D8189A-76AA-FF43-C66C-B7940A112B1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9" name="Group 748">
                <a:extLst>
                  <a:ext uri="{FF2B5EF4-FFF2-40B4-BE49-F238E27FC236}">
                    <a16:creationId xmlns:a16="http://schemas.microsoft.com/office/drawing/2014/main" id="{23A6448C-BDD5-702B-7502-08AA1B956376}"/>
                  </a:ext>
                </a:extLst>
              </p:cNvPr>
              <p:cNvGrpSpPr/>
              <p:nvPr/>
            </p:nvGrpSpPr>
            <p:grpSpPr>
              <a:xfrm>
                <a:off x="550198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0" name="Cube 749">
                  <a:extLst>
                    <a:ext uri="{FF2B5EF4-FFF2-40B4-BE49-F238E27FC236}">
                      <a16:creationId xmlns:a16="http://schemas.microsoft.com/office/drawing/2014/main" id="{BDCFEAF9-178C-EF7A-3A59-D7BA4F25ED8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1" name="Cube 750">
                  <a:extLst>
                    <a:ext uri="{FF2B5EF4-FFF2-40B4-BE49-F238E27FC236}">
                      <a16:creationId xmlns:a16="http://schemas.microsoft.com/office/drawing/2014/main" id="{F3F6815F-6E02-AF10-6D91-611BB20F93E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2" name="Cube 751">
                  <a:extLst>
                    <a:ext uri="{FF2B5EF4-FFF2-40B4-BE49-F238E27FC236}">
                      <a16:creationId xmlns:a16="http://schemas.microsoft.com/office/drawing/2014/main" id="{084A279D-14C2-7106-DC55-791EBD74C03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3" name="Cube 752">
                  <a:extLst>
                    <a:ext uri="{FF2B5EF4-FFF2-40B4-BE49-F238E27FC236}">
                      <a16:creationId xmlns:a16="http://schemas.microsoft.com/office/drawing/2014/main" id="{A117C6E3-BF74-568F-A07F-7E487765F49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4" name="Cube 753">
                  <a:extLst>
                    <a:ext uri="{FF2B5EF4-FFF2-40B4-BE49-F238E27FC236}">
                      <a16:creationId xmlns:a16="http://schemas.microsoft.com/office/drawing/2014/main" id="{35718982-C065-63F4-C621-B40E5FDCBB2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5" name="Cube 754">
                  <a:extLst>
                    <a:ext uri="{FF2B5EF4-FFF2-40B4-BE49-F238E27FC236}">
                      <a16:creationId xmlns:a16="http://schemas.microsoft.com/office/drawing/2014/main" id="{E932099F-FD26-E598-D4FE-52F9C5F32173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6" name="Cube 755">
                  <a:extLst>
                    <a:ext uri="{FF2B5EF4-FFF2-40B4-BE49-F238E27FC236}">
                      <a16:creationId xmlns:a16="http://schemas.microsoft.com/office/drawing/2014/main" id="{37E8AFE2-2E14-00AE-D299-EF983FADA5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7" name="Cube 756">
                  <a:extLst>
                    <a:ext uri="{FF2B5EF4-FFF2-40B4-BE49-F238E27FC236}">
                      <a16:creationId xmlns:a16="http://schemas.microsoft.com/office/drawing/2014/main" id="{1524D4EF-DBEC-1650-70A8-DD55E867044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8" name="Cube 757">
                  <a:extLst>
                    <a:ext uri="{FF2B5EF4-FFF2-40B4-BE49-F238E27FC236}">
                      <a16:creationId xmlns:a16="http://schemas.microsoft.com/office/drawing/2014/main" id="{E3287EB5-C103-D0DD-4C34-F017DB5D29C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9" name="Cube 758">
                  <a:extLst>
                    <a:ext uri="{FF2B5EF4-FFF2-40B4-BE49-F238E27FC236}">
                      <a16:creationId xmlns:a16="http://schemas.microsoft.com/office/drawing/2014/main" id="{0F4DC0A2-4FE2-E8C8-AD87-10B56A9A26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1F301F9-CC3E-E387-8E62-D804C51F43A1}"/>
                </a:ext>
              </a:extLst>
            </p:cNvPr>
            <p:cNvSpPr/>
            <p:nvPr/>
          </p:nvSpPr>
          <p:spPr>
            <a:xfrm>
              <a:off x="9227747" y="5700099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62C14CED-64A2-F79B-CC39-DA2300BC1464}"/>
                </a:ext>
              </a:extLst>
            </p:cNvPr>
            <p:cNvSpPr/>
            <p:nvPr/>
          </p:nvSpPr>
          <p:spPr>
            <a:xfrm>
              <a:off x="9227747" y="5448480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E9AD87FC-E7BD-F205-751C-E39ACA2A0119}"/>
                </a:ext>
              </a:extLst>
            </p:cNvPr>
            <p:cNvSpPr/>
            <p:nvPr/>
          </p:nvSpPr>
          <p:spPr>
            <a:xfrm>
              <a:off x="9227747" y="5196860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8B0FA02-6471-7740-F7A3-5585CBC1FD51}"/>
                </a:ext>
              </a:extLst>
            </p:cNvPr>
            <p:cNvSpPr/>
            <p:nvPr/>
          </p:nvSpPr>
          <p:spPr>
            <a:xfrm>
              <a:off x="9227747" y="4945241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7EF7612F-19DF-C34E-5284-7473D69943F7}"/>
                </a:ext>
              </a:extLst>
            </p:cNvPr>
            <p:cNvSpPr/>
            <p:nvPr/>
          </p:nvSpPr>
          <p:spPr>
            <a:xfrm>
              <a:off x="9227747" y="4693621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59A1130-BB79-2E9A-980B-94FC156006B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0979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45724" y="1834868"/>
            <a:ext cx="7614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0.4   +   0.2   =   _________</a:t>
            </a:r>
          </a:p>
        </p:txBody>
      </p: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F1E81A38-2B9D-3896-F317-B0DE9DF7DAD0}"/>
              </a:ext>
            </a:extLst>
          </p:cNvPr>
          <p:cNvGrpSpPr/>
          <p:nvPr/>
        </p:nvGrpSpPr>
        <p:grpSpPr>
          <a:xfrm>
            <a:off x="363681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74" name="Cube 373">
              <a:extLst>
                <a:ext uri="{FF2B5EF4-FFF2-40B4-BE49-F238E27FC236}">
                  <a16:creationId xmlns:a16="http://schemas.microsoft.com/office/drawing/2014/main" id="{9E8B908C-CF91-39A6-5F14-FDE4887459E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5" name="Cube 374">
              <a:extLst>
                <a:ext uri="{FF2B5EF4-FFF2-40B4-BE49-F238E27FC236}">
                  <a16:creationId xmlns:a16="http://schemas.microsoft.com/office/drawing/2014/main" id="{B6C019AE-2DBD-4884-2D32-9171578F480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6" name="Cube 375">
              <a:extLst>
                <a:ext uri="{FF2B5EF4-FFF2-40B4-BE49-F238E27FC236}">
                  <a16:creationId xmlns:a16="http://schemas.microsoft.com/office/drawing/2014/main" id="{91134DA2-A2AD-D9CA-30C5-47786D85331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7" name="Cube 376">
              <a:extLst>
                <a:ext uri="{FF2B5EF4-FFF2-40B4-BE49-F238E27FC236}">
                  <a16:creationId xmlns:a16="http://schemas.microsoft.com/office/drawing/2014/main" id="{E99A29AF-C71E-8EE3-B554-4191825E482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8" name="Cube 377">
              <a:extLst>
                <a:ext uri="{FF2B5EF4-FFF2-40B4-BE49-F238E27FC236}">
                  <a16:creationId xmlns:a16="http://schemas.microsoft.com/office/drawing/2014/main" id="{048D1C10-DE7F-EC06-6FDB-3CED0B7FD4C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9" name="Cube 378">
              <a:extLst>
                <a:ext uri="{FF2B5EF4-FFF2-40B4-BE49-F238E27FC236}">
                  <a16:creationId xmlns:a16="http://schemas.microsoft.com/office/drawing/2014/main" id="{83CBF201-D95F-09C3-DADD-6E913AD7480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0" name="Cube 379">
              <a:extLst>
                <a:ext uri="{FF2B5EF4-FFF2-40B4-BE49-F238E27FC236}">
                  <a16:creationId xmlns:a16="http://schemas.microsoft.com/office/drawing/2014/main" id="{B072A145-43F9-E00D-2351-B84F43306F9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1" name="Cube 380">
              <a:extLst>
                <a:ext uri="{FF2B5EF4-FFF2-40B4-BE49-F238E27FC236}">
                  <a16:creationId xmlns:a16="http://schemas.microsoft.com/office/drawing/2014/main" id="{D35FEAF2-1CF2-A06C-D813-C5925F26F9B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2" name="Cube 381">
              <a:extLst>
                <a:ext uri="{FF2B5EF4-FFF2-40B4-BE49-F238E27FC236}">
                  <a16:creationId xmlns:a16="http://schemas.microsoft.com/office/drawing/2014/main" id="{8BCC4E12-2D19-1EF6-6C79-8E0E3A4207E9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3" name="Cube 382">
              <a:extLst>
                <a:ext uri="{FF2B5EF4-FFF2-40B4-BE49-F238E27FC236}">
                  <a16:creationId xmlns:a16="http://schemas.microsoft.com/office/drawing/2014/main" id="{46A5CF8D-244A-4A6C-B548-661BEE13CED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81A5B878-B5D8-02EB-4149-60EA88732D3F}"/>
              </a:ext>
            </a:extLst>
          </p:cNvPr>
          <p:cNvGrpSpPr/>
          <p:nvPr/>
        </p:nvGrpSpPr>
        <p:grpSpPr>
          <a:xfrm>
            <a:off x="410163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3A8F0BFB-2D32-4E82-30AD-D91D1A0216F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C477EA2F-56C1-43EC-DA31-3926B5578E5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56F01CF-8B02-B29B-F1FD-C5D4D972E95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1BB3AEEE-D5ED-3ECB-0195-B439947043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8" name="Cube 367">
              <a:extLst>
                <a:ext uri="{FF2B5EF4-FFF2-40B4-BE49-F238E27FC236}">
                  <a16:creationId xmlns:a16="http://schemas.microsoft.com/office/drawing/2014/main" id="{337453EB-33CC-3A64-960D-EB4594B1A26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9" name="Cube 368">
              <a:extLst>
                <a:ext uri="{FF2B5EF4-FFF2-40B4-BE49-F238E27FC236}">
                  <a16:creationId xmlns:a16="http://schemas.microsoft.com/office/drawing/2014/main" id="{61052329-8C31-301D-8259-9398FCC2C8E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0" name="Cube 369">
              <a:extLst>
                <a:ext uri="{FF2B5EF4-FFF2-40B4-BE49-F238E27FC236}">
                  <a16:creationId xmlns:a16="http://schemas.microsoft.com/office/drawing/2014/main" id="{C311FE41-9A88-CDB4-8FA0-4C036EB070C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1" name="Cube 370">
              <a:extLst>
                <a:ext uri="{FF2B5EF4-FFF2-40B4-BE49-F238E27FC236}">
                  <a16:creationId xmlns:a16="http://schemas.microsoft.com/office/drawing/2014/main" id="{168048D1-DAF6-27B4-495E-3031574F8B1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2" name="Cube 371">
              <a:extLst>
                <a:ext uri="{FF2B5EF4-FFF2-40B4-BE49-F238E27FC236}">
                  <a16:creationId xmlns:a16="http://schemas.microsoft.com/office/drawing/2014/main" id="{C386A41B-C023-2A69-4F2B-117AE92A5F1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3" name="Cube 372">
              <a:extLst>
                <a:ext uri="{FF2B5EF4-FFF2-40B4-BE49-F238E27FC236}">
                  <a16:creationId xmlns:a16="http://schemas.microsoft.com/office/drawing/2014/main" id="{052DC481-F4B9-8F5A-CF10-D58C1898091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88A50670-E1BA-2ECE-D929-C69EB68AB7FF}"/>
              </a:ext>
            </a:extLst>
          </p:cNvPr>
          <p:cNvGrpSpPr/>
          <p:nvPr/>
        </p:nvGrpSpPr>
        <p:grpSpPr>
          <a:xfrm>
            <a:off x="456645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7A593B88-40E4-D852-AC90-D55DABEAF41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FA222516-A7EB-842C-4389-76AED9768EF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A31E5343-4D3B-ED30-5A49-0A3A7EF9370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7" name="Cube 356">
              <a:extLst>
                <a:ext uri="{FF2B5EF4-FFF2-40B4-BE49-F238E27FC236}">
                  <a16:creationId xmlns:a16="http://schemas.microsoft.com/office/drawing/2014/main" id="{9C991D33-2496-F6E1-D454-F1B0E28F57B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67271EE7-6E25-CA6D-1330-829485E8A96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FAA87046-69DC-9AB1-1053-2569E3849E0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531566FC-5A1E-47DF-19F9-26A33265736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9B429EA3-DE2C-E10D-6C86-0C4C3366ED0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7C641BCA-6B22-BB12-6E1A-82D7948C3EA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4FAD1A2B-145B-8282-FED8-341D75E08C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20D121F9-80B5-1B1B-44BF-7D37D9A6D789}"/>
              </a:ext>
            </a:extLst>
          </p:cNvPr>
          <p:cNvGrpSpPr/>
          <p:nvPr/>
        </p:nvGrpSpPr>
        <p:grpSpPr>
          <a:xfrm>
            <a:off x="503127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4" name="Cube 343">
              <a:extLst>
                <a:ext uri="{FF2B5EF4-FFF2-40B4-BE49-F238E27FC236}">
                  <a16:creationId xmlns:a16="http://schemas.microsoft.com/office/drawing/2014/main" id="{E569AF0F-EBC9-A1B7-753D-37DCFAB2760D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5" name="Cube 344">
              <a:extLst>
                <a:ext uri="{FF2B5EF4-FFF2-40B4-BE49-F238E27FC236}">
                  <a16:creationId xmlns:a16="http://schemas.microsoft.com/office/drawing/2014/main" id="{73BF69C6-BDC6-9848-B137-2E67F9FDE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6" name="Cube 345">
              <a:extLst>
                <a:ext uri="{FF2B5EF4-FFF2-40B4-BE49-F238E27FC236}">
                  <a16:creationId xmlns:a16="http://schemas.microsoft.com/office/drawing/2014/main" id="{30951B19-3A3D-3D3A-CBF0-2F863000D78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8A643487-FCEC-36AB-C19B-0889B37A55D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C2EF62F7-FBCE-FBE7-4732-9D727CCF5A9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D6BBE5CF-8151-9F6C-21A1-DF45B4BB02C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7D17CF7E-615E-7853-364F-7029E379050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53DB9C5E-DEA9-3C86-2F17-EAC260B315E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CB356F40-3467-2BF9-F82F-08276CCA9869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A12085B-D2E4-C579-7D38-50351F8C75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6A998BFB-38D5-6576-FCF0-E2357D120B42}"/>
              </a:ext>
            </a:extLst>
          </p:cNvPr>
          <p:cNvGrpSpPr/>
          <p:nvPr/>
        </p:nvGrpSpPr>
        <p:grpSpPr>
          <a:xfrm>
            <a:off x="549609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EF6D35A0-BD59-DA02-633C-74B895045BD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16973DE0-61E9-60A1-FB3C-EC61D859C59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195097E9-D4F2-427C-29E4-6A79B76CE28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45C319BF-ACCA-DBD7-0116-F035BE1DE81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6B843E5A-D865-E95E-4F70-F0566CCFCCE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9" name="Cube 338">
              <a:extLst>
                <a:ext uri="{FF2B5EF4-FFF2-40B4-BE49-F238E27FC236}">
                  <a16:creationId xmlns:a16="http://schemas.microsoft.com/office/drawing/2014/main" id="{75863DEA-6FA4-1F5B-A26C-20FA298CC3F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0" name="Cube 339">
              <a:extLst>
                <a:ext uri="{FF2B5EF4-FFF2-40B4-BE49-F238E27FC236}">
                  <a16:creationId xmlns:a16="http://schemas.microsoft.com/office/drawing/2014/main" id="{1B720D8E-50B1-D541-3625-11FF73E5989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1" name="Cube 340">
              <a:extLst>
                <a:ext uri="{FF2B5EF4-FFF2-40B4-BE49-F238E27FC236}">
                  <a16:creationId xmlns:a16="http://schemas.microsoft.com/office/drawing/2014/main" id="{C0CC2826-CCB9-63E6-B93F-7634CE3FAF3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2" name="Cube 341">
              <a:extLst>
                <a:ext uri="{FF2B5EF4-FFF2-40B4-BE49-F238E27FC236}">
                  <a16:creationId xmlns:a16="http://schemas.microsoft.com/office/drawing/2014/main" id="{14291960-A1A5-6E64-AF5A-83576CE21D7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3" name="Cube 342">
              <a:extLst>
                <a:ext uri="{FF2B5EF4-FFF2-40B4-BE49-F238E27FC236}">
                  <a16:creationId xmlns:a16="http://schemas.microsoft.com/office/drawing/2014/main" id="{E058B19F-D8B4-0038-B261-6E547FB3DF5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2EAC5CD6-79BE-9B72-E3A2-A6F70EB8D205}"/>
              </a:ext>
            </a:extLst>
          </p:cNvPr>
          <p:cNvGrpSpPr/>
          <p:nvPr/>
        </p:nvGrpSpPr>
        <p:grpSpPr>
          <a:xfrm>
            <a:off x="596091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DA9AE61F-79A8-7F16-228C-4A6DE2660B0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868308E0-1B91-9789-FB02-A80759090F1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5FCABC95-AF2A-2492-FEAA-3FB51A8A6C3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98B1020D-0775-4666-D3E0-A47C43C544A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8" name="Cube 327">
              <a:extLst>
                <a:ext uri="{FF2B5EF4-FFF2-40B4-BE49-F238E27FC236}">
                  <a16:creationId xmlns:a16="http://schemas.microsoft.com/office/drawing/2014/main" id="{D18E1C0A-F589-391B-67D8-E03796A2EAF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169C5D82-2528-6425-04A5-DBCCA0C2B8B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8AD078BC-BBBD-C3D8-7279-C8B7BBC4B15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D65F2E52-98E8-0937-A5DA-187F5A5D787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7E9F393A-4D15-CA19-355A-18E34D1C83A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707A2C64-AB73-BB90-D251-1497A0B8B850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D886DBA-82F2-2370-7D91-AB90C178DBF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2155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45724" y="1834868"/>
            <a:ext cx="7614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0.6   +   0.5   =   _________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6347E14-6806-58DA-0E15-0F978AB4EB97}"/>
              </a:ext>
            </a:extLst>
          </p:cNvPr>
          <p:cNvGrpSpPr/>
          <p:nvPr/>
        </p:nvGrpSpPr>
        <p:grpSpPr>
          <a:xfrm>
            <a:off x="6448300" y="4096339"/>
            <a:ext cx="2188514" cy="2188514"/>
            <a:chOff x="414598" y="546495"/>
            <a:chExt cx="5852156" cy="5898407"/>
          </a:xfrm>
        </p:grpSpPr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73B24E17-6E73-24B0-D165-3DFD18975FA3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26" name="Cube 425">
                <a:extLst>
                  <a:ext uri="{FF2B5EF4-FFF2-40B4-BE49-F238E27FC236}">
                    <a16:creationId xmlns:a16="http://schemas.microsoft.com/office/drawing/2014/main" id="{96DCD9AD-2819-0CE0-8EBA-A2C3B8E9217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7" name="Cube 426">
                <a:extLst>
                  <a:ext uri="{FF2B5EF4-FFF2-40B4-BE49-F238E27FC236}">
                    <a16:creationId xmlns:a16="http://schemas.microsoft.com/office/drawing/2014/main" id="{C76258CF-04CC-B39B-6E0B-2209E189672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8" name="Cube 427">
                <a:extLst>
                  <a:ext uri="{FF2B5EF4-FFF2-40B4-BE49-F238E27FC236}">
                    <a16:creationId xmlns:a16="http://schemas.microsoft.com/office/drawing/2014/main" id="{5A54C73A-1E17-1577-7A15-FC13E8DE315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9" name="Cube 428">
                <a:extLst>
                  <a:ext uri="{FF2B5EF4-FFF2-40B4-BE49-F238E27FC236}">
                    <a16:creationId xmlns:a16="http://schemas.microsoft.com/office/drawing/2014/main" id="{4435C850-E435-D0B7-B741-FC4C88180D7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0" name="Cube 429">
                <a:extLst>
                  <a:ext uri="{FF2B5EF4-FFF2-40B4-BE49-F238E27FC236}">
                    <a16:creationId xmlns:a16="http://schemas.microsoft.com/office/drawing/2014/main" id="{32063B69-251C-7367-E1E7-D5BDF82B84A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1" name="Cube 430">
                <a:extLst>
                  <a:ext uri="{FF2B5EF4-FFF2-40B4-BE49-F238E27FC236}">
                    <a16:creationId xmlns:a16="http://schemas.microsoft.com/office/drawing/2014/main" id="{504C1FF0-905D-0F19-C5A9-E2A4E389AC4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2" name="Cube 431">
                <a:extLst>
                  <a:ext uri="{FF2B5EF4-FFF2-40B4-BE49-F238E27FC236}">
                    <a16:creationId xmlns:a16="http://schemas.microsoft.com/office/drawing/2014/main" id="{89228CF8-B85C-8E19-73D6-92D2D465518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3" name="Cube 432">
                <a:extLst>
                  <a:ext uri="{FF2B5EF4-FFF2-40B4-BE49-F238E27FC236}">
                    <a16:creationId xmlns:a16="http://schemas.microsoft.com/office/drawing/2014/main" id="{C403233F-0F00-EB63-87E8-94E08ECFE5E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4" name="Cube 433">
                <a:extLst>
                  <a:ext uri="{FF2B5EF4-FFF2-40B4-BE49-F238E27FC236}">
                    <a16:creationId xmlns:a16="http://schemas.microsoft.com/office/drawing/2014/main" id="{2D8E454F-AA1C-E5CC-45E7-A08A0963BA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5" name="Cube 434">
                <a:extLst>
                  <a:ext uri="{FF2B5EF4-FFF2-40B4-BE49-F238E27FC236}">
                    <a16:creationId xmlns:a16="http://schemas.microsoft.com/office/drawing/2014/main" id="{3290B6E1-38AD-0414-65F2-E0DF357AB8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E1D20486-0141-2120-B8DF-DA95CF52E1D6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16" name="Cube 415">
                <a:extLst>
                  <a:ext uri="{FF2B5EF4-FFF2-40B4-BE49-F238E27FC236}">
                    <a16:creationId xmlns:a16="http://schemas.microsoft.com/office/drawing/2014/main" id="{47518B89-B29D-7BEB-3809-42ADE7EC904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7" name="Cube 416">
                <a:extLst>
                  <a:ext uri="{FF2B5EF4-FFF2-40B4-BE49-F238E27FC236}">
                    <a16:creationId xmlns:a16="http://schemas.microsoft.com/office/drawing/2014/main" id="{17B0D085-2F4B-B384-941A-EB236F22E2A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8" name="Cube 417">
                <a:extLst>
                  <a:ext uri="{FF2B5EF4-FFF2-40B4-BE49-F238E27FC236}">
                    <a16:creationId xmlns:a16="http://schemas.microsoft.com/office/drawing/2014/main" id="{E71F38CB-DD83-BF31-7D92-D68A6962DCF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9" name="Cube 418">
                <a:extLst>
                  <a:ext uri="{FF2B5EF4-FFF2-40B4-BE49-F238E27FC236}">
                    <a16:creationId xmlns:a16="http://schemas.microsoft.com/office/drawing/2014/main" id="{24B8BCF5-478D-FF71-417C-1A36C93E835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0" name="Cube 419">
                <a:extLst>
                  <a:ext uri="{FF2B5EF4-FFF2-40B4-BE49-F238E27FC236}">
                    <a16:creationId xmlns:a16="http://schemas.microsoft.com/office/drawing/2014/main" id="{10E8A570-BBC8-DC60-074A-87B7579B083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1" name="Cube 420">
                <a:extLst>
                  <a:ext uri="{FF2B5EF4-FFF2-40B4-BE49-F238E27FC236}">
                    <a16:creationId xmlns:a16="http://schemas.microsoft.com/office/drawing/2014/main" id="{21EEFDB9-50F1-11CD-E622-0ABC9E96389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2" name="Cube 421">
                <a:extLst>
                  <a:ext uri="{FF2B5EF4-FFF2-40B4-BE49-F238E27FC236}">
                    <a16:creationId xmlns:a16="http://schemas.microsoft.com/office/drawing/2014/main" id="{2E3C4EBC-760A-782B-6021-1855B1EBDA15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3" name="Cube 422">
                <a:extLst>
                  <a:ext uri="{FF2B5EF4-FFF2-40B4-BE49-F238E27FC236}">
                    <a16:creationId xmlns:a16="http://schemas.microsoft.com/office/drawing/2014/main" id="{CCAC9EB6-41C9-AC38-C4F8-9845E109114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4" name="Cube 423">
                <a:extLst>
                  <a:ext uri="{FF2B5EF4-FFF2-40B4-BE49-F238E27FC236}">
                    <a16:creationId xmlns:a16="http://schemas.microsoft.com/office/drawing/2014/main" id="{EF442C66-1E5E-6B92-B38F-FB308215C2F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5" name="Cube 424">
                <a:extLst>
                  <a:ext uri="{FF2B5EF4-FFF2-40B4-BE49-F238E27FC236}">
                    <a16:creationId xmlns:a16="http://schemas.microsoft.com/office/drawing/2014/main" id="{705B1DDC-168F-BFE6-C655-27A028052F9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9457DDD0-BC48-ACB2-8C04-E4013F17A43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268AC2E8-90D4-8821-77A3-45C4A444313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85819314-C120-8D78-3422-1E542837451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6A52F756-97DD-253E-BF9B-1CB69EA134B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047112F2-F89A-7F31-3D69-50269AFCF92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5040DA90-0311-89BA-AEBE-9424A3D3C1F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CB349856-2FE9-9493-F284-CA25B13D832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2" name="Cube 411">
                <a:extLst>
                  <a:ext uri="{FF2B5EF4-FFF2-40B4-BE49-F238E27FC236}">
                    <a16:creationId xmlns:a16="http://schemas.microsoft.com/office/drawing/2014/main" id="{A7716C86-22A6-30DC-6D6E-522C5136CB3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3" name="Cube 412">
                <a:extLst>
                  <a:ext uri="{FF2B5EF4-FFF2-40B4-BE49-F238E27FC236}">
                    <a16:creationId xmlns:a16="http://schemas.microsoft.com/office/drawing/2014/main" id="{8B89BD24-232F-509D-C2FC-051A2BC6357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4" name="Cube 413">
                <a:extLst>
                  <a:ext uri="{FF2B5EF4-FFF2-40B4-BE49-F238E27FC236}">
                    <a16:creationId xmlns:a16="http://schemas.microsoft.com/office/drawing/2014/main" id="{75BE7DE7-BFDB-1E89-1547-B30659FBA5B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5" name="Cube 414">
                <a:extLst>
                  <a:ext uri="{FF2B5EF4-FFF2-40B4-BE49-F238E27FC236}">
                    <a16:creationId xmlns:a16="http://schemas.microsoft.com/office/drawing/2014/main" id="{2CAD5CCE-6445-E28A-8573-1CEB08E533E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712856EC-E40D-DF92-3337-78DEB668AE3B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96" name="Cube 395">
                <a:extLst>
                  <a:ext uri="{FF2B5EF4-FFF2-40B4-BE49-F238E27FC236}">
                    <a16:creationId xmlns:a16="http://schemas.microsoft.com/office/drawing/2014/main" id="{CDC7BE16-DB0F-DD0E-8046-BCE2E4B2000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7" name="Cube 396">
                <a:extLst>
                  <a:ext uri="{FF2B5EF4-FFF2-40B4-BE49-F238E27FC236}">
                    <a16:creationId xmlns:a16="http://schemas.microsoft.com/office/drawing/2014/main" id="{3868DDAF-2A0F-4786-59FD-82070B5DF6E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8" name="Cube 397">
                <a:extLst>
                  <a:ext uri="{FF2B5EF4-FFF2-40B4-BE49-F238E27FC236}">
                    <a16:creationId xmlns:a16="http://schemas.microsoft.com/office/drawing/2014/main" id="{3C3B3215-7AD0-A208-36AD-D041392743C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9" name="Cube 398">
                <a:extLst>
                  <a:ext uri="{FF2B5EF4-FFF2-40B4-BE49-F238E27FC236}">
                    <a16:creationId xmlns:a16="http://schemas.microsoft.com/office/drawing/2014/main" id="{D639AA05-A92F-53DE-CFC4-38C45AFD536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0" name="Cube 399">
                <a:extLst>
                  <a:ext uri="{FF2B5EF4-FFF2-40B4-BE49-F238E27FC236}">
                    <a16:creationId xmlns:a16="http://schemas.microsoft.com/office/drawing/2014/main" id="{94BCFF44-6F84-25CE-E2CB-AF67B680866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1" name="Cube 400">
                <a:extLst>
                  <a:ext uri="{FF2B5EF4-FFF2-40B4-BE49-F238E27FC236}">
                    <a16:creationId xmlns:a16="http://schemas.microsoft.com/office/drawing/2014/main" id="{685A2FD9-19B2-FF0E-B19F-59C72E56903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75550684-787C-23D3-B2E9-51BFB43FAE6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FA273665-C0E3-ACCF-8CC9-3B8CA89334B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4CA39BD2-DC8A-483C-CCF4-40BA21F31A3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59637882-1E2A-5CF3-0F0F-75234634F28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8E9D8AC9-366E-7922-5A7B-EA2E1C863884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A4BB30A0-FE0D-4664-2559-22C09351738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8CEB8962-AF17-3F9C-E8F8-AC0AE34F5B0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6F39D902-C3C1-E90E-1D25-9F4C28C4668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E44EBD30-9B3B-0987-CE4F-5DFADAE5B6E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0" name="Cube 389">
                <a:extLst>
                  <a:ext uri="{FF2B5EF4-FFF2-40B4-BE49-F238E27FC236}">
                    <a16:creationId xmlns:a16="http://schemas.microsoft.com/office/drawing/2014/main" id="{8F065D44-2A34-0834-1D4E-80ED92EF78E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1" name="Cube 390">
                <a:extLst>
                  <a:ext uri="{FF2B5EF4-FFF2-40B4-BE49-F238E27FC236}">
                    <a16:creationId xmlns:a16="http://schemas.microsoft.com/office/drawing/2014/main" id="{3016F33B-235D-20BD-990A-DF7E2136EE6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2" name="Cube 391">
                <a:extLst>
                  <a:ext uri="{FF2B5EF4-FFF2-40B4-BE49-F238E27FC236}">
                    <a16:creationId xmlns:a16="http://schemas.microsoft.com/office/drawing/2014/main" id="{C3DC0801-66C4-FB13-5E83-D699FDDACF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3" name="Cube 392">
                <a:extLst>
                  <a:ext uri="{FF2B5EF4-FFF2-40B4-BE49-F238E27FC236}">
                    <a16:creationId xmlns:a16="http://schemas.microsoft.com/office/drawing/2014/main" id="{6EFA13FF-4115-235E-1CCA-42EF3DF60F5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4" name="Cube 393">
                <a:extLst>
                  <a:ext uri="{FF2B5EF4-FFF2-40B4-BE49-F238E27FC236}">
                    <a16:creationId xmlns:a16="http://schemas.microsoft.com/office/drawing/2014/main" id="{9F409115-0653-FAAD-ADA0-79041E154F6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5" name="Cube 394">
                <a:extLst>
                  <a:ext uri="{FF2B5EF4-FFF2-40B4-BE49-F238E27FC236}">
                    <a16:creationId xmlns:a16="http://schemas.microsoft.com/office/drawing/2014/main" id="{89B1E2BF-588B-BCB7-BC80-A9F04ED92A2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A80E4F62-3BEB-A42C-F6A9-8683564FB26E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80C4BFED-141C-3D1D-185C-9C67A101D57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0589510E-27EF-6A4A-D59C-BC3E29300F6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F3A9E301-A5DB-AF28-C417-25A56DE4C69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FB9D3F98-4F88-1F69-742A-B71E2217C73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C2D05190-FFA5-C96E-9FB0-23E6CE7A43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3BBB7496-2857-4069-391C-CCBF0433822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C92D8167-06D6-D988-0FCC-BF9B0E739B7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7" name="Cube 316">
                <a:extLst>
                  <a:ext uri="{FF2B5EF4-FFF2-40B4-BE49-F238E27FC236}">
                    <a16:creationId xmlns:a16="http://schemas.microsoft.com/office/drawing/2014/main" id="{400FC656-9F6C-1741-9E9A-131A9EA6ADA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2C6F6282-C4F1-5B8F-7605-273F0C271F5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D6C215C8-AD81-FC9E-2F4A-2676DD465DA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F5B64C6-26E2-2C64-1BEB-1D711D3532DB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0" name="Cube 299">
                <a:extLst>
                  <a:ext uri="{FF2B5EF4-FFF2-40B4-BE49-F238E27FC236}">
                    <a16:creationId xmlns:a16="http://schemas.microsoft.com/office/drawing/2014/main" id="{17D41C3F-22D6-3ACC-A79E-31076F2B2A4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1" name="Cube 300">
                <a:extLst>
                  <a:ext uri="{FF2B5EF4-FFF2-40B4-BE49-F238E27FC236}">
                    <a16:creationId xmlns:a16="http://schemas.microsoft.com/office/drawing/2014/main" id="{5DB26325-B00A-1942-5864-2F23B4ADA7A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2" name="Cube 301">
                <a:extLst>
                  <a:ext uri="{FF2B5EF4-FFF2-40B4-BE49-F238E27FC236}">
                    <a16:creationId xmlns:a16="http://schemas.microsoft.com/office/drawing/2014/main" id="{B739CCD6-B299-2A93-517C-D42DB691427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3" name="Cube 302">
                <a:extLst>
                  <a:ext uri="{FF2B5EF4-FFF2-40B4-BE49-F238E27FC236}">
                    <a16:creationId xmlns:a16="http://schemas.microsoft.com/office/drawing/2014/main" id="{A88588F6-6B18-7104-49A9-2056D0A2F7D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4" name="Cube 303">
                <a:extLst>
                  <a:ext uri="{FF2B5EF4-FFF2-40B4-BE49-F238E27FC236}">
                    <a16:creationId xmlns:a16="http://schemas.microsoft.com/office/drawing/2014/main" id="{E9EAE328-39E4-FA7B-9DD0-FCAC961D6E5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5" name="Cube 304">
                <a:extLst>
                  <a:ext uri="{FF2B5EF4-FFF2-40B4-BE49-F238E27FC236}">
                    <a16:creationId xmlns:a16="http://schemas.microsoft.com/office/drawing/2014/main" id="{9B8956A2-D2CE-7409-EF93-7277CE7EB8C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6" name="Cube 305">
                <a:extLst>
                  <a:ext uri="{FF2B5EF4-FFF2-40B4-BE49-F238E27FC236}">
                    <a16:creationId xmlns:a16="http://schemas.microsoft.com/office/drawing/2014/main" id="{38C1EA99-9723-8D95-9D2B-52FBC70CA4E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7" name="Cube 306">
                <a:extLst>
                  <a:ext uri="{FF2B5EF4-FFF2-40B4-BE49-F238E27FC236}">
                    <a16:creationId xmlns:a16="http://schemas.microsoft.com/office/drawing/2014/main" id="{663D06EE-BBA7-9974-442B-9D719262775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8" name="Cube 307">
                <a:extLst>
                  <a:ext uri="{FF2B5EF4-FFF2-40B4-BE49-F238E27FC236}">
                    <a16:creationId xmlns:a16="http://schemas.microsoft.com/office/drawing/2014/main" id="{3DD693EE-9B8F-B82F-10D8-9EAD579FD5E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9" name="Cube 308">
                <a:extLst>
                  <a:ext uri="{FF2B5EF4-FFF2-40B4-BE49-F238E27FC236}">
                    <a16:creationId xmlns:a16="http://schemas.microsoft.com/office/drawing/2014/main" id="{21D1254F-1602-CF59-37F7-7B872FDB802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C3A42148-69F0-D0A1-9820-3C885EBB8D7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030AE56D-A55D-EA48-08DF-C79942BB0A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9E38D71B-0FFA-6EB5-D419-E606C6F50C8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F1A6F934-B0D9-B713-B282-2C6345B9542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51A01F6A-52F7-476C-6345-2781BE1C52E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92328883-42FE-848A-ED47-5156482CF44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B7D83891-8A19-0974-6DA2-7F6C4813638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3ADCC398-5B95-A854-F153-104F70AECA9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ADB2B462-A31C-9144-BAAB-B9A536D1492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E0314FB0-196A-D5CB-B8C7-8FF5E510BCE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9" name="Cube 298">
                <a:extLst>
                  <a:ext uri="{FF2B5EF4-FFF2-40B4-BE49-F238E27FC236}">
                    <a16:creationId xmlns:a16="http://schemas.microsoft.com/office/drawing/2014/main" id="{39A5F5F2-DC2F-0381-F270-7259B1A2ECE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AA4343F6-143B-EB5F-E082-C916D98EE587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CF28D418-5812-D8C2-15B1-1DED6810450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262C025A-DD82-7E6F-D132-FC70CD74BAA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4F71C83E-AF39-CF38-D81D-C42C2599D79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D344033B-3D9F-E3BC-25B4-034E239E146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F192C447-E449-60A0-D7A2-5DC08B8A578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ED0C537E-C7AC-7C78-B828-43170DFD146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85E5B0C5-59E2-3A37-BFE0-CD1589B4369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B0FA6AA3-92D1-A03B-048E-745FE9C971A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8" name="Cube 287">
                <a:extLst>
                  <a:ext uri="{FF2B5EF4-FFF2-40B4-BE49-F238E27FC236}">
                    <a16:creationId xmlns:a16="http://schemas.microsoft.com/office/drawing/2014/main" id="{BE50A9B2-F3C7-31E8-233B-7661FFCD61E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15EA3B6F-6503-D917-382D-076E615B91C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DCA5CB05-548B-A1AF-04DF-37CEA026479E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20E5F3DA-8529-BD59-AC75-03306EC9248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AD0AC226-6445-DEF6-FE52-9D428E77FE7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6D7622C3-1C2F-78F4-1C0A-FD8A966A2D2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870566C5-8AA5-269F-D75C-EBFFE3489BE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278B8C98-39FE-F2A2-E756-88A118FD8F4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24D9781C-9E53-9AC0-E29A-995A3B1561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CA24ACCC-C503-62EF-1EB3-5B9D4B079E03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ECDA811E-DF19-BF97-85FA-5CA7AF2ACDA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67FA9889-FAA4-0C7F-E09D-22D3CAFB3DD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ADAEC659-466D-E251-E9F2-826258D3E80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61345473-27B9-8DDE-079A-583E99B1549E}"/>
              </a:ext>
            </a:extLst>
          </p:cNvPr>
          <p:cNvGrpSpPr/>
          <p:nvPr/>
        </p:nvGrpSpPr>
        <p:grpSpPr>
          <a:xfrm>
            <a:off x="8892217" y="4089862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57" name="Cube 456">
              <a:extLst>
                <a:ext uri="{FF2B5EF4-FFF2-40B4-BE49-F238E27FC236}">
                  <a16:creationId xmlns:a16="http://schemas.microsoft.com/office/drawing/2014/main" id="{D77EB3AF-9B34-E867-2F1A-DA74BB3F0EE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8" name="Cube 457">
              <a:extLst>
                <a:ext uri="{FF2B5EF4-FFF2-40B4-BE49-F238E27FC236}">
                  <a16:creationId xmlns:a16="http://schemas.microsoft.com/office/drawing/2014/main" id="{1ED2B2F8-74EF-8C9C-FD39-1FC1BF66BF5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9" name="Cube 458">
              <a:extLst>
                <a:ext uri="{FF2B5EF4-FFF2-40B4-BE49-F238E27FC236}">
                  <a16:creationId xmlns:a16="http://schemas.microsoft.com/office/drawing/2014/main" id="{EB587400-E596-46ED-6B5B-C5FA68112B5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0" name="Cube 459">
              <a:extLst>
                <a:ext uri="{FF2B5EF4-FFF2-40B4-BE49-F238E27FC236}">
                  <a16:creationId xmlns:a16="http://schemas.microsoft.com/office/drawing/2014/main" id="{9A60C492-2772-A0CC-8822-D1A1455F81D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1" name="Cube 460">
              <a:extLst>
                <a:ext uri="{FF2B5EF4-FFF2-40B4-BE49-F238E27FC236}">
                  <a16:creationId xmlns:a16="http://schemas.microsoft.com/office/drawing/2014/main" id="{193CE4E0-B3AC-BCD7-0F69-DDF82CE9679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2" name="Cube 461">
              <a:extLst>
                <a:ext uri="{FF2B5EF4-FFF2-40B4-BE49-F238E27FC236}">
                  <a16:creationId xmlns:a16="http://schemas.microsoft.com/office/drawing/2014/main" id="{006635FB-A36A-D8CB-C7E7-80F55F15569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3" name="Cube 462">
              <a:extLst>
                <a:ext uri="{FF2B5EF4-FFF2-40B4-BE49-F238E27FC236}">
                  <a16:creationId xmlns:a16="http://schemas.microsoft.com/office/drawing/2014/main" id="{06B2A1F9-08ED-57DA-E892-C4B2DB6DB4E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4" name="Cube 463">
              <a:extLst>
                <a:ext uri="{FF2B5EF4-FFF2-40B4-BE49-F238E27FC236}">
                  <a16:creationId xmlns:a16="http://schemas.microsoft.com/office/drawing/2014/main" id="{D4EA633B-A1D5-6D5C-934D-5695442D145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5" name="Cube 464">
              <a:extLst>
                <a:ext uri="{FF2B5EF4-FFF2-40B4-BE49-F238E27FC236}">
                  <a16:creationId xmlns:a16="http://schemas.microsoft.com/office/drawing/2014/main" id="{2A3B9A49-C25B-AAD6-9143-E64284CAE42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6" name="Cube 465">
              <a:extLst>
                <a:ext uri="{FF2B5EF4-FFF2-40B4-BE49-F238E27FC236}">
                  <a16:creationId xmlns:a16="http://schemas.microsoft.com/office/drawing/2014/main" id="{B2EA8793-44ED-B34D-BA7D-A495B11F436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68" name="Arrow: Left-Right 467">
            <a:extLst>
              <a:ext uri="{FF2B5EF4-FFF2-40B4-BE49-F238E27FC236}">
                <a16:creationId xmlns:a16="http://schemas.microsoft.com/office/drawing/2014/main" id="{3CCD6E7D-6898-505C-1F0C-C9E9969C4E2A}"/>
              </a:ext>
            </a:extLst>
          </p:cNvPr>
          <p:cNvSpPr/>
          <p:nvPr/>
        </p:nvSpPr>
        <p:spPr>
          <a:xfrm>
            <a:off x="4986953" y="4975538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003D55B9-DFB5-FD4B-B11D-A49F715D889F}"/>
              </a:ext>
            </a:extLst>
          </p:cNvPr>
          <p:cNvGrpSpPr/>
          <p:nvPr/>
        </p:nvGrpSpPr>
        <p:grpSpPr>
          <a:xfrm>
            <a:off x="223871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70" name="Cube 469">
              <a:extLst>
                <a:ext uri="{FF2B5EF4-FFF2-40B4-BE49-F238E27FC236}">
                  <a16:creationId xmlns:a16="http://schemas.microsoft.com/office/drawing/2014/main" id="{0AE557F1-57B9-85A5-D1B2-5EE2466182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1" name="Cube 470">
              <a:extLst>
                <a:ext uri="{FF2B5EF4-FFF2-40B4-BE49-F238E27FC236}">
                  <a16:creationId xmlns:a16="http://schemas.microsoft.com/office/drawing/2014/main" id="{B3F2F0A4-CF53-3E31-76F7-5CA3DD13205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2" name="Cube 471">
              <a:extLst>
                <a:ext uri="{FF2B5EF4-FFF2-40B4-BE49-F238E27FC236}">
                  <a16:creationId xmlns:a16="http://schemas.microsoft.com/office/drawing/2014/main" id="{666A2B54-4DB0-809C-30A0-FBB1D150B91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3" name="Cube 472">
              <a:extLst>
                <a:ext uri="{FF2B5EF4-FFF2-40B4-BE49-F238E27FC236}">
                  <a16:creationId xmlns:a16="http://schemas.microsoft.com/office/drawing/2014/main" id="{FBDA73EA-9401-A313-584B-FD8A22F3B19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4" name="Cube 473">
              <a:extLst>
                <a:ext uri="{FF2B5EF4-FFF2-40B4-BE49-F238E27FC236}">
                  <a16:creationId xmlns:a16="http://schemas.microsoft.com/office/drawing/2014/main" id="{69DFB81E-4614-07AA-714C-93DC1381124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5" name="Cube 474">
              <a:extLst>
                <a:ext uri="{FF2B5EF4-FFF2-40B4-BE49-F238E27FC236}">
                  <a16:creationId xmlns:a16="http://schemas.microsoft.com/office/drawing/2014/main" id="{40B5D8A9-88A8-C431-7AB1-722015ED1D0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6" name="Cube 475">
              <a:extLst>
                <a:ext uri="{FF2B5EF4-FFF2-40B4-BE49-F238E27FC236}">
                  <a16:creationId xmlns:a16="http://schemas.microsoft.com/office/drawing/2014/main" id="{235E2D51-C12B-38AD-ED04-683B34F87D2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7" name="Cube 476">
              <a:extLst>
                <a:ext uri="{FF2B5EF4-FFF2-40B4-BE49-F238E27FC236}">
                  <a16:creationId xmlns:a16="http://schemas.microsoft.com/office/drawing/2014/main" id="{88249479-0870-D536-4B27-5DE5A902FD8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8" name="Cube 477">
              <a:extLst>
                <a:ext uri="{FF2B5EF4-FFF2-40B4-BE49-F238E27FC236}">
                  <a16:creationId xmlns:a16="http://schemas.microsoft.com/office/drawing/2014/main" id="{7FBFFF76-CAA0-B09E-F629-A74C2AED35F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9" name="Cube 478">
              <a:extLst>
                <a:ext uri="{FF2B5EF4-FFF2-40B4-BE49-F238E27FC236}">
                  <a16:creationId xmlns:a16="http://schemas.microsoft.com/office/drawing/2014/main" id="{F47353FA-7E85-AC4A-352F-705495E3AAB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D3B3ECC8-8534-67AD-1CC4-572CECFD3532}"/>
              </a:ext>
            </a:extLst>
          </p:cNvPr>
          <p:cNvGrpSpPr/>
          <p:nvPr/>
        </p:nvGrpSpPr>
        <p:grpSpPr>
          <a:xfrm>
            <a:off x="263474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81" name="Cube 480">
              <a:extLst>
                <a:ext uri="{FF2B5EF4-FFF2-40B4-BE49-F238E27FC236}">
                  <a16:creationId xmlns:a16="http://schemas.microsoft.com/office/drawing/2014/main" id="{76438501-6F80-BD16-B005-FF7EEFDCA5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2" name="Cube 481">
              <a:extLst>
                <a:ext uri="{FF2B5EF4-FFF2-40B4-BE49-F238E27FC236}">
                  <a16:creationId xmlns:a16="http://schemas.microsoft.com/office/drawing/2014/main" id="{B9F5BA27-89F4-E66E-4399-CEE7261157D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3" name="Cube 482">
              <a:extLst>
                <a:ext uri="{FF2B5EF4-FFF2-40B4-BE49-F238E27FC236}">
                  <a16:creationId xmlns:a16="http://schemas.microsoft.com/office/drawing/2014/main" id="{ECAC2A90-DFA0-CBBF-D43A-7B0DE96076A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4" name="Cube 483">
              <a:extLst>
                <a:ext uri="{FF2B5EF4-FFF2-40B4-BE49-F238E27FC236}">
                  <a16:creationId xmlns:a16="http://schemas.microsoft.com/office/drawing/2014/main" id="{EB85CAD3-AEC6-4434-85FD-1E69BE559A0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5" name="Cube 484">
              <a:extLst>
                <a:ext uri="{FF2B5EF4-FFF2-40B4-BE49-F238E27FC236}">
                  <a16:creationId xmlns:a16="http://schemas.microsoft.com/office/drawing/2014/main" id="{2DD288CC-1306-9FEC-F27F-827B1B9A50E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6" name="Cube 485">
              <a:extLst>
                <a:ext uri="{FF2B5EF4-FFF2-40B4-BE49-F238E27FC236}">
                  <a16:creationId xmlns:a16="http://schemas.microsoft.com/office/drawing/2014/main" id="{4852340E-759C-BBF2-1CCE-39EAE8C79E2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7" name="Cube 486">
              <a:extLst>
                <a:ext uri="{FF2B5EF4-FFF2-40B4-BE49-F238E27FC236}">
                  <a16:creationId xmlns:a16="http://schemas.microsoft.com/office/drawing/2014/main" id="{FC826588-5EF2-C2EF-1E50-BA532FD34CD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8" name="Cube 487">
              <a:extLst>
                <a:ext uri="{FF2B5EF4-FFF2-40B4-BE49-F238E27FC236}">
                  <a16:creationId xmlns:a16="http://schemas.microsoft.com/office/drawing/2014/main" id="{FDD66802-112D-05B0-7FB9-6B0364F5297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9" name="Cube 488">
              <a:extLst>
                <a:ext uri="{FF2B5EF4-FFF2-40B4-BE49-F238E27FC236}">
                  <a16:creationId xmlns:a16="http://schemas.microsoft.com/office/drawing/2014/main" id="{8D32CE71-DAD6-B1FA-941F-7ECC601C0C9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0" name="Cube 489">
              <a:extLst>
                <a:ext uri="{FF2B5EF4-FFF2-40B4-BE49-F238E27FC236}">
                  <a16:creationId xmlns:a16="http://schemas.microsoft.com/office/drawing/2014/main" id="{DB3981B6-41AD-6BC9-CC07-A8F0E4BA3F3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B6D8139E-D67E-35A0-EDEE-2FAD2FA191D2}"/>
              </a:ext>
            </a:extLst>
          </p:cNvPr>
          <p:cNvGrpSpPr/>
          <p:nvPr/>
        </p:nvGrpSpPr>
        <p:grpSpPr>
          <a:xfrm>
            <a:off x="303076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92" name="Cube 491">
              <a:extLst>
                <a:ext uri="{FF2B5EF4-FFF2-40B4-BE49-F238E27FC236}">
                  <a16:creationId xmlns:a16="http://schemas.microsoft.com/office/drawing/2014/main" id="{7E47AD63-128A-5638-DDF9-D2EC3E79E7F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3" name="Cube 492">
              <a:extLst>
                <a:ext uri="{FF2B5EF4-FFF2-40B4-BE49-F238E27FC236}">
                  <a16:creationId xmlns:a16="http://schemas.microsoft.com/office/drawing/2014/main" id="{527C8F32-BBF9-FDD4-9A20-9D5A88571A8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4" name="Cube 493">
              <a:extLst>
                <a:ext uri="{FF2B5EF4-FFF2-40B4-BE49-F238E27FC236}">
                  <a16:creationId xmlns:a16="http://schemas.microsoft.com/office/drawing/2014/main" id="{E64C0DCC-3431-ED93-0CCA-FBCC86F464F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5" name="Cube 494">
              <a:extLst>
                <a:ext uri="{FF2B5EF4-FFF2-40B4-BE49-F238E27FC236}">
                  <a16:creationId xmlns:a16="http://schemas.microsoft.com/office/drawing/2014/main" id="{BEBC360C-1311-65AD-72CE-FA085636ACD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6" name="Cube 495">
              <a:extLst>
                <a:ext uri="{FF2B5EF4-FFF2-40B4-BE49-F238E27FC236}">
                  <a16:creationId xmlns:a16="http://schemas.microsoft.com/office/drawing/2014/main" id="{208452FA-831C-A35A-91AC-59016DC1635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7" name="Cube 496">
              <a:extLst>
                <a:ext uri="{FF2B5EF4-FFF2-40B4-BE49-F238E27FC236}">
                  <a16:creationId xmlns:a16="http://schemas.microsoft.com/office/drawing/2014/main" id="{B44ACD55-D27E-A7DD-FD44-26C0D6C6815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8" name="Cube 497">
              <a:extLst>
                <a:ext uri="{FF2B5EF4-FFF2-40B4-BE49-F238E27FC236}">
                  <a16:creationId xmlns:a16="http://schemas.microsoft.com/office/drawing/2014/main" id="{776A5644-8AF5-1D30-802A-DD7494D37BD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9" name="Cube 498">
              <a:extLst>
                <a:ext uri="{FF2B5EF4-FFF2-40B4-BE49-F238E27FC236}">
                  <a16:creationId xmlns:a16="http://schemas.microsoft.com/office/drawing/2014/main" id="{5CD4D0A5-5AFF-DDD7-151A-BA520B6B85E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0" name="Cube 499">
              <a:extLst>
                <a:ext uri="{FF2B5EF4-FFF2-40B4-BE49-F238E27FC236}">
                  <a16:creationId xmlns:a16="http://schemas.microsoft.com/office/drawing/2014/main" id="{45E68855-F9ED-4F97-F7C5-49058C332AB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1" name="Cube 500">
              <a:extLst>
                <a:ext uri="{FF2B5EF4-FFF2-40B4-BE49-F238E27FC236}">
                  <a16:creationId xmlns:a16="http://schemas.microsoft.com/office/drawing/2014/main" id="{84D6E6FB-D986-E012-AF0D-97929D6027B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23D27FF7-4794-B6C3-7C5A-116CAAC0F05E}"/>
              </a:ext>
            </a:extLst>
          </p:cNvPr>
          <p:cNvGrpSpPr/>
          <p:nvPr/>
        </p:nvGrpSpPr>
        <p:grpSpPr>
          <a:xfrm>
            <a:off x="342679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03" name="Cube 502">
              <a:extLst>
                <a:ext uri="{FF2B5EF4-FFF2-40B4-BE49-F238E27FC236}">
                  <a16:creationId xmlns:a16="http://schemas.microsoft.com/office/drawing/2014/main" id="{92E42659-6F42-8218-DF6B-4687EC29164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4" name="Cube 503">
              <a:extLst>
                <a:ext uri="{FF2B5EF4-FFF2-40B4-BE49-F238E27FC236}">
                  <a16:creationId xmlns:a16="http://schemas.microsoft.com/office/drawing/2014/main" id="{CE5220A9-B906-0288-2462-3B56BBE6AD3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5" name="Cube 504">
              <a:extLst>
                <a:ext uri="{FF2B5EF4-FFF2-40B4-BE49-F238E27FC236}">
                  <a16:creationId xmlns:a16="http://schemas.microsoft.com/office/drawing/2014/main" id="{3363E8D6-2ED7-48F3-D895-5B284A89085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6" name="Cube 505">
              <a:extLst>
                <a:ext uri="{FF2B5EF4-FFF2-40B4-BE49-F238E27FC236}">
                  <a16:creationId xmlns:a16="http://schemas.microsoft.com/office/drawing/2014/main" id="{10F719CB-2D09-1079-DA4C-181735D2AB2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7" name="Cube 506">
              <a:extLst>
                <a:ext uri="{FF2B5EF4-FFF2-40B4-BE49-F238E27FC236}">
                  <a16:creationId xmlns:a16="http://schemas.microsoft.com/office/drawing/2014/main" id="{25403C08-C8F3-425F-E13D-9A6DEB9827D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8" name="Cube 507">
              <a:extLst>
                <a:ext uri="{FF2B5EF4-FFF2-40B4-BE49-F238E27FC236}">
                  <a16:creationId xmlns:a16="http://schemas.microsoft.com/office/drawing/2014/main" id="{70DA4DBF-9711-288E-7D35-0653E4E5146D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9" name="Cube 508">
              <a:extLst>
                <a:ext uri="{FF2B5EF4-FFF2-40B4-BE49-F238E27FC236}">
                  <a16:creationId xmlns:a16="http://schemas.microsoft.com/office/drawing/2014/main" id="{117E043F-A1CB-2D97-9E89-E719D6E0B2C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0" name="Cube 509">
              <a:extLst>
                <a:ext uri="{FF2B5EF4-FFF2-40B4-BE49-F238E27FC236}">
                  <a16:creationId xmlns:a16="http://schemas.microsoft.com/office/drawing/2014/main" id="{2B4F7BE7-430F-2325-11F6-2B79479E67D0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1" name="Cube 510">
              <a:extLst>
                <a:ext uri="{FF2B5EF4-FFF2-40B4-BE49-F238E27FC236}">
                  <a16:creationId xmlns:a16="http://schemas.microsoft.com/office/drawing/2014/main" id="{6C863D40-6406-D0F2-EA7B-B8834D5BE5E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2" name="Cube 511">
              <a:extLst>
                <a:ext uri="{FF2B5EF4-FFF2-40B4-BE49-F238E27FC236}">
                  <a16:creationId xmlns:a16="http://schemas.microsoft.com/office/drawing/2014/main" id="{8E8B65A4-9825-94DE-B0F8-E7D58670EE4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6D0373C1-DFE6-BEEF-3599-D4374816243D}"/>
              </a:ext>
            </a:extLst>
          </p:cNvPr>
          <p:cNvGrpSpPr/>
          <p:nvPr/>
        </p:nvGrpSpPr>
        <p:grpSpPr>
          <a:xfrm>
            <a:off x="382281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14" name="Cube 513">
              <a:extLst>
                <a:ext uri="{FF2B5EF4-FFF2-40B4-BE49-F238E27FC236}">
                  <a16:creationId xmlns:a16="http://schemas.microsoft.com/office/drawing/2014/main" id="{3D80E1D4-ABF1-D269-054D-92F99281848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5" name="Cube 514">
              <a:extLst>
                <a:ext uri="{FF2B5EF4-FFF2-40B4-BE49-F238E27FC236}">
                  <a16:creationId xmlns:a16="http://schemas.microsoft.com/office/drawing/2014/main" id="{3CBF89BA-B861-0F1C-139A-31483124533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6" name="Cube 515">
              <a:extLst>
                <a:ext uri="{FF2B5EF4-FFF2-40B4-BE49-F238E27FC236}">
                  <a16:creationId xmlns:a16="http://schemas.microsoft.com/office/drawing/2014/main" id="{A758034D-17FD-26D6-5E9C-15DCA888648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7" name="Cube 516">
              <a:extLst>
                <a:ext uri="{FF2B5EF4-FFF2-40B4-BE49-F238E27FC236}">
                  <a16:creationId xmlns:a16="http://schemas.microsoft.com/office/drawing/2014/main" id="{E1AFB6DB-85B3-AE51-2217-056CA1E33F6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8" name="Cube 517">
              <a:extLst>
                <a:ext uri="{FF2B5EF4-FFF2-40B4-BE49-F238E27FC236}">
                  <a16:creationId xmlns:a16="http://schemas.microsoft.com/office/drawing/2014/main" id="{7DB7CE2E-31C6-F651-843D-0DD865B5EF7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9" name="Cube 518">
              <a:extLst>
                <a:ext uri="{FF2B5EF4-FFF2-40B4-BE49-F238E27FC236}">
                  <a16:creationId xmlns:a16="http://schemas.microsoft.com/office/drawing/2014/main" id="{A533267F-0BED-B717-5721-8835177DE7B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0" name="Cube 519">
              <a:extLst>
                <a:ext uri="{FF2B5EF4-FFF2-40B4-BE49-F238E27FC236}">
                  <a16:creationId xmlns:a16="http://schemas.microsoft.com/office/drawing/2014/main" id="{07B061A8-A8C0-C954-A080-935AA22E031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1" name="Cube 520">
              <a:extLst>
                <a:ext uri="{FF2B5EF4-FFF2-40B4-BE49-F238E27FC236}">
                  <a16:creationId xmlns:a16="http://schemas.microsoft.com/office/drawing/2014/main" id="{732EA768-CC81-A426-A73D-DD2B9B780B0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2" name="Cube 521">
              <a:extLst>
                <a:ext uri="{FF2B5EF4-FFF2-40B4-BE49-F238E27FC236}">
                  <a16:creationId xmlns:a16="http://schemas.microsoft.com/office/drawing/2014/main" id="{478135EE-EF2B-7204-AC4E-CF69149E81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3" name="Cube 522">
              <a:extLst>
                <a:ext uri="{FF2B5EF4-FFF2-40B4-BE49-F238E27FC236}">
                  <a16:creationId xmlns:a16="http://schemas.microsoft.com/office/drawing/2014/main" id="{DD7EF33D-4FE9-D6DD-2608-FA40C89B697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E6FA05F2-26DF-2A90-6300-5FCD59953FDB}"/>
              </a:ext>
            </a:extLst>
          </p:cNvPr>
          <p:cNvGrpSpPr/>
          <p:nvPr/>
        </p:nvGrpSpPr>
        <p:grpSpPr>
          <a:xfrm>
            <a:off x="421884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25" name="Cube 524">
              <a:extLst>
                <a:ext uri="{FF2B5EF4-FFF2-40B4-BE49-F238E27FC236}">
                  <a16:creationId xmlns:a16="http://schemas.microsoft.com/office/drawing/2014/main" id="{22FCA4D9-8250-95F9-BDEF-B67E0D6E8D3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6" name="Cube 525">
              <a:extLst>
                <a:ext uri="{FF2B5EF4-FFF2-40B4-BE49-F238E27FC236}">
                  <a16:creationId xmlns:a16="http://schemas.microsoft.com/office/drawing/2014/main" id="{6FD40284-90E1-B369-D178-61F700F462D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7" name="Cube 526">
              <a:extLst>
                <a:ext uri="{FF2B5EF4-FFF2-40B4-BE49-F238E27FC236}">
                  <a16:creationId xmlns:a16="http://schemas.microsoft.com/office/drawing/2014/main" id="{915D3107-82A8-CB5A-EAFA-20D7BA1FDC4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8" name="Cube 527">
              <a:extLst>
                <a:ext uri="{FF2B5EF4-FFF2-40B4-BE49-F238E27FC236}">
                  <a16:creationId xmlns:a16="http://schemas.microsoft.com/office/drawing/2014/main" id="{8FF5DDF8-8A06-FC2C-3E50-9DB91D60B8F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9" name="Cube 528">
              <a:extLst>
                <a:ext uri="{FF2B5EF4-FFF2-40B4-BE49-F238E27FC236}">
                  <a16:creationId xmlns:a16="http://schemas.microsoft.com/office/drawing/2014/main" id="{98F7CE18-DEA6-3A30-13A4-5C6EDA25C7F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0" name="Cube 529">
              <a:extLst>
                <a:ext uri="{FF2B5EF4-FFF2-40B4-BE49-F238E27FC236}">
                  <a16:creationId xmlns:a16="http://schemas.microsoft.com/office/drawing/2014/main" id="{F570ED87-5BCD-C25A-2BE0-1CB15CF08FD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1" name="Cube 530">
              <a:extLst>
                <a:ext uri="{FF2B5EF4-FFF2-40B4-BE49-F238E27FC236}">
                  <a16:creationId xmlns:a16="http://schemas.microsoft.com/office/drawing/2014/main" id="{BFAF37B7-7AA4-D079-0AAE-77A6F0A6C02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2" name="Cube 531">
              <a:extLst>
                <a:ext uri="{FF2B5EF4-FFF2-40B4-BE49-F238E27FC236}">
                  <a16:creationId xmlns:a16="http://schemas.microsoft.com/office/drawing/2014/main" id="{1DC252A1-6626-D177-1DB5-0F69D0DE2C1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3" name="Cube 532">
              <a:extLst>
                <a:ext uri="{FF2B5EF4-FFF2-40B4-BE49-F238E27FC236}">
                  <a16:creationId xmlns:a16="http://schemas.microsoft.com/office/drawing/2014/main" id="{DB2D2203-A020-15DA-9271-99D71FC7796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4" name="Cube 533">
              <a:extLst>
                <a:ext uri="{FF2B5EF4-FFF2-40B4-BE49-F238E27FC236}">
                  <a16:creationId xmlns:a16="http://schemas.microsoft.com/office/drawing/2014/main" id="{08DD2478-60BE-9C61-67F0-E5D6AA59C58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35" name="Group 534">
            <a:extLst>
              <a:ext uri="{FF2B5EF4-FFF2-40B4-BE49-F238E27FC236}">
                <a16:creationId xmlns:a16="http://schemas.microsoft.com/office/drawing/2014/main" id="{3229D4E2-3489-2F33-C1A3-27BAF748D3E1}"/>
              </a:ext>
            </a:extLst>
          </p:cNvPr>
          <p:cNvGrpSpPr/>
          <p:nvPr/>
        </p:nvGrpSpPr>
        <p:grpSpPr>
          <a:xfrm>
            <a:off x="25859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36" name="Cube 535">
              <a:extLst>
                <a:ext uri="{FF2B5EF4-FFF2-40B4-BE49-F238E27FC236}">
                  <a16:creationId xmlns:a16="http://schemas.microsoft.com/office/drawing/2014/main" id="{773FD9EA-018D-7A63-C6F3-38AEF2AECBB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7" name="Cube 536">
              <a:extLst>
                <a:ext uri="{FF2B5EF4-FFF2-40B4-BE49-F238E27FC236}">
                  <a16:creationId xmlns:a16="http://schemas.microsoft.com/office/drawing/2014/main" id="{57A09DF5-E766-F3E2-D3A0-1B8EDC8F6F7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8" name="Cube 537">
              <a:extLst>
                <a:ext uri="{FF2B5EF4-FFF2-40B4-BE49-F238E27FC236}">
                  <a16:creationId xmlns:a16="http://schemas.microsoft.com/office/drawing/2014/main" id="{A9BF1831-3A5A-A4EA-68FF-24F79D32B20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9" name="Cube 538">
              <a:extLst>
                <a:ext uri="{FF2B5EF4-FFF2-40B4-BE49-F238E27FC236}">
                  <a16:creationId xmlns:a16="http://schemas.microsoft.com/office/drawing/2014/main" id="{4409C694-914F-E018-54EE-65A1B1DD239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0" name="Cube 539">
              <a:extLst>
                <a:ext uri="{FF2B5EF4-FFF2-40B4-BE49-F238E27FC236}">
                  <a16:creationId xmlns:a16="http://schemas.microsoft.com/office/drawing/2014/main" id="{2D60979C-DDA3-AAB2-FC88-B6FB6D28C87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1" name="Cube 540">
              <a:extLst>
                <a:ext uri="{FF2B5EF4-FFF2-40B4-BE49-F238E27FC236}">
                  <a16:creationId xmlns:a16="http://schemas.microsoft.com/office/drawing/2014/main" id="{D0708CB7-6150-6C84-8464-39E1D87D4C8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2" name="Cube 541">
              <a:extLst>
                <a:ext uri="{FF2B5EF4-FFF2-40B4-BE49-F238E27FC236}">
                  <a16:creationId xmlns:a16="http://schemas.microsoft.com/office/drawing/2014/main" id="{2B603A0E-77B1-41A9-2B9A-9AA75704670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3" name="Cube 542">
              <a:extLst>
                <a:ext uri="{FF2B5EF4-FFF2-40B4-BE49-F238E27FC236}">
                  <a16:creationId xmlns:a16="http://schemas.microsoft.com/office/drawing/2014/main" id="{33641618-9656-14CD-1910-AA483F64B7E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4" name="Cube 543">
              <a:extLst>
                <a:ext uri="{FF2B5EF4-FFF2-40B4-BE49-F238E27FC236}">
                  <a16:creationId xmlns:a16="http://schemas.microsoft.com/office/drawing/2014/main" id="{A6394FD0-2D90-897B-44B5-14DBC4E4E75A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5" name="Cube 544">
              <a:extLst>
                <a:ext uri="{FF2B5EF4-FFF2-40B4-BE49-F238E27FC236}">
                  <a16:creationId xmlns:a16="http://schemas.microsoft.com/office/drawing/2014/main" id="{C1B60DD8-B17E-930E-6A3D-4519399AE784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ED9A7221-3826-6C99-BC1D-51EF7F7AF31E}"/>
              </a:ext>
            </a:extLst>
          </p:cNvPr>
          <p:cNvGrpSpPr/>
          <p:nvPr/>
        </p:nvGrpSpPr>
        <p:grpSpPr>
          <a:xfrm>
            <a:off x="65461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47" name="Cube 546">
              <a:extLst>
                <a:ext uri="{FF2B5EF4-FFF2-40B4-BE49-F238E27FC236}">
                  <a16:creationId xmlns:a16="http://schemas.microsoft.com/office/drawing/2014/main" id="{EA7F485D-DBCF-E005-A51D-F386FC302EA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8" name="Cube 547">
              <a:extLst>
                <a:ext uri="{FF2B5EF4-FFF2-40B4-BE49-F238E27FC236}">
                  <a16:creationId xmlns:a16="http://schemas.microsoft.com/office/drawing/2014/main" id="{3907CE1A-FD0F-A08B-0B9D-5A6CC022A31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9" name="Cube 548">
              <a:extLst>
                <a:ext uri="{FF2B5EF4-FFF2-40B4-BE49-F238E27FC236}">
                  <a16:creationId xmlns:a16="http://schemas.microsoft.com/office/drawing/2014/main" id="{8F3F986A-9848-B0C1-959B-05A075978EB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0" name="Cube 549">
              <a:extLst>
                <a:ext uri="{FF2B5EF4-FFF2-40B4-BE49-F238E27FC236}">
                  <a16:creationId xmlns:a16="http://schemas.microsoft.com/office/drawing/2014/main" id="{A589E673-D46B-C28F-2104-9245601D440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1" name="Cube 550">
              <a:extLst>
                <a:ext uri="{FF2B5EF4-FFF2-40B4-BE49-F238E27FC236}">
                  <a16:creationId xmlns:a16="http://schemas.microsoft.com/office/drawing/2014/main" id="{419F5FB1-C2D6-B2C0-3F87-3CE46F89ABF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2" name="Cube 551">
              <a:extLst>
                <a:ext uri="{FF2B5EF4-FFF2-40B4-BE49-F238E27FC236}">
                  <a16:creationId xmlns:a16="http://schemas.microsoft.com/office/drawing/2014/main" id="{B1F0B409-DA1B-0529-9955-5DF0F20B84A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3" name="Cube 552">
              <a:extLst>
                <a:ext uri="{FF2B5EF4-FFF2-40B4-BE49-F238E27FC236}">
                  <a16:creationId xmlns:a16="http://schemas.microsoft.com/office/drawing/2014/main" id="{36AE2078-6DA6-069F-AC93-D064E145496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4" name="Cube 553">
              <a:extLst>
                <a:ext uri="{FF2B5EF4-FFF2-40B4-BE49-F238E27FC236}">
                  <a16:creationId xmlns:a16="http://schemas.microsoft.com/office/drawing/2014/main" id="{7FB5B1D3-3076-8337-E0F7-FF9C14BE4FC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5" name="Cube 554">
              <a:extLst>
                <a:ext uri="{FF2B5EF4-FFF2-40B4-BE49-F238E27FC236}">
                  <a16:creationId xmlns:a16="http://schemas.microsoft.com/office/drawing/2014/main" id="{3E7302D0-4A8A-7268-C489-996B4A1176E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6" name="Cube 555">
              <a:extLst>
                <a:ext uri="{FF2B5EF4-FFF2-40B4-BE49-F238E27FC236}">
                  <a16:creationId xmlns:a16="http://schemas.microsoft.com/office/drawing/2014/main" id="{896A84C6-7C4C-823F-8FF5-B4C85011394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7" name="Group 556">
            <a:extLst>
              <a:ext uri="{FF2B5EF4-FFF2-40B4-BE49-F238E27FC236}">
                <a16:creationId xmlns:a16="http://schemas.microsoft.com/office/drawing/2014/main" id="{B8466A8D-BD2B-85B5-31F4-BCAFAB0D818A}"/>
              </a:ext>
            </a:extLst>
          </p:cNvPr>
          <p:cNvGrpSpPr/>
          <p:nvPr/>
        </p:nvGrpSpPr>
        <p:grpSpPr>
          <a:xfrm>
            <a:off x="105064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58" name="Cube 557">
              <a:extLst>
                <a:ext uri="{FF2B5EF4-FFF2-40B4-BE49-F238E27FC236}">
                  <a16:creationId xmlns:a16="http://schemas.microsoft.com/office/drawing/2014/main" id="{5D15649E-5DF4-7CA1-0724-D40F522527D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9" name="Cube 558">
              <a:extLst>
                <a:ext uri="{FF2B5EF4-FFF2-40B4-BE49-F238E27FC236}">
                  <a16:creationId xmlns:a16="http://schemas.microsoft.com/office/drawing/2014/main" id="{06337BEE-F392-C290-CD58-A6D4455F1AB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0" name="Cube 559">
              <a:extLst>
                <a:ext uri="{FF2B5EF4-FFF2-40B4-BE49-F238E27FC236}">
                  <a16:creationId xmlns:a16="http://schemas.microsoft.com/office/drawing/2014/main" id="{F3184E79-1376-1CF0-7D8F-06531E38E02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1" name="Cube 560">
              <a:extLst>
                <a:ext uri="{FF2B5EF4-FFF2-40B4-BE49-F238E27FC236}">
                  <a16:creationId xmlns:a16="http://schemas.microsoft.com/office/drawing/2014/main" id="{7A2D7D19-9BAB-C6BD-7345-FBA815383A42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2" name="Cube 561">
              <a:extLst>
                <a:ext uri="{FF2B5EF4-FFF2-40B4-BE49-F238E27FC236}">
                  <a16:creationId xmlns:a16="http://schemas.microsoft.com/office/drawing/2014/main" id="{FF7AB439-BBCD-74C0-5FC3-AAF716E63C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3" name="Cube 562">
              <a:extLst>
                <a:ext uri="{FF2B5EF4-FFF2-40B4-BE49-F238E27FC236}">
                  <a16:creationId xmlns:a16="http://schemas.microsoft.com/office/drawing/2014/main" id="{6C79B644-BFA5-4E7F-CC44-233AF7B3E81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4" name="Cube 563">
              <a:extLst>
                <a:ext uri="{FF2B5EF4-FFF2-40B4-BE49-F238E27FC236}">
                  <a16:creationId xmlns:a16="http://schemas.microsoft.com/office/drawing/2014/main" id="{7BCB8AC9-9736-C983-BD2C-97FF0D9A7FC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5" name="Cube 564">
              <a:extLst>
                <a:ext uri="{FF2B5EF4-FFF2-40B4-BE49-F238E27FC236}">
                  <a16:creationId xmlns:a16="http://schemas.microsoft.com/office/drawing/2014/main" id="{5685175B-1BA1-87BB-2DED-7D8EFDD7FA7E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6" name="Cube 565">
              <a:extLst>
                <a:ext uri="{FF2B5EF4-FFF2-40B4-BE49-F238E27FC236}">
                  <a16:creationId xmlns:a16="http://schemas.microsoft.com/office/drawing/2014/main" id="{41690321-09C6-3E96-A35D-3EF3F602C20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7" name="Cube 566">
              <a:extLst>
                <a:ext uri="{FF2B5EF4-FFF2-40B4-BE49-F238E27FC236}">
                  <a16:creationId xmlns:a16="http://schemas.microsoft.com/office/drawing/2014/main" id="{28FC8F77-BD6D-088A-FC75-68873D0591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D659A75E-E274-BB5A-079C-EFF57914DF1F}"/>
              </a:ext>
            </a:extLst>
          </p:cNvPr>
          <p:cNvGrpSpPr/>
          <p:nvPr/>
        </p:nvGrpSpPr>
        <p:grpSpPr>
          <a:xfrm>
            <a:off x="144666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69" name="Cube 568">
              <a:extLst>
                <a:ext uri="{FF2B5EF4-FFF2-40B4-BE49-F238E27FC236}">
                  <a16:creationId xmlns:a16="http://schemas.microsoft.com/office/drawing/2014/main" id="{03C1AD30-26A1-4098-834D-9F5C30DB72B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0" name="Cube 569">
              <a:extLst>
                <a:ext uri="{FF2B5EF4-FFF2-40B4-BE49-F238E27FC236}">
                  <a16:creationId xmlns:a16="http://schemas.microsoft.com/office/drawing/2014/main" id="{D6270C19-2343-420F-598C-57B73AFBD6E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1" name="Cube 570">
              <a:extLst>
                <a:ext uri="{FF2B5EF4-FFF2-40B4-BE49-F238E27FC236}">
                  <a16:creationId xmlns:a16="http://schemas.microsoft.com/office/drawing/2014/main" id="{FD32A81D-E500-5E93-F205-61E2F8B1A11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2" name="Cube 571">
              <a:extLst>
                <a:ext uri="{FF2B5EF4-FFF2-40B4-BE49-F238E27FC236}">
                  <a16:creationId xmlns:a16="http://schemas.microsoft.com/office/drawing/2014/main" id="{6AEF92DD-E565-7D62-0F23-3CD72F7444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3" name="Cube 572">
              <a:extLst>
                <a:ext uri="{FF2B5EF4-FFF2-40B4-BE49-F238E27FC236}">
                  <a16:creationId xmlns:a16="http://schemas.microsoft.com/office/drawing/2014/main" id="{23F2ABD0-AE00-15A0-1324-9E0750F84F1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4" name="Cube 573">
              <a:extLst>
                <a:ext uri="{FF2B5EF4-FFF2-40B4-BE49-F238E27FC236}">
                  <a16:creationId xmlns:a16="http://schemas.microsoft.com/office/drawing/2014/main" id="{9B9BAFB3-1743-5495-A185-33387BD3BC4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5" name="Cube 574">
              <a:extLst>
                <a:ext uri="{FF2B5EF4-FFF2-40B4-BE49-F238E27FC236}">
                  <a16:creationId xmlns:a16="http://schemas.microsoft.com/office/drawing/2014/main" id="{7E399723-E355-9F95-8B96-1A1740C507D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6" name="Cube 575">
              <a:extLst>
                <a:ext uri="{FF2B5EF4-FFF2-40B4-BE49-F238E27FC236}">
                  <a16:creationId xmlns:a16="http://schemas.microsoft.com/office/drawing/2014/main" id="{9BA673E6-329F-E2A2-7376-BAA69F4A185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7" name="Cube 576">
              <a:extLst>
                <a:ext uri="{FF2B5EF4-FFF2-40B4-BE49-F238E27FC236}">
                  <a16:creationId xmlns:a16="http://schemas.microsoft.com/office/drawing/2014/main" id="{3116F2BE-EFE6-3CFF-8ABB-ED16F1832A3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8" name="Cube 577">
              <a:extLst>
                <a:ext uri="{FF2B5EF4-FFF2-40B4-BE49-F238E27FC236}">
                  <a16:creationId xmlns:a16="http://schemas.microsoft.com/office/drawing/2014/main" id="{65B01EC2-CFE6-58C6-CFFA-CA69C9D5E5A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79" name="Group 578">
            <a:extLst>
              <a:ext uri="{FF2B5EF4-FFF2-40B4-BE49-F238E27FC236}">
                <a16:creationId xmlns:a16="http://schemas.microsoft.com/office/drawing/2014/main" id="{BC334B33-967C-E1C4-D320-C987B7CB53EA}"/>
              </a:ext>
            </a:extLst>
          </p:cNvPr>
          <p:cNvGrpSpPr/>
          <p:nvPr/>
        </p:nvGrpSpPr>
        <p:grpSpPr>
          <a:xfrm>
            <a:off x="184269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80" name="Cube 579">
              <a:extLst>
                <a:ext uri="{FF2B5EF4-FFF2-40B4-BE49-F238E27FC236}">
                  <a16:creationId xmlns:a16="http://schemas.microsoft.com/office/drawing/2014/main" id="{614BB669-5E9F-88B3-C04A-BD160F064CA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1" name="Cube 580">
              <a:extLst>
                <a:ext uri="{FF2B5EF4-FFF2-40B4-BE49-F238E27FC236}">
                  <a16:creationId xmlns:a16="http://schemas.microsoft.com/office/drawing/2014/main" id="{7DDFEED9-DE2C-479F-B7C1-532C2F60835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2" name="Cube 581">
              <a:extLst>
                <a:ext uri="{FF2B5EF4-FFF2-40B4-BE49-F238E27FC236}">
                  <a16:creationId xmlns:a16="http://schemas.microsoft.com/office/drawing/2014/main" id="{AE32FD41-A2D4-094D-64B5-23B66725E4A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3" name="Cube 582">
              <a:extLst>
                <a:ext uri="{FF2B5EF4-FFF2-40B4-BE49-F238E27FC236}">
                  <a16:creationId xmlns:a16="http://schemas.microsoft.com/office/drawing/2014/main" id="{BF3393AC-1847-D133-7FE7-6225534BC8E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4" name="Cube 583">
              <a:extLst>
                <a:ext uri="{FF2B5EF4-FFF2-40B4-BE49-F238E27FC236}">
                  <a16:creationId xmlns:a16="http://schemas.microsoft.com/office/drawing/2014/main" id="{5A6A87F9-20E6-E54C-21CF-5B004509DFD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5" name="Cube 584">
              <a:extLst>
                <a:ext uri="{FF2B5EF4-FFF2-40B4-BE49-F238E27FC236}">
                  <a16:creationId xmlns:a16="http://schemas.microsoft.com/office/drawing/2014/main" id="{B8093846-402C-088C-EC28-D01A757588C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6" name="Cube 585">
              <a:extLst>
                <a:ext uri="{FF2B5EF4-FFF2-40B4-BE49-F238E27FC236}">
                  <a16:creationId xmlns:a16="http://schemas.microsoft.com/office/drawing/2014/main" id="{D8D913E0-618B-75FF-FB33-58979BC2BF6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7" name="Cube 586">
              <a:extLst>
                <a:ext uri="{FF2B5EF4-FFF2-40B4-BE49-F238E27FC236}">
                  <a16:creationId xmlns:a16="http://schemas.microsoft.com/office/drawing/2014/main" id="{9BF7B604-BD2E-DDAE-D736-D02CACB7D65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8" name="Cube 587">
              <a:extLst>
                <a:ext uri="{FF2B5EF4-FFF2-40B4-BE49-F238E27FC236}">
                  <a16:creationId xmlns:a16="http://schemas.microsoft.com/office/drawing/2014/main" id="{1E135C77-EEC9-D28B-5A88-32E35BBEEB1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9" name="Cube 588">
              <a:extLst>
                <a:ext uri="{FF2B5EF4-FFF2-40B4-BE49-F238E27FC236}">
                  <a16:creationId xmlns:a16="http://schemas.microsoft.com/office/drawing/2014/main" id="{71F1CB6F-55E6-BEA9-B8D6-F44F216DBD2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4F520C3-8266-2B9C-7E9A-752287A9448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5402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0.03   +   0.04   =   _________</a:t>
            </a:r>
          </a:p>
        </p:txBody>
      </p:sp>
      <p:sp>
        <p:nvSpPr>
          <p:cNvPr id="38" name="Cube 37">
            <a:extLst>
              <a:ext uri="{FF2B5EF4-FFF2-40B4-BE49-F238E27FC236}">
                <a16:creationId xmlns:a16="http://schemas.microsoft.com/office/drawing/2014/main" id="{3E42AAC7-10AC-E48F-4CFC-95DE0F6EA6E0}"/>
              </a:ext>
            </a:extLst>
          </p:cNvPr>
          <p:cNvSpPr/>
          <p:nvPr/>
        </p:nvSpPr>
        <p:spPr>
          <a:xfrm>
            <a:off x="4783019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EFF25F19-6BA9-57AD-8DFB-8A8A450F71DA}"/>
              </a:ext>
            </a:extLst>
          </p:cNvPr>
          <p:cNvSpPr/>
          <p:nvPr/>
        </p:nvSpPr>
        <p:spPr>
          <a:xfrm>
            <a:off x="4783019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F5FC16BB-C768-BF86-5DA4-ED5AF2C3C7AA}"/>
              </a:ext>
            </a:extLst>
          </p:cNvPr>
          <p:cNvSpPr/>
          <p:nvPr/>
        </p:nvSpPr>
        <p:spPr>
          <a:xfrm>
            <a:off x="4783019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99C26A5D-CD1F-4BC3-6E9C-9CA28817EA5E}"/>
              </a:ext>
            </a:extLst>
          </p:cNvPr>
          <p:cNvSpPr/>
          <p:nvPr/>
        </p:nvSpPr>
        <p:spPr>
          <a:xfrm>
            <a:off x="4783019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Cube 41">
            <a:extLst>
              <a:ext uri="{FF2B5EF4-FFF2-40B4-BE49-F238E27FC236}">
                <a16:creationId xmlns:a16="http://schemas.microsoft.com/office/drawing/2014/main" id="{1154B0C6-4659-5DB5-F801-A7696FF6D1CE}"/>
              </a:ext>
            </a:extLst>
          </p:cNvPr>
          <p:cNvSpPr/>
          <p:nvPr/>
        </p:nvSpPr>
        <p:spPr>
          <a:xfrm>
            <a:off x="4783019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02AB290B-B883-4AF8-3BED-0698D4FEE273}"/>
              </a:ext>
            </a:extLst>
          </p:cNvPr>
          <p:cNvSpPr/>
          <p:nvPr/>
        </p:nvSpPr>
        <p:spPr>
          <a:xfrm>
            <a:off x="4783019" y="468965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Cube 43">
            <a:extLst>
              <a:ext uri="{FF2B5EF4-FFF2-40B4-BE49-F238E27FC236}">
                <a16:creationId xmlns:a16="http://schemas.microsoft.com/office/drawing/2014/main" id="{01165E4E-0463-808A-A991-BB550C8B0EF9}"/>
              </a:ext>
            </a:extLst>
          </p:cNvPr>
          <p:cNvSpPr/>
          <p:nvPr/>
        </p:nvSpPr>
        <p:spPr>
          <a:xfrm>
            <a:off x="4783019" y="443803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E8EDE1-1A16-C470-2018-0839A6C9745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9614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0.07   +   0.04   =   _________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EDD7B-C5CE-B89B-372A-9AE037A3724D}"/>
              </a:ext>
            </a:extLst>
          </p:cNvPr>
          <p:cNvGrpSpPr/>
          <p:nvPr/>
        </p:nvGrpSpPr>
        <p:grpSpPr>
          <a:xfrm>
            <a:off x="717803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57B9351D-3A60-08D9-1365-B449357A3E1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9E665E22-EA27-6A0C-B31B-B04F3C619BF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0D75C06D-F9AA-65C9-DC24-C74F3E801FB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22BB60D4-6E53-2208-DBF6-3B2504B2AD2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21CCE342-25D0-1EAD-855E-66DE7237AE0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DAD7BE34-0398-E3FF-E796-4D384C4B805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848AC908-26C4-E509-9213-BF4B268845B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5EF9D162-4083-0C05-DFA4-01A98434DE3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961DD862-A95F-B598-CDF1-5E9EBF3FBD7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90E33D49-AA2F-5C2F-0D3F-B7108F21DC2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" name="Cube 14">
            <a:extLst>
              <a:ext uri="{FF2B5EF4-FFF2-40B4-BE49-F238E27FC236}">
                <a16:creationId xmlns:a16="http://schemas.microsoft.com/office/drawing/2014/main" id="{6347D924-E5DA-27AD-EF89-E6C4A6F9D157}"/>
              </a:ext>
            </a:extLst>
          </p:cNvPr>
          <p:cNvSpPr/>
          <p:nvPr/>
        </p:nvSpPr>
        <p:spPr>
          <a:xfrm>
            <a:off x="7667537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Arrow: Left-Right 74">
            <a:extLst>
              <a:ext uri="{FF2B5EF4-FFF2-40B4-BE49-F238E27FC236}">
                <a16:creationId xmlns:a16="http://schemas.microsoft.com/office/drawing/2014/main" id="{BB0154EF-0570-9C11-904E-8D16A93955DB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Cube 75">
            <a:extLst>
              <a:ext uri="{FF2B5EF4-FFF2-40B4-BE49-F238E27FC236}">
                <a16:creationId xmlns:a16="http://schemas.microsoft.com/office/drawing/2014/main" id="{97858A0B-F242-C91F-FC90-9148FE3DBE86}"/>
              </a:ext>
            </a:extLst>
          </p:cNvPr>
          <p:cNvSpPr/>
          <p:nvPr/>
        </p:nvSpPr>
        <p:spPr>
          <a:xfrm>
            <a:off x="2771339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798F3C3-034D-F136-0CF9-F1D2025577CA}"/>
              </a:ext>
            </a:extLst>
          </p:cNvPr>
          <p:cNvGrpSpPr/>
          <p:nvPr/>
        </p:nvGrpSpPr>
        <p:grpSpPr>
          <a:xfrm>
            <a:off x="2285564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521D1867-C8F1-2A69-89A2-F19171E61BB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10D6E6D0-98BA-6D25-CB8A-751CCDDAE82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BCC38045-654E-A02A-AE3D-47137BCB492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1DF7D30A-94D4-3B5B-64BE-1E9A19ACA63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495DD797-1D55-03DE-8204-28EA2DC8B84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86991B38-2367-328B-F37B-679E6FC3C1C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4388270A-F16B-2375-906C-15A24E378BE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A7A1DE70-080A-73AD-F580-58566F25035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B44A3FFC-D28E-77D8-79DF-830B69C7453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539DF296-480C-7D8D-7AC2-58C53CB026A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2758FC0-F0B3-C15F-48B3-6EB321820F0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1900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75" grpId="0" animBg="1"/>
      <p:bldP spid="7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0.16   +   0.03   =   _________</a:t>
            </a:r>
          </a:p>
        </p:txBody>
      </p:sp>
      <p:sp>
        <p:nvSpPr>
          <p:cNvPr id="53" name="Cube 52">
            <a:extLst>
              <a:ext uri="{FF2B5EF4-FFF2-40B4-BE49-F238E27FC236}">
                <a16:creationId xmlns:a16="http://schemas.microsoft.com/office/drawing/2014/main" id="{CFC0B0F4-0AB0-7C41-A93F-1D81A5589801}"/>
              </a:ext>
            </a:extLst>
          </p:cNvPr>
          <p:cNvSpPr/>
          <p:nvPr/>
        </p:nvSpPr>
        <p:spPr>
          <a:xfrm>
            <a:off x="5003999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Cube 53">
            <a:extLst>
              <a:ext uri="{FF2B5EF4-FFF2-40B4-BE49-F238E27FC236}">
                <a16:creationId xmlns:a16="http://schemas.microsoft.com/office/drawing/2014/main" id="{398638F3-B966-C05B-7DAB-F215EB39750B}"/>
              </a:ext>
            </a:extLst>
          </p:cNvPr>
          <p:cNvSpPr/>
          <p:nvPr/>
        </p:nvSpPr>
        <p:spPr>
          <a:xfrm>
            <a:off x="5003999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Cube 54">
            <a:extLst>
              <a:ext uri="{FF2B5EF4-FFF2-40B4-BE49-F238E27FC236}">
                <a16:creationId xmlns:a16="http://schemas.microsoft.com/office/drawing/2014/main" id="{FA550C1B-721C-D7E8-09E1-4773DE776412}"/>
              </a:ext>
            </a:extLst>
          </p:cNvPr>
          <p:cNvSpPr/>
          <p:nvPr/>
        </p:nvSpPr>
        <p:spPr>
          <a:xfrm>
            <a:off x="5003999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Cube 55">
            <a:extLst>
              <a:ext uri="{FF2B5EF4-FFF2-40B4-BE49-F238E27FC236}">
                <a16:creationId xmlns:a16="http://schemas.microsoft.com/office/drawing/2014/main" id="{B3083FEB-953A-2970-7C20-9E9BBECD0442}"/>
              </a:ext>
            </a:extLst>
          </p:cNvPr>
          <p:cNvSpPr/>
          <p:nvPr/>
        </p:nvSpPr>
        <p:spPr>
          <a:xfrm>
            <a:off x="5003999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Cube 56">
            <a:extLst>
              <a:ext uri="{FF2B5EF4-FFF2-40B4-BE49-F238E27FC236}">
                <a16:creationId xmlns:a16="http://schemas.microsoft.com/office/drawing/2014/main" id="{EA6C5AB9-68D5-2CBB-5632-FB4680FFA231}"/>
              </a:ext>
            </a:extLst>
          </p:cNvPr>
          <p:cNvSpPr/>
          <p:nvPr/>
        </p:nvSpPr>
        <p:spPr>
          <a:xfrm>
            <a:off x="5003999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Cube 57">
            <a:extLst>
              <a:ext uri="{FF2B5EF4-FFF2-40B4-BE49-F238E27FC236}">
                <a16:creationId xmlns:a16="http://schemas.microsoft.com/office/drawing/2014/main" id="{F7A41352-E568-8FD5-49C1-E28E41B527F0}"/>
              </a:ext>
            </a:extLst>
          </p:cNvPr>
          <p:cNvSpPr/>
          <p:nvPr/>
        </p:nvSpPr>
        <p:spPr>
          <a:xfrm>
            <a:off x="5003999" y="468965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Cube 58">
            <a:extLst>
              <a:ext uri="{FF2B5EF4-FFF2-40B4-BE49-F238E27FC236}">
                <a16:creationId xmlns:a16="http://schemas.microsoft.com/office/drawing/2014/main" id="{373F486A-8BD7-88FE-AA26-0DE449B71036}"/>
              </a:ext>
            </a:extLst>
          </p:cNvPr>
          <p:cNvSpPr/>
          <p:nvPr/>
        </p:nvSpPr>
        <p:spPr>
          <a:xfrm>
            <a:off x="5003999" y="443803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Cube 59">
            <a:extLst>
              <a:ext uri="{FF2B5EF4-FFF2-40B4-BE49-F238E27FC236}">
                <a16:creationId xmlns:a16="http://schemas.microsoft.com/office/drawing/2014/main" id="{305E9BD2-F38F-8FDD-AA14-E1008E087100}"/>
              </a:ext>
            </a:extLst>
          </p:cNvPr>
          <p:cNvSpPr/>
          <p:nvPr/>
        </p:nvSpPr>
        <p:spPr>
          <a:xfrm>
            <a:off x="5003999" y="4186413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Cube 60">
            <a:extLst>
              <a:ext uri="{FF2B5EF4-FFF2-40B4-BE49-F238E27FC236}">
                <a16:creationId xmlns:a16="http://schemas.microsoft.com/office/drawing/2014/main" id="{2D4F9123-0348-C379-9DAD-489BFF9C48BC}"/>
              </a:ext>
            </a:extLst>
          </p:cNvPr>
          <p:cNvSpPr/>
          <p:nvPr/>
        </p:nvSpPr>
        <p:spPr>
          <a:xfrm>
            <a:off x="5003999" y="3934793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CB059BF-D50D-FA1A-D119-FF7738CC5176}"/>
              </a:ext>
            </a:extLst>
          </p:cNvPr>
          <p:cNvGrpSpPr/>
          <p:nvPr/>
        </p:nvGrpSpPr>
        <p:grpSpPr>
          <a:xfrm>
            <a:off x="44514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C2DEDC0B-03D1-1DA9-1716-4B6EA76AB34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D6DE1859-ACA3-5BB1-BFB6-92828983393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AD69C269-0578-A657-5A35-950F00C6A5A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D16603B2-2B4E-3F6C-591A-4A8209FFDB3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8FAE93EE-6C54-D1FF-A14B-36E5CDA72BD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EA84778C-4CEA-3C6A-C8C6-002E914E524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9C1C71D1-E7D5-59A9-BFE4-3D46AA999BB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96BD61CE-9B96-A12A-999A-F9C800E2C2E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A4026C1C-7EED-85CF-FA9A-4C6194ED445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A63E65EB-7D10-8869-1702-8C9819C35FB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DA369ED-54CC-F1B6-F1B7-7CAA2745DE8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9980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0.05   +   0.15   =   _________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1BF63F-F9B2-F2CB-C30A-B94B8D320A15}"/>
              </a:ext>
            </a:extLst>
          </p:cNvPr>
          <p:cNvGrpSpPr/>
          <p:nvPr/>
        </p:nvGrpSpPr>
        <p:grpSpPr>
          <a:xfrm>
            <a:off x="506158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F0C69825-1F6D-C5F2-8126-E5340D238F5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B0B1A0F5-8F28-E9A7-401B-97251B1DA99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A6030381-046A-5E2C-43AC-3C672455405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158C70AC-26CC-3DE6-4C88-98212C1A89A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01C64D1E-FEE0-8E3A-4F44-EE41A297D3B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594DF907-1AA4-BE3F-1CC7-541C6BF0C5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2440C6D-4F75-103E-8456-6B103D74D6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FE2286AF-BF77-FC37-FE0F-454E8C2414D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0514D407-6514-7593-6B56-716BFE10046E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E381736B-1D13-573C-3BC4-9E114777DBC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3F53F67-4A25-9820-6B41-B71C3E0CD4CE}"/>
              </a:ext>
            </a:extLst>
          </p:cNvPr>
          <p:cNvGrpSpPr/>
          <p:nvPr/>
        </p:nvGrpSpPr>
        <p:grpSpPr>
          <a:xfrm>
            <a:off x="448800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9F5DF50-7FD3-3D23-5784-8FEF3DBC1F6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D2B634CF-E570-9F54-940A-703CC95018A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B345CC84-D42E-CF90-E955-92B1DB1D41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68863AED-C360-C4D0-D78D-C03AB0DFE7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40A5F0C9-4169-D3A5-3EE0-1BF1939C074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0BEC7468-FAA1-5988-B2D7-3B686C156ED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249B1B5F-1D0E-BF89-3AFA-1115B0C2542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6A06FD33-C7A6-87A1-3C7C-DA7B48070E5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6C357668-13B8-CF6A-2835-4536F3705E7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D9BB9856-81EE-1779-2ED3-660FA98FD38B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744423B-B1CD-00A5-69E0-CE1C472A80B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6402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0.16   +   0.14   =   _________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997731-B44A-CD97-70AD-B3990B2946F0}"/>
              </a:ext>
            </a:extLst>
          </p:cNvPr>
          <p:cNvGrpSpPr/>
          <p:nvPr/>
        </p:nvGrpSpPr>
        <p:grpSpPr>
          <a:xfrm>
            <a:off x="4202081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2B42F3E3-E45F-A823-9299-E34BF7E4DFF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9" name="Cube 38">
              <a:extLst>
                <a:ext uri="{FF2B5EF4-FFF2-40B4-BE49-F238E27FC236}">
                  <a16:creationId xmlns:a16="http://schemas.microsoft.com/office/drawing/2014/main" id="{2D821FEE-FB97-BA98-7150-E7D20801802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E5A130AC-C1BA-545F-075B-D4F914FB41C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C632E442-65E7-82F6-14B3-E80A0301C0A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6025A850-3AAF-9952-02EA-592D9C748BD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2C19E6DE-391A-8DA0-9C58-3A67B097A61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C3BFCFD1-0693-99B4-E439-3197D0D5EFD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E68A0FD9-93A0-01C8-52D7-8037B7A1D14E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B16B5947-F225-B1D4-39EC-AC159406335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BACE19DD-76B2-4D2B-00C0-151CD9609030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C6A3127-F0DE-36B3-021C-317613E15C59}"/>
              </a:ext>
            </a:extLst>
          </p:cNvPr>
          <p:cNvGrpSpPr/>
          <p:nvPr/>
        </p:nvGrpSpPr>
        <p:grpSpPr>
          <a:xfrm>
            <a:off x="476734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5" name="Cube 74">
              <a:extLst>
                <a:ext uri="{FF2B5EF4-FFF2-40B4-BE49-F238E27FC236}">
                  <a16:creationId xmlns:a16="http://schemas.microsoft.com/office/drawing/2014/main" id="{20DFF753-BF6F-67C7-6A8D-0AB910B84FC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6" name="Cube 75">
              <a:extLst>
                <a:ext uri="{FF2B5EF4-FFF2-40B4-BE49-F238E27FC236}">
                  <a16:creationId xmlns:a16="http://schemas.microsoft.com/office/drawing/2014/main" id="{AFBE58A9-770C-D12A-86A7-D2194F0C3B0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7" name="Cube 76">
              <a:extLst>
                <a:ext uri="{FF2B5EF4-FFF2-40B4-BE49-F238E27FC236}">
                  <a16:creationId xmlns:a16="http://schemas.microsoft.com/office/drawing/2014/main" id="{4771AC2C-4D08-CBD6-C9C3-E4D11291346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303FEA11-9A26-15B6-3D80-1D696843AAB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C2E3BC4F-D04D-73EE-40B6-8F47624EFFC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0069660D-316C-AFA7-658B-AA6835059D0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6B994922-C3D4-74C7-C4C7-037A42DDFC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9D6945C5-E901-FFD1-460A-50934CBEC48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30C3E245-25CA-F67C-B9C7-3841EE543F79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2AFCA49E-57C6-D119-7A5B-76C3BE6304B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095071D-CBF7-D440-C31B-1BEA849C1A55}"/>
              </a:ext>
            </a:extLst>
          </p:cNvPr>
          <p:cNvGrpSpPr/>
          <p:nvPr/>
        </p:nvGrpSpPr>
        <p:grpSpPr>
          <a:xfrm>
            <a:off x="540742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2E8874FC-312B-D3B4-9C94-2303F56DA81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3314A722-84BC-91A7-35A6-5DF1CEFA71A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E96A648D-CDBF-FD96-8667-A344CE67489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763A3C8-3712-A298-A036-F8535B01AA4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48E95E5-7866-F8E8-0418-0821A37D747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654A33D-5838-CC44-9DBE-1D117551E29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242FE173-4537-1E5C-0601-753380BEF0F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0" name="Cube 99">
              <a:extLst>
                <a:ext uri="{FF2B5EF4-FFF2-40B4-BE49-F238E27FC236}">
                  <a16:creationId xmlns:a16="http://schemas.microsoft.com/office/drawing/2014/main" id="{B2FD2A6A-0C16-1192-ED1F-5FB0175C607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1" name="Cube 100">
              <a:extLst>
                <a:ext uri="{FF2B5EF4-FFF2-40B4-BE49-F238E27FC236}">
                  <a16:creationId xmlns:a16="http://schemas.microsoft.com/office/drawing/2014/main" id="{547CD3AD-DB91-CE76-F4A3-65A6EBC32F9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2" name="Cube 101">
              <a:extLst>
                <a:ext uri="{FF2B5EF4-FFF2-40B4-BE49-F238E27FC236}">
                  <a16:creationId xmlns:a16="http://schemas.microsoft.com/office/drawing/2014/main" id="{4E4452A4-DD13-B2A4-1D4E-69876A90DFD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20168F5-8272-562E-0A9F-D56CA935364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2930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0.12   +   0.14   =   _________</a:t>
            </a:r>
          </a:p>
        </p:txBody>
      </p:sp>
      <p:sp>
        <p:nvSpPr>
          <p:cNvPr id="38" name="Cube 37">
            <a:extLst>
              <a:ext uri="{FF2B5EF4-FFF2-40B4-BE49-F238E27FC236}">
                <a16:creationId xmlns:a16="http://schemas.microsoft.com/office/drawing/2014/main" id="{3E42AAC7-10AC-E48F-4CFC-95DE0F6EA6E0}"/>
              </a:ext>
            </a:extLst>
          </p:cNvPr>
          <p:cNvSpPr/>
          <p:nvPr/>
        </p:nvSpPr>
        <p:spPr>
          <a:xfrm>
            <a:off x="5547790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EFF25F19-6BA9-57AD-8DFB-8A8A450F71DA}"/>
              </a:ext>
            </a:extLst>
          </p:cNvPr>
          <p:cNvSpPr/>
          <p:nvPr/>
        </p:nvSpPr>
        <p:spPr>
          <a:xfrm>
            <a:off x="5547790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F5FC16BB-C768-BF86-5DA4-ED5AF2C3C7AA}"/>
              </a:ext>
            </a:extLst>
          </p:cNvPr>
          <p:cNvSpPr/>
          <p:nvPr/>
        </p:nvSpPr>
        <p:spPr>
          <a:xfrm>
            <a:off x="5547790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99C26A5D-CD1F-4BC3-6E9C-9CA28817EA5E}"/>
              </a:ext>
            </a:extLst>
          </p:cNvPr>
          <p:cNvSpPr/>
          <p:nvPr/>
        </p:nvSpPr>
        <p:spPr>
          <a:xfrm>
            <a:off x="5547790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Cube 41">
            <a:extLst>
              <a:ext uri="{FF2B5EF4-FFF2-40B4-BE49-F238E27FC236}">
                <a16:creationId xmlns:a16="http://schemas.microsoft.com/office/drawing/2014/main" id="{1154B0C6-4659-5DB5-F801-A7696FF6D1CE}"/>
              </a:ext>
            </a:extLst>
          </p:cNvPr>
          <p:cNvSpPr/>
          <p:nvPr/>
        </p:nvSpPr>
        <p:spPr>
          <a:xfrm>
            <a:off x="5547790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02AB290B-B883-4AF8-3BED-0698D4FEE273}"/>
              </a:ext>
            </a:extLst>
          </p:cNvPr>
          <p:cNvSpPr/>
          <p:nvPr/>
        </p:nvSpPr>
        <p:spPr>
          <a:xfrm>
            <a:off x="5547790" y="468965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1E5A58E-301E-8221-C570-34CAFFDBEA88}"/>
              </a:ext>
            </a:extLst>
          </p:cNvPr>
          <p:cNvGrpSpPr/>
          <p:nvPr/>
        </p:nvGrpSpPr>
        <p:grpSpPr>
          <a:xfrm>
            <a:off x="497014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D3FDC48A-EAF4-55BD-18CD-38893507CBD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18E2573E-6366-7B87-BAD5-FDD7601EC6C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529DC6FC-F2C2-B596-0696-AC817C8A94B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736D057B-EC24-DD75-0800-3D398878199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B7DDCC94-8B6C-E350-C815-AFCE271A0CB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26C7F184-B333-5F33-3DD7-0B7214B8D51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747EA717-D2F2-8691-131D-62D0FB1A3B8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56F0632D-D34A-A9F2-DD5D-7AB01EE45B8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D85613D4-649A-C0E4-C6AE-78561397232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B2C38A03-98C2-A548-49B5-EB3DA99DEE6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0CCC1C2-B704-D60F-936A-5DC9162556D7}"/>
              </a:ext>
            </a:extLst>
          </p:cNvPr>
          <p:cNvGrpSpPr/>
          <p:nvPr/>
        </p:nvGrpSpPr>
        <p:grpSpPr>
          <a:xfrm>
            <a:off x="43965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08241473-8F12-712B-FB44-F0E8C1C00D2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0B9A815C-482D-D761-0DB6-3DAFB0C8AB5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" name="Cube 35">
              <a:extLst>
                <a:ext uri="{FF2B5EF4-FFF2-40B4-BE49-F238E27FC236}">
                  <a16:creationId xmlns:a16="http://schemas.microsoft.com/office/drawing/2014/main" id="{C320313E-D89E-0AD6-A1A6-55C4D368988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52D994D0-84F2-151C-6E28-A972985B79C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6D50C217-C0B3-2E02-1845-7A78D91A6E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0CD73339-D87C-A7C7-D42C-1C1299C4A5F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C28AA7D7-16C9-363F-4F30-2CADFB74343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BDFA8075-8F29-F690-6B56-CF4BCE1E8530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52AABF32-BEA8-AF6E-1358-8505CCBC51F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9B32B706-02A7-6D34-FB8F-E4A2F5A346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DA3883E-7613-9FCE-E624-0132DC66E1A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8175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1.25   +   0.11   =   _________</a:t>
            </a:r>
          </a:p>
        </p:txBody>
      </p:sp>
      <p:sp>
        <p:nvSpPr>
          <p:cNvPr id="300" name="Cube 299">
            <a:extLst>
              <a:ext uri="{FF2B5EF4-FFF2-40B4-BE49-F238E27FC236}">
                <a16:creationId xmlns:a16="http://schemas.microsoft.com/office/drawing/2014/main" id="{0B657D2A-EB00-B15F-D514-E95B91252030}"/>
              </a:ext>
            </a:extLst>
          </p:cNvPr>
          <p:cNvSpPr/>
          <p:nvPr/>
        </p:nvSpPr>
        <p:spPr>
          <a:xfrm>
            <a:off x="6787095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1" name="Cube 300">
            <a:extLst>
              <a:ext uri="{FF2B5EF4-FFF2-40B4-BE49-F238E27FC236}">
                <a16:creationId xmlns:a16="http://schemas.microsoft.com/office/drawing/2014/main" id="{21655F1C-E924-073D-B28D-C41100F89804}"/>
              </a:ext>
            </a:extLst>
          </p:cNvPr>
          <p:cNvSpPr/>
          <p:nvPr/>
        </p:nvSpPr>
        <p:spPr>
          <a:xfrm>
            <a:off x="6787095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2" name="Cube 301">
            <a:extLst>
              <a:ext uri="{FF2B5EF4-FFF2-40B4-BE49-F238E27FC236}">
                <a16:creationId xmlns:a16="http://schemas.microsoft.com/office/drawing/2014/main" id="{0D6F59F2-937B-197C-DE8F-A8E605F2A478}"/>
              </a:ext>
            </a:extLst>
          </p:cNvPr>
          <p:cNvSpPr/>
          <p:nvPr/>
        </p:nvSpPr>
        <p:spPr>
          <a:xfrm>
            <a:off x="6787095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3" name="Cube 302">
            <a:extLst>
              <a:ext uri="{FF2B5EF4-FFF2-40B4-BE49-F238E27FC236}">
                <a16:creationId xmlns:a16="http://schemas.microsoft.com/office/drawing/2014/main" id="{59E0633F-5707-3E84-C1F3-7CE1534D936A}"/>
              </a:ext>
            </a:extLst>
          </p:cNvPr>
          <p:cNvSpPr/>
          <p:nvPr/>
        </p:nvSpPr>
        <p:spPr>
          <a:xfrm>
            <a:off x="6787095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4" name="Cube 303">
            <a:extLst>
              <a:ext uri="{FF2B5EF4-FFF2-40B4-BE49-F238E27FC236}">
                <a16:creationId xmlns:a16="http://schemas.microsoft.com/office/drawing/2014/main" id="{C026CCBD-2760-F122-B795-BD03C5EB4268}"/>
              </a:ext>
            </a:extLst>
          </p:cNvPr>
          <p:cNvSpPr/>
          <p:nvPr/>
        </p:nvSpPr>
        <p:spPr>
          <a:xfrm>
            <a:off x="6787095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5" name="Cube 304">
            <a:extLst>
              <a:ext uri="{FF2B5EF4-FFF2-40B4-BE49-F238E27FC236}">
                <a16:creationId xmlns:a16="http://schemas.microsoft.com/office/drawing/2014/main" id="{86965626-4902-9895-54C5-099B0B36321C}"/>
              </a:ext>
            </a:extLst>
          </p:cNvPr>
          <p:cNvSpPr/>
          <p:nvPr/>
        </p:nvSpPr>
        <p:spPr>
          <a:xfrm>
            <a:off x="6787095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36BBEC4-4E74-D520-AD95-B143C934E70F}"/>
              </a:ext>
            </a:extLst>
          </p:cNvPr>
          <p:cNvGrpSpPr/>
          <p:nvPr/>
        </p:nvGrpSpPr>
        <p:grpSpPr>
          <a:xfrm>
            <a:off x="6070201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90" name="Cube 289">
              <a:extLst>
                <a:ext uri="{FF2B5EF4-FFF2-40B4-BE49-F238E27FC236}">
                  <a16:creationId xmlns:a16="http://schemas.microsoft.com/office/drawing/2014/main" id="{ED1448F9-F266-6277-0623-680BB9F0030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1" name="Cube 290">
              <a:extLst>
                <a:ext uri="{FF2B5EF4-FFF2-40B4-BE49-F238E27FC236}">
                  <a16:creationId xmlns:a16="http://schemas.microsoft.com/office/drawing/2014/main" id="{1F10F593-5B4D-57DA-6292-EFB7295B6AC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2" name="Cube 291">
              <a:extLst>
                <a:ext uri="{FF2B5EF4-FFF2-40B4-BE49-F238E27FC236}">
                  <a16:creationId xmlns:a16="http://schemas.microsoft.com/office/drawing/2014/main" id="{40379138-EE95-90AC-52CF-3CEC9DF98FE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3" name="Cube 292">
              <a:extLst>
                <a:ext uri="{FF2B5EF4-FFF2-40B4-BE49-F238E27FC236}">
                  <a16:creationId xmlns:a16="http://schemas.microsoft.com/office/drawing/2014/main" id="{833A0382-19E6-ADA7-326A-4EE4A46ADCA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4" name="Cube 293">
              <a:extLst>
                <a:ext uri="{FF2B5EF4-FFF2-40B4-BE49-F238E27FC236}">
                  <a16:creationId xmlns:a16="http://schemas.microsoft.com/office/drawing/2014/main" id="{03450FFA-0480-53EB-7883-128F23C69DD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5" name="Cube 294">
              <a:extLst>
                <a:ext uri="{FF2B5EF4-FFF2-40B4-BE49-F238E27FC236}">
                  <a16:creationId xmlns:a16="http://schemas.microsoft.com/office/drawing/2014/main" id="{DA471066-563F-AB5E-DF6C-15F27B8DD68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6" name="Cube 295">
              <a:extLst>
                <a:ext uri="{FF2B5EF4-FFF2-40B4-BE49-F238E27FC236}">
                  <a16:creationId xmlns:a16="http://schemas.microsoft.com/office/drawing/2014/main" id="{9698B7C5-3E33-B7DB-3EB4-61B1256A02D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7" name="Cube 296">
              <a:extLst>
                <a:ext uri="{FF2B5EF4-FFF2-40B4-BE49-F238E27FC236}">
                  <a16:creationId xmlns:a16="http://schemas.microsoft.com/office/drawing/2014/main" id="{03A25F1F-60C6-4BF6-09D7-3B714AEFF9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8" name="Cube 297">
              <a:extLst>
                <a:ext uri="{FF2B5EF4-FFF2-40B4-BE49-F238E27FC236}">
                  <a16:creationId xmlns:a16="http://schemas.microsoft.com/office/drawing/2014/main" id="{DE9073B9-DDDE-2933-EF66-EA3DC9BFE4E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9" name="Cube 298">
              <a:extLst>
                <a:ext uri="{FF2B5EF4-FFF2-40B4-BE49-F238E27FC236}">
                  <a16:creationId xmlns:a16="http://schemas.microsoft.com/office/drawing/2014/main" id="{F8C1A816-1194-3AAC-7AFD-D702FF9DFBF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099FA02-A506-AA12-3FF2-99C44954D4BE}"/>
              </a:ext>
            </a:extLst>
          </p:cNvPr>
          <p:cNvGrpSpPr/>
          <p:nvPr/>
        </p:nvGrpSpPr>
        <p:grpSpPr>
          <a:xfrm>
            <a:off x="2010435" y="3660198"/>
            <a:ext cx="2615911" cy="2615911"/>
            <a:chOff x="414598" y="546495"/>
            <a:chExt cx="5852156" cy="5898407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609B0956-59AD-D0F2-DFDB-9A5D22690BA9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3122C4C1-139A-B307-FA97-0D465A535FC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23EC454F-6974-B338-8F9F-D757AB4EF95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0171BC6F-33CF-8E4A-450A-7C3EDDC2DAA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F2806878-7D42-DB7E-A22C-740FDD9080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348B774E-90A8-5776-7FAB-9F91B09B67A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763D0685-9BF2-DD75-0459-EB1C4A727D2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029D614B-47C8-5394-645D-DFE5B961407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A40EB81A-B656-7973-4DBF-F549390FBC5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8" name="Cube 287">
                <a:extLst>
                  <a:ext uri="{FF2B5EF4-FFF2-40B4-BE49-F238E27FC236}">
                    <a16:creationId xmlns:a16="http://schemas.microsoft.com/office/drawing/2014/main" id="{6A7E5EDF-0BB4-6D50-21C5-F37018753A9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2F464E08-4F19-3B1E-9B3F-D42EC9467F9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0C99F6A4-0E41-1ECA-D23F-11F48346223B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2EA950CD-02B6-9577-E339-B79A9848388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0AB49724-6775-313E-45C9-C0D1A068C87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AE494A55-1C79-EA64-2375-EE4C2EE0ACF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3434A179-F571-6D47-AFB9-9B172090FBA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83CCAA9D-AA12-F2A3-09D6-FD178146E7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2D162957-32D9-FA17-FAAC-B8BC3143D72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6D018CFC-7BC7-43A8-DC62-84A00C6F31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3072C41D-F1E2-CBB5-C8AA-284E83084F4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25B03F6E-62DF-FB5B-9ABF-731B9A1B681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283EC554-AB99-DD69-012B-13CD266EB99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C80044EC-373A-C513-CD77-4B95201BB1F4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29A1BFC2-4242-D5DA-3890-F19757CED2A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0602B72B-9565-49EF-5811-449654DB9B4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5BF7F1D0-C27D-201F-2E45-D1DF7F16016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58A1ACF6-C4F3-FC9A-768C-DD39E18B6A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D751BEF1-C93A-A412-3BBB-7609BDB9FF4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826FF43A-1249-8F54-0B58-655BFA5018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46D6AB4F-4EFD-44E3-0D55-24296E0D7AC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7CB2FE97-3820-CC84-B611-3C10EBC0F55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D3761DB0-214A-B104-8587-D76553F031C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75330C93-80DF-F87E-432F-07E530F3A24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E0B0FC74-07AC-1938-D018-B14B1476B47D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50" name="Cube 249">
                <a:extLst>
                  <a:ext uri="{FF2B5EF4-FFF2-40B4-BE49-F238E27FC236}">
                    <a16:creationId xmlns:a16="http://schemas.microsoft.com/office/drawing/2014/main" id="{4138B811-0D9C-5076-D3CD-ED7051688B1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1" name="Cube 250">
                <a:extLst>
                  <a:ext uri="{FF2B5EF4-FFF2-40B4-BE49-F238E27FC236}">
                    <a16:creationId xmlns:a16="http://schemas.microsoft.com/office/drawing/2014/main" id="{37906E27-BE51-4314-EC49-689B8F66C75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2" name="Cube 251">
                <a:extLst>
                  <a:ext uri="{FF2B5EF4-FFF2-40B4-BE49-F238E27FC236}">
                    <a16:creationId xmlns:a16="http://schemas.microsoft.com/office/drawing/2014/main" id="{6E3AFECF-AA83-21E7-F249-1AA859F6CAE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3" name="Cube 252">
                <a:extLst>
                  <a:ext uri="{FF2B5EF4-FFF2-40B4-BE49-F238E27FC236}">
                    <a16:creationId xmlns:a16="http://schemas.microsoft.com/office/drawing/2014/main" id="{153E80B9-2B8C-E300-77F8-E539052A870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4" name="Cube 253">
                <a:extLst>
                  <a:ext uri="{FF2B5EF4-FFF2-40B4-BE49-F238E27FC236}">
                    <a16:creationId xmlns:a16="http://schemas.microsoft.com/office/drawing/2014/main" id="{419C07E3-F52A-A179-CA88-230AE864C47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5" name="Cube 254">
                <a:extLst>
                  <a:ext uri="{FF2B5EF4-FFF2-40B4-BE49-F238E27FC236}">
                    <a16:creationId xmlns:a16="http://schemas.microsoft.com/office/drawing/2014/main" id="{48ED5B5C-F258-08E8-8966-47511D02AA2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C3EC1241-A13C-E600-363E-E7FB7CBAF9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139E2AA0-D161-08CD-191A-ECF5C46001D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D11D279A-E81C-688F-BBF2-B9F5FBAD536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EF752936-82DA-A600-144D-6C5FD4E2765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7A7A413F-58D1-E11F-B73D-DE4AD7D218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40" name="Cube 239">
                <a:extLst>
                  <a:ext uri="{FF2B5EF4-FFF2-40B4-BE49-F238E27FC236}">
                    <a16:creationId xmlns:a16="http://schemas.microsoft.com/office/drawing/2014/main" id="{B3545705-ECCD-3DC0-7F19-E6D77810D21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1" name="Cube 240">
                <a:extLst>
                  <a:ext uri="{FF2B5EF4-FFF2-40B4-BE49-F238E27FC236}">
                    <a16:creationId xmlns:a16="http://schemas.microsoft.com/office/drawing/2014/main" id="{EB3C5A62-CB4D-88F8-67F0-8EA39EC2554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2" name="Cube 241">
                <a:extLst>
                  <a:ext uri="{FF2B5EF4-FFF2-40B4-BE49-F238E27FC236}">
                    <a16:creationId xmlns:a16="http://schemas.microsoft.com/office/drawing/2014/main" id="{38899542-3DF2-67D2-E7E8-8AF7111784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3" name="Cube 242">
                <a:extLst>
                  <a:ext uri="{FF2B5EF4-FFF2-40B4-BE49-F238E27FC236}">
                    <a16:creationId xmlns:a16="http://schemas.microsoft.com/office/drawing/2014/main" id="{73214C95-F7D5-B1A3-1249-F7B12977409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4" name="Cube 243">
                <a:extLst>
                  <a:ext uri="{FF2B5EF4-FFF2-40B4-BE49-F238E27FC236}">
                    <a16:creationId xmlns:a16="http://schemas.microsoft.com/office/drawing/2014/main" id="{2787CEA5-4C33-E248-F89C-043F33EC328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5" name="Cube 244">
                <a:extLst>
                  <a:ext uri="{FF2B5EF4-FFF2-40B4-BE49-F238E27FC236}">
                    <a16:creationId xmlns:a16="http://schemas.microsoft.com/office/drawing/2014/main" id="{71FFE74F-5106-8B31-1A22-986E40601CC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6" name="Cube 245">
                <a:extLst>
                  <a:ext uri="{FF2B5EF4-FFF2-40B4-BE49-F238E27FC236}">
                    <a16:creationId xmlns:a16="http://schemas.microsoft.com/office/drawing/2014/main" id="{9F78AF4F-5AF6-1B04-AC5F-C9491A2ED7F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7" name="Cube 246">
                <a:extLst>
                  <a:ext uri="{FF2B5EF4-FFF2-40B4-BE49-F238E27FC236}">
                    <a16:creationId xmlns:a16="http://schemas.microsoft.com/office/drawing/2014/main" id="{6FF0CD80-062A-BA66-7B03-1C519C5EE47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8" name="Cube 247">
                <a:extLst>
                  <a:ext uri="{FF2B5EF4-FFF2-40B4-BE49-F238E27FC236}">
                    <a16:creationId xmlns:a16="http://schemas.microsoft.com/office/drawing/2014/main" id="{2382738E-87D3-30C2-5F8A-99A599941EF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9" name="Cube 248">
                <a:extLst>
                  <a:ext uri="{FF2B5EF4-FFF2-40B4-BE49-F238E27FC236}">
                    <a16:creationId xmlns:a16="http://schemas.microsoft.com/office/drawing/2014/main" id="{628DC014-2486-50E5-DDAA-2C17D352382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04776E31-71A0-92F6-D702-7A3649F1AE0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30" name="Cube 229">
                <a:extLst>
                  <a:ext uri="{FF2B5EF4-FFF2-40B4-BE49-F238E27FC236}">
                    <a16:creationId xmlns:a16="http://schemas.microsoft.com/office/drawing/2014/main" id="{903BCC9A-A614-58C4-B11D-F5C27FE5380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1" name="Cube 230">
                <a:extLst>
                  <a:ext uri="{FF2B5EF4-FFF2-40B4-BE49-F238E27FC236}">
                    <a16:creationId xmlns:a16="http://schemas.microsoft.com/office/drawing/2014/main" id="{5208BAD8-6A93-1049-00CA-D03FC8F8182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2" name="Cube 231">
                <a:extLst>
                  <a:ext uri="{FF2B5EF4-FFF2-40B4-BE49-F238E27FC236}">
                    <a16:creationId xmlns:a16="http://schemas.microsoft.com/office/drawing/2014/main" id="{9D2F69F4-62B5-7209-35DF-67E1E426837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3" name="Cube 232">
                <a:extLst>
                  <a:ext uri="{FF2B5EF4-FFF2-40B4-BE49-F238E27FC236}">
                    <a16:creationId xmlns:a16="http://schemas.microsoft.com/office/drawing/2014/main" id="{A8C3714F-3C9A-1ACA-E471-A3AD3E127C4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4" name="Cube 233">
                <a:extLst>
                  <a:ext uri="{FF2B5EF4-FFF2-40B4-BE49-F238E27FC236}">
                    <a16:creationId xmlns:a16="http://schemas.microsoft.com/office/drawing/2014/main" id="{44E70556-67BD-C889-B903-9996E006606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5" name="Cube 234">
                <a:extLst>
                  <a:ext uri="{FF2B5EF4-FFF2-40B4-BE49-F238E27FC236}">
                    <a16:creationId xmlns:a16="http://schemas.microsoft.com/office/drawing/2014/main" id="{E1DDB9D2-14DE-E33A-9A66-F50A3D97C05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6" name="Cube 235">
                <a:extLst>
                  <a:ext uri="{FF2B5EF4-FFF2-40B4-BE49-F238E27FC236}">
                    <a16:creationId xmlns:a16="http://schemas.microsoft.com/office/drawing/2014/main" id="{58878239-0B29-95A9-8BF7-8D8845729D3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D4157E83-EBAE-5596-6E19-D0D8A4B9385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8" name="Cube 237">
                <a:extLst>
                  <a:ext uri="{FF2B5EF4-FFF2-40B4-BE49-F238E27FC236}">
                    <a16:creationId xmlns:a16="http://schemas.microsoft.com/office/drawing/2014/main" id="{598B6F57-F08F-AA02-03D9-822F92DC418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9" name="Cube 238">
                <a:extLst>
                  <a:ext uri="{FF2B5EF4-FFF2-40B4-BE49-F238E27FC236}">
                    <a16:creationId xmlns:a16="http://schemas.microsoft.com/office/drawing/2014/main" id="{D19F64BA-4F8B-59CE-5219-8C65EB82D55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9F29C9C9-1B63-6376-82E5-0E46C6BD4833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1DF48B1D-E9EF-BCF4-05F2-0ECE8FFCFF3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ECD38505-A90C-B101-6F6A-E40D423257C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5C48FD3E-E36A-A89F-8EBC-E3D9F148285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74DC9C10-79EA-F727-57F1-2C8702E1B28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FB5CE671-EB95-156A-BF7A-E48297D0C32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8049661B-DC54-7E50-DC6E-826FD696A6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E88E78FC-ACEB-5DD5-EFC4-9B9370BD9CF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728BF311-92BB-0D57-2769-AA5F2EBC2A4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FB510CB1-6D8D-7492-37F3-96487FC75E3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9" name="Cube 228">
                <a:extLst>
                  <a:ext uri="{FF2B5EF4-FFF2-40B4-BE49-F238E27FC236}">
                    <a16:creationId xmlns:a16="http://schemas.microsoft.com/office/drawing/2014/main" id="{1785D2B0-8CAF-17FB-F2F1-A572DCB538F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87C432AE-1CF8-56AC-5B8D-456D79546AC4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6EF51AEA-E12D-72CA-4FA8-438E8FBE8BE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EFA10488-06A3-ED98-CFDD-EE415392FF9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6C217860-32C1-7795-43E1-01418D049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B86ACBFA-A67F-F839-E366-B5F29FFF60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6F3055EC-5B93-87CC-75ED-5E211B671C5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5" name="Cube 214">
                <a:extLst>
                  <a:ext uri="{FF2B5EF4-FFF2-40B4-BE49-F238E27FC236}">
                    <a16:creationId xmlns:a16="http://schemas.microsoft.com/office/drawing/2014/main" id="{C2608FA0-8AFD-B0EB-4312-E1B7DC803CE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7FA9CFA3-1FA7-A990-910F-D940D4A48B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5F41AB63-CDB7-27AC-7AAC-132180A13B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2C5D4AD5-F3E4-DBFF-4149-19CBA5AD7AD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2DBB037D-594D-121B-9208-DEB40BACAB7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839169F8-DBBC-71B1-31DC-55A8200B775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AAEB923C-6179-8982-D026-85F13309F78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6DCAF43C-7256-7029-ABDB-7BCBCEF74C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A0BAE267-15C0-3D05-13A8-0964AABE754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3BE8D5F6-FFA3-3128-6E9F-05F386D53A4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4" name="Cube 203">
                <a:extLst>
                  <a:ext uri="{FF2B5EF4-FFF2-40B4-BE49-F238E27FC236}">
                    <a16:creationId xmlns:a16="http://schemas.microsoft.com/office/drawing/2014/main" id="{D9DCCB0B-7951-DFD3-1CE4-14E25A9FCFB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B63B544D-369E-416A-E31E-E9821C64FD0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DE06D157-E9F6-D1E1-F63B-4716371707A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19E8D885-D5D5-5569-E378-F08F9433106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62FED4B-D09D-BC54-F763-F5BE8514CB2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591F91B8-4A9C-E2CE-6AA1-0C03A10C413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6679BE49-AA5D-2078-1F15-75AA7E7F8EF7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7BA05DEE-6B73-3C66-DDE9-F936A92F1E5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7DB4FB09-3E25-99FB-51D4-141CEA395AF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88B49A27-B863-F4D5-1E4C-34E08C3D199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3" name="Cube 192">
                <a:extLst>
                  <a:ext uri="{FF2B5EF4-FFF2-40B4-BE49-F238E27FC236}">
                    <a16:creationId xmlns:a16="http://schemas.microsoft.com/office/drawing/2014/main" id="{85932E5A-1643-5502-EDAE-E17BA09805F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BC9F5D1E-C106-01D9-E108-E2813DF7735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5748C81E-DA94-F3AE-D345-E99A2B21DB4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13A1B084-A83B-5F57-0A99-7C797028B1B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3C2B6BEA-4EC7-9D2E-9D46-3E704560F74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402BD82F-5BEF-CB77-278A-AF2A5EA538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61D13302-E9C6-418A-CF55-3AB18C083C3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A26BA876-BE3E-38A9-F139-F085B1C4DED7}"/>
              </a:ext>
            </a:extLst>
          </p:cNvPr>
          <p:cNvGrpSpPr/>
          <p:nvPr/>
        </p:nvGrpSpPr>
        <p:grpSpPr>
          <a:xfrm>
            <a:off x="5567281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1EC30DF9-A250-FD2E-F5BD-EAE8EF311C0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5F01BC2C-844B-9CE5-D2D5-FBCC26639D4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A1306511-EFCA-7519-A7AB-FA3FE0C1A92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BE625066-6474-9B84-5909-EBA96DE1C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B30FD06C-EE22-DD66-E238-DAF8CDB360B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B2B6187F-616B-3F64-C282-77086E1398E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8" name="Cube 327">
              <a:extLst>
                <a:ext uri="{FF2B5EF4-FFF2-40B4-BE49-F238E27FC236}">
                  <a16:creationId xmlns:a16="http://schemas.microsoft.com/office/drawing/2014/main" id="{B2E68D82-5F41-3FF2-95EF-50FD9E7E576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2D54ADAD-61C0-A899-1B6F-1F1F58C9051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4EC9EBC4-2131-8974-FDBE-03E99658C2CD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3DBD35B0-7B99-0E2B-4C2C-6044BD6ED4B0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6D01AB69-2094-A07A-E309-F3F155486BD5}"/>
              </a:ext>
            </a:extLst>
          </p:cNvPr>
          <p:cNvGrpSpPr/>
          <p:nvPr/>
        </p:nvGrpSpPr>
        <p:grpSpPr>
          <a:xfrm>
            <a:off x="5064361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32883E64-D1C4-D9B0-1005-A0057E40876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67710109-DA6C-EC57-49EB-D2960B55C7F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C5E67772-7E3B-E573-5911-A6E7F65A889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D38C8821-1F9D-FAF0-8A1A-2AFB513249A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EB9A07A6-B784-96F9-CB83-B37977DBC25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4F097718-D168-FAA6-EFF5-1D13A3B9E0C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9" name="Cube 338">
              <a:extLst>
                <a:ext uri="{FF2B5EF4-FFF2-40B4-BE49-F238E27FC236}">
                  <a16:creationId xmlns:a16="http://schemas.microsoft.com/office/drawing/2014/main" id="{834EEC6B-CD02-C32B-D42C-D3E9425CA00C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0" name="Cube 339">
              <a:extLst>
                <a:ext uri="{FF2B5EF4-FFF2-40B4-BE49-F238E27FC236}">
                  <a16:creationId xmlns:a16="http://schemas.microsoft.com/office/drawing/2014/main" id="{8DDCC527-F2F9-23D4-7792-4215AC832A4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1" name="Cube 340">
              <a:extLst>
                <a:ext uri="{FF2B5EF4-FFF2-40B4-BE49-F238E27FC236}">
                  <a16:creationId xmlns:a16="http://schemas.microsoft.com/office/drawing/2014/main" id="{EE891A35-5EE2-3002-4EE3-1C91EF018B4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2" name="Cube 341">
              <a:extLst>
                <a:ext uri="{FF2B5EF4-FFF2-40B4-BE49-F238E27FC236}">
                  <a16:creationId xmlns:a16="http://schemas.microsoft.com/office/drawing/2014/main" id="{781880B9-EB84-9B1B-5261-63A1723020F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02438FB-5B5C-25E3-766B-1C19D8C9FF7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9022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0.16   +   0.25   =   _________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3DB28C-B6B0-D3CB-4110-48D449E0B0F4}"/>
              </a:ext>
            </a:extLst>
          </p:cNvPr>
          <p:cNvGrpSpPr/>
          <p:nvPr/>
        </p:nvGrpSpPr>
        <p:grpSpPr>
          <a:xfrm>
            <a:off x="251788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815A7520-40D3-1579-9AA9-FA1EC019870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BB7609CC-6FD8-7843-9F44-07D64BA7903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A09B27E1-D28C-82FB-9C25-7C809072B01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661B003E-F495-FA52-95EB-AF3CC18C688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71E80E1F-1145-7A47-3C18-32E91106544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15C3E9E4-52C5-DBAC-5516-4004B98F856B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CDAEFDDA-FDCB-9EB4-7663-D43BC281477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BC6B3AAF-9171-0948-5496-EBA1D486033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EA6347F1-5FA3-1C98-971F-AF22B9D0135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438276F4-946E-51F5-CD18-D1397322752F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173847D-BB64-3FE3-48C5-F669A263C222}"/>
              </a:ext>
            </a:extLst>
          </p:cNvPr>
          <p:cNvGrpSpPr/>
          <p:nvPr/>
        </p:nvGrpSpPr>
        <p:grpSpPr>
          <a:xfrm>
            <a:off x="20130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F8DC163A-759B-8769-C305-9D977B11E09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7EF263C7-2B98-F6D6-A265-BC0338C8FFC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746ED492-40A3-8A86-3D49-7C829E8A6CA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E56D1991-964F-6233-CDD0-76213E40104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0D634154-FAE1-58A5-9337-C2B65A67F53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14CB40B2-C20D-7F2F-AFF6-1BC82DB5ABE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7" name="Cube 66">
              <a:extLst>
                <a:ext uri="{FF2B5EF4-FFF2-40B4-BE49-F238E27FC236}">
                  <a16:creationId xmlns:a16="http://schemas.microsoft.com/office/drawing/2014/main" id="{386BA894-1648-E039-EEFB-9FAE9E3AFFD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CD65D384-4FF5-3329-1935-4B6D6785B76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00B8DFD7-3A32-EE9D-6DFB-8BF077C2F7F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833ECC61-422D-AD80-7A8E-FDE02CE35D7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1" name="Cube 70">
            <a:extLst>
              <a:ext uri="{FF2B5EF4-FFF2-40B4-BE49-F238E27FC236}">
                <a16:creationId xmlns:a16="http://schemas.microsoft.com/office/drawing/2014/main" id="{D9D556D0-B6B4-D0DC-D2DD-A1212FB117CC}"/>
              </a:ext>
            </a:extLst>
          </p:cNvPr>
          <p:cNvSpPr/>
          <p:nvPr/>
        </p:nvSpPr>
        <p:spPr>
          <a:xfrm>
            <a:off x="3108525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F348EE2-2F2D-9A8E-800D-204D812DDE39}"/>
              </a:ext>
            </a:extLst>
          </p:cNvPr>
          <p:cNvGrpSpPr/>
          <p:nvPr/>
        </p:nvGrpSpPr>
        <p:grpSpPr>
          <a:xfrm>
            <a:off x="153092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4" name="Cube 73">
              <a:extLst>
                <a:ext uri="{FF2B5EF4-FFF2-40B4-BE49-F238E27FC236}">
                  <a16:creationId xmlns:a16="http://schemas.microsoft.com/office/drawing/2014/main" id="{06EF5B7C-01B8-F322-66D4-AB5AEFBE295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5" name="Cube 74">
              <a:extLst>
                <a:ext uri="{FF2B5EF4-FFF2-40B4-BE49-F238E27FC236}">
                  <a16:creationId xmlns:a16="http://schemas.microsoft.com/office/drawing/2014/main" id="{FFAD77D1-EC2E-6E51-E3C0-1BF82014179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6" name="Cube 75">
              <a:extLst>
                <a:ext uri="{FF2B5EF4-FFF2-40B4-BE49-F238E27FC236}">
                  <a16:creationId xmlns:a16="http://schemas.microsoft.com/office/drawing/2014/main" id="{CF3100AA-2706-9AEC-34EF-C57073B324F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7" name="Cube 76">
              <a:extLst>
                <a:ext uri="{FF2B5EF4-FFF2-40B4-BE49-F238E27FC236}">
                  <a16:creationId xmlns:a16="http://schemas.microsoft.com/office/drawing/2014/main" id="{D94091C9-0BC9-CC95-E772-B077A4261AA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724E8D9C-CCB4-E564-AC8D-052E9404F4D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5FC6B26B-AED1-063A-8C21-17DE122D0DE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8F5EB744-85C0-8FEC-2E0F-DD0B48542E4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0F4B4F9D-F788-A72C-16CF-E86C4F121E5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9B74E79F-9346-E386-2354-5B95FC967DE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44B85BDA-36BB-500A-60FA-93EFA9F7400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19" name="Arrow: Left-Right 118">
            <a:extLst>
              <a:ext uri="{FF2B5EF4-FFF2-40B4-BE49-F238E27FC236}">
                <a16:creationId xmlns:a16="http://schemas.microsoft.com/office/drawing/2014/main" id="{6F77A6D9-1A30-9C40-8282-882C0BFC03D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68BFDE9-EC1B-3926-9E6B-7B90FD3BEE1A}"/>
              </a:ext>
            </a:extLst>
          </p:cNvPr>
          <p:cNvGrpSpPr/>
          <p:nvPr/>
        </p:nvGrpSpPr>
        <p:grpSpPr>
          <a:xfrm>
            <a:off x="1048787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92F123CC-FA2D-ACE4-DA5B-D2226780DD2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ECB02282-EBA7-D7D7-1818-DCB30E4C201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9F2B039B-9E8B-4228-7DA1-64BD7CA5135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1A0F607E-A74E-2E48-CCCA-9847B5997D9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B3BD7D7D-F4BD-FA4B-3D21-05ED05E6FD7B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E0A0DAC0-01BA-EF00-487C-0CE421E9743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8DBAD439-E93F-43E7-F970-4AAFC889520C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A4A37B43-1BD4-4351-A675-C5C117CFE78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1CAB8C9E-2854-9137-1682-5B34FAA83C0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1" name="Cube 140">
              <a:extLst>
                <a:ext uri="{FF2B5EF4-FFF2-40B4-BE49-F238E27FC236}">
                  <a16:creationId xmlns:a16="http://schemas.microsoft.com/office/drawing/2014/main" id="{7A57A38F-7F4F-FC19-7C14-3EE044D58DF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A4591F1-29E8-D216-42BB-C79BD367DA00}"/>
              </a:ext>
            </a:extLst>
          </p:cNvPr>
          <p:cNvGrpSpPr/>
          <p:nvPr/>
        </p:nvGrpSpPr>
        <p:grpSpPr>
          <a:xfrm>
            <a:off x="7829720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C8367B28-8F30-46F6-DC56-F8EAF0F79AA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F0EF4D0E-E881-6E66-E8DE-FAD99D4A3EE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465D2CF8-E7F3-2F12-5EFD-9CAC10823A5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EE8478FB-7E7B-B2A3-C125-7FCD5F74266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379D1EA-0511-5947-228B-62CD551C382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CA8FE8BB-6804-628C-1B5A-F63D22C5DB8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AB9633F6-EBED-4EE2-9DAE-A4B269EB0B0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20FD81F6-A3E4-24A6-4598-8D6F1D80A77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39CD67AC-F6B4-1A50-A1F9-119EF0079F0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2" name="Cube 151">
              <a:extLst>
                <a:ext uri="{FF2B5EF4-FFF2-40B4-BE49-F238E27FC236}">
                  <a16:creationId xmlns:a16="http://schemas.microsoft.com/office/drawing/2014/main" id="{6972FD21-9B67-524E-0917-2C662577E3A9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879F71D-FEE4-4EBB-9EA1-C543EE178AF0}"/>
              </a:ext>
            </a:extLst>
          </p:cNvPr>
          <p:cNvGrpSpPr/>
          <p:nvPr/>
        </p:nvGrpSpPr>
        <p:grpSpPr>
          <a:xfrm>
            <a:off x="732489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C2A05C7D-1885-74F3-FAC9-995049E2086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5" name="Cube 154">
              <a:extLst>
                <a:ext uri="{FF2B5EF4-FFF2-40B4-BE49-F238E27FC236}">
                  <a16:creationId xmlns:a16="http://schemas.microsoft.com/office/drawing/2014/main" id="{DFCC266B-57D0-7DD1-9132-E0BFE330F24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5E599B1E-E9CB-E689-AA80-077A9F654E4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7" name="Cube 156">
              <a:extLst>
                <a:ext uri="{FF2B5EF4-FFF2-40B4-BE49-F238E27FC236}">
                  <a16:creationId xmlns:a16="http://schemas.microsoft.com/office/drawing/2014/main" id="{38235A50-74D8-DA5E-46B1-BA245B1CFB8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89173037-C45F-55F2-206A-B03B73F2350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9" name="Cube 158">
              <a:extLst>
                <a:ext uri="{FF2B5EF4-FFF2-40B4-BE49-F238E27FC236}">
                  <a16:creationId xmlns:a16="http://schemas.microsoft.com/office/drawing/2014/main" id="{40AFA9D1-66DE-A41D-08B5-F7F484F29A7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97AC4DDD-E563-7B8C-EB34-8FC8B2ACEE4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Cube 160">
              <a:extLst>
                <a:ext uri="{FF2B5EF4-FFF2-40B4-BE49-F238E27FC236}">
                  <a16:creationId xmlns:a16="http://schemas.microsoft.com/office/drawing/2014/main" id="{3AEF479C-A12B-8A84-9505-842C06011F4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E11BCAAC-3FC7-ED71-0EEC-2483B5B68CBE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3" name="Cube 162">
              <a:extLst>
                <a:ext uri="{FF2B5EF4-FFF2-40B4-BE49-F238E27FC236}">
                  <a16:creationId xmlns:a16="http://schemas.microsoft.com/office/drawing/2014/main" id="{7B0C5E71-F054-01CE-6570-7F973C88364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64" name="Cube 163">
            <a:extLst>
              <a:ext uri="{FF2B5EF4-FFF2-40B4-BE49-F238E27FC236}">
                <a16:creationId xmlns:a16="http://schemas.microsoft.com/office/drawing/2014/main" id="{FD0DA560-C76B-CF8F-50F6-5CA39C2311B7}"/>
              </a:ext>
            </a:extLst>
          </p:cNvPr>
          <p:cNvSpPr/>
          <p:nvPr/>
        </p:nvSpPr>
        <p:spPr>
          <a:xfrm>
            <a:off x="8420357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D03382A6-EFB6-8827-CD6B-CFAE72285A97}"/>
              </a:ext>
            </a:extLst>
          </p:cNvPr>
          <p:cNvGrpSpPr/>
          <p:nvPr/>
        </p:nvGrpSpPr>
        <p:grpSpPr>
          <a:xfrm>
            <a:off x="6842757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CA4E56AA-A6C5-5E65-7A7A-C1E679DC23F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Cube 166">
              <a:extLst>
                <a:ext uri="{FF2B5EF4-FFF2-40B4-BE49-F238E27FC236}">
                  <a16:creationId xmlns:a16="http://schemas.microsoft.com/office/drawing/2014/main" id="{0AB41F00-5753-9275-7D86-D13EDF4719A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AD2DB0CE-7ABB-6EFC-4AA9-F49A04275E4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9" name="Cube 168">
              <a:extLst>
                <a:ext uri="{FF2B5EF4-FFF2-40B4-BE49-F238E27FC236}">
                  <a16:creationId xmlns:a16="http://schemas.microsoft.com/office/drawing/2014/main" id="{B0DD4249-694F-AD53-1651-1B381806691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DC4B597-2296-609C-0B91-434F128293F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68D60C44-EFC4-518C-7A07-0D53CC46462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9E0E0A83-F8EC-0266-496E-7ECFE78763A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69D64B84-5DB4-4165-A3CA-8D454064F0F0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35CF4C20-2252-6DEC-AF05-AFDE53B3D92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CC86DAD8-AA78-FC09-86C2-6CCDFFC8DB4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40E7699B-8A52-2013-F4AA-CCC8F35B455F}"/>
              </a:ext>
            </a:extLst>
          </p:cNvPr>
          <p:cNvGrpSpPr/>
          <p:nvPr/>
        </p:nvGrpSpPr>
        <p:grpSpPr>
          <a:xfrm>
            <a:off x="6360619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C0EAA6E2-63BA-8559-4063-A6A13A87E40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4C4E9D9F-1845-AC3C-DFF0-51DDB2D0CB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9" name="Cube 178">
              <a:extLst>
                <a:ext uri="{FF2B5EF4-FFF2-40B4-BE49-F238E27FC236}">
                  <a16:creationId xmlns:a16="http://schemas.microsoft.com/office/drawing/2014/main" id="{74190A9B-C327-2A1F-3D5D-24AD338B7B4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F13184D4-356B-D0F1-8ABC-96D086F797D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1" name="Cube 180">
              <a:extLst>
                <a:ext uri="{FF2B5EF4-FFF2-40B4-BE49-F238E27FC236}">
                  <a16:creationId xmlns:a16="http://schemas.microsoft.com/office/drawing/2014/main" id="{D974961E-7C8E-96CD-3F6E-0F7D1C05E3F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53F681E7-755F-1FBF-7556-5085A49C835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9D98611E-5684-1BC8-D845-4E49F182E20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A4DE58CC-1C10-DFD7-BC58-431123048E8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5" name="Cube 184">
              <a:extLst>
                <a:ext uri="{FF2B5EF4-FFF2-40B4-BE49-F238E27FC236}">
                  <a16:creationId xmlns:a16="http://schemas.microsoft.com/office/drawing/2014/main" id="{168088D2-04CE-A784-505C-8F5D5A931C7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931D0377-3D45-9DD8-7C4C-5B93EA65B07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97A14BA-E8A4-3FFE-03E2-4F89C044657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3707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119" grpId="0" animBg="1"/>
      <p:bldP spid="16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1.03   +   0.07   =   _________</a:t>
            </a:r>
          </a:p>
        </p:txBody>
      </p:sp>
      <p:sp>
        <p:nvSpPr>
          <p:cNvPr id="300" name="Cube 299">
            <a:extLst>
              <a:ext uri="{FF2B5EF4-FFF2-40B4-BE49-F238E27FC236}">
                <a16:creationId xmlns:a16="http://schemas.microsoft.com/office/drawing/2014/main" id="{0B657D2A-EB00-B15F-D514-E95B91252030}"/>
              </a:ext>
            </a:extLst>
          </p:cNvPr>
          <p:cNvSpPr/>
          <p:nvPr/>
        </p:nvSpPr>
        <p:spPr>
          <a:xfrm>
            <a:off x="6246768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1" name="Cube 300">
            <a:extLst>
              <a:ext uri="{FF2B5EF4-FFF2-40B4-BE49-F238E27FC236}">
                <a16:creationId xmlns:a16="http://schemas.microsoft.com/office/drawing/2014/main" id="{21655F1C-E924-073D-B28D-C41100F89804}"/>
              </a:ext>
            </a:extLst>
          </p:cNvPr>
          <p:cNvSpPr/>
          <p:nvPr/>
        </p:nvSpPr>
        <p:spPr>
          <a:xfrm>
            <a:off x="6246768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2" name="Cube 301">
            <a:extLst>
              <a:ext uri="{FF2B5EF4-FFF2-40B4-BE49-F238E27FC236}">
                <a16:creationId xmlns:a16="http://schemas.microsoft.com/office/drawing/2014/main" id="{0D6F59F2-937B-197C-DE8F-A8E605F2A478}"/>
              </a:ext>
            </a:extLst>
          </p:cNvPr>
          <p:cNvSpPr/>
          <p:nvPr/>
        </p:nvSpPr>
        <p:spPr>
          <a:xfrm>
            <a:off x="6246768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3" name="Cube 302">
            <a:extLst>
              <a:ext uri="{FF2B5EF4-FFF2-40B4-BE49-F238E27FC236}">
                <a16:creationId xmlns:a16="http://schemas.microsoft.com/office/drawing/2014/main" id="{59E0633F-5707-3E84-C1F3-7CE1534D936A}"/>
              </a:ext>
            </a:extLst>
          </p:cNvPr>
          <p:cNvSpPr/>
          <p:nvPr/>
        </p:nvSpPr>
        <p:spPr>
          <a:xfrm>
            <a:off x="6246768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4" name="Cube 303">
            <a:extLst>
              <a:ext uri="{FF2B5EF4-FFF2-40B4-BE49-F238E27FC236}">
                <a16:creationId xmlns:a16="http://schemas.microsoft.com/office/drawing/2014/main" id="{C026CCBD-2760-F122-B795-BD03C5EB4268}"/>
              </a:ext>
            </a:extLst>
          </p:cNvPr>
          <p:cNvSpPr/>
          <p:nvPr/>
        </p:nvSpPr>
        <p:spPr>
          <a:xfrm>
            <a:off x="6246768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5" name="Cube 304">
            <a:extLst>
              <a:ext uri="{FF2B5EF4-FFF2-40B4-BE49-F238E27FC236}">
                <a16:creationId xmlns:a16="http://schemas.microsoft.com/office/drawing/2014/main" id="{86965626-4902-9895-54C5-099B0B36321C}"/>
              </a:ext>
            </a:extLst>
          </p:cNvPr>
          <p:cNvSpPr/>
          <p:nvPr/>
        </p:nvSpPr>
        <p:spPr>
          <a:xfrm>
            <a:off x="6246768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6" name="Cube 305">
            <a:extLst>
              <a:ext uri="{FF2B5EF4-FFF2-40B4-BE49-F238E27FC236}">
                <a16:creationId xmlns:a16="http://schemas.microsoft.com/office/drawing/2014/main" id="{5E88FFD4-38E0-BD4F-47D3-63AF2BA9D39E}"/>
              </a:ext>
            </a:extLst>
          </p:cNvPr>
          <p:cNvSpPr/>
          <p:nvPr/>
        </p:nvSpPr>
        <p:spPr>
          <a:xfrm>
            <a:off x="6246768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7" name="Cube 306">
            <a:extLst>
              <a:ext uri="{FF2B5EF4-FFF2-40B4-BE49-F238E27FC236}">
                <a16:creationId xmlns:a16="http://schemas.microsoft.com/office/drawing/2014/main" id="{C434F9D7-66B2-834E-6F23-618902E8D9EC}"/>
              </a:ext>
            </a:extLst>
          </p:cNvPr>
          <p:cNvSpPr/>
          <p:nvPr/>
        </p:nvSpPr>
        <p:spPr>
          <a:xfrm>
            <a:off x="6246768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8" name="Cube 307">
            <a:extLst>
              <a:ext uri="{FF2B5EF4-FFF2-40B4-BE49-F238E27FC236}">
                <a16:creationId xmlns:a16="http://schemas.microsoft.com/office/drawing/2014/main" id="{F2C5239C-B7C7-5C8B-543F-3CB7F73D7DAA}"/>
              </a:ext>
            </a:extLst>
          </p:cNvPr>
          <p:cNvSpPr/>
          <p:nvPr/>
        </p:nvSpPr>
        <p:spPr>
          <a:xfrm>
            <a:off x="6246768" y="3913167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9" name="Cube 308">
            <a:extLst>
              <a:ext uri="{FF2B5EF4-FFF2-40B4-BE49-F238E27FC236}">
                <a16:creationId xmlns:a16="http://schemas.microsoft.com/office/drawing/2014/main" id="{DC9B10CE-E8E3-4CF6-2D1A-E50795CFAA4C}"/>
              </a:ext>
            </a:extLst>
          </p:cNvPr>
          <p:cNvSpPr/>
          <p:nvPr/>
        </p:nvSpPr>
        <p:spPr>
          <a:xfrm>
            <a:off x="6246768" y="366019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099FA02-A506-AA12-3FF2-99C44954D4BE}"/>
              </a:ext>
            </a:extLst>
          </p:cNvPr>
          <p:cNvGrpSpPr/>
          <p:nvPr/>
        </p:nvGrpSpPr>
        <p:grpSpPr>
          <a:xfrm>
            <a:off x="2949773" y="3660198"/>
            <a:ext cx="2615911" cy="2615911"/>
            <a:chOff x="414598" y="546495"/>
            <a:chExt cx="5852156" cy="5898407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609B0956-59AD-D0F2-DFDB-9A5D22690BA9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3122C4C1-139A-B307-FA97-0D465A535FC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23EC454F-6974-B338-8F9F-D757AB4EF95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0171BC6F-33CF-8E4A-450A-7C3EDDC2DAA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F2806878-7D42-DB7E-A22C-740FDD9080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348B774E-90A8-5776-7FAB-9F91B09B67A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763D0685-9BF2-DD75-0459-EB1C4A727D2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029D614B-47C8-5394-645D-DFE5B961407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A40EB81A-B656-7973-4DBF-F549390FBC5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8" name="Cube 287">
                <a:extLst>
                  <a:ext uri="{FF2B5EF4-FFF2-40B4-BE49-F238E27FC236}">
                    <a16:creationId xmlns:a16="http://schemas.microsoft.com/office/drawing/2014/main" id="{6A7E5EDF-0BB4-6D50-21C5-F37018753A9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2F464E08-4F19-3B1E-9B3F-D42EC9467F9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0C99F6A4-0E41-1ECA-D23F-11F48346223B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2EA950CD-02B6-9577-E339-B79A9848388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0AB49724-6775-313E-45C9-C0D1A068C87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AE494A55-1C79-EA64-2375-EE4C2EE0ACF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3434A179-F571-6D47-AFB9-9B172090FBA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83CCAA9D-AA12-F2A3-09D6-FD178146E7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2D162957-32D9-FA17-FAAC-B8BC3143D72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6D018CFC-7BC7-43A8-DC62-84A00C6F31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3072C41D-F1E2-CBB5-C8AA-284E83084F4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25B03F6E-62DF-FB5B-9ABF-731B9A1B681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283EC554-AB99-DD69-012B-13CD266EB99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C80044EC-373A-C513-CD77-4B95201BB1F4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29A1BFC2-4242-D5DA-3890-F19757CED2A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0602B72B-9565-49EF-5811-449654DB9B4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5BF7F1D0-C27D-201F-2E45-D1DF7F16016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58A1ACF6-C4F3-FC9A-768C-DD39E18B6A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D751BEF1-C93A-A412-3BBB-7609BDB9FF4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826FF43A-1249-8F54-0B58-655BFA5018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46D6AB4F-4EFD-44E3-0D55-24296E0D7AC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7CB2FE97-3820-CC84-B611-3C10EBC0F55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D3761DB0-214A-B104-8587-D76553F031C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75330C93-80DF-F87E-432F-07E530F3A24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E0B0FC74-07AC-1938-D018-B14B1476B47D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50" name="Cube 249">
                <a:extLst>
                  <a:ext uri="{FF2B5EF4-FFF2-40B4-BE49-F238E27FC236}">
                    <a16:creationId xmlns:a16="http://schemas.microsoft.com/office/drawing/2014/main" id="{4138B811-0D9C-5076-D3CD-ED7051688B1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1" name="Cube 250">
                <a:extLst>
                  <a:ext uri="{FF2B5EF4-FFF2-40B4-BE49-F238E27FC236}">
                    <a16:creationId xmlns:a16="http://schemas.microsoft.com/office/drawing/2014/main" id="{37906E27-BE51-4314-EC49-689B8F66C75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2" name="Cube 251">
                <a:extLst>
                  <a:ext uri="{FF2B5EF4-FFF2-40B4-BE49-F238E27FC236}">
                    <a16:creationId xmlns:a16="http://schemas.microsoft.com/office/drawing/2014/main" id="{6E3AFECF-AA83-21E7-F249-1AA859F6CAE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3" name="Cube 252">
                <a:extLst>
                  <a:ext uri="{FF2B5EF4-FFF2-40B4-BE49-F238E27FC236}">
                    <a16:creationId xmlns:a16="http://schemas.microsoft.com/office/drawing/2014/main" id="{153E80B9-2B8C-E300-77F8-E539052A870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4" name="Cube 253">
                <a:extLst>
                  <a:ext uri="{FF2B5EF4-FFF2-40B4-BE49-F238E27FC236}">
                    <a16:creationId xmlns:a16="http://schemas.microsoft.com/office/drawing/2014/main" id="{419C07E3-F52A-A179-CA88-230AE864C47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5" name="Cube 254">
                <a:extLst>
                  <a:ext uri="{FF2B5EF4-FFF2-40B4-BE49-F238E27FC236}">
                    <a16:creationId xmlns:a16="http://schemas.microsoft.com/office/drawing/2014/main" id="{48ED5B5C-F258-08E8-8966-47511D02AA2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C3EC1241-A13C-E600-363E-E7FB7CBAF9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139E2AA0-D161-08CD-191A-ECF5C46001D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D11D279A-E81C-688F-BBF2-B9F5FBAD536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EF752936-82DA-A600-144D-6C5FD4E2765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7A7A413F-58D1-E11F-B73D-DE4AD7D218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40" name="Cube 239">
                <a:extLst>
                  <a:ext uri="{FF2B5EF4-FFF2-40B4-BE49-F238E27FC236}">
                    <a16:creationId xmlns:a16="http://schemas.microsoft.com/office/drawing/2014/main" id="{B3545705-ECCD-3DC0-7F19-E6D77810D21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1" name="Cube 240">
                <a:extLst>
                  <a:ext uri="{FF2B5EF4-FFF2-40B4-BE49-F238E27FC236}">
                    <a16:creationId xmlns:a16="http://schemas.microsoft.com/office/drawing/2014/main" id="{EB3C5A62-CB4D-88F8-67F0-8EA39EC2554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2" name="Cube 241">
                <a:extLst>
                  <a:ext uri="{FF2B5EF4-FFF2-40B4-BE49-F238E27FC236}">
                    <a16:creationId xmlns:a16="http://schemas.microsoft.com/office/drawing/2014/main" id="{38899542-3DF2-67D2-E7E8-8AF7111784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3" name="Cube 242">
                <a:extLst>
                  <a:ext uri="{FF2B5EF4-FFF2-40B4-BE49-F238E27FC236}">
                    <a16:creationId xmlns:a16="http://schemas.microsoft.com/office/drawing/2014/main" id="{73214C95-F7D5-B1A3-1249-F7B12977409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4" name="Cube 243">
                <a:extLst>
                  <a:ext uri="{FF2B5EF4-FFF2-40B4-BE49-F238E27FC236}">
                    <a16:creationId xmlns:a16="http://schemas.microsoft.com/office/drawing/2014/main" id="{2787CEA5-4C33-E248-F89C-043F33EC328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5" name="Cube 244">
                <a:extLst>
                  <a:ext uri="{FF2B5EF4-FFF2-40B4-BE49-F238E27FC236}">
                    <a16:creationId xmlns:a16="http://schemas.microsoft.com/office/drawing/2014/main" id="{71FFE74F-5106-8B31-1A22-986E40601CC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6" name="Cube 245">
                <a:extLst>
                  <a:ext uri="{FF2B5EF4-FFF2-40B4-BE49-F238E27FC236}">
                    <a16:creationId xmlns:a16="http://schemas.microsoft.com/office/drawing/2014/main" id="{9F78AF4F-5AF6-1B04-AC5F-C9491A2ED7F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7" name="Cube 246">
                <a:extLst>
                  <a:ext uri="{FF2B5EF4-FFF2-40B4-BE49-F238E27FC236}">
                    <a16:creationId xmlns:a16="http://schemas.microsoft.com/office/drawing/2014/main" id="{6FF0CD80-062A-BA66-7B03-1C519C5EE47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8" name="Cube 247">
                <a:extLst>
                  <a:ext uri="{FF2B5EF4-FFF2-40B4-BE49-F238E27FC236}">
                    <a16:creationId xmlns:a16="http://schemas.microsoft.com/office/drawing/2014/main" id="{2382738E-87D3-30C2-5F8A-99A599941EF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9" name="Cube 248">
                <a:extLst>
                  <a:ext uri="{FF2B5EF4-FFF2-40B4-BE49-F238E27FC236}">
                    <a16:creationId xmlns:a16="http://schemas.microsoft.com/office/drawing/2014/main" id="{628DC014-2486-50E5-DDAA-2C17D352382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04776E31-71A0-92F6-D702-7A3649F1AE0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30" name="Cube 229">
                <a:extLst>
                  <a:ext uri="{FF2B5EF4-FFF2-40B4-BE49-F238E27FC236}">
                    <a16:creationId xmlns:a16="http://schemas.microsoft.com/office/drawing/2014/main" id="{903BCC9A-A614-58C4-B11D-F5C27FE5380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1" name="Cube 230">
                <a:extLst>
                  <a:ext uri="{FF2B5EF4-FFF2-40B4-BE49-F238E27FC236}">
                    <a16:creationId xmlns:a16="http://schemas.microsoft.com/office/drawing/2014/main" id="{5208BAD8-6A93-1049-00CA-D03FC8F8182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2" name="Cube 231">
                <a:extLst>
                  <a:ext uri="{FF2B5EF4-FFF2-40B4-BE49-F238E27FC236}">
                    <a16:creationId xmlns:a16="http://schemas.microsoft.com/office/drawing/2014/main" id="{9D2F69F4-62B5-7209-35DF-67E1E426837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3" name="Cube 232">
                <a:extLst>
                  <a:ext uri="{FF2B5EF4-FFF2-40B4-BE49-F238E27FC236}">
                    <a16:creationId xmlns:a16="http://schemas.microsoft.com/office/drawing/2014/main" id="{A8C3714F-3C9A-1ACA-E471-A3AD3E127C4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4" name="Cube 233">
                <a:extLst>
                  <a:ext uri="{FF2B5EF4-FFF2-40B4-BE49-F238E27FC236}">
                    <a16:creationId xmlns:a16="http://schemas.microsoft.com/office/drawing/2014/main" id="{44E70556-67BD-C889-B903-9996E006606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5" name="Cube 234">
                <a:extLst>
                  <a:ext uri="{FF2B5EF4-FFF2-40B4-BE49-F238E27FC236}">
                    <a16:creationId xmlns:a16="http://schemas.microsoft.com/office/drawing/2014/main" id="{E1DDB9D2-14DE-E33A-9A66-F50A3D97C05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6" name="Cube 235">
                <a:extLst>
                  <a:ext uri="{FF2B5EF4-FFF2-40B4-BE49-F238E27FC236}">
                    <a16:creationId xmlns:a16="http://schemas.microsoft.com/office/drawing/2014/main" id="{58878239-0B29-95A9-8BF7-8D8845729D3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D4157E83-EBAE-5596-6E19-D0D8A4B9385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8" name="Cube 237">
                <a:extLst>
                  <a:ext uri="{FF2B5EF4-FFF2-40B4-BE49-F238E27FC236}">
                    <a16:creationId xmlns:a16="http://schemas.microsoft.com/office/drawing/2014/main" id="{598B6F57-F08F-AA02-03D9-822F92DC418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9" name="Cube 238">
                <a:extLst>
                  <a:ext uri="{FF2B5EF4-FFF2-40B4-BE49-F238E27FC236}">
                    <a16:creationId xmlns:a16="http://schemas.microsoft.com/office/drawing/2014/main" id="{D19F64BA-4F8B-59CE-5219-8C65EB82D55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9F29C9C9-1B63-6376-82E5-0E46C6BD4833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1DF48B1D-E9EF-BCF4-05F2-0ECE8FFCFF3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ECD38505-A90C-B101-6F6A-E40D423257C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5C48FD3E-E36A-A89F-8EBC-E3D9F148285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74DC9C10-79EA-F727-57F1-2C8702E1B28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FB5CE671-EB95-156A-BF7A-E48297D0C32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8049661B-DC54-7E50-DC6E-826FD696A6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E88E78FC-ACEB-5DD5-EFC4-9B9370BD9CF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728BF311-92BB-0D57-2769-AA5F2EBC2A4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FB510CB1-6D8D-7492-37F3-96487FC75E3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9" name="Cube 228">
                <a:extLst>
                  <a:ext uri="{FF2B5EF4-FFF2-40B4-BE49-F238E27FC236}">
                    <a16:creationId xmlns:a16="http://schemas.microsoft.com/office/drawing/2014/main" id="{1785D2B0-8CAF-17FB-F2F1-A572DCB538F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87C432AE-1CF8-56AC-5B8D-456D79546AC4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6EF51AEA-E12D-72CA-4FA8-438E8FBE8BE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EFA10488-06A3-ED98-CFDD-EE415392FF9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6C217860-32C1-7795-43E1-01418D049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B86ACBFA-A67F-F839-E366-B5F29FFF60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6F3055EC-5B93-87CC-75ED-5E211B671C5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5" name="Cube 214">
                <a:extLst>
                  <a:ext uri="{FF2B5EF4-FFF2-40B4-BE49-F238E27FC236}">
                    <a16:creationId xmlns:a16="http://schemas.microsoft.com/office/drawing/2014/main" id="{C2608FA0-8AFD-B0EB-4312-E1B7DC803CE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7FA9CFA3-1FA7-A990-910F-D940D4A48B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5F41AB63-CDB7-27AC-7AAC-132180A13B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2C5D4AD5-F3E4-DBFF-4149-19CBA5AD7AD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2DBB037D-594D-121B-9208-DEB40BACAB7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839169F8-DBBC-71B1-31DC-55A8200B775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AAEB923C-6179-8982-D026-85F13309F78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6DCAF43C-7256-7029-ABDB-7BCBCEF74C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A0BAE267-15C0-3D05-13A8-0964AABE754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3BE8D5F6-FFA3-3128-6E9F-05F386D53A4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4" name="Cube 203">
                <a:extLst>
                  <a:ext uri="{FF2B5EF4-FFF2-40B4-BE49-F238E27FC236}">
                    <a16:creationId xmlns:a16="http://schemas.microsoft.com/office/drawing/2014/main" id="{D9DCCB0B-7951-DFD3-1CE4-14E25A9FCFB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B63B544D-369E-416A-E31E-E9821C64FD0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DE06D157-E9F6-D1E1-F63B-4716371707A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19E8D885-D5D5-5569-E378-F08F9433106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62FED4B-D09D-BC54-F763-F5BE8514CB2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591F91B8-4A9C-E2CE-6AA1-0C03A10C413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6679BE49-AA5D-2078-1F15-75AA7E7F8EF7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7BA05DEE-6B73-3C66-DDE9-F936A92F1E5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7DB4FB09-3E25-99FB-51D4-141CEA395AF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88B49A27-B863-F4D5-1E4C-34E08C3D199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3" name="Cube 192">
                <a:extLst>
                  <a:ext uri="{FF2B5EF4-FFF2-40B4-BE49-F238E27FC236}">
                    <a16:creationId xmlns:a16="http://schemas.microsoft.com/office/drawing/2014/main" id="{85932E5A-1643-5502-EDAE-E17BA09805F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BC9F5D1E-C106-01D9-E108-E2813DF7735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5748C81E-DA94-F3AE-D345-E99A2B21DB4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13A1B084-A83B-5F57-0A99-7C797028B1B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3C2B6BEA-4EC7-9D2E-9D46-3E704560F74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402BD82F-5BEF-CB77-278A-AF2A5EA538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61D13302-E9C6-418A-CF55-3AB18C083C3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1EBCF73-E852-8DC8-A6A1-F09D40A2B50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8424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0.05   +   0.27   =   _________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1E5A58E-301E-8221-C570-34CAFFDBEA88}"/>
              </a:ext>
            </a:extLst>
          </p:cNvPr>
          <p:cNvGrpSpPr/>
          <p:nvPr/>
        </p:nvGrpSpPr>
        <p:grpSpPr>
          <a:xfrm>
            <a:off x="251788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D3FDC48A-EAF4-55BD-18CD-38893507CBD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18E2573E-6366-7B87-BAD5-FDD7601EC6C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529DC6FC-F2C2-B596-0696-AC817C8A94B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736D057B-EC24-DD75-0800-3D398878199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B7DDCC94-8B6C-E350-C815-AFCE271A0CB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26C7F184-B333-5F33-3DD7-0B7214B8D51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747EA717-D2F2-8691-131D-62D0FB1A3B8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56F0632D-D34A-A9F2-DD5D-7AB01EE45B8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D85613D4-649A-C0E4-C6AE-78561397232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B2C38A03-98C2-A548-49B5-EB3DA99DEE6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6F6E21D-063F-A0F8-8458-C1BD79755C5D}"/>
              </a:ext>
            </a:extLst>
          </p:cNvPr>
          <p:cNvGrpSpPr/>
          <p:nvPr/>
        </p:nvGrpSpPr>
        <p:grpSpPr>
          <a:xfrm>
            <a:off x="20130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05" name="Cube 104">
              <a:extLst>
                <a:ext uri="{FF2B5EF4-FFF2-40B4-BE49-F238E27FC236}">
                  <a16:creationId xmlns:a16="http://schemas.microsoft.com/office/drawing/2014/main" id="{B416DAE1-ACEC-9D76-358B-2432957FB5C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6" name="Cube 105">
              <a:extLst>
                <a:ext uri="{FF2B5EF4-FFF2-40B4-BE49-F238E27FC236}">
                  <a16:creationId xmlns:a16="http://schemas.microsoft.com/office/drawing/2014/main" id="{F1A3F9CC-8923-FA5D-2A9D-0E3218953EB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7" name="Cube 106">
              <a:extLst>
                <a:ext uri="{FF2B5EF4-FFF2-40B4-BE49-F238E27FC236}">
                  <a16:creationId xmlns:a16="http://schemas.microsoft.com/office/drawing/2014/main" id="{38649828-C4B3-DF3E-696E-177396A2BA9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8" name="Cube 107">
              <a:extLst>
                <a:ext uri="{FF2B5EF4-FFF2-40B4-BE49-F238E27FC236}">
                  <a16:creationId xmlns:a16="http://schemas.microsoft.com/office/drawing/2014/main" id="{AD855A22-F668-A457-7C56-908AB636950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9" name="Cube 108">
              <a:extLst>
                <a:ext uri="{FF2B5EF4-FFF2-40B4-BE49-F238E27FC236}">
                  <a16:creationId xmlns:a16="http://schemas.microsoft.com/office/drawing/2014/main" id="{A519E2EE-7082-9DD5-C010-B586833956A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0" name="Cube 109">
              <a:extLst>
                <a:ext uri="{FF2B5EF4-FFF2-40B4-BE49-F238E27FC236}">
                  <a16:creationId xmlns:a16="http://schemas.microsoft.com/office/drawing/2014/main" id="{4CE414BC-1368-5923-3630-7015E4D2AE1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1" name="Cube 110">
              <a:extLst>
                <a:ext uri="{FF2B5EF4-FFF2-40B4-BE49-F238E27FC236}">
                  <a16:creationId xmlns:a16="http://schemas.microsoft.com/office/drawing/2014/main" id="{FB37F608-4936-1FA4-EC8A-A65BCA67923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2" name="Cube 111">
              <a:extLst>
                <a:ext uri="{FF2B5EF4-FFF2-40B4-BE49-F238E27FC236}">
                  <a16:creationId xmlns:a16="http://schemas.microsoft.com/office/drawing/2014/main" id="{4E018E81-F65B-6379-30FC-16AC8E4E64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3" name="Cube 112">
              <a:extLst>
                <a:ext uri="{FF2B5EF4-FFF2-40B4-BE49-F238E27FC236}">
                  <a16:creationId xmlns:a16="http://schemas.microsoft.com/office/drawing/2014/main" id="{4556290D-B477-7272-BE28-E4BF1AD90D9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4" name="Cube 113">
              <a:extLst>
                <a:ext uri="{FF2B5EF4-FFF2-40B4-BE49-F238E27FC236}">
                  <a16:creationId xmlns:a16="http://schemas.microsoft.com/office/drawing/2014/main" id="{C04E8598-A6A0-6F56-1D47-18D0AC867CE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36" name="Cube 35">
            <a:extLst>
              <a:ext uri="{FF2B5EF4-FFF2-40B4-BE49-F238E27FC236}">
                <a16:creationId xmlns:a16="http://schemas.microsoft.com/office/drawing/2014/main" id="{4F84D6F2-3D88-30B6-8EB0-7D9B89BC22B1}"/>
              </a:ext>
            </a:extLst>
          </p:cNvPr>
          <p:cNvSpPr/>
          <p:nvPr/>
        </p:nvSpPr>
        <p:spPr>
          <a:xfrm>
            <a:off x="3108525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Cube 36">
            <a:extLst>
              <a:ext uri="{FF2B5EF4-FFF2-40B4-BE49-F238E27FC236}">
                <a16:creationId xmlns:a16="http://schemas.microsoft.com/office/drawing/2014/main" id="{DB0255EB-46BE-598C-7854-70FF50A34E29}"/>
              </a:ext>
            </a:extLst>
          </p:cNvPr>
          <p:cNvSpPr/>
          <p:nvPr/>
        </p:nvSpPr>
        <p:spPr>
          <a:xfrm>
            <a:off x="3108525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20354B0-1A8C-B397-D584-CCE01C14CAFB}"/>
              </a:ext>
            </a:extLst>
          </p:cNvPr>
          <p:cNvGrpSpPr/>
          <p:nvPr/>
        </p:nvGrpSpPr>
        <p:grpSpPr>
          <a:xfrm>
            <a:off x="153092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799525DA-6EA1-EFFB-58D9-9AB4588D6D4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3A5EB6C8-25B2-25C8-2A05-F45D78D79A5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BA3C9FC9-4A8F-CD83-BE65-54F203ED583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65A09C27-F9BB-8151-75C2-C2B651C72D6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91ADCDD0-5C67-4EFC-6D5F-6F25E2ACB31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D81BB272-61E5-ECAE-232D-5E1B263EEE6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59053AA4-D22F-BD25-15AB-FACC7B7DDA6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7EA9062A-16C1-8FC5-D6DD-D4A4026BE19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DC139FAC-FDF1-73EB-84EB-B010B8D375B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CEEEED1E-0DFB-595D-E519-8681472F14E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B18E38F-A8A6-2AF6-7E63-7547967015FF}"/>
              </a:ext>
            </a:extLst>
          </p:cNvPr>
          <p:cNvGrpSpPr/>
          <p:nvPr/>
        </p:nvGrpSpPr>
        <p:grpSpPr>
          <a:xfrm>
            <a:off x="7422397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1C5FB37F-FDA0-CCCE-0149-2C9DBF81070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570361D8-DD24-7AB8-8D7C-DD2D2F6A4FF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292764E3-515C-CA6C-7A37-F453F9F16E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DCE1C407-240B-EFCA-1EB5-6E70687DAE1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F63C52A6-1B19-E735-BC90-7B686C121DE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6C5EE6B1-D667-61B9-CE16-AB802DE210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1EAC8A5F-82EF-E3A4-3995-091BD090BEB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4AD80ACE-7882-EED4-A188-FED081953D8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B3F27898-3B68-F390-671F-EC28F73E10F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47F24F24-D883-5904-0DE3-5E82587B42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7029659-6E81-F40E-963D-8A931FD91ED3}"/>
              </a:ext>
            </a:extLst>
          </p:cNvPr>
          <p:cNvGrpSpPr/>
          <p:nvPr/>
        </p:nvGrpSpPr>
        <p:grpSpPr>
          <a:xfrm>
            <a:off x="691757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F9DF525F-9034-5B14-D165-0D7F3C457A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934F41B3-7D41-C9BF-2D90-F14D3B8EE02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D85B3CBE-8E14-D97F-D843-1161D692EA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74006146-A86B-7C3C-530A-5C7EE2E128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A67E2280-80D4-953A-D689-CB1357FC55F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495896DA-5F49-568F-AC8E-FA4992A59EC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938ED21-82C4-9C42-B36D-5ED781890F4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FEC3A47-2765-BE9D-B4AF-DBBCF2E9F0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782405C-7FEC-B6AC-79BE-88AE6BBEC8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E7582C02-B64E-F8F0-8FB5-DD75AC153E9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00" name="Cube 99">
            <a:extLst>
              <a:ext uri="{FF2B5EF4-FFF2-40B4-BE49-F238E27FC236}">
                <a16:creationId xmlns:a16="http://schemas.microsoft.com/office/drawing/2014/main" id="{649E51B8-47D0-E0F2-0CD4-EF951A4B9BFB}"/>
              </a:ext>
            </a:extLst>
          </p:cNvPr>
          <p:cNvSpPr/>
          <p:nvPr/>
        </p:nvSpPr>
        <p:spPr>
          <a:xfrm>
            <a:off x="8013034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Cube 100">
            <a:extLst>
              <a:ext uri="{FF2B5EF4-FFF2-40B4-BE49-F238E27FC236}">
                <a16:creationId xmlns:a16="http://schemas.microsoft.com/office/drawing/2014/main" id="{B93AF567-998D-6FF2-E3C9-B46B3F532990}"/>
              </a:ext>
            </a:extLst>
          </p:cNvPr>
          <p:cNvSpPr/>
          <p:nvPr/>
        </p:nvSpPr>
        <p:spPr>
          <a:xfrm>
            <a:off x="8013034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847D3A-2FCA-4115-9459-1414332D7C0B}"/>
              </a:ext>
            </a:extLst>
          </p:cNvPr>
          <p:cNvGrpSpPr/>
          <p:nvPr/>
        </p:nvGrpSpPr>
        <p:grpSpPr>
          <a:xfrm>
            <a:off x="643543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1CCDFC7E-6EDE-B377-45D9-20D9C5D448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61F28D47-56B2-D97E-69E6-0E4EF97C28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9C8A719C-3359-7113-1743-7DF8171C5DA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A22E70C6-CA13-4933-65F5-218861C228E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2F4430B9-E0ED-B1A2-2A24-73E7999153C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0C2D8836-19AF-C979-3A4A-082C2800C5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85E32D95-B362-AA07-5BF1-0E386A43EAA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2564EB0B-036E-826C-3B81-02A9922079E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E542074-E56F-FB24-F0DB-A8B6AFBF2CD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DE8631C3-6BD2-8D38-C8C0-7306B5B2B8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2" name="Arrow: Left-Right 131">
            <a:extLst>
              <a:ext uri="{FF2B5EF4-FFF2-40B4-BE49-F238E27FC236}">
                <a16:creationId xmlns:a16="http://schemas.microsoft.com/office/drawing/2014/main" id="{7051E94A-2E7A-6813-1F7C-45EC18DAF50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5DF24-827C-8F22-0A8E-C23DAD16543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9666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100" grpId="0" animBg="1"/>
      <p:bldP spid="101" grpId="0" animBg="1"/>
      <p:bldP spid="1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0.18   +   0.37   =   _________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B18E38F-A8A6-2AF6-7E63-7547967015FF}"/>
              </a:ext>
            </a:extLst>
          </p:cNvPr>
          <p:cNvGrpSpPr/>
          <p:nvPr/>
        </p:nvGrpSpPr>
        <p:grpSpPr>
          <a:xfrm>
            <a:off x="8087415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1C5FB37F-FDA0-CCCE-0149-2C9DBF81070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570361D8-DD24-7AB8-8D7C-DD2D2F6A4FF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292764E3-515C-CA6C-7A37-F453F9F16E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DCE1C407-240B-EFCA-1EB5-6E70687DAE1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F63C52A6-1B19-E735-BC90-7B686C121DE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6C5EE6B1-D667-61B9-CE16-AB802DE210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1EAC8A5F-82EF-E3A4-3995-091BD090BEB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4AD80ACE-7882-EED4-A188-FED081953D8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B3F27898-3B68-F390-671F-EC28F73E10F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47F24F24-D883-5904-0DE3-5E82587B42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7029659-6E81-F40E-963D-8A931FD91ED3}"/>
              </a:ext>
            </a:extLst>
          </p:cNvPr>
          <p:cNvGrpSpPr/>
          <p:nvPr/>
        </p:nvGrpSpPr>
        <p:grpSpPr>
          <a:xfrm>
            <a:off x="7582590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F9DF525F-9034-5B14-D165-0D7F3C457A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934F41B3-7D41-C9BF-2D90-F14D3B8EE02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D85B3CBE-8E14-D97F-D843-1161D692EA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74006146-A86B-7C3C-530A-5C7EE2E128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A67E2280-80D4-953A-D689-CB1357FC55F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495896DA-5F49-568F-AC8E-FA4992A59EC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938ED21-82C4-9C42-B36D-5ED781890F4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FEC3A47-2765-BE9D-B4AF-DBBCF2E9F0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782405C-7FEC-B6AC-79BE-88AE6BBEC8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E7582C02-B64E-F8F0-8FB5-DD75AC153E9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847D3A-2FCA-4115-9459-1414332D7C0B}"/>
              </a:ext>
            </a:extLst>
          </p:cNvPr>
          <p:cNvGrpSpPr/>
          <p:nvPr/>
        </p:nvGrpSpPr>
        <p:grpSpPr>
          <a:xfrm>
            <a:off x="710045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1CCDFC7E-6EDE-B377-45D9-20D9C5D448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61F28D47-56B2-D97E-69E6-0E4EF97C28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9C8A719C-3359-7113-1743-7DF8171C5DA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A22E70C6-CA13-4933-65F5-218861C228E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2F4430B9-E0ED-B1A2-2A24-73E7999153C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0C2D8836-19AF-C979-3A4A-082C2800C5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85E32D95-B362-AA07-5BF1-0E386A43EAA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2564EB0B-036E-826C-3B81-02A9922079E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E542074-E56F-FB24-F0DB-A8B6AFBF2CD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DE8631C3-6BD2-8D38-C8C0-7306B5B2B8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2" name="Arrow: Left-Right 131">
            <a:extLst>
              <a:ext uri="{FF2B5EF4-FFF2-40B4-BE49-F238E27FC236}">
                <a16:creationId xmlns:a16="http://schemas.microsoft.com/office/drawing/2014/main" id="{7051E94A-2E7A-6813-1F7C-45EC18DAF50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1DA165-9BFA-2C37-C529-F3D4E40E84AA}"/>
              </a:ext>
            </a:extLst>
          </p:cNvPr>
          <p:cNvGrpSpPr/>
          <p:nvPr/>
        </p:nvGrpSpPr>
        <p:grpSpPr>
          <a:xfrm>
            <a:off x="659337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4EFA8B6-B280-BBD6-FBF4-57259E53775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88A57178-948D-2C42-EEF3-94ADDF773F5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C17D9BF5-7E97-35F1-F9B2-E5320A4ADDE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FEB6B8D1-4F7C-5ED8-9C59-19DCB446D65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1F67D2AB-60F8-7C1F-6A6C-4D69A0E2A3C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756FE3D2-F641-94E1-3AB7-D4EDC66C7E5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B2C742B6-1457-A50B-50BE-737D7F05142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061B3C17-1397-DF32-7FE0-206F57CC749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DCF83D7A-087B-2077-143F-A3964E4294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B42B5EA8-F247-CC8E-809B-64EF31BDD97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8AACEA-15CC-A84B-02B0-C24ABEA1B5CD}"/>
              </a:ext>
            </a:extLst>
          </p:cNvPr>
          <p:cNvGrpSpPr/>
          <p:nvPr/>
        </p:nvGrpSpPr>
        <p:grpSpPr>
          <a:xfrm>
            <a:off x="611123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F9CC3F79-F92E-07F4-F2A6-CD62817DC1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E1543B89-9182-89DA-D63E-2860255453C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24293D4D-EA1B-02BB-C972-81B72ADBE8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3F14BA3A-C50B-0636-BE75-8798951AD8E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3FAFE640-5FE1-407B-E827-C46F77C5356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AE7EDE14-AEEF-E5B3-85CE-8799CF66719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4DA3C57B-285E-6288-C0D0-E5136584FD9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24100209-1718-DC1F-89B1-94E182A7765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55DBFF00-B251-C6C1-74EF-7A890050B4E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798CF24C-4D94-7B9B-8D97-1F2CF60BCFF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7" name="Cube 76">
            <a:extLst>
              <a:ext uri="{FF2B5EF4-FFF2-40B4-BE49-F238E27FC236}">
                <a16:creationId xmlns:a16="http://schemas.microsoft.com/office/drawing/2014/main" id="{4791F148-9A28-60B6-9D7F-C298835693F6}"/>
              </a:ext>
            </a:extLst>
          </p:cNvPr>
          <p:cNvSpPr/>
          <p:nvPr/>
        </p:nvSpPr>
        <p:spPr>
          <a:xfrm>
            <a:off x="8685931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Cube 77">
            <a:extLst>
              <a:ext uri="{FF2B5EF4-FFF2-40B4-BE49-F238E27FC236}">
                <a16:creationId xmlns:a16="http://schemas.microsoft.com/office/drawing/2014/main" id="{4F8CD45F-DCA8-1DF3-8E82-46A66990C653}"/>
              </a:ext>
            </a:extLst>
          </p:cNvPr>
          <p:cNvSpPr/>
          <p:nvPr/>
        </p:nvSpPr>
        <p:spPr>
          <a:xfrm>
            <a:off x="8685931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Cube 78">
            <a:extLst>
              <a:ext uri="{FF2B5EF4-FFF2-40B4-BE49-F238E27FC236}">
                <a16:creationId xmlns:a16="http://schemas.microsoft.com/office/drawing/2014/main" id="{C8EC538F-3E52-B44C-DB62-DAA298ED7AB0}"/>
              </a:ext>
            </a:extLst>
          </p:cNvPr>
          <p:cNvSpPr/>
          <p:nvPr/>
        </p:nvSpPr>
        <p:spPr>
          <a:xfrm>
            <a:off x="8685931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Cube 79">
            <a:extLst>
              <a:ext uri="{FF2B5EF4-FFF2-40B4-BE49-F238E27FC236}">
                <a16:creationId xmlns:a16="http://schemas.microsoft.com/office/drawing/2014/main" id="{7D05A904-C631-3749-5A01-71108B357666}"/>
              </a:ext>
            </a:extLst>
          </p:cNvPr>
          <p:cNvSpPr/>
          <p:nvPr/>
        </p:nvSpPr>
        <p:spPr>
          <a:xfrm>
            <a:off x="8685931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Cube 80">
            <a:extLst>
              <a:ext uri="{FF2B5EF4-FFF2-40B4-BE49-F238E27FC236}">
                <a16:creationId xmlns:a16="http://schemas.microsoft.com/office/drawing/2014/main" id="{1909B9DD-8FC7-4799-E9F8-CE2DCD77399E}"/>
              </a:ext>
            </a:extLst>
          </p:cNvPr>
          <p:cNvSpPr/>
          <p:nvPr/>
        </p:nvSpPr>
        <p:spPr>
          <a:xfrm>
            <a:off x="8685931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BAAE2B8-A29C-0B26-8A6F-BD42020F1CAF}"/>
              </a:ext>
            </a:extLst>
          </p:cNvPr>
          <p:cNvGrpSpPr/>
          <p:nvPr/>
        </p:nvGrpSpPr>
        <p:grpSpPr>
          <a:xfrm>
            <a:off x="279220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19" name="Cube 118">
              <a:extLst>
                <a:ext uri="{FF2B5EF4-FFF2-40B4-BE49-F238E27FC236}">
                  <a16:creationId xmlns:a16="http://schemas.microsoft.com/office/drawing/2014/main" id="{621E5EFB-2284-E5E3-D681-D957AE8A79B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Cube 119">
              <a:extLst>
                <a:ext uri="{FF2B5EF4-FFF2-40B4-BE49-F238E27FC236}">
                  <a16:creationId xmlns:a16="http://schemas.microsoft.com/office/drawing/2014/main" id="{3406AB72-EF67-2099-FA46-7256A426991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12871AD6-4E4D-A463-A80F-1A926199F72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3952DFA7-CED6-CEDA-058D-C2E2332ACD3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9FFFA32A-D6C6-622D-9207-093A633A7EC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70B5B671-7194-C3CA-3591-1CB52FCB757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C1ED375A-AB30-014B-AD9C-75B0915BB4A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719F71A6-198A-5D4B-BB4D-8E6239AEADC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D720F88E-959C-90B7-15B2-D433BC09205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E17C6283-9521-BAC2-EEF4-CE1A1DF1A6F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D3EF310-BF73-95A8-05EB-CB50491870CA}"/>
              </a:ext>
            </a:extLst>
          </p:cNvPr>
          <p:cNvGrpSpPr/>
          <p:nvPr/>
        </p:nvGrpSpPr>
        <p:grpSpPr>
          <a:xfrm>
            <a:off x="228738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8583056C-15A0-4BC8-ECFF-861FF0B215D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144D6320-67EC-8C97-77AB-29FA8C832A1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F1D54C13-1CBD-DC90-17EC-D9CDEB2AE84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9FEABF0F-2D64-414D-A6F1-C26AA528D51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E43E3E3A-FDE6-9AFD-A224-5EAB3137F1C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5B108EF7-F559-9224-4993-B6D5AA35D00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60E387B2-0633-A63C-180D-E7DA1039AC1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ABF8DAA6-8B7D-4103-EFFC-51E23EC2AC9E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4BC63B4A-977E-C074-08CB-CB8A0FE5D41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9FB7FB6A-46CF-8F17-664A-2F70811FF3A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DF978B6-D3AB-0C8F-EA15-173E06CE7C2C}"/>
              </a:ext>
            </a:extLst>
          </p:cNvPr>
          <p:cNvGrpSpPr/>
          <p:nvPr/>
        </p:nvGrpSpPr>
        <p:grpSpPr>
          <a:xfrm>
            <a:off x="180524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CCD5F0A6-43AD-7734-8BD0-210C49E9FC7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C6F482E2-BC7B-5268-55A9-5B86428ED71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5" name="Cube 154">
              <a:extLst>
                <a:ext uri="{FF2B5EF4-FFF2-40B4-BE49-F238E27FC236}">
                  <a16:creationId xmlns:a16="http://schemas.microsoft.com/office/drawing/2014/main" id="{3ADC3927-9A6A-13E6-67FF-4B942DBC2E4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0AB72C04-3818-ACE1-A0B5-9FD32518483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7" name="Cube 156">
              <a:extLst>
                <a:ext uri="{FF2B5EF4-FFF2-40B4-BE49-F238E27FC236}">
                  <a16:creationId xmlns:a16="http://schemas.microsoft.com/office/drawing/2014/main" id="{E14A4AD2-29EE-0849-1BBE-DE9A312865EB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39B40D58-45BE-1037-F8A5-2FA838F757B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9" name="Cube 158">
              <a:extLst>
                <a:ext uri="{FF2B5EF4-FFF2-40B4-BE49-F238E27FC236}">
                  <a16:creationId xmlns:a16="http://schemas.microsoft.com/office/drawing/2014/main" id="{6B039074-2B1E-B584-0D2D-7F8B1DFE48A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A327026F-CD8A-1576-1EF2-B275B709564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Cube 160">
              <a:extLst>
                <a:ext uri="{FF2B5EF4-FFF2-40B4-BE49-F238E27FC236}">
                  <a16:creationId xmlns:a16="http://schemas.microsoft.com/office/drawing/2014/main" id="{842DE760-58E0-1189-2E73-5EA8B1143FE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A8ABB0A4-7056-317B-8D9C-E1FB8FD8B83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A8EB195C-26F4-4F2A-1EC2-309BF6A51238}"/>
              </a:ext>
            </a:extLst>
          </p:cNvPr>
          <p:cNvGrpSpPr/>
          <p:nvPr/>
        </p:nvGrpSpPr>
        <p:grpSpPr>
          <a:xfrm>
            <a:off x="1298169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64" name="Cube 163">
              <a:extLst>
                <a:ext uri="{FF2B5EF4-FFF2-40B4-BE49-F238E27FC236}">
                  <a16:creationId xmlns:a16="http://schemas.microsoft.com/office/drawing/2014/main" id="{FFE0A40F-8228-EDE4-220F-826EBE37DDA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5" name="Cube 164">
              <a:extLst>
                <a:ext uri="{FF2B5EF4-FFF2-40B4-BE49-F238E27FC236}">
                  <a16:creationId xmlns:a16="http://schemas.microsoft.com/office/drawing/2014/main" id="{6A5B8D94-96EB-DA1F-13FA-0DD8561C732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24C33000-0371-03C7-FF5A-A650DFF05FB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Cube 166">
              <a:extLst>
                <a:ext uri="{FF2B5EF4-FFF2-40B4-BE49-F238E27FC236}">
                  <a16:creationId xmlns:a16="http://schemas.microsoft.com/office/drawing/2014/main" id="{57B12BA1-4D15-96C6-3835-06792900F76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CB1CC19C-167E-B899-93AA-D7BEF25B3B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9" name="Cube 168">
              <a:extLst>
                <a:ext uri="{FF2B5EF4-FFF2-40B4-BE49-F238E27FC236}">
                  <a16:creationId xmlns:a16="http://schemas.microsoft.com/office/drawing/2014/main" id="{95DD3F32-F1BB-A102-1664-ED0896F1B8B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8F345D92-FF3E-84DA-E554-A9799A945D9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E53C49BD-6D19-5F38-A039-1CCF885B863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260F78A8-0D1F-BB0A-BC9E-7A682863300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FFC3E725-9849-AAD3-374E-EECA5C2A331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6188109F-E5C3-1A8B-4873-97DDDB78B6D0}"/>
              </a:ext>
            </a:extLst>
          </p:cNvPr>
          <p:cNvGrpSpPr/>
          <p:nvPr/>
        </p:nvGrpSpPr>
        <p:grpSpPr>
          <a:xfrm>
            <a:off x="816031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77D54C39-8FCE-DD4B-E1D5-53CB364547F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CCF81569-DEE1-7D33-1CA8-7A121BB5916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D4DDA1E2-8350-4C52-086A-B5D6D32006E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DBFE6E4A-8144-30A6-D153-3CF6845ACC61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9" name="Cube 178">
              <a:extLst>
                <a:ext uri="{FF2B5EF4-FFF2-40B4-BE49-F238E27FC236}">
                  <a16:creationId xmlns:a16="http://schemas.microsoft.com/office/drawing/2014/main" id="{9537DAA0-0E6A-549F-4196-84CB2AF189E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5ED45FE6-1E27-39AA-0B52-384B678A42A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1" name="Cube 180">
              <a:extLst>
                <a:ext uri="{FF2B5EF4-FFF2-40B4-BE49-F238E27FC236}">
                  <a16:creationId xmlns:a16="http://schemas.microsoft.com/office/drawing/2014/main" id="{E36CB434-756D-B534-5061-5DE9811A897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AF7A286A-1EBF-9A65-B469-86C81ABDBFA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0F005426-044B-8BE5-2E20-F325B573769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46D1C76C-6AC2-2648-8F29-074019ABD4F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85" name="Cube 184">
            <a:extLst>
              <a:ext uri="{FF2B5EF4-FFF2-40B4-BE49-F238E27FC236}">
                <a16:creationId xmlns:a16="http://schemas.microsoft.com/office/drawing/2014/main" id="{5A5A5725-1B4B-6329-CF78-FF4EF52C79BF}"/>
              </a:ext>
            </a:extLst>
          </p:cNvPr>
          <p:cNvSpPr/>
          <p:nvPr/>
        </p:nvSpPr>
        <p:spPr>
          <a:xfrm>
            <a:off x="3390724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Cube 185">
            <a:extLst>
              <a:ext uri="{FF2B5EF4-FFF2-40B4-BE49-F238E27FC236}">
                <a16:creationId xmlns:a16="http://schemas.microsoft.com/office/drawing/2014/main" id="{CF327F2F-66D3-CBD2-1E2D-1C80FBB1138F}"/>
              </a:ext>
            </a:extLst>
          </p:cNvPr>
          <p:cNvSpPr/>
          <p:nvPr/>
        </p:nvSpPr>
        <p:spPr>
          <a:xfrm>
            <a:off x="3390724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Cube 186">
            <a:extLst>
              <a:ext uri="{FF2B5EF4-FFF2-40B4-BE49-F238E27FC236}">
                <a16:creationId xmlns:a16="http://schemas.microsoft.com/office/drawing/2014/main" id="{79479AA9-FB06-7C95-4B34-CD527BE5F8E2}"/>
              </a:ext>
            </a:extLst>
          </p:cNvPr>
          <p:cNvSpPr/>
          <p:nvPr/>
        </p:nvSpPr>
        <p:spPr>
          <a:xfrm>
            <a:off x="3390724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Cube 187">
            <a:extLst>
              <a:ext uri="{FF2B5EF4-FFF2-40B4-BE49-F238E27FC236}">
                <a16:creationId xmlns:a16="http://schemas.microsoft.com/office/drawing/2014/main" id="{3113D145-9E53-ACCA-3A26-171740729446}"/>
              </a:ext>
            </a:extLst>
          </p:cNvPr>
          <p:cNvSpPr/>
          <p:nvPr/>
        </p:nvSpPr>
        <p:spPr>
          <a:xfrm>
            <a:off x="3390724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Cube 188">
            <a:extLst>
              <a:ext uri="{FF2B5EF4-FFF2-40B4-BE49-F238E27FC236}">
                <a16:creationId xmlns:a16="http://schemas.microsoft.com/office/drawing/2014/main" id="{CABB53F7-BAFA-73B2-7507-D6820AA2963A}"/>
              </a:ext>
            </a:extLst>
          </p:cNvPr>
          <p:cNvSpPr/>
          <p:nvPr/>
        </p:nvSpPr>
        <p:spPr>
          <a:xfrm>
            <a:off x="3390724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D75BD2-EEE5-D6D3-C496-0928C745918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0124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185" grpId="0" animBg="1"/>
      <p:bldP spid="186" grpId="0" animBg="1"/>
      <p:bldP spid="187" grpId="0" animBg="1"/>
      <p:bldP spid="188" grpId="0" animBg="1"/>
      <p:bldP spid="18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0.23   +   0.19   =   _________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7029659-6E81-F40E-963D-8A931FD91ED3}"/>
              </a:ext>
            </a:extLst>
          </p:cNvPr>
          <p:cNvGrpSpPr/>
          <p:nvPr/>
        </p:nvGrpSpPr>
        <p:grpSpPr>
          <a:xfrm>
            <a:off x="7582590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F9DF525F-9034-5B14-D165-0D7F3C457A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934F41B3-7D41-C9BF-2D90-F14D3B8EE02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D85B3CBE-8E14-D97F-D843-1161D692EA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74006146-A86B-7C3C-530A-5C7EE2E128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A67E2280-80D4-953A-D689-CB1357FC55F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495896DA-5F49-568F-AC8E-FA4992A59EC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938ED21-82C4-9C42-B36D-5ED781890F4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FEC3A47-2765-BE9D-B4AF-DBBCF2E9F0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782405C-7FEC-B6AC-79BE-88AE6BBEC8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E7582C02-B64E-F8F0-8FB5-DD75AC153E9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847D3A-2FCA-4115-9459-1414332D7C0B}"/>
              </a:ext>
            </a:extLst>
          </p:cNvPr>
          <p:cNvGrpSpPr/>
          <p:nvPr/>
        </p:nvGrpSpPr>
        <p:grpSpPr>
          <a:xfrm>
            <a:off x="710045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1CCDFC7E-6EDE-B377-45D9-20D9C5D448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61F28D47-56B2-D97E-69E6-0E4EF97C28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9C8A719C-3359-7113-1743-7DF8171C5DA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A22E70C6-CA13-4933-65F5-218861C228E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2F4430B9-E0ED-B1A2-2A24-73E7999153C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0C2D8836-19AF-C979-3A4A-082C2800C5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85E32D95-B362-AA07-5BF1-0E386A43EAA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2564EB0B-036E-826C-3B81-02A9922079E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E542074-E56F-FB24-F0DB-A8B6AFBF2CD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DE8631C3-6BD2-8D38-C8C0-7306B5B2B8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2" name="Arrow: Left-Right 131">
            <a:extLst>
              <a:ext uri="{FF2B5EF4-FFF2-40B4-BE49-F238E27FC236}">
                <a16:creationId xmlns:a16="http://schemas.microsoft.com/office/drawing/2014/main" id="{7051E94A-2E7A-6813-1F7C-45EC18DAF50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1DA165-9BFA-2C37-C529-F3D4E40E84AA}"/>
              </a:ext>
            </a:extLst>
          </p:cNvPr>
          <p:cNvGrpSpPr/>
          <p:nvPr/>
        </p:nvGrpSpPr>
        <p:grpSpPr>
          <a:xfrm>
            <a:off x="659337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4EFA8B6-B280-BBD6-FBF4-57259E53775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88A57178-948D-2C42-EEF3-94ADDF773F5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C17D9BF5-7E97-35F1-F9B2-E5320A4ADDE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FEB6B8D1-4F7C-5ED8-9C59-19DCB446D65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1F67D2AB-60F8-7C1F-6A6C-4D69A0E2A3C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756FE3D2-F641-94E1-3AB7-D4EDC66C7E5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B2C742B6-1457-A50B-50BE-737D7F05142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061B3C17-1397-DF32-7FE0-206F57CC749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DCF83D7A-087B-2077-143F-A3964E4294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B42B5EA8-F247-CC8E-809B-64EF31BDD97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8AACEA-15CC-A84B-02B0-C24ABEA1B5CD}"/>
              </a:ext>
            </a:extLst>
          </p:cNvPr>
          <p:cNvGrpSpPr/>
          <p:nvPr/>
        </p:nvGrpSpPr>
        <p:grpSpPr>
          <a:xfrm>
            <a:off x="611123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F9CC3F79-F92E-07F4-F2A6-CD62817DC1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E1543B89-9182-89DA-D63E-2860255453C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24293D4D-EA1B-02BB-C972-81B72ADBE8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3F14BA3A-C50B-0636-BE75-8798951AD8E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3FAFE640-5FE1-407B-E827-C46F77C5356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AE7EDE14-AEEF-E5B3-85CE-8799CF66719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4DA3C57B-285E-6288-C0D0-E5136584FD9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24100209-1718-DC1F-89B1-94E182A7765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55DBFF00-B251-C6C1-74EF-7A890050B4E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798CF24C-4D94-7B9B-8D97-1F2CF60BCFF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7" name="Cube 76">
            <a:extLst>
              <a:ext uri="{FF2B5EF4-FFF2-40B4-BE49-F238E27FC236}">
                <a16:creationId xmlns:a16="http://schemas.microsoft.com/office/drawing/2014/main" id="{4791F148-9A28-60B6-9D7F-C298835693F6}"/>
              </a:ext>
            </a:extLst>
          </p:cNvPr>
          <p:cNvSpPr/>
          <p:nvPr/>
        </p:nvSpPr>
        <p:spPr>
          <a:xfrm>
            <a:off x="8128978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Cube 77">
            <a:extLst>
              <a:ext uri="{FF2B5EF4-FFF2-40B4-BE49-F238E27FC236}">
                <a16:creationId xmlns:a16="http://schemas.microsoft.com/office/drawing/2014/main" id="{4F8CD45F-DCA8-1DF3-8E82-46A66990C653}"/>
              </a:ext>
            </a:extLst>
          </p:cNvPr>
          <p:cNvSpPr/>
          <p:nvPr/>
        </p:nvSpPr>
        <p:spPr>
          <a:xfrm>
            <a:off x="8128978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AD3AF17-B9B1-160B-4BB7-7F9AEF1BD73C}"/>
              </a:ext>
            </a:extLst>
          </p:cNvPr>
          <p:cNvGrpSpPr/>
          <p:nvPr/>
        </p:nvGrpSpPr>
        <p:grpSpPr>
          <a:xfrm>
            <a:off x="2844335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DA1EB314-DE8E-8D43-F5EE-1FF1682EA9F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DD28E9CC-81F6-B0BD-205B-022F8A82354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F6A01BDA-11D6-5332-3CD1-50C47A03A59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96094DB-BEF5-C846-8ECC-8111880628F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45231B2F-BFF8-D900-D9E7-0FFFE1634EB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A943DB79-7D44-108F-166B-A69DC5A3A22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F453700B-54A5-CB4A-F89C-B9DFAD0F78A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0CB1310D-600B-48A8-30B5-FCD30B302A2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D2FF882F-DA76-008D-F731-8B6CE251EC5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5B15AE8-088A-E42A-A7EF-8602C45BE1C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6237DD-0197-29C2-1EC0-442193726704}"/>
              </a:ext>
            </a:extLst>
          </p:cNvPr>
          <p:cNvGrpSpPr/>
          <p:nvPr/>
        </p:nvGrpSpPr>
        <p:grpSpPr>
          <a:xfrm>
            <a:off x="2362197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F83BF33E-7B81-726C-E7DC-B69AC24236C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71F8F801-5D62-ABF5-15DA-3A68017BFF9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CABFC136-3625-341C-F124-275B3639239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7FA4F3C2-60E8-99EC-9ED7-FB7D9E5908B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82AF5D05-4A66-377E-D9DC-17CAF80AD86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22256765-C591-4FF2-492B-82EC249BCFF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362A8EC6-2690-67E8-DD6D-EF2D868877A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602D0148-9FE6-6EE6-055E-6A9216F55AF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909DFC7C-7871-279F-D8D1-8934EE4FFC6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68E0F7C0-0A1F-85C2-AE91-F5CE86813FF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11C1E83-E63A-8A07-AAD8-3F50C0C3CE71}"/>
              </a:ext>
            </a:extLst>
          </p:cNvPr>
          <p:cNvGrpSpPr/>
          <p:nvPr/>
        </p:nvGrpSpPr>
        <p:grpSpPr>
          <a:xfrm>
            <a:off x="1855121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B750A359-C68E-0428-5107-6292B330208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D25308C9-06D8-CA70-85C5-B77EAE86A6C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F92927D6-9E07-CD44-7FFD-82FAA0A7CF6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35B8F4AF-B725-A98B-3A22-24096F2B37F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98C4A5CE-FA0B-1E01-3495-E15E8268E73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F67361EC-613D-BE1F-AC99-FDAD5406E48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9D1E94A3-64F6-BC2A-D4D6-4BAF6DC05BB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DF8615E8-FEE4-69D5-4FDA-6F96FAFB032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07194E21-4ADE-00D7-96B7-352ED8803EB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5B4663E9-8D1C-E23A-F31C-112C57038E6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A3DCCC1-E222-FC38-63F4-68C2EA21CFA5}"/>
              </a:ext>
            </a:extLst>
          </p:cNvPr>
          <p:cNvGrpSpPr/>
          <p:nvPr/>
        </p:nvGrpSpPr>
        <p:grpSpPr>
          <a:xfrm>
            <a:off x="137298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CB6A4288-7270-EDB4-2E21-6E58CE0B9F9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D7F599BF-A3C2-4B70-D9C6-F92338A555B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4EC3B87C-3F1B-0298-9FA8-8E5B2C85EA2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278F31DD-3317-989D-94D6-E94A069524E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0968063E-B992-36D9-9B7C-1B6150FDB4D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AB9F997F-76A5-729A-2AB3-A095032C2E8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3FE0A8CF-AC28-D9CB-08DA-CDD2D044270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1" name="Cube 70">
              <a:extLst>
                <a:ext uri="{FF2B5EF4-FFF2-40B4-BE49-F238E27FC236}">
                  <a16:creationId xmlns:a16="http://schemas.microsoft.com/office/drawing/2014/main" id="{A3A1A91B-F61E-8157-3096-4296353876B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Cube 71">
              <a:extLst>
                <a:ext uri="{FF2B5EF4-FFF2-40B4-BE49-F238E27FC236}">
                  <a16:creationId xmlns:a16="http://schemas.microsoft.com/office/drawing/2014/main" id="{CCD5C4A2-DF09-F691-73AE-ECE3AA0275F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3" name="Cube 72">
              <a:extLst>
                <a:ext uri="{FF2B5EF4-FFF2-40B4-BE49-F238E27FC236}">
                  <a16:creationId xmlns:a16="http://schemas.microsoft.com/office/drawing/2014/main" id="{E4038315-BE32-24BB-CFE9-5050C4146F3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4" name="Cube 73">
            <a:extLst>
              <a:ext uri="{FF2B5EF4-FFF2-40B4-BE49-F238E27FC236}">
                <a16:creationId xmlns:a16="http://schemas.microsoft.com/office/drawing/2014/main" id="{642CE0EC-A924-1B4F-AE4E-A72E434C3D79}"/>
              </a:ext>
            </a:extLst>
          </p:cNvPr>
          <p:cNvSpPr/>
          <p:nvPr/>
        </p:nvSpPr>
        <p:spPr>
          <a:xfrm>
            <a:off x="3390723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Cube 74">
            <a:extLst>
              <a:ext uri="{FF2B5EF4-FFF2-40B4-BE49-F238E27FC236}">
                <a16:creationId xmlns:a16="http://schemas.microsoft.com/office/drawing/2014/main" id="{798D6A46-ED76-FDF3-8F17-F1EF1450548C}"/>
              </a:ext>
            </a:extLst>
          </p:cNvPr>
          <p:cNvSpPr/>
          <p:nvPr/>
        </p:nvSpPr>
        <p:spPr>
          <a:xfrm>
            <a:off x="3390723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A360D5-068D-A858-B394-132AFC387EE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5675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77" grpId="0" animBg="1"/>
      <p:bldP spid="78" grpId="0" animBg="1"/>
      <p:bldP spid="74" grpId="0" animBg="1"/>
      <p:bldP spid="7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5488" y="1834868"/>
            <a:ext cx="95750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0.7 + 0.46 + 0.17   =   _________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8D01C251-19AC-53E8-CC27-77090A172018}"/>
              </a:ext>
            </a:extLst>
          </p:cNvPr>
          <p:cNvSpPr/>
          <p:nvPr/>
        </p:nvSpPr>
        <p:spPr>
          <a:xfrm>
            <a:off x="7036477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D4059112-E83A-D4F0-8A4D-A2EC8CC127EB}"/>
              </a:ext>
            </a:extLst>
          </p:cNvPr>
          <p:cNvSpPr/>
          <p:nvPr/>
        </p:nvSpPr>
        <p:spPr>
          <a:xfrm>
            <a:off x="7036477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D06E8750-C6EE-55BD-D991-BFC3DD5DACF6}"/>
              </a:ext>
            </a:extLst>
          </p:cNvPr>
          <p:cNvSpPr/>
          <p:nvPr/>
        </p:nvSpPr>
        <p:spPr>
          <a:xfrm>
            <a:off x="7036477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3F6763E-F4DF-CB6A-177F-BC4FD7D60D3A}"/>
              </a:ext>
            </a:extLst>
          </p:cNvPr>
          <p:cNvGrpSpPr/>
          <p:nvPr/>
        </p:nvGrpSpPr>
        <p:grpSpPr>
          <a:xfrm>
            <a:off x="631958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2EA1BA12-318C-D15E-EF7F-28C4CEE803A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D08A1F18-BD93-435C-BE4E-2157A672D78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D86AE458-A59F-0636-7677-EF91E0F01D3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FB8DFF4B-3F0B-6796-0E00-C801C881E53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570234BD-EF1D-71D1-077F-DA9F543AF91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288429D5-C8DA-C4FB-B68C-FE9AD78EFA1B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C658C189-67DA-63A0-F3F0-83AE15FAD7F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9AB8F4B2-ECEC-DE9D-C258-2EECE81BE91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5BA6075C-0871-1379-D0E3-04CF804E87D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E723BB44-8E25-8667-DA12-68ABB8C9478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FF623F-7603-96D0-79E2-90E608837FE7}"/>
              </a:ext>
            </a:extLst>
          </p:cNvPr>
          <p:cNvGrpSpPr/>
          <p:nvPr/>
        </p:nvGrpSpPr>
        <p:grpSpPr>
          <a:xfrm>
            <a:off x="2168377" y="3660198"/>
            <a:ext cx="2615911" cy="2615911"/>
            <a:chOff x="414598" y="546495"/>
            <a:chExt cx="5852156" cy="58984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CF33DA3-F1DB-987B-0500-F03E4C1B8172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D32017BB-EC27-4E20-C3FF-4BC294DB1E2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BF61A42B-8B8D-CBB6-C2EC-B4B96AA76E0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9" name="Cube 298">
                <a:extLst>
                  <a:ext uri="{FF2B5EF4-FFF2-40B4-BE49-F238E27FC236}">
                    <a16:creationId xmlns:a16="http://schemas.microsoft.com/office/drawing/2014/main" id="{C77D05DD-56BF-EE2D-44C9-808B5F92B81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7C7955AF-2C31-DBF9-BDA6-6211CFDF2E9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C8C8C7BB-21B3-6E55-4BD3-44FEB0A4DB2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7981B574-A90C-B67B-D430-229D65F38F9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4D8E871D-F2DD-EF88-BADB-C27D8A54F8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21DEEF48-D73F-1348-C094-11B91607D5D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B20DEE47-83E5-9BF0-592C-BB342E44D96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A21B483E-73F9-9F95-02AE-0B31050F5C5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B3F3C10-C36F-3C27-40B2-1220C85F97EA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A4A516BA-E9A5-EC04-3846-9CA956451EB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B4A003F9-95EC-BC1A-41A1-E618ED9C86E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89697E40-5663-7538-661E-436C46EAB0D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CA50D7CF-EFC6-C10C-10A4-175FB2415C2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0FA4D9BE-4CB6-EBB2-5211-B43EABE68C3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E769482D-7E9F-07BF-F047-D497AF4E0B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1087E25C-4C62-2BFE-3E8D-1FECDA010A7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33CB14CC-0A0B-D4EF-0029-A7616DC59A8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661E9004-1D5A-8FBA-FF6E-35CBE4383E0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12236633-99A3-2DFC-62C5-6A4A7CC5846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A9197AB-E2F5-3515-0664-1889348867ED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2596E2A1-C7FA-3F49-107C-500DE0120F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9188A6CA-450A-052B-E068-53804C30DA8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73FC26C2-CFF1-5705-83E2-2C11D91170E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5B1CC51-CB8C-372D-42B6-7773164B55A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CEEF1B17-3882-BB14-35D9-C25A38B67B5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1" name="Cube 170">
                <a:extLst>
                  <a:ext uri="{FF2B5EF4-FFF2-40B4-BE49-F238E27FC236}">
                    <a16:creationId xmlns:a16="http://schemas.microsoft.com/office/drawing/2014/main" id="{AC2F2577-EAF6-18F8-4DE0-8184A2A3E0A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084A13A4-2585-B5F4-8AB9-5CB4752CA42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A883C5C7-C524-CBBA-F4B8-C2215AB42E6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35FD843-5B50-73B7-19B0-15D7C7F3D1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33D75B50-E403-ACE7-BB0D-0F34577B8B9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B14E83A-78E3-F7B9-5E3F-83D5676B4138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DACD895A-8243-58B6-5BB0-D610C438FA4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B5675983-3F16-0726-E8C0-EC980B20231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D913ECCE-86D0-C47D-E123-54AC5B5E3DB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099EFC18-BE1D-8478-4D31-C7C98FA3C14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0" name="Cube 159">
                <a:extLst>
                  <a:ext uri="{FF2B5EF4-FFF2-40B4-BE49-F238E27FC236}">
                    <a16:creationId xmlns:a16="http://schemas.microsoft.com/office/drawing/2014/main" id="{A4567A6B-322B-83A6-A4BE-C5359DC067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DEEF08D2-41C1-9671-8720-BBA4572FB1E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78513E7-589F-7B06-BA24-2E26675CED5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4B4C9741-75D7-15A4-D200-9C1ADB92544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1F222669-2F7F-1B18-D936-9E50F5094B4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3554B105-9944-3495-19AD-0193F13E205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CCC22B3-9DEF-F64F-319E-8E4721A0C7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72FB2CBE-5A57-84FB-8D6A-883469CABAA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3067B41A-3654-9978-0B59-E9C6A79DD8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AB2599D3-C6CA-A0C1-663A-F2423BE272A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9" name="Cube 148">
                <a:extLst>
                  <a:ext uri="{FF2B5EF4-FFF2-40B4-BE49-F238E27FC236}">
                    <a16:creationId xmlns:a16="http://schemas.microsoft.com/office/drawing/2014/main" id="{B887BABC-8B6C-DCC5-995F-8D9698F3866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3AAF6328-8137-68C5-BC66-049906C629D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F3AD67B3-0376-1B17-301E-DC10139D2E7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7FF01F5D-7841-9D7C-747B-26B7B513065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B72A6E07-E17C-DEF0-9AFA-0175FB5689B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DD2BDAFD-24EF-7D66-DD39-4B59A6F7538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C548FD76-881A-685E-9E89-4B3F9CA49A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5322040-CE6A-80A9-3C89-F3DCF42F40F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25D39535-E706-4FFE-77D2-750C6654E8A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17D3829A-0557-AEB5-E82B-0FC1F5D9F98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8" name="Cube 137">
                <a:extLst>
                  <a:ext uri="{FF2B5EF4-FFF2-40B4-BE49-F238E27FC236}">
                    <a16:creationId xmlns:a16="http://schemas.microsoft.com/office/drawing/2014/main" id="{00F93DAF-7511-FBC1-8AD6-39B7185CF35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3B47F9B8-7D6F-0774-218F-076F6DBA8CD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4D6569C7-7DC1-8050-19B9-76C3403D111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25B1688-8B97-0494-1136-22700D5A688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C0016471-3187-2D1E-9970-56419EC365C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BA66ECB7-D6B5-74AA-4314-5284D598A72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8F313A39-AD4D-9170-DC3F-F163E029075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25C7EFF6-DFF7-AB63-000B-AEFA03E8E0F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3D4305-51A9-495D-1FBC-C40D055ADDC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F5DE902C-5289-0CD5-6537-9DA2FD193FF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DE4A7839-B416-F87C-2CB7-92529C2925F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839733B6-1A7D-BC1C-3448-5138ADB61EB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1D2B1BA5-D231-DE64-E899-966E3ED7BE4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58131940-D8F1-05E9-868E-08E41049FA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FA9E04BE-2B9A-0160-D641-76A391B5098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8B04E3B2-0CBC-C1C0-70E0-655588EE20B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D0D142EE-21C9-2EF2-79CF-B7A3F107CA4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6DC30A47-5F93-9C85-9D92-1766A7BF4D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52CBDDD0-F386-4987-0DB5-7487A0FEAF0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C4F9524-5105-2D0A-1D2C-76069CCA3AE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60EF35-873F-C17D-F670-882C76389C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8A8FD1DC-2956-ED4E-C84E-3F4E30935BA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8C82B41C-3F27-FA2C-A919-1A28CC81F08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88563DF-D0BD-6D7F-FBCA-92ED08B278E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303BB6C0-39B1-6F0A-8567-CE6FC2ACADA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145899C4-4DD8-616A-1685-B2792196BB3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08AF2F79-C9AC-C8A9-34B8-92E163ADF085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216273B4-CEBA-60AA-6557-64D29D21A3B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DF22ADA0-0A1F-F6E2-22B4-2C7CDC2469C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484E71C-E8A2-B94F-31B4-4D16CAFD539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FCB8B2F-3000-97D0-88AD-6EAEB797D638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BDF9613E-7358-1BD8-4CFB-9BD6CCEDB1B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300FD50-44D9-0B30-0E3E-853053875F7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CA694BE7-7C45-046F-EE82-42624FCB532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DD1A9238-75C6-F879-7BAD-DC29F710ED6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E8047B33-5281-33B4-36AA-E1C7A61BCA7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4A031580-EE8B-9767-BB8D-2BBD008C47B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71C91B14-156E-CFE4-0118-72EB4A0EE22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58905AC1-54F2-3028-C769-12005E67CA5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9E409512-8035-A8BC-1211-CBF47D8C716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C819471C-3D1E-6949-BBB6-F09F1DE2FC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E4EE6FD-D4B7-A459-FE03-F9E4DBB3A528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AA34E267-24C1-2941-E032-20A2356C4D3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4E2C371C-3FA0-A0B2-09A5-D45F215AC477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AF58FC63-11A1-EB11-FCF1-F5A6909F572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5EFB74F0-E89F-472C-E760-5E5CDF0A590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ECD501EB-5A96-4C67-A059-1B2019578E2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BE31A473-47D2-1901-43DB-D3B3FB51595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43DE0B7E-B184-32B8-BD81-0E6001EBB8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5C0393E2-A76A-06C3-1ED8-7F7EA590B7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DBA4C2BC-F01E-FF26-16D5-6B27832CE95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0A2871A-6ECD-099B-F468-04D2315536E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86957487-E003-95E6-4073-EE80F23AD9D3}"/>
              </a:ext>
            </a:extLst>
          </p:cNvPr>
          <p:cNvGrpSpPr/>
          <p:nvPr/>
        </p:nvGrpSpPr>
        <p:grpSpPr>
          <a:xfrm>
            <a:off x="581666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18" name="Cube 317">
              <a:extLst>
                <a:ext uri="{FF2B5EF4-FFF2-40B4-BE49-F238E27FC236}">
                  <a16:creationId xmlns:a16="http://schemas.microsoft.com/office/drawing/2014/main" id="{53454AF1-23BC-7649-30C2-06A0D7D215E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9" name="Cube 318">
              <a:extLst>
                <a:ext uri="{FF2B5EF4-FFF2-40B4-BE49-F238E27FC236}">
                  <a16:creationId xmlns:a16="http://schemas.microsoft.com/office/drawing/2014/main" id="{7698E3F7-33B6-01F8-A38F-9C1B2D868F9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0" name="Cube 319">
              <a:extLst>
                <a:ext uri="{FF2B5EF4-FFF2-40B4-BE49-F238E27FC236}">
                  <a16:creationId xmlns:a16="http://schemas.microsoft.com/office/drawing/2014/main" id="{D118A58C-0BC8-E61C-A843-366A915D013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1" name="Cube 320">
              <a:extLst>
                <a:ext uri="{FF2B5EF4-FFF2-40B4-BE49-F238E27FC236}">
                  <a16:creationId xmlns:a16="http://schemas.microsoft.com/office/drawing/2014/main" id="{E9DB9E11-214F-7FBE-9710-85CDD4A228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5D0A500D-499A-8F7B-CDE0-C2248D1B2F7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87703A57-73C7-C158-B013-623FCF1F60D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319B2677-5B77-D68E-0A56-29AF6BC31BE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CED25320-5230-1871-CBCF-F61E85A141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F9CBD37A-B5B0-6E8C-173C-9232298B584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F8075C06-D4FC-18CE-1475-B96666FC849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0ADB2E26-B054-DCD1-908B-E0D66C332933}"/>
              </a:ext>
            </a:extLst>
          </p:cNvPr>
          <p:cNvGrpSpPr/>
          <p:nvPr/>
        </p:nvGrpSpPr>
        <p:grpSpPr>
          <a:xfrm>
            <a:off x="531374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FDA53380-B1A4-4F76-8745-4DD11E47D215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1077BA4B-3CD8-601D-8F46-2C4587F6DC4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E8EBA01A-CB14-7672-5C17-DBF70A483C7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A200CA85-0603-5BCD-2CAE-F59FDF21350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18F07AC4-40F4-F5B1-3866-BF19B3C6339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3E3C2B57-D612-EB75-D4FC-D4EC0463CAD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2A4D32BB-6872-716F-1F26-5ED9AA114B5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F2FA4BC8-E341-7800-31A1-2A3B01F39B2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17D69F30-631B-F74D-1B14-92616573E52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224102C4-F0AA-9522-9B58-4A6714CFBD7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BCF2965-32DD-5E43-A4E7-A91BC17DF02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0269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6" y="1834868"/>
            <a:ext cx="8316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0.78   +   0.46   =   _________</a:t>
            </a: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E3E0520D-F85C-DB59-DAAC-000BA977CC4F}"/>
              </a:ext>
            </a:extLst>
          </p:cNvPr>
          <p:cNvGrpSpPr/>
          <p:nvPr/>
        </p:nvGrpSpPr>
        <p:grpSpPr>
          <a:xfrm>
            <a:off x="6529402" y="5178023"/>
            <a:ext cx="343978" cy="1098085"/>
            <a:chOff x="6986601" y="5178023"/>
            <a:chExt cx="343978" cy="1098085"/>
          </a:xfrm>
        </p:grpSpPr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8D01C251-19AC-53E8-CC27-77090A172018}"/>
                </a:ext>
              </a:extLst>
            </p:cNvPr>
            <p:cNvSpPr/>
            <p:nvPr/>
          </p:nvSpPr>
          <p:spPr>
            <a:xfrm>
              <a:off x="6986601" y="5936936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D4059112-E83A-D4F0-8A4D-A2EC8CC127EB}"/>
                </a:ext>
              </a:extLst>
            </p:cNvPr>
            <p:cNvSpPr/>
            <p:nvPr/>
          </p:nvSpPr>
          <p:spPr>
            <a:xfrm>
              <a:off x="6986601" y="5683965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D06E8750-C6EE-55BD-D991-BFC3DD5DACF6}"/>
                </a:ext>
              </a:extLst>
            </p:cNvPr>
            <p:cNvSpPr/>
            <p:nvPr/>
          </p:nvSpPr>
          <p:spPr>
            <a:xfrm>
              <a:off x="6986601" y="5430994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E039F4A3-D6DB-B30A-4E4E-FD7B29023528}"/>
                </a:ext>
              </a:extLst>
            </p:cNvPr>
            <p:cNvSpPr/>
            <p:nvPr/>
          </p:nvSpPr>
          <p:spPr>
            <a:xfrm>
              <a:off x="6986601" y="5178023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FF623F-7603-96D0-79E2-90E608837FE7}"/>
              </a:ext>
            </a:extLst>
          </p:cNvPr>
          <p:cNvGrpSpPr/>
          <p:nvPr/>
        </p:nvGrpSpPr>
        <p:grpSpPr>
          <a:xfrm>
            <a:off x="2276443" y="3660198"/>
            <a:ext cx="2615911" cy="2615911"/>
            <a:chOff x="414598" y="546495"/>
            <a:chExt cx="5852156" cy="58984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CF33DA3-F1DB-987B-0500-F03E4C1B8172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D32017BB-EC27-4E20-C3FF-4BC294DB1E2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BF61A42B-8B8D-CBB6-C2EC-B4B96AA76E0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9" name="Cube 298">
                <a:extLst>
                  <a:ext uri="{FF2B5EF4-FFF2-40B4-BE49-F238E27FC236}">
                    <a16:creationId xmlns:a16="http://schemas.microsoft.com/office/drawing/2014/main" id="{C77D05DD-56BF-EE2D-44C9-808B5F92B81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7C7955AF-2C31-DBF9-BDA6-6211CFDF2E9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C8C8C7BB-21B3-6E55-4BD3-44FEB0A4DB2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7981B574-A90C-B67B-D430-229D65F38F9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4D8E871D-F2DD-EF88-BADB-C27D8A54F8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21DEEF48-D73F-1348-C094-11B91607D5D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B20DEE47-83E5-9BF0-592C-BB342E44D96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A21B483E-73F9-9F95-02AE-0B31050F5C5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B3F3C10-C36F-3C27-40B2-1220C85F97EA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A4A516BA-E9A5-EC04-3846-9CA956451EB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B4A003F9-95EC-BC1A-41A1-E618ED9C86E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89697E40-5663-7538-661E-436C46EAB0D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CA50D7CF-EFC6-C10C-10A4-175FB2415C2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0FA4D9BE-4CB6-EBB2-5211-B43EABE68C3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E769482D-7E9F-07BF-F047-D497AF4E0B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1087E25C-4C62-2BFE-3E8D-1FECDA010A7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33CB14CC-0A0B-D4EF-0029-A7616DC59A8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661E9004-1D5A-8FBA-FF6E-35CBE4383E0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12236633-99A3-2DFC-62C5-6A4A7CC5846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A9197AB-E2F5-3515-0664-1889348867ED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2596E2A1-C7FA-3F49-107C-500DE0120F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9188A6CA-450A-052B-E068-53804C30DA8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73FC26C2-CFF1-5705-83E2-2C11D91170E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5B1CC51-CB8C-372D-42B6-7773164B55A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CEEF1B17-3882-BB14-35D9-C25A38B67B5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1" name="Cube 170">
                <a:extLst>
                  <a:ext uri="{FF2B5EF4-FFF2-40B4-BE49-F238E27FC236}">
                    <a16:creationId xmlns:a16="http://schemas.microsoft.com/office/drawing/2014/main" id="{AC2F2577-EAF6-18F8-4DE0-8184A2A3E0A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084A13A4-2585-B5F4-8AB9-5CB4752CA42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A883C5C7-C524-CBBA-F4B8-C2215AB42E6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35FD843-5B50-73B7-19B0-15D7C7F3D1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33D75B50-E403-ACE7-BB0D-0F34577B8B9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B14E83A-78E3-F7B9-5E3F-83D5676B4138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DACD895A-8243-58B6-5BB0-D610C438FA4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B5675983-3F16-0726-E8C0-EC980B20231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D913ECCE-86D0-C47D-E123-54AC5B5E3DB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099EFC18-BE1D-8478-4D31-C7C98FA3C14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0" name="Cube 159">
                <a:extLst>
                  <a:ext uri="{FF2B5EF4-FFF2-40B4-BE49-F238E27FC236}">
                    <a16:creationId xmlns:a16="http://schemas.microsoft.com/office/drawing/2014/main" id="{A4567A6B-322B-83A6-A4BE-C5359DC067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DEEF08D2-41C1-9671-8720-BBA4572FB1E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78513E7-589F-7B06-BA24-2E26675CED5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4B4C9741-75D7-15A4-D200-9C1ADB92544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1F222669-2F7F-1B18-D936-9E50F5094B4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3554B105-9944-3495-19AD-0193F13E205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CCC22B3-9DEF-F64F-319E-8E4721A0C7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72FB2CBE-5A57-84FB-8D6A-883469CABAA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3067B41A-3654-9978-0B59-E9C6A79DD8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AB2599D3-C6CA-A0C1-663A-F2423BE272A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9" name="Cube 148">
                <a:extLst>
                  <a:ext uri="{FF2B5EF4-FFF2-40B4-BE49-F238E27FC236}">
                    <a16:creationId xmlns:a16="http://schemas.microsoft.com/office/drawing/2014/main" id="{B887BABC-8B6C-DCC5-995F-8D9698F3866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3AAF6328-8137-68C5-BC66-049906C629D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F3AD67B3-0376-1B17-301E-DC10139D2E7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7FF01F5D-7841-9D7C-747B-26B7B513065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B72A6E07-E17C-DEF0-9AFA-0175FB5689B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DD2BDAFD-24EF-7D66-DD39-4B59A6F7538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C548FD76-881A-685E-9E89-4B3F9CA49A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5322040-CE6A-80A9-3C89-F3DCF42F40F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25D39535-E706-4FFE-77D2-750C6654E8A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17D3829A-0557-AEB5-E82B-0FC1F5D9F98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8" name="Cube 137">
                <a:extLst>
                  <a:ext uri="{FF2B5EF4-FFF2-40B4-BE49-F238E27FC236}">
                    <a16:creationId xmlns:a16="http://schemas.microsoft.com/office/drawing/2014/main" id="{00F93DAF-7511-FBC1-8AD6-39B7185CF35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3B47F9B8-7D6F-0774-218F-076F6DBA8CD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4D6569C7-7DC1-8050-19B9-76C3403D111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25B1688-8B97-0494-1136-22700D5A688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C0016471-3187-2D1E-9970-56419EC365C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BA66ECB7-D6B5-74AA-4314-5284D598A72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8F313A39-AD4D-9170-DC3F-F163E029075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25C7EFF6-DFF7-AB63-000B-AEFA03E8E0F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3D4305-51A9-495D-1FBC-C40D055ADDC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F5DE902C-5289-0CD5-6537-9DA2FD193FF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DE4A7839-B416-F87C-2CB7-92529C2925F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839733B6-1A7D-BC1C-3448-5138ADB61EB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1D2B1BA5-D231-DE64-E899-966E3ED7BE4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58131940-D8F1-05E9-868E-08E41049FA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FA9E04BE-2B9A-0160-D641-76A391B5098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8B04E3B2-0CBC-C1C0-70E0-655588EE20B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D0D142EE-21C9-2EF2-79CF-B7A3F107CA4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6DC30A47-5F93-9C85-9D92-1766A7BF4D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52CBDDD0-F386-4987-0DB5-7487A0FEAF0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C4F9524-5105-2D0A-1D2C-76069CCA3AE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60EF35-873F-C17D-F670-882C76389C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8A8FD1DC-2956-ED4E-C84E-3F4E30935BA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8C82B41C-3F27-FA2C-A919-1A28CC81F08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88563DF-D0BD-6D7F-FBCA-92ED08B278E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303BB6C0-39B1-6F0A-8567-CE6FC2ACADA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145899C4-4DD8-616A-1685-B2792196BB3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08AF2F79-C9AC-C8A9-34B8-92E163ADF085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216273B4-CEBA-60AA-6557-64D29D21A3B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DF22ADA0-0A1F-F6E2-22B4-2C7CDC2469C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484E71C-E8A2-B94F-31B4-4D16CAFD539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FCB8B2F-3000-97D0-88AD-6EAEB797D638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BDF9613E-7358-1BD8-4CFB-9BD6CCEDB1B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300FD50-44D9-0B30-0E3E-853053875F7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CA694BE7-7C45-046F-EE82-42624FCB532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DD1A9238-75C6-F879-7BAD-DC29F710ED6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E8047B33-5281-33B4-36AA-E1C7A61BCA7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4A031580-EE8B-9767-BB8D-2BBD008C47B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71C91B14-156E-CFE4-0118-72EB4A0EE22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58905AC1-54F2-3028-C769-12005E67CA5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9E409512-8035-A8BC-1211-CBF47D8C716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C819471C-3D1E-6949-BBB6-F09F1DE2FC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E4EE6FD-D4B7-A459-FE03-F9E4DBB3A528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AA34E267-24C1-2941-E032-20A2356C4D3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4E2C371C-3FA0-A0B2-09A5-D45F215AC477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AF58FC63-11A1-EB11-FCF1-F5A6909F572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5EFB74F0-E89F-472C-E760-5E5CDF0A590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ECD501EB-5A96-4C67-A059-1B2019578E2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BE31A473-47D2-1901-43DB-D3B3FB51595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43DE0B7E-B184-32B8-BD81-0E6001EBB8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5C0393E2-A76A-06C3-1ED8-7F7EA590B7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DBA4C2BC-F01E-FF26-16D5-6B27832CE95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0A2871A-6ECD-099B-F468-04D2315536E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86957487-E003-95E6-4073-EE80F23AD9D3}"/>
              </a:ext>
            </a:extLst>
          </p:cNvPr>
          <p:cNvGrpSpPr/>
          <p:nvPr/>
        </p:nvGrpSpPr>
        <p:grpSpPr>
          <a:xfrm>
            <a:off x="579865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18" name="Cube 317">
              <a:extLst>
                <a:ext uri="{FF2B5EF4-FFF2-40B4-BE49-F238E27FC236}">
                  <a16:creationId xmlns:a16="http://schemas.microsoft.com/office/drawing/2014/main" id="{53454AF1-23BC-7649-30C2-06A0D7D215E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9" name="Cube 318">
              <a:extLst>
                <a:ext uri="{FF2B5EF4-FFF2-40B4-BE49-F238E27FC236}">
                  <a16:creationId xmlns:a16="http://schemas.microsoft.com/office/drawing/2014/main" id="{7698E3F7-33B6-01F8-A38F-9C1B2D868F9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0" name="Cube 319">
              <a:extLst>
                <a:ext uri="{FF2B5EF4-FFF2-40B4-BE49-F238E27FC236}">
                  <a16:creationId xmlns:a16="http://schemas.microsoft.com/office/drawing/2014/main" id="{D118A58C-0BC8-E61C-A843-366A915D013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1" name="Cube 320">
              <a:extLst>
                <a:ext uri="{FF2B5EF4-FFF2-40B4-BE49-F238E27FC236}">
                  <a16:creationId xmlns:a16="http://schemas.microsoft.com/office/drawing/2014/main" id="{E9DB9E11-214F-7FBE-9710-85CDD4A228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5D0A500D-499A-8F7B-CDE0-C2248D1B2F7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87703A57-73C7-C158-B013-623FCF1F60D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319B2677-5B77-D68E-0A56-29AF6BC31BE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CED25320-5230-1871-CBCF-F61E85A141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F9CBD37A-B5B0-6E8C-173C-9232298B584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F8075C06-D4FC-18CE-1475-B96666FC849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0ADB2E26-B054-DCD1-908B-E0D66C332933}"/>
              </a:ext>
            </a:extLst>
          </p:cNvPr>
          <p:cNvGrpSpPr/>
          <p:nvPr/>
        </p:nvGrpSpPr>
        <p:grpSpPr>
          <a:xfrm>
            <a:off x="5297118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FDA53380-B1A4-4F76-8745-4DD11E47D215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1077BA4B-3CD8-601D-8F46-2C4587F6DC4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E8EBA01A-CB14-7672-5C17-DBF70A483C7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A200CA85-0603-5BCD-2CAE-F59FDF21350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18F07AC4-40F4-F5B1-3866-BF19B3C6339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3E3C2B57-D612-EB75-D4FC-D4EC0463CAD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2A4D32BB-6872-716F-1F26-5ED9AA114B5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F2FA4BC8-E341-7800-31A1-2A3B01F39B2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17D69F30-631B-F74D-1B14-92616573E52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224102C4-F0AA-9522-9B58-4A6714CFBD7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909DE31-3E03-CCB5-260F-3EF40DFFEF2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1539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08617" y="1834868"/>
            <a:ext cx="7088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  −   0.8   =   _________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9A80E3-6FE8-7B68-430F-36C72A15FBD9}"/>
              </a:ext>
            </a:extLst>
          </p:cNvPr>
          <p:cNvGrpSpPr/>
          <p:nvPr/>
        </p:nvGrpSpPr>
        <p:grpSpPr>
          <a:xfrm>
            <a:off x="4507407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24076F6C-DA84-5BFF-2231-6B4AD52521D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AAFEFC45-AF82-7C65-2A8C-74BF991EAF6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6" name="Cube 345">
              <a:extLst>
                <a:ext uri="{FF2B5EF4-FFF2-40B4-BE49-F238E27FC236}">
                  <a16:creationId xmlns:a16="http://schemas.microsoft.com/office/drawing/2014/main" id="{CCC355BE-FBD9-3C97-71ED-266E560E5B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906B22B2-00B9-3024-DDBB-3DBEBCFF7F1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A2EFB319-9487-26EF-A3F5-2C3AD48FDF3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96C7D01B-AAC2-9A06-0981-019D8EFF3B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EA9BA2E3-C74F-B6DF-B504-83EC7121C6A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3C594C47-C2FA-923F-2765-5F4680617F6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4C50E442-EA82-CE9D-4BB7-5C6A3B426DC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9663F3D4-8915-27FE-CF40-A876F264CF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E08B1A47-4802-3646-C461-251164697409}"/>
              </a:ext>
            </a:extLst>
          </p:cNvPr>
          <p:cNvGrpSpPr/>
          <p:nvPr/>
        </p:nvGrpSpPr>
        <p:grpSpPr>
          <a:xfrm>
            <a:off x="501448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F0FFD5C5-CA90-685D-B40A-788E5884117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DF864396-CFC2-C3A8-6760-D78424C9101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7" name="Cube 356">
              <a:extLst>
                <a:ext uri="{FF2B5EF4-FFF2-40B4-BE49-F238E27FC236}">
                  <a16:creationId xmlns:a16="http://schemas.microsoft.com/office/drawing/2014/main" id="{E54CF5DF-499E-5976-7B7E-48750FFC4EA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BF150AC2-F1B2-8864-40B5-901DF9336C4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909A9AE6-4303-841C-3903-A9DA9FFC113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7A8BE932-7CB3-3A08-4146-56741C19DC0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F48FB223-E9D6-2122-4757-3E1FDD7338A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9EDC7080-C814-7080-54D0-66C5CEF20AF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EB5E859B-1F06-4C78-5AE9-3A707AF8D33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A1CD36E6-BE87-4EC7-A6C1-19E33AAA802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F55662C-4355-2629-E893-B56F2900F14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300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45725" y="1834868"/>
            <a:ext cx="7614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1.4   −   0.2   =   _________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A8C885-12D6-15EB-05C9-485F63D4CAEE}"/>
              </a:ext>
            </a:extLst>
          </p:cNvPr>
          <p:cNvGrpSpPr/>
          <p:nvPr/>
        </p:nvGrpSpPr>
        <p:grpSpPr>
          <a:xfrm>
            <a:off x="2608951" y="3660198"/>
            <a:ext cx="2615911" cy="2615911"/>
            <a:chOff x="414598" y="546495"/>
            <a:chExt cx="5852156" cy="589840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AE6C140-CE49-A22C-B9F5-B6D54FB30491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210712A3-06E8-4648-3F84-151C0F6E7E1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4D7BA52B-0549-404B-1ED3-E36CD31E34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641A3EED-70FE-B5C0-6335-6EFBBA9AE70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BAF10627-26A1-77E5-652C-2560C1C4B97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004A1684-56D7-F3EC-2856-49716748A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6FAAA4B3-465C-11C1-C501-CD5B86EF26E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C1F88DAB-7C38-6232-EFC2-E7863256C80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19BCDE80-92A2-0146-0589-113C18E940B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8FD04C7A-B0B6-764B-3F76-7954F2D7C75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2" name="Cube 411">
                <a:extLst>
                  <a:ext uri="{FF2B5EF4-FFF2-40B4-BE49-F238E27FC236}">
                    <a16:creationId xmlns:a16="http://schemas.microsoft.com/office/drawing/2014/main" id="{BB82775A-251F-8BE4-B2B4-BDEC31607B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3CDD8A9-A0A1-A304-2EC3-B4D5D3E02472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93" name="Cube 392">
                <a:extLst>
                  <a:ext uri="{FF2B5EF4-FFF2-40B4-BE49-F238E27FC236}">
                    <a16:creationId xmlns:a16="http://schemas.microsoft.com/office/drawing/2014/main" id="{50A0C06A-C41A-93CE-8A47-9F7BF4DEBE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4" name="Cube 393">
                <a:extLst>
                  <a:ext uri="{FF2B5EF4-FFF2-40B4-BE49-F238E27FC236}">
                    <a16:creationId xmlns:a16="http://schemas.microsoft.com/office/drawing/2014/main" id="{4296E0F6-1C51-FAAD-2D60-8BCD921567C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5" name="Cube 394">
                <a:extLst>
                  <a:ext uri="{FF2B5EF4-FFF2-40B4-BE49-F238E27FC236}">
                    <a16:creationId xmlns:a16="http://schemas.microsoft.com/office/drawing/2014/main" id="{476024A5-F93E-1C0E-D1B5-5713B5E95DC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6" name="Cube 395">
                <a:extLst>
                  <a:ext uri="{FF2B5EF4-FFF2-40B4-BE49-F238E27FC236}">
                    <a16:creationId xmlns:a16="http://schemas.microsoft.com/office/drawing/2014/main" id="{287DAFD7-6787-F218-BE37-59F0F016227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7" name="Cube 396">
                <a:extLst>
                  <a:ext uri="{FF2B5EF4-FFF2-40B4-BE49-F238E27FC236}">
                    <a16:creationId xmlns:a16="http://schemas.microsoft.com/office/drawing/2014/main" id="{56A3FD1D-AFA6-514E-6D95-AE6FDAF57C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8" name="Cube 397">
                <a:extLst>
                  <a:ext uri="{FF2B5EF4-FFF2-40B4-BE49-F238E27FC236}">
                    <a16:creationId xmlns:a16="http://schemas.microsoft.com/office/drawing/2014/main" id="{EB2421E8-9DA7-9F40-5AEE-E803CD7E098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9" name="Cube 398">
                <a:extLst>
                  <a:ext uri="{FF2B5EF4-FFF2-40B4-BE49-F238E27FC236}">
                    <a16:creationId xmlns:a16="http://schemas.microsoft.com/office/drawing/2014/main" id="{DE2D525A-4574-F34A-E5F4-29337081F60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0" name="Cube 399">
                <a:extLst>
                  <a:ext uri="{FF2B5EF4-FFF2-40B4-BE49-F238E27FC236}">
                    <a16:creationId xmlns:a16="http://schemas.microsoft.com/office/drawing/2014/main" id="{14C2037C-0074-A2E6-41D6-76F45D53888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1" name="Cube 400">
                <a:extLst>
                  <a:ext uri="{FF2B5EF4-FFF2-40B4-BE49-F238E27FC236}">
                    <a16:creationId xmlns:a16="http://schemas.microsoft.com/office/drawing/2014/main" id="{530EA91F-ED01-8F37-2B58-047A18FEE7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269A4C10-4ECF-C2AB-E42F-41F0B4F85EF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164BDED-E5F9-B68B-7938-EB891A15DEA3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83" name="Cube 382">
                <a:extLst>
                  <a:ext uri="{FF2B5EF4-FFF2-40B4-BE49-F238E27FC236}">
                    <a16:creationId xmlns:a16="http://schemas.microsoft.com/office/drawing/2014/main" id="{165A7CFB-CD04-22F6-1D01-7843F4EB2F9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9AB2DF42-E191-DBFE-566A-6F3D9CAA72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B792E3AF-6042-85FE-5CD4-B74CA142B0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D75C8AE1-06AF-A0DE-537B-962634C3AF6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DE2495F6-1C94-3459-7FFB-1C406EEB345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0945DD38-A71B-2A1A-A7A7-1C8B7DBCF65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00D2228A-48D0-BDAB-012A-EDF36479D4D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0" name="Cube 389">
                <a:extLst>
                  <a:ext uri="{FF2B5EF4-FFF2-40B4-BE49-F238E27FC236}">
                    <a16:creationId xmlns:a16="http://schemas.microsoft.com/office/drawing/2014/main" id="{3E5D335A-8016-0DDF-C53B-64A181E9B3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1" name="Cube 390">
                <a:extLst>
                  <a:ext uri="{FF2B5EF4-FFF2-40B4-BE49-F238E27FC236}">
                    <a16:creationId xmlns:a16="http://schemas.microsoft.com/office/drawing/2014/main" id="{E27F818B-F619-4F2C-1959-D8A44CA4AAC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2" name="Cube 391">
                <a:extLst>
                  <a:ext uri="{FF2B5EF4-FFF2-40B4-BE49-F238E27FC236}">
                    <a16:creationId xmlns:a16="http://schemas.microsoft.com/office/drawing/2014/main" id="{6E95B660-BF97-EC13-E7EE-770E08F8711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3221DB8-866E-6EA5-B42E-AB1A9D4DC255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73" name="Cube 372">
                <a:extLst>
                  <a:ext uri="{FF2B5EF4-FFF2-40B4-BE49-F238E27FC236}">
                    <a16:creationId xmlns:a16="http://schemas.microsoft.com/office/drawing/2014/main" id="{898F7085-FE98-50A9-B50E-1D0E2D95F3D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4" name="Cube 373">
                <a:extLst>
                  <a:ext uri="{FF2B5EF4-FFF2-40B4-BE49-F238E27FC236}">
                    <a16:creationId xmlns:a16="http://schemas.microsoft.com/office/drawing/2014/main" id="{4F844BC6-DB9E-2BC6-351D-F0ABC523FF9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5" name="Cube 374">
                <a:extLst>
                  <a:ext uri="{FF2B5EF4-FFF2-40B4-BE49-F238E27FC236}">
                    <a16:creationId xmlns:a16="http://schemas.microsoft.com/office/drawing/2014/main" id="{701BFC4B-C0EF-28CB-E30D-B067B8637C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6" name="Cube 375">
                <a:extLst>
                  <a:ext uri="{FF2B5EF4-FFF2-40B4-BE49-F238E27FC236}">
                    <a16:creationId xmlns:a16="http://schemas.microsoft.com/office/drawing/2014/main" id="{9DCC3D0D-A373-9E83-E5BB-AD9F6DA0C20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7" name="Cube 376">
                <a:extLst>
                  <a:ext uri="{FF2B5EF4-FFF2-40B4-BE49-F238E27FC236}">
                    <a16:creationId xmlns:a16="http://schemas.microsoft.com/office/drawing/2014/main" id="{0FFE1E3A-9F66-6965-7021-26FBFEC59C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8" name="Cube 377">
                <a:extLst>
                  <a:ext uri="{FF2B5EF4-FFF2-40B4-BE49-F238E27FC236}">
                    <a16:creationId xmlns:a16="http://schemas.microsoft.com/office/drawing/2014/main" id="{A1A1909F-EE07-CD73-093C-93ABA1BD7C1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9" name="Cube 378">
                <a:extLst>
                  <a:ext uri="{FF2B5EF4-FFF2-40B4-BE49-F238E27FC236}">
                    <a16:creationId xmlns:a16="http://schemas.microsoft.com/office/drawing/2014/main" id="{6B3C342C-8ACE-8708-9DC0-C73C46F374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0" name="Cube 379">
                <a:extLst>
                  <a:ext uri="{FF2B5EF4-FFF2-40B4-BE49-F238E27FC236}">
                    <a16:creationId xmlns:a16="http://schemas.microsoft.com/office/drawing/2014/main" id="{9150FA0A-5471-5D1A-C27A-2D9288D79A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1" name="Cube 380">
                <a:extLst>
                  <a:ext uri="{FF2B5EF4-FFF2-40B4-BE49-F238E27FC236}">
                    <a16:creationId xmlns:a16="http://schemas.microsoft.com/office/drawing/2014/main" id="{AFA69EB4-5D0B-A990-6E03-C7608C35DD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2" name="Cube 381">
                <a:extLst>
                  <a:ext uri="{FF2B5EF4-FFF2-40B4-BE49-F238E27FC236}">
                    <a16:creationId xmlns:a16="http://schemas.microsoft.com/office/drawing/2014/main" id="{1E96B777-3208-E98B-8A19-5EE6E01288A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DB27387-B5CB-C36E-4A99-5734231CFBAD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42C302EE-8865-EC21-249C-6D1AED88C65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2F863701-DEFF-DEFD-F2DD-70ED232EFF5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6B48629A-ACDF-1874-ADCA-1B5081A58C5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5D219B0A-D619-E5E8-6162-C0ED0D7496E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021C8C45-993D-58E8-B345-96BAE1466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8" name="Cube 367">
                <a:extLst>
                  <a:ext uri="{FF2B5EF4-FFF2-40B4-BE49-F238E27FC236}">
                    <a16:creationId xmlns:a16="http://schemas.microsoft.com/office/drawing/2014/main" id="{A4DD4A9B-E84B-E2F7-36F9-5BF0C91AB9F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9" name="Cube 368">
                <a:extLst>
                  <a:ext uri="{FF2B5EF4-FFF2-40B4-BE49-F238E27FC236}">
                    <a16:creationId xmlns:a16="http://schemas.microsoft.com/office/drawing/2014/main" id="{EB53B640-7111-7445-EE5F-AD2CEF75279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0" name="Cube 369">
                <a:extLst>
                  <a:ext uri="{FF2B5EF4-FFF2-40B4-BE49-F238E27FC236}">
                    <a16:creationId xmlns:a16="http://schemas.microsoft.com/office/drawing/2014/main" id="{D71D3657-F43E-B2A4-5843-2FCA48AB973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1" name="Cube 370">
                <a:extLst>
                  <a:ext uri="{FF2B5EF4-FFF2-40B4-BE49-F238E27FC236}">
                    <a16:creationId xmlns:a16="http://schemas.microsoft.com/office/drawing/2014/main" id="{DAEAF2F3-ECF5-2570-D4BC-024A4C4AFF5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2" name="Cube 371">
                <a:extLst>
                  <a:ext uri="{FF2B5EF4-FFF2-40B4-BE49-F238E27FC236}">
                    <a16:creationId xmlns:a16="http://schemas.microsoft.com/office/drawing/2014/main" id="{51F0D52E-9BCA-0687-8BC3-A1AF0F6717E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EF597FF-9174-496A-65BB-A52614C4780C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6F752DF4-8ED8-2126-E55D-BA70F8D54D7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2" name="Cube 331">
                <a:extLst>
                  <a:ext uri="{FF2B5EF4-FFF2-40B4-BE49-F238E27FC236}">
                    <a16:creationId xmlns:a16="http://schemas.microsoft.com/office/drawing/2014/main" id="{04036054-7FCE-97BF-BDE7-7026B114052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634AF8FC-1C14-A289-CFCD-469F9F01D9E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DCA297BA-7E9F-3A88-D4C3-EE23107E3BB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787C7EDB-025C-D5DE-F95F-D33D119CCCB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C1FF5E3B-F24E-3DC3-F820-AC745685AB0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F025C1DF-03D9-21A0-317E-6DEE4F17C3B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1EE9AD6B-92DC-3C20-235C-DFE9F22A652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AF972E0A-8942-16E9-F707-AA866099E85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7026620C-DDBD-DC29-2593-5C4F53C72FE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7CA4C29-F662-A467-D8C9-BA1DDF85E7C4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1" name="Cube 320">
                <a:extLst>
                  <a:ext uri="{FF2B5EF4-FFF2-40B4-BE49-F238E27FC236}">
                    <a16:creationId xmlns:a16="http://schemas.microsoft.com/office/drawing/2014/main" id="{38AA501B-8F6D-DA52-F648-9E8669A5F03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2" name="Cube 321">
                <a:extLst>
                  <a:ext uri="{FF2B5EF4-FFF2-40B4-BE49-F238E27FC236}">
                    <a16:creationId xmlns:a16="http://schemas.microsoft.com/office/drawing/2014/main" id="{DBDD65EE-E241-CC04-B3BD-3FD2CA86E0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3" name="Cube 322">
                <a:extLst>
                  <a:ext uri="{FF2B5EF4-FFF2-40B4-BE49-F238E27FC236}">
                    <a16:creationId xmlns:a16="http://schemas.microsoft.com/office/drawing/2014/main" id="{4249E9B2-F29A-33C2-9589-E1CDC07D74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AF072FB7-F018-3B8F-877D-7FEB04FE347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A294DADB-EB6C-2CDE-D6C4-F7E475C0579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ED882EF8-9E56-A8AC-AA83-912D9AC4CD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61923779-8435-0F2C-971A-110B80CD9A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A6C772D4-6777-2350-3F31-582CFD7159B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1DEA6D77-FB81-0F2C-DE47-47A9BE59566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BB59AA61-F211-624C-0E4E-B5F6F096708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F2CDBBC-6EEE-C916-698C-37452866969B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AF4C3985-AA93-8EE1-0040-319F7A3189A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EADF4B26-B0E1-07E4-E773-1438EE72DD4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7B915BC3-9A9B-7ACE-0CEB-64F9F54DFCD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71820537-45D3-7BCF-4775-3862AFB0708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EA40A1A0-0A97-328E-1FC1-A85DCC2197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CDCB6C68-B1CD-78EC-150F-80CF6295F90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CC53601-3C0C-0ED3-C80E-03D59A9A657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126628DA-35D5-E718-16FF-57605815619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853C7988-268B-DBA4-4927-0D0810CA1D1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0" name="Cube 319">
                <a:extLst>
                  <a:ext uri="{FF2B5EF4-FFF2-40B4-BE49-F238E27FC236}">
                    <a16:creationId xmlns:a16="http://schemas.microsoft.com/office/drawing/2014/main" id="{68510D31-52C4-9D0A-8171-954F49E8E5C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6AF1400-8272-186C-DA0E-33C4224E314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A5234EB1-CC46-8B9C-8D38-DC6EF03FEB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1F25C2AB-B321-B672-30DF-57213679586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BF85AC2A-F782-9132-B728-D19000F42EF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506D0A1A-FA8E-A26D-8087-F3D8BBB3A5B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A511D6A7-C128-3CCB-DECB-411B1DAE0C8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75D9A6B-5268-A8A6-E0BF-97D3E47F245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09C0959D-8119-ACCF-EFE6-B23442DD0F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4DB4AD4E-9DF5-CB99-8C26-DB14F548149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545884A3-FC2B-B834-C7B6-13B5FD03258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B939F321-0424-B940-8964-03D36C218F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019DA6E-B4AF-1461-5FD0-C5DC747BA521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9B01B65F-34DF-3B22-BCB2-9C3C5F37E05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96833E8F-7012-7C10-5CE1-18D06E6530B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EE0F7FA4-1774-3BC5-6CD7-26F54FD3A90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5D18EF2C-9BF4-4505-F4F9-F46EE56D5A1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2995A832-DDE1-3D98-45BD-B40FC10285F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BC8617CD-7340-BCF5-DB36-D5631640FFC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770B8EE9-72B7-E1AD-A1E7-FF9F802C919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A8CD688A-4D5F-084B-44E9-38B50ABDBCF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DD16691-0B3C-BD59-0E07-C34ED91BAE6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796519E2-7E7C-5211-EA25-D19B828AA79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9A80E3-6FE8-7B68-430F-36C72A15FBD9}"/>
              </a:ext>
            </a:extLst>
          </p:cNvPr>
          <p:cNvGrpSpPr/>
          <p:nvPr/>
        </p:nvGrpSpPr>
        <p:grpSpPr>
          <a:xfrm>
            <a:off x="5613000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24076F6C-DA84-5BFF-2231-6B4AD52521D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AAFEFC45-AF82-7C65-2A8C-74BF991EAF6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6" name="Cube 345">
              <a:extLst>
                <a:ext uri="{FF2B5EF4-FFF2-40B4-BE49-F238E27FC236}">
                  <a16:creationId xmlns:a16="http://schemas.microsoft.com/office/drawing/2014/main" id="{CCC355BE-FBD9-3C97-71ED-266E560E5B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906B22B2-00B9-3024-DDBB-3DBEBCFF7F1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A2EFB319-9487-26EF-A3F5-2C3AD48FDF3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96C7D01B-AAC2-9A06-0981-019D8EFF3B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EA9BA2E3-C74F-B6DF-B504-83EC7121C6A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3C594C47-C2FA-923F-2765-5F4680617F6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4C50E442-EA82-CE9D-4BB7-5C6A3B426DC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9663F3D4-8915-27FE-CF40-A876F264CF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E08B1A47-4802-3646-C461-251164697409}"/>
              </a:ext>
            </a:extLst>
          </p:cNvPr>
          <p:cNvGrpSpPr/>
          <p:nvPr/>
        </p:nvGrpSpPr>
        <p:grpSpPr>
          <a:xfrm>
            <a:off x="612007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F0FFD5C5-CA90-685D-B40A-788E5884117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DF864396-CFC2-C3A8-6760-D78424C9101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7" name="Cube 356">
              <a:extLst>
                <a:ext uri="{FF2B5EF4-FFF2-40B4-BE49-F238E27FC236}">
                  <a16:creationId xmlns:a16="http://schemas.microsoft.com/office/drawing/2014/main" id="{E54CF5DF-499E-5976-7B7E-48750FFC4EA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BF150AC2-F1B2-8864-40B5-901DF9336C4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909A9AE6-4303-841C-3903-A9DA9FFC113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7A8BE932-7CB3-3A08-4146-56741C19DC0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F48FB223-E9D6-2122-4757-3E1FDD7338A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9EDC7080-C814-7080-54D0-66C5CEF20AF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EB5E859B-1F06-4C78-5AE9-3A707AF8D33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A1CD36E6-BE87-4EC7-A6C1-19E33AAA802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1667FEA-A2F1-4C36-1495-F3F1E35EFB7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7244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0.26   −   0.03   =   _________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A2277098-DECB-46D9-A3C8-FA7C9E50BAA0}"/>
              </a:ext>
            </a:extLst>
          </p:cNvPr>
          <p:cNvSpPr/>
          <p:nvPr/>
        </p:nvSpPr>
        <p:spPr>
          <a:xfrm>
            <a:off x="544674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5BA0B23-F816-EC87-5F0F-1593C997277A}"/>
              </a:ext>
            </a:extLst>
          </p:cNvPr>
          <p:cNvSpPr/>
          <p:nvPr/>
        </p:nvSpPr>
        <p:spPr>
          <a:xfrm>
            <a:off x="544674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AB25E5DB-D43D-ACDF-13EC-1BF1448634C0}"/>
              </a:ext>
            </a:extLst>
          </p:cNvPr>
          <p:cNvSpPr/>
          <p:nvPr/>
        </p:nvSpPr>
        <p:spPr>
          <a:xfrm>
            <a:off x="544674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AD28797-1EA2-52D1-C735-C41324D272F2}"/>
              </a:ext>
            </a:extLst>
          </p:cNvPr>
          <p:cNvGrpSpPr/>
          <p:nvPr/>
        </p:nvGrpSpPr>
        <p:grpSpPr>
          <a:xfrm>
            <a:off x="494382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7D25AF84-9D74-4795-BF52-D22FB0479EE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0F4DAD12-AAD9-B060-8931-8CB4AAA117E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362BB55C-0F6C-8D2D-E34C-14C8E9F1595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09428AD0-E518-EDD1-95AA-D65AB0A4707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9EAAE1E0-8DA2-DEB7-EFA3-85C4A203C34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150D9241-5B9F-D8F2-DC3B-F5F6BF8014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78088EA-7377-5571-C9CA-DA99202F5A3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B071B021-A0DF-6E77-ACC6-DC6F8F7E005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75033BD6-218B-06CE-0CDA-BE75A7F42DF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5B698FA4-4688-88C2-9EEA-1B26B9C8FA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44090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888AE24-EC75-31D6-6545-95F2403FC0B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5117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70196" y="1834868"/>
            <a:ext cx="7965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0.3   −   0.05   =   _________</a:t>
            </a:r>
          </a:p>
        </p:txBody>
      </p:sp>
      <p:sp>
        <p:nvSpPr>
          <p:cNvPr id="347" name="Cube 346">
            <a:extLst>
              <a:ext uri="{FF2B5EF4-FFF2-40B4-BE49-F238E27FC236}">
                <a16:creationId xmlns:a16="http://schemas.microsoft.com/office/drawing/2014/main" id="{7D25AF84-9D74-4795-BF52-D22FB0479EE6}"/>
              </a:ext>
            </a:extLst>
          </p:cNvPr>
          <p:cNvSpPr/>
          <p:nvPr/>
        </p:nvSpPr>
        <p:spPr>
          <a:xfrm>
            <a:off x="5342837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8" name="Cube 347">
            <a:extLst>
              <a:ext uri="{FF2B5EF4-FFF2-40B4-BE49-F238E27FC236}">
                <a16:creationId xmlns:a16="http://schemas.microsoft.com/office/drawing/2014/main" id="{0F4DAD12-AAD9-B060-8931-8CB4AAA117E9}"/>
              </a:ext>
            </a:extLst>
          </p:cNvPr>
          <p:cNvSpPr/>
          <p:nvPr/>
        </p:nvSpPr>
        <p:spPr>
          <a:xfrm>
            <a:off x="5342837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9" name="Cube 348">
            <a:extLst>
              <a:ext uri="{FF2B5EF4-FFF2-40B4-BE49-F238E27FC236}">
                <a16:creationId xmlns:a16="http://schemas.microsoft.com/office/drawing/2014/main" id="{362BB55C-0F6C-8D2D-E34C-14C8E9F15959}"/>
              </a:ext>
            </a:extLst>
          </p:cNvPr>
          <p:cNvSpPr/>
          <p:nvPr/>
        </p:nvSpPr>
        <p:spPr>
          <a:xfrm>
            <a:off x="5342837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0" name="Cube 349">
            <a:extLst>
              <a:ext uri="{FF2B5EF4-FFF2-40B4-BE49-F238E27FC236}">
                <a16:creationId xmlns:a16="http://schemas.microsoft.com/office/drawing/2014/main" id="{09428AD0-E518-EDD1-95AA-D65AB0A47075}"/>
              </a:ext>
            </a:extLst>
          </p:cNvPr>
          <p:cNvSpPr/>
          <p:nvPr/>
        </p:nvSpPr>
        <p:spPr>
          <a:xfrm>
            <a:off x="5342837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1" name="Cube 350">
            <a:extLst>
              <a:ext uri="{FF2B5EF4-FFF2-40B4-BE49-F238E27FC236}">
                <a16:creationId xmlns:a16="http://schemas.microsoft.com/office/drawing/2014/main" id="{9EAAE1E0-8DA2-DEB7-EFA3-85C4A203C349}"/>
              </a:ext>
            </a:extLst>
          </p:cNvPr>
          <p:cNvSpPr/>
          <p:nvPr/>
        </p:nvSpPr>
        <p:spPr>
          <a:xfrm>
            <a:off x="5342837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839917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2481CF-8BE2-B239-33E4-D9DE25C9EFD6}"/>
              </a:ext>
            </a:extLst>
          </p:cNvPr>
          <p:cNvGrpSpPr/>
          <p:nvPr/>
        </p:nvGrpSpPr>
        <p:grpSpPr>
          <a:xfrm>
            <a:off x="434115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21ECF183-9843-10BD-9A43-221555D6CC8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B96DEC9A-5E94-0301-BC19-C54688B8B38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79D3B83C-E66C-6823-FC8D-4D6D98E9F0C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1FB90D73-53B6-F801-8E63-9EAB2898D79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863DECE5-A5BF-257A-32A8-7EC603EF178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3F50D8C4-A113-EAAC-6DE6-13298DF6838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484B82C6-FADD-5B31-3D5F-11F3FB2DEB0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FFC91198-6B88-52B2-9F66-452260D2B1F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10933DC2-42B7-88E5-2404-AC0CE1A2320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652DB570-BDD0-0DC6-5FEB-C62903BA740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CBDD311-CBD3-746B-9229-EA968611B1A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0090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" grpId="0" animBg="1"/>
      <p:bldP spid="348" grpId="0" animBg="1"/>
      <p:bldP spid="349" grpId="0" animBg="1"/>
      <p:bldP spid="350" grpId="0" animBg="1"/>
      <p:bldP spid="35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1.37   −   0.21   =   _________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6B6759A1-EF4D-4B04-537D-F1759FEBFFCE}"/>
              </a:ext>
            </a:extLst>
          </p:cNvPr>
          <p:cNvSpPr/>
          <p:nvPr/>
        </p:nvSpPr>
        <p:spPr>
          <a:xfrm>
            <a:off x="627170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59D95238-1BF5-036A-354E-7D4FB1542641}"/>
              </a:ext>
            </a:extLst>
          </p:cNvPr>
          <p:cNvSpPr/>
          <p:nvPr/>
        </p:nvSpPr>
        <p:spPr>
          <a:xfrm>
            <a:off x="627170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ABCBA86A-BA5F-F368-4279-3116C5E9C738}"/>
              </a:ext>
            </a:extLst>
          </p:cNvPr>
          <p:cNvSpPr/>
          <p:nvPr/>
        </p:nvSpPr>
        <p:spPr>
          <a:xfrm>
            <a:off x="627170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9A7D2AB1-974A-015B-EEFD-444BABAE49A0}"/>
              </a:ext>
            </a:extLst>
          </p:cNvPr>
          <p:cNvSpPr/>
          <p:nvPr/>
        </p:nvSpPr>
        <p:spPr>
          <a:xfrm>
            <a:off x="6271706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B95D636A-DC04-E77F-5667-435898926DF9}"/>
              </a:ext>
            </a:extLst>
          </p:cNvPr>
          <p:cNvSpPr/>
          <p:nvPr/>
        </p:nvSpPr>
        <p:spPr>
          <a:xfrm>
            <a:off x="6271706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D6EFEB20-0D91-104D-25EC-533388B09EED}"/>
              </a:ext>
            </a:extLst>
          </p:cNvPr>
          <p:cNvSpPr/>
          <p:nvPr/>
        </p:nvSpPr>
        <p:spPr>
          <a:xfrm>
            <a:off x="6271706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A8C885-12D6-15EB-05C9-485F63D4CAEE}"/>
              </a:ext>
            </a:extLst>
          </p:cNvPr>
          <p:cNvGrpSpPr/>
          <p:nvPr/>
        </p:nvGrpSpPr>
        <p:grpSpPr>
          <a:xfrm>
            <a:off x="2334631" y="3660198"/>
            <a:ext cx="2615911" cy="2615911"/>
            <a:chOff x="414598" y="546495"/>
            <a:chExt cx="5852156" cy="589840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AE6C140-CE49-A22C-B9F5-B6D54FB30491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210712A3-06E8-4648-3F84-151C0F6E7E1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4D7BA52B-0549-404B-1ED3-E36CD31E34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641A3EED-70FE-B5C0-6335-6EFBBA9AE70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BAF10627-26A1-77E5-652C-2560C1C4B97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004A1684-56D7-F3EC-2856-49716748A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6FAAA4B3-465C-11C1-C501-CD5B86EF26E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C1F88DAB-7C38-6232-EFC2-E7863256C80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19BCDE80-92A2-0146-0589-113C18E940B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8FD04C7A-B0B6-764B-3F76-7954F2D7C75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2" name="Cube 411">
                <a:extLst>
                  <a:ext uri="{FF2B5EF4-FFF2-40B4-BE49-F238E27FC236}">
                    <a16:creationId xmlns:a16="http://schemas.microsoft.com/office/drawing/2014/main" id="{BB82775A-251F-8BE4-B2B4-BDEC31607B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3CDD8A9-A0A1-A304-2EC3-B4D5D3E02472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93" name="Cube 392">
                <a:extLst>
                  <a:ext uri="{FF2B5EF4-FFF2-40B4-BE49-F238E27FC236}">
                    <a16:creationId xmlns:a16="http://schemas.microsoft.com/office/drawing/2014/main" id="{50A0C06A-C41A-93CE-8A47-9F7BF4DEBE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4" name="Cube 393">
                <a:extLst>
                  <a:ext uri="{FF2B5EF4-FFF2-40B4-BE49-F238E27FC236}">
                    <a16:creationId xmlns:a16="http://schemas.microsoft.com/office/drawing/2014/main" id="{4296E0F6-1C51-FAAD-2D60-8BCD921567C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5" name="Cube 394">
                <a:extLst>
                  <a:ext uri="{FF2B5EF4-FFF2-40B4-BE49-F238E27FC236}">
                    <a16:creationId xmlns:a16="http://schemas.microsoft.com/office/drawing/2014/main" id="{476024A5-F93E-1C0E-D1B5-5713B5E95DC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6" name="Cube 395">
                <a:extLst>
                  <a:ext uri="{FF2B5EF4-FFF2-40B4-BE49-F238E27FC236}">
                    <a16:creationId xmlns:a16="http://schemas.microsoft.com/office/drawing/2014/main" id="{287DAFD7-6787-F218-BE37-59F0F016227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7" name="Cube 396">
                <a:extLst>
                  <a:ext uri="{FF2B5EF4-FFF2-40B4-BE49-F238E27FC236}">
                    <a16:creationId xmlns:a16="http://schemas.microsoft.com/office/drawing/2014/main" id="{56A3FD1D-AFA6-514E-6D95-AE6FDAF57C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8" name="Cube 397">
                <a:extLst>
                  <a:ext uri="{FF2B5EF4-FFF2-40B4-BE49-F238E27FC236}">
                    <a16:creationId xmlns:a16="http://schemas.microsoft.com/office/drawing/2014/main" id="{EB2421E8-9DA7-9F40-5AEE-E803CD7E098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9" name="Cube 398">
                <a:extLst>
                  <a:ext uri="{FF2B5EF4-FFF2-40B4-BE49-F238E27FC236}">
                    <a16:creationId xmlns:a16="http://schemas.microsoft.com/office/drawing/2014/main" id="{DE2D525A-4574-F34A-E5F4-29337081F60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0" name="Cube 399">
                <a:extLst>
                  <a:ext uri="{FF2B5EF4-FFF2-40B4-BE49-F238E27FC236}">
                    <a16:creationId xmlns:a16="http://schemas.microsoft.com/office/drawing/2014/main" id="{14C2037C-0074-A2E6-41D6-76F45D53888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1" name="Cube 400">
                <a:extLst>
                  <a:ext uri="{FF2B5EF4-FFF2-40B4-BE49-F238E27FC236}">
                    <a16:creationId xmlns:a16="http://schemas.microsoft.com/office/drawing/2014/main" id="{530EA91F-ED01-8F37-2B58-047A18FEE7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269A4C10-4ECF-C2AB-E42F-41F0B4F85EF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164BDED-E5F9-B68B-7938-EB891A15DEA3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83" name="Cube 382">
                <a:extLst>
                  <a:ext uri="{FF2B5EF4-FFF2-40B4-BE49-F238E27FC236}">
                    <a16:creationId xmlns:a16="http://schemas.microsoft.com/office/drawing/2014/main" id="{165A7CFB-CD04-22F6-1D01-7843F4EB2F9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9AB2DF42-E191-DBFE-566A-6F3D9CAA72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B792E3AF-6042-85FE-5CD4-B74CA142B0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D75C8AE1-06AF-A0DE-537B-962634C3AF6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DE2495F6-1C94-3459-7FFB-1C406EEB345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0945DD38-A71B-2A1A-A7A7-1C8B7DBCF65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00D2228A-48D0-BDAB-012A-EDF36479D4D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0" name="Cube 389">
                <a:extLst>
                  <a:ext uri="{FF2B5EF4-FFF2-40B4-BE49-F238E27FC236}">
                    <a16:creationId xmlns:a16="http://schemas.microsoft.com/office/drawing/2014/main" id="{3E5D335A-8016-0DDF-C53B-64A181E9B3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1" name="Cube 390">
                <a:extLst>
                  <a:ext uri="{FF2B5EF4-FFF2-40B4-BE49-F238E27FC236}">
                    <a16:creationId xmlns:a16="http://schemas.microsoft.com/office/drawing/2014/main" id="{E27F818B-F619-4F2C-1959-D8A44CA4AAC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2" name="Cube 391">
                <a:extLst>
                  <a:ext uri="{FF2B5EF4-FFF2-40B4-BE49-F238E27FC236}">
                    <a16:creationId xmlns:a16="http://schemas.microsoft.com/office/drawing/2014/main" id="{6E95B660-BF97-EC13-E7EE-770E08F8711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3221DB8-866E-6EA5-B42E-AB1A9D4DC255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73" name="Cube 372">
                <a:extLst>
                  <a:ext uri="{FF2B5EF4-FFF2-40B4-BE49-F238E27FC236}">
                    <a16:creationId xmlns:a16="http://schemas.microsoft.com/office/drawing/2014/main" id="{898F7085-FE98-50A9-B50E-1D0E2D95F3D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4" name="Cube 373">
                <a:extLst>
                  <a:ext uri="{FF2B5EF4-FFF2-40B4-BE49-F238E27FC236}">
                    <a16:creationId xmlns:a16="http://schemas.microsoft.com/office/drawing/2014/main" id="{4F844BC6-DB9E-2BC6-351D-F0ABC523FF9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5" name="Cube 374">
                <a:extLst>
                  <a:ext uri="{FF2B5EF4-FFF2-40B4-BE49-F238E27FC236}">
                    <a16:creationId xmlns:a16="http://schemas.microsoft.com/office/drawing/2014/main" id="{701BFC4B-C0EF-28CB-E30D-B067B8637C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6" name="Cube 375">
                <a:extLst>
                  <a:ext uri="{FF2B5EF4-FFF2-40B4-BE49-F238E27FC236}">
                    <a16:creationId xmlns:a16="http://schemas.microsoft.com/office/drawing/2014/main" id="{9DCC3D0D-A373-9E83-E5BB-AD9F6DA0C20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7" name="Cube 376">
                <a:extLst>
                  <a:ext uri="{FF2B5EF4-FFF2-40B4-BE49-F238E27FC236}">
                    <a16:creationId xmlns:a16="http://schemas.microsoft.com/office/drawing/2014/main" id="{0FFE1E3A-9F66-6965-7021-26FBFEC59C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8" name="Cube 377">
                <a:extLst>
                  <a:ext uri="{FF2B5EF4-FFF2-40B4-BE49-F238E27FC236}">
                    <a16:creationId xmlns:a16="http://schemas.microsoft.com/office/drawing/2014/main" id="{A1A1909F-EE07-CD73-093C-93ABA1BD7C1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9" name="Cube 378">
                <a:extLst>
                  <a:ext uri="{FF2B5EF4-FFF2-40B4-BE49-F238E27FC236}">
                    <a16:creationId xmlns:a16="http://schemas.microsoft.com/office/drawing/2014/main" id="{6B3C342C-8ACE-8708-9DC0-C73C46F374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0" name="Cube 379">
                <a:extLst>
                  <a:ext uri="{FF2B5EF4-FFF2-40B4-BE49-F238E27FC236}">
                    <a16:creationId xmlns:a16="http://schemas.microsoft.com/office/drawing/2014/main" id="{9150FA0A-5471-5D1A-C27A-2D9288D79A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1" name="Cube 380">
                <a:extLst>
                  <a:ext uri="{FF2B5EF4-FFF2-40B4-BE49-F238E27FC236}">
                    <a16:creationId xmlns:a16="http://schemas.microsoft.com/office/drawing/2014/main" id="{AFA69EB4-5D0B-A990-6E03-C7608C35DD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2" name="Cube 381">
                <a:extLst>
                  <a:ext uri="{FF2B5EF4-FFF2-40B4-BE49-F238E27FC236}">
                    <a16:creationId xmlns:a16="http://schemas.microsoft.com/office/drawing/2014/main" id="{1E96B777-3208-E98B-8A19-5EE6E01288A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DB27387-B5CB-C36E-4A99-5734231CFBAD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42C302EE-8865-EC21-249C-6D1AED88C65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2F863701-DEFF-DEFD-F2DD-70ED232EFF5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6B48629A-ACDF-1874-ADCA-1B5081A58C5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5D219B0A-D619-E5E8-6162-C0ED0D7496E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021C8C45-993D-58E8-B345-96BAE1466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8" name="Cube 367">
                <a:extLst>
                  <a:ext uri="{FF2B5EF4-FFF2-40B4-BE49-F238E27FC236}">
                    <a16:creationId xmlns:a16="http://schemas.microsoft.com/office/drawing/2014/main" id="{A4DD4A9B-E84B-E2F7-36F9-5BF0C91AB9F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9" name="Cube 368">
                <a:extLst>
                  <a:ext uri="{FF2B5EF4-FFF2-40B4-BE49-F238E27FC236}">
                    <a16:creationId xmlns:a16="http://schemas.microsoft.com/office/drawing/2014/main" id="{EB53B640-7111-7445-EE5F-AD2CEF75279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0" name="Cube 369">
                <a:extLst>
                  <a:ext uri="{FF2B5EF4-FFF2-40B4-BE49-F238E27FC236}">
                    <a16:creationId xmlns:a16="http://schemas.microsoft.com/office/drawing/2014/main" id="{D71D3657-F43E-B2A4-5843-2FCA48AB973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1" name="Cube 370">
                <a:extLst>
                  <a:ext uri="{FF2B5EF4-FFF2-40B4-BE49-F238E27FC236}">
                    <a16:creationId xmlns:a16="http://schemas.microsoft.com/office/drawing/2014/main" id="{DAEAF2F3-ECF5-2570-D4BC-024A4C4AFF5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2" name="Cube 371">
                <a:extLst>
                  <a:ext uri="{FF2B5EF4-FFF2-40B4-BE49-F238E27FC236}">
                    <a16:creationId xmlns:a16="http://schemas.microsoft.com/office/drawing/2014/main" id="{51F0D52E-9BCA-0687-8BC3-A1AF0F6717E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EF597FF-9174-496A-65BB-A52614C4780C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6F752DF4-8ED8-2126-E55D-BA70F8D54D7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2" name="Cube 331">
                <a:extLst>
                  <a:ext uri="{FF2B5EF4-FFF2-40B4-BE49-F238E27FC236}">
                    <a16:creationId xmlns:a16="http://schemas.microsoft.com/office/drawing/2014/main" id="{04036054-7FCE-97BF-BDE7-7026B114052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634AF8FC-1C14-A289-CFCD-469F9F01D9E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DCA297BA-7E9F-3A88-D4C3-EE23107E3BB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787C7EDB-025C-D5DE-F95F-D33D119CCCB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C1FF5E3B-F24E-3DC3-F820-AC745685AB0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F025C1DF-03D9-21A0-317E-6DEE4F17C3B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1EE9AD6B-92DC-3C20-235C-DFE9F22A652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AF972E0A-8942-16E9-F707-AA866099E85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7026620C-DDBD-DC29-2593-5C4F53C72FE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7CA4C29-F662-A467-D8C9-BA1DDF85E7C4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1" name="Cube 320">
                <a:extLst>
                  <a:ext uri="{FF2B5EF4-FFF2-40B4-BE49-F238E27FC236}">
                    <a16:creationId xmlns:a16="http://schemas.microsoft.com/office/drawing/2014/main" id="{38AA501B-8F6D-DA52-F648-9E8669A5F03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2" name="Cube 321">
                <a:extLst>
                  <a:ext uri="{FF2B5EF4-FFF2-40B4-BE49-F238E27FC236}">
                    <a16:creationId xmlns:a16="http://schemas.microsoft.com/office/drawing/2014/main" id="{DBDD65EE-E241-CC04-B3BD-3FD2CA86E0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3" name="Cube 322">
                <a:extLst>
                  <a:ext uri="{FF2B5EF4-FFF2-40B4-BE49-F238E27FC236}">
                    <a16:creationId xmlns:a16="http://schemas.microsoft.com/office/drawing/2014/main" id="{4249E9B2-F29A-33C2-9589-E1CDC07D74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AF072FB7-F018-3B8F-877D-7FEB04FE347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A294DADB-EB6C-2CDE-D6C4-F7E475C0579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ED882EF8-9E56-A8AC-AA83-912D9AC4CD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61923779-8435-0F2C-971A-110B80CD9A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A6C772D4-6777-2350-3F31-582CFD7159B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1DEA6D77-FB81-0F2C-DE47-47A9BE59566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BB59AA61-F211-624C-0E4E-B5F6F096708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F2CDBBC-6EEE-C916-698C-37452866969B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AF4C3985-AA93-8EE1-0040-319F7A3189A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EADF4B26-B0E1-07E4-E773-1438EE72DD4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7B915BC3-9A9B-7ACE-0CEB-64F9F54DFCD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71820537-45D3-7BCF-4775-3862AFB0708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EA40A1A0-0A97-328E-1FC1-A85DCC2197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CDCB6C68-B1CD-78EC-150F-80CF6295F90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CC53601-3C0C-0ED3-C80E-03D59A9A657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126628DA-35D5-E718-16FF-57605815619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853C7988-268B-DBA4-4927-0D0810CA1D1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0" name="Cube 319">
                <a:extLst>
                  <a:ext uri="{FF2B5EF4-FFF2-40B4-BE49-F238E27FC236}">
                    <a16:creationId xmlns:a16="http://schemas.microsoft.com/office/drawing/2014/main" id="{68510D31-52C4-9D0A-8171-954F49E8E5C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6AF1400-8272-186C-DA0E-33C4224E314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A5234EB1-CC46-8B9C-8D38-DC6EF03FEB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1F25C2AB-B321-B672-30DF-57213679586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BF85AC2A-F782-9132-B728-D19000F42EF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506D0A1A-FA8E-A26D-8087-F3D8BBB3A5B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A511D6A7-C128-3CCB-DECB-411B1DAE0C8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75D9A6B-5268-A8A6-E0BF-97D3E47F245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09C0959D-8119-ACCF-EFE6-B23442DD0F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4DB4AD4E-9DF5-CB99-8C26-DB14F548149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545884A3-FC2B-B834-C7B6-13B5FD03258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B939F321-0424-B940-8964-03D36C218F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019DA6E-B4AF-1461-5FD0-C5DC747BA521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9B01B65F-34DF-3B22-BCB2-9C3C5F37E05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96833E8F-7012-7C10-5CE1-18D06E6530B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EE0F7FA4-1774-3BC5-6CD7-26F54FD3A90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5D18EF2C-9BF4-4505-F4F9-F46EE56D5A1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2995A832-DDE1-3D98-45BD-B40FC10285F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BC8617CD-7340-BCF5-DB36-D5631640FFC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770B8EE9-72B7-E1AD-A1E7-FF9F802C919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A8CD688A-4D5F-084B-44E9-38B50ABDBCF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DD16691-0B3C-BD59-0E07-C34ED91BAE6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796519E2-7E7C-5211-EA25-D19B828AA79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8FFB58B8-E83A-0E4A-1C00-66537413D134}"/>
              </a:ext>
            </a:extLst>
          </p:cNvPr>
          <p:cNvGrpSpPr/>
          <p:nvPr/>
        </p:nvGrpSpPr>
        <p:grpSpPr>
          <a:xfrm>
            <a:off x="5388557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25" name="Cube 424">
              <a:extLst>
                <a:ext uri="{FF2B5EF4-FFF2-40B4-BE49-F238E27FC236}">
                  <a16:creationId xmlns:a16="http://schemas.microsoft.com/office/drawing/2014/main" id="{BA62CB11-6290-F89A-A515-2F86B8146FB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6" name="Cube 425">
              <a:extLst>
                <a:ext uri="{FF2B5EF4-FFF2-40B4-BE49-F238E27FC236}">
                  <a16:creationId xmlns:a16="http://schemas.microsoft.com/office/drawing/2014/main" id="{43B7B9B9-A36E-2D34-3189-CB8EDA79648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7" name="Cube 426">
              <a:extLst>
                <a:ext uri="{FF2B5EF4-FFF2-40B4-BE49-F238E27FC236}">
                  <a16:creationId xmlns:a16="http://schemas.microsoft.com/office/drawing/2014/main" id="{4A3FF871-6222-7BE1-B7E0-8CE064ED183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8" name="Cube 427">
              <a:extLst>
                <a:ext uri="{FF2B5EF4-FFF2-40B4-BE49-F238E27FC236}">
                  <a16:creationId xmlns:a16="http://schemas.microsoft.com/office/drawing/2014/main" id="{2E284ABF-CD07-6B0C-FC13-7537F75A03E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9" name="Cube 428">
              <a:extLst>
                <a:ext uri="{FF2B5EF4-FFF2-40B4-BE49-F238E27FC236}">
                  <a16:creationId xmlns:a16="http://schemas.microsoft.com/office/drawing/2014/main" id="{68721713-4AED-EAF9-3535-88EC5BA20AD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0" name="Cube 429">
              <a:extLst>
                <a:ext uri="{FF2B5EF4-FFF2-40B4-BE49-F238E27FC236}">
                  <a16:creationId xmlns:a16="http://schemas.microsoft.com/office/drawing/2014/main" id="{38C08335-A90A-C91E-BBD7-78708A92ECC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1" name="Cube 430">
              <a:extLst>
                <a:ext uri="{FF2B5EF4-FFF2-40B4-BE49-F238E27FC236}">
                  <a16:creationId xmlns:a16="http://schemas.microsoft.com/office/drawing/2014/main" id="{FF46FB76-661E-DAFC-101C-1EB58600319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2" name="Cube 431">
              <a:extLst>
                <a:ext uri="{FF2B5EF4-FFF2-40B4-BE49-F238E27FC236}">
                  <a16:creationId xmlns:a16="http://schemas.microsoft.com/office/drawing/2014/main" id="{C86C1325-670E-DFF6-1C8B-870DE6322D4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3" name="Cube 432">
              <a:extLst>
                <a:ext uri="{FF2B5EF4-FFF2-40B4-BE49-F238E27FC236}">
                  <a16:creationId xmlns:a16="http://schemas.microsoft.com/office/drawing/2014/main" id="{F68D43AD-BD2F-65F4-099D-158A839B0B9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4" name="Cube 433">
              <a:extLst>
                <a:ext uri="{FF2B5EF4-FFF2-40B4-BE49-F238E27FC236}">
                  <a16:creationId xmlns:a16="http://schemas.microsoft.com/office/drawing/2014/main" id="{94C6B8F5-9EF8-C1B7-AFA3-8C39F108040F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2A7BC44-004D-FDBD-02D6-D96BD1E848C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5333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0.32   −   0.04   =   _________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A2277098-DECB-46D9-A3C8-FA7C9E50BAA0}"/>
              </a:ext>
            </a:extLst>
          </p:cNvPr>
          <p:cNvSpPr/>
          <p:nvPr/>
        </p:nvSpPr>
        <p:spPr>
          <a:xfrm>
            <a:off x="544674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5BA0B23-F816-EC87-5F0F-1593C997277A}"/>
              </a:ext>
            </a:extLst>
          </p:cNvPr>
          <p:cNvSpPr/>
          <p:nvPr/>
        </p:nvSpPr>
        <p:spPr>
          <a:xfrm>
            <a:off x="544674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AB25E5DB-D43D-ACDF-13EC-1BF1448634C0}"/>
              </a:ext>
            </a:extLst>
          </p:cNvPr>
          <p:cNvSpPr/>
          <p:nvPr/>
        </p:nvSpPr>
        <p:spPr>
          <a:xfrm>
            <a:off x="544674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1B406E06-DD01-FE4B-CE40-0F55F39104BA}"/>
              </a:ext>
            </a:extLst>
          </p:cNvPr>
          <p:cNvSpPr/>
          <p:nvPr/>
        </p:nvSpPr>
        <p:spPr>
          <a:xfrm>
            <a:off x="5446746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6411698D-BAF7-137E-9206-BA1B866929F6}"/>
              </a:ext>
            </a:extLst>
          </p:cNvPr>
          <p:cNvSpPr/>
          <p:nvPr/>
        </p:nvSpPr>
        <p:spPr>
          <a:xfrm>
            <a:off x="5446746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D148E3C4-65AD-7F76-2C18-F22256DCBD5A}"/>
              </a:ext>
            </a:extLst>
          </p:cNvPr>
          <p:cNvSpPr/>
          <p:nvPr/>
        </p:nvSpPr>
        <p:spPr>
          <a:xfrm>
            <a:off x="5446746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368DD421-6734-2A6A-5871-7D51533935E5}"/>
              </a:ext>
            </a:extLst>
          </p:cNvPr>
          <p:cNvSpPr/>
          <p:nvPr/>
        </p:nvSpPr>
        <p:spPr>
          <a:xfrm>
            <a:off x="5446746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C33B895B-47AB-A855-E14A-E47D6521AC74}"/>
              </a:ext>
            </a:extLst>
          </p:cNvPr>
          <p:cNvSpPr/>
          <p:nvPr/>
        </p:nvSpPr>
        <p:spPr>
          <a:xfrm>
            <a:off x="5446746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AD28797-1EA2-52D1-C735-C41324D272F2}"/>
              </a:ext>
            </a:extLst>
          </p:cNvPr>
          <p:cNvGrpSpPr/>
          <p:nvPr/>
        </p:nvGrpSpPr>
        <p:grpSpPr>
          <a:xfrm>
            <a:off x="494382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7D25AF84-9D74-4795-BF52-D22FB0479EE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0F4DAD12-AAD9-B060-8931-8CB4AAA117E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362BB55C-0F6C-8D2D-E34C-14C8E9F1595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09428AD0-E518-EDD1-95AA-D65AB0A4707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9EAAE1E0-8DA2-DEB7-EFA3-85C4A203C34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150D9241-5B9F-D8F2-DC3B-F5F6BF8014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78088EA-7377-5571-C9CA-DA99202F5A3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B071B021-A0DF-6E77-ACC6-DC6F8F7E005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75033BD6-218B-06CE-0CDA-BE75A7F42DF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5B698FA4-4688-88C2-9EEA-1B26B9C8FA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44090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A2E2144-AF78-C4C1-CB06-8DDF15F7D7C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3331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70196" y="1834868"/>
            <a:ext cx="7965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0.12   −   0.1   =   _________</a:t>
            </a:r>
          </a:p>
        </p:txBody>
      </p:sp>
      <p:sp>
        <p:nvSpPr>
          <p:cNvPr id="304" name="Cube 303">
            <a:extLst>
              <a:ext uri="{FF2B5EF4-FFF2-40B4-BE49-F238E27FC236}">
                <a16:creationId xmlns:a16="http://schemas.microsoft.com/office/drawing/2014/main" id="{C026CCBD-2760-F122-B795-BD03C5EB4268}"/>
              </a:ext>
            </a:extLst>
          </p:cNvPr>
          <p:cNvSpPr/>
          <p:nvPr/>
        </p:nvSpPr>
        <p:spPr>
          <a:xfrm>
            <a:off x="4792041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5" name="Cube 304">
            <a:extLst>
              <a:ext uri="{FF2B5EF4-FFF2-40B4-BE49-F238E27FC236}">
                <a16:creationId xmlns:a16="http://schemas.microsoft.com/office/drawing/2014/main" id="{86965626-4902-9895-54C5-099B0B36321C}"/>
              </a:ext>
            </a:extLst>
          </p:cNvPr>
          <p:cNvSpPr/>
          <p:nvPr/>
        </p:nvSpPr>
        <p:spPr>
          <a:xfrm>
            <a:off x="4792041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D3E25-369D-C9F2-FEBB-ED19F6CF4EA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884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" grpId="0" animBg="1"/>
      <p:bldP spid="30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1.04   −   0.62   =   _________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A2277098-DECB-46D9-A3C8-FA7C9E50BAA0}"/>
              </a:ext>
            </a:extLst>
          </p:cNvPr>
          <p:cNvSpPr/>
          <p:nvPr/>
        </p:nvSpPr>
        <p:spPr>
          <a:xfrm>
            <a:off x="581250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5BA0B23-F816-EC87-5F0F-1593C997277A}"/>
              </a:ext>
            </a:extLst>
          </p:cNvPr>
          <p:cNvSpPr/>
          <p:nvPr/>
        </p:nvSpPr>
        <p:spPr>
          <a:xfrm>
            <a:off x="581250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AD28797-1EA2-52D1-C735-C41324D272F2}"/>
              </a:ext>
            </a:extLst>
          </p:cNvPr>
          <p:cNvGrpSpPr/>
          <p:nvPr/>
        </p:nvGrpSpPr>
        <p:grpSpPr>
          <a:xfrm>
            <a:off x="530958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7D25AF84-9D74-4795-BF52-D22FB0479EE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0F4DAD12-AAD9-B060-8931-8CB4AAA117E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362BB55C-0F6C-8D2D-E34C-14C8E9F1595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09428AD0-E518-EDD1-95AA-D65AB0A4707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9EAAE1E0-8DA2-DEB7-EFA3-85C4A203C34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150D9241-5B9F-D8F2-DC3B-F5F6BF8014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78088EA-7377-5571-C9CA-DA99202F5A3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B071B021-A0DF-6E77-ACC6-DC6F8F7E005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75033BD6-218B-06CE-0CDA-BE75A7F42DF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5B698FA4-4688-88C2-9EEA-1B26B9C8FA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80666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7B7B619-BB2B-6FFC-5EE1-FADFC1C52A48}"/>
              </a:ext>
            </a:extLst>
          </p:cNvPr>
          <p:cNvGrpSpPr/>
          <p:nvPr/>
        </p:nvGrpSpPr>
        <p:grpSpPr>
          <a:xfrm>
            <a:off x="4299589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A1DA6372-3195-B784-BBD2-7A1F40574D3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3A85C713-7869-9A46-A1DF-7B8C14AF064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4841420F-B2FB-5BF6-AF5A-F1D98D07B9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C87CBBA6-D0BF-F6CD-2B3E-171D1E01417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7D2F693F-509D-9C71-BB98-118A95AD58CB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CFF9A765-CC7E-E989-81E0-F404D8D474E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0A7F9976-B60C-C530-7E23-8E93C47A034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C119C6E4-3297-58A6-6289-58483CA1747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229F261E-2BB2-1B14-DB02-B5A1320180D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7BDD2200-ED7E-9D14-90C4-181FF07AD19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90DBA7B-5BBB-5026-9C0A-F4F6575A9272}"/>
              </a:ext>
            </a:extLst>
          </p:cNvPr>
          <p:cNvGrpSpPr/>
          <p:nvPr/>
        </p:nvGrpSpPr>
        <p:grpSpPr>
          <a:xfrm>
            <a:off x="3792512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E9B7AB2A-1967-C432-9A26-118CE138DFF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96DD9331-021B-3392-1041-C0201A3D930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CE8EA963-DDCF-3E9F-EA6B-2F4D70D5A07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60C9CA7D-F10C-4451-55EE-006D53289A4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B63BD24F-B43B-79D0-70B0-952CF3A85F9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4812F907-F620-1699-9838-C14A4E3AD1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7E6DE49A-A36E-8ED5-80FD-B0BB7A7E125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59C2F45A-47CD-C919-9157-96EFACDEF25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C9B81A99-0A05-A7F8-471A-0912701FBB3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795AD1B8-B2D1-4DAF-FF59-301C20E6E43B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E325AB6-C8C4-27F2-016D-44168F39E46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4996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70196" y="1834868"/>
            <a:ext cx="7965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0.5   −   0.22   =   _________</a:t>
            </a:r>
          </a:p>
        </p:txBody>
      </p:sp>
      <p:sp>
        <p:nvSpPr>
          <p:cNvPr id="358" name="Cube 357">
            <a:extLst>
              <a:ext uri="{FF2B5EF4-FFF2-40B4-BE49-F238E27FC236}">
                <a16:creationId xmlns:a16="http://schemas.microsoft.com/office/drawing/2014/main" id="{51611EF2-17C9-CCC3-6190-2300EAA62B52}"/>
              </a:ext>
            </a:extLst>
          </p:cNvPr>
          <p:cNvSpPr/>
          <p:nvPr/>
        </p:nvSpPr>
        <p:spPr>
          <a:xfrm>
            <a:off x="5222302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9" name="Cube 358">
            <a:extLst>
              <a:ext uri="{FF2B5EF4-FFF2-40B4-BE49-F238E27FC236}">
                <a16:creationId xmlns:a16="http://schemas.microsoft.com/office/drawing/2014/main" id="{A32AB36C-0538-1977-1E2E-3288E7F36EAF}"/>
              </a:ext>
            </a:extLst>
          </p:cNvPr>
          <p:cNvSpPr/>
          <p:nvPr/>
        </p:nvSpPr>
        <p:spPr>
          <a:xfrm>
            <a:off x="5222302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0" name="Cube 359">
            <a:extLst>
              <a:ext uri="{FF2B5EF4-FFF2-40B4-BE49-F238E27FC236}">
                <a16:creationId xmlns:a16="http://schemas.microsoft.com/office/drawing/2014/main" id="{C383FDF8-D9AE-6BA9-19D7-70E759A55A66}"/>
              </a:ext>
            </a:extLst>
          </p:cNvPr>
          <p:cNvSpPr/>
          <p:nvPr/>
        </p:nvSpPr>
        <p:spPr>
          <a:xfrm>
            <a:off x="5222302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1" name="Cube 360">
            <a:extLst>
              <a:ext uri="{FF2B5EF4-FFF2-40B4-BE49-F238E27FC236}">
                <a16:creationId xmlns:a16="http://schemas.microsoft.com/office/drawing/2014/main" id="{0B72844C-3EF9-86B8-C162-805E31112294}"/>
              </a:ext>
            </a:extLst>
          </p:cNvPr>
          <p:cNvSpPr/>
          <p:nvPr/>
        </p:nvSpPr>
        <p:spPr>
          <a:xfrm>
            <a:off x="5222302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2" name="Cube 361">
            <a:extLst>
              <a:ext uri="{FF2B5EF4-FFF2-40B4-BE49-F238E27FC236}">
                <a16:creationId xmlns:a16="http://schemas.microsoft.com/office/drawing/2014/main" id="{5150D18C-4D3A-A851-8F7B-47D565046C11}"/>
              </a:ext>
            </a:extLst>
          </p:cNvPr>
          <p:cNvSpPr/>
          <p:nvPr/>
        </p:nvSpPr>
        <p:spPr>
          <a:xfrm>
            <a:off x="5222302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3" name="Cube 362">
            <a:extLst>
              <a:ext uri="{FF2B5EF4-FFF2-40B4-BE49-F238E27FC236}">
                <a16:creationId xmlns:a16="http://schemas.microsoft.com/office/drawing/2014/main" id="{D5BA05DF-6EB5-05B7-DF10-F34EF84B490A}"/>
              </a:ext>
            </a:extLst>
          </p:cNvPr>
          <p:cNvSpPr/>
          <p:nvPr/>
        </p:nvSpPr>
        <p:spPr>
          <a:xfrm>
            <a:off x="5222302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4" name="Cube 363">
            <a:extLst>
              <a:ext uri="{FF2B5EF4-FFF2-40B4-BE49-F238E27FC236}">
                <a16:creationId xmlns:a16="http://schemas.microsoft.com/office/drawing/2014/main" id="{D954C426-1883-A23E-77F0-0B733DA4D4EB}"/>
              </a:ext>
            </a:extLst>
          </p:cNvPr>
          <p:cNvSpPr/>
          <p:nvPr/>
        </p:nvSpPr>
        <p:spPr>
          <a:xfrm>
            <a:off x="5222302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5" name="Cube 364">
            <a:extLst>
              <a:ext uri="{FF2B5EF4-FFF2-40B4-BE49-F238E27FC236}">
                <a16:creationId xmlns:a16="http://schemas.microsoft.com/office/drawing/2014/main" id="{6C0E68B2-520E-58AF-6ADB-A6799E1F7597}"/>
              </a:ext>
            </a:extLst>
          </p:cNvPr>
          <p:cNvSpPr/>
          <p:nvPr/>
        </p:nvSpPr>
        <p:spPr>
          <a:xfrm>
            <a:off x="5222302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2481CF-8BE2-B239-33E4-D9DE25C9EFD6}"/>
              </a:ext>
            </a:extLst>
          </p:cNvPr>
          <p:cNvGrpSpPr/>
          <p:nvPr/>
        </p:nvGrpSpPr>
        <p:grpSpPr>
          <a:xfrm>
            <a:off x="4723538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21ECF183-9843-10BD-9A43-221555D6CC8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B96DEC9A-5E94-0301-BC19-C54688B8B38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79D3B83C-E66C-6823-FC8D-4D6D98E9F0C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1FB90D73-53B6-F801-8E63-9EAB2898D79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863DECE5-A5BF-257A-32A8-7EC603EF178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3F50D8C4-A113-EAAC-6DE6-13298DF6838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484B82C6-FADD-5B31-3D5F-11F3FB2DEB0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FFC91198-6B88-52B2-9F66-452260D2B1F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10933DC2-42B7-88E5-2404-AC0CE1A2320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652DB570-BDD0-0DC6-5FEB-C62903BA740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F950517-100E-A314-0600-E9F5F54C6D57}"/>
              </a:ext>
            </a:extLst>
          </p:cNvPr>
          <p:cNvGrpSpPr/>
          <p:nvPr/>
        </p:nvGrpSpPr>
        <p:grpSpPr>
          <a:xfrm>
            <a:off x="4224774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FD2B626E-261C-6740-0803-D158A775FCE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DB1AB694-B779-1B33-669E-AE133A220D5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329A55DF-F36A-11AF-C9B3-83FD4099331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A2E786D3-A9E6-5AA7-B050-8D1158BA03F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86A1C9E0-FC0C-4269-9BC4-15D8BDF71BE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B5265513-692D-FD34-727F-E3626A465B4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2B3ACAE2-E9A4-CC9F-75BF-3F04C8B1972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A362ED39-9548-B9FF-532E-386D7BBBAFF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D37DF4E4-94F2-9E42-4AB3-C5983186FFE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" name="Cube 35">
              <a:extLst>
                <a:ext uri="{FF2B5EF4-FFF2-40B4-BE49-F238E27FC236}">
                  <a16:creationId xmlns:a16="http://schemas.microsoft.com/office/drawing/2014/main" id="{4937E0A1-8AB2-C502-81C2-FCFE45D0715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7FE1210-C0A0-2C08-BF4C-70B15EE9682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3083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" grpId="0" animBg="1"/>
      <p:bldP spid="359" grpId="0" animBg="1"/>
      <p:bldP spid="360" grpId="0" animBg="1"/>
      <p:bldP spid="361" grpId="0" animBg="1"/>
      <p:bldP spid="362" grpId="0" animBg="1"/>
      <p:bldP spid="363" grpId="0" animBg="1"/>
      <p:bldP spid="364" grpId="0" animBg="1"/>
      <p:bldP spid="36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0.34   −   0.17   =   _________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83F812CF-FE7F-39C5-E42F-CB039CB83989}"/>
              </a:ext>
            </a:extLst>
          </p:cNvPr>
          <p:cNvSpPr/>
          <p:nvPr/>
        </p:nvSpPr>
        <p:spPr>
          <a:xfrm>
            <a:off x="5006172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4076699E-0C0D-CA49-CF06-FE1ED0A89A5C}"/>
              </a:ext>
            </a:extLst>
          </p:cNvPr>
          <p:cNvSpPr/>
          <p:nvPr/>
        </p:nvSpPr>
        <p:spPr>
          <a:xfrm>
            <a:off x="5006172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DEDD40FA-2343-826C-2A08-76F66B984419}"/>
              </a:ext>
            </a:extLst>
          </p:cNvPr>
          <p:cNvSpPr/>
          <p:nvPr/>
        </p:nvSpPr>
        <p:spPr>
          <a:xfrm>
            <a:off x="5006172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DEDE8B7E-8FC5-6236-E155-F2D48AF6AA81}"/>
              </a:ext>
            </a:extLst>
          </p:cNvPr>
          <p:cNvSpPr/>
          <p:nvPr/>
        </p:nvSpPr>
        <p:spPr>
          <a:xfrm>
            <a:off x="5006172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B3D03921-D46D-99C5-5E15-106ADC770E62}"/>
              </a:ext>
            </a:extLst>
          </p:cNvPr>
          <p:cNvSpPr/>
          <p:nvPr/>
        </p:nvSpPr>
        <p:spPr>
          <a:xfrm>
            <a:off x="5006172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CB8D9BF6-1E4F-F9F6-5D69-2A84206806B1}"/>
              </a:ext>
            </a:extLst>
          </p:cNvPr>
          <p:cNvSpPr/>
          <p:nvPr/>
        </p:nvSpPr>
        <p:spPr>
          <a:xfrm>
            <a:off x="5006172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C8AD0109-F304-B757-F1E0-44734B4611B2}"/>
              </a:ext>
            </a:extLst>
          </p:cNvPr>
          <p:cNvSpPr/>
          <p:nvPr/>
        </p:nvSpPr>
        <p:spPr>
          <a:xfrm>
            <a:off x="5006172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D7DE3E0-DB0F-56E2-DAE3-005E25C94561}"/>
              </a:ext>
            </a:extLst>
          </p:cNvPr>
          <p:cNvGrpSpPr/>
          <p:nvPr/>
        </p:nvGrpSpPr>
        <p:grpSpPr>
          <a:xfrm>
            <a:off x="4503252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9794722F-4869-C997-E702-6526E747FD2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E917C27F-BB0A-AEBE-E498-D440F1A1E93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2C8AF9D5-2168-7CDE-566F-CB0877342EB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AA6B6807-9010-3A32-961E-54B9A7BC508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9" name="Cube 38">
              <a:extLst>
                <a:ext uri="{FF2B5EF4-FFF2-40B4-BE49-F238E27FC236}">
                  <a16:creationId xmlns:a16="http://schemas.microsoft.com/office/drawing/2014/main" id="{FC21740C-1E13-71B6-959C-1CDA60A25AB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3EA0A7A1-3615-A2EF-264E-8F7EFB7296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48E71C0D-627E-6FFD-8C34-2C2504D111A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D7765DA8-251E-7159-FC8B-4A3773406DD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3A639B9F-B5A1-D1B6-FB14-E754F3D7FFFE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EC36346B-98DC-510A-F89D-10F59F6D16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A700E43-027D-9B2E-0B2F-D6ACF7E250B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2086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1.26   −   0.78   =   _________</a:t>
            </a:r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1FC07ED2-EB2D-803F-80B5-92BEB6C41EC2}"/>
              </a:ext>
            </a:extLst>
          </p:cNvPr>
          <p:cNvSpPr/>
          <p:nvPr/>
        </p:nvSpPr>
        <p:spPr>
          <a:xfrm>
            <a:off x="530958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FA1CF1BB-20DB-9770-5E62-2F32EE590FDD}"/>
              </a:ext>
            </a:extLst>
          </p:cNvPr>
          <p:cNvSpPr/>
          <p:nvPr/>
        </p:nvSpPr>
        <p:spPr>
          <a:xfrm>
            <a:off x="530958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Cube 18">
            <a:extLst>
              <a:ext uri="{FF2B5EF4-FFF2-40B4-BE49-F238E27FC236}">
                <a16:creationId xmlns:a16="http://schemas.microsoft.com/office/drawing/2014/main" id="{B083104C-52F8-F16A-CF14-514D327D6E48}"/>
              </a:ext>
            </a:extLst>
          </p:cNvPr>
          <p:cNvSpPr/>
          <p:nvPr/>
        </p:nvSpPr>
        <p:spPr>
          <a:xfrm>
            <a:off x="530958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Cube 19">
            <a:extLst>
              <a:ext uri="{FF2B5EF4-FFF2-40B4-BE49-F238E27FC236}">
                <a16:creationId xmlns:a16="http://schemas.microsoft.com/office/drawing/2014/main" id="{0ACE1C16-42EE-F7AD-CC69-EDAB2AE60E9A}"/>
              </a:ext>
            </a:extLst>
          </p:cNvPr>
          <p:cNvSpPr/>
          <p:nvPr/>
        </p:nvSpPr>
        <p:spPr>
          <a:xfrm>
            <a:off x="5309586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Cube 20">
            <a:extLst>
              <a:ext uri="{FF2B5EF4-FFF2-40B4-BE49-F238E27FC236}">
                <a16:creationId xmlns:a16="http://schemas.microsoft.com/office/drawing/2014/main" id="{193ED994-1ADB-0B99-1BCB-9E3C715E8689}"/>
              </a:ext>
            </a:extLst>
          </p:cNvPr>
          <p:cNvSpPr/>
          <p:nvPr/>
        </p:nvSpPr>
        <p:spPr>
          <a:xfrm>
            <a:off x="5309586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Cube 21">
            <a:extLst>
              <a:ext uri="{FF2B5EF4-FFF2-40B4-BE49-F238E27FC236}">
                <a16:creationId xmlns:a16="http://schemas.microsoft.com/office/drawing/2014/main" id="{E29C66F8-24AA-0219-58A1-B9542FE191AD}"/>
              </a:ext>
            </a:extLst>
          </p:cNvPr>
          <p:cNvSpPr/>
          <p:nvPr/>
        </p:nvSpPr>
        <p:spPr>
          <a:xfrm>
            <a:off x="5309586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Cube 22">
            <a:extLst>
              <a:ext uri="{FF2B5EF4-FFF2-40B4-BE49-F238E27FC236}">
                <a16:creationId xmlns:a16="http://schemas.microsoft.com/office/drawing/2014/main" id="{78A71E0C-35E4-16A5-6B25-E099C9F12870}"/>
              </a:ext>
            </a:extLst>
          </p:cNvPr>
          <p:cNvSpPr/>
          <p:nvPr/>
        </p:nvSpPr>
        <p:spPr>
          <a:xfrm>
            <a:off x="5309586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Cube 23">
            <a:extLst>
              <a:ext uri="{FF2B5EF4-FFF2-40B4-BE49-F238E27FC236}">
                <a16:creationId xmlns:a16="http://schemas.microsoft.com/office/drawing/2014/main" id="{1B9B29AF-6881-52D3-FC75-0A8B4280713A}"/>
              </a:ext>
            </a:extLst>
          </p:cNvPr>
          <p:cNvSpPr/>
          <p:nvPr/>
        </p:nvSpPr>
        <p:spPr>
          <a:xfrm>
            <a:off x="5309586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32355CB-7ADF-F85C-5291-EB8FF35F92FE}"/>
              </a:ext>
            </a:extLst>
          </p:cNvPr>
          <p:cNvGrpSpPr/>
          <p:nvPr/>
        </p:nvGrpSpPr>
        <p:grpSpPr>
          <a:xfrm>
            <a:off x="480666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5C1B015B-4808-54FC-D1A1-5A1DBFBB149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ED0D885C-E70D-30FE-8D66-B3E260E9DC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07055B72-5759-A7A8-7E23-91F727AC31D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A821C1E1-E9DE-FFAD-63FD-48898866AD9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148A83F5-E9AD-9C74-F77F-6F34EEC7ECC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D5035D7D-1825-3780-55C5-62CD25D092B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5F93058A-753A-C82D-DD1C-0D8B5C06BBD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A5280886-DABE-DDD8-E02A-A8F109A4F8C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" name="Cube 35">
              <a:extLst>
                <a:ext uri="{FF2B5EF4-FFF2-40B4-BE49-F238E27FC236}">
                  <a16:creationId xmlns:a16="http://schemas.microsoft.com/office/drawing/2014/main" id="{50409D20-C45A-C7C8-A3F3-40F388F6615A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DD5DEC8D-C384-3002-74E3-195BA1B56A8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15D04DA-921B-D100-95A4-AE1131CF577A}"/>
              </a:ext>
            </a:extLst>
          </p:cNvPr>
          <p:cNvGrpSpPr/>
          <p:nvPr/>
        </p:nvGrpSpPr>
        <p:grpSpPr>
          <a:xfrm>
            <a:off x="4299589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A49CA87F-7FD7-0D11-4C09-7F90C35B3C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DD3CB907-46C3-B2A9-FF3C-66E15A996C7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BCE19AEC-7F18-44FF-D33B-F51CDA15FB5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DDCE68EF-74BB-0375-9569-B249C33495D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421F0B5D-E1B4-6248-1B85-5165F12148C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3EABD8DF-1185-7D08-3900-C0774BA4AEF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534F8420-02EF-848C-50CC-6A616D23635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9C8F0A14-E844-F5AC-3EEA-E7C1EBD014B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B519993B-74A9-5E3E-F452-AA3AA966A48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BD919366-BB40-4543-F0D3-10FC2607B73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8C138B0-DE70-F21C-8367-DC38E0BD28D9}"/>
              </a:ext>
            </a:extLst>
          </p:cNvPr>
          <p:cNvGrpSpPr/>
          <p:nvPr/>
        </p:nvGrpSpPr>
        <p:grpSpPr>
          <a:xfrm>
            <a:off x="3792512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2EEC7DCF-46AD-2CE9-3DD8-5725D4F4138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E6066492-A3D7-CA83-7FDB-683D63762AF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8C6B8FF3-02A5-7538-276B-1C872C6BCF6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53FC3B99-D15E-4BB8-DF1A-CCF017B172D1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058F9319-4B24-A71E-47DB-4AEDFF38089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6148CBB2-9C03-2496-08C3-6B4249C3C37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A5D95565-BF71-30E9-4A45-BB24188786D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94A9DC7A-8C30-63D0-4E08-60F17BF9336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36A9DD19-D8B8-12F2-BE10-CFE158038FFD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7" name="Cube 66">
              <a:extLst>
                <a:ext uri="{FF2B5EF4-FFF2-40B4-BE49-F238E27FC236}">
                  <a16:creationId xmlns:a16="http://schemas.microsoft.com/office/drawing/2014/main" id="{F962C91D-F4EE-0005-6201-715E17AB9EC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2988098-2EB3-09CC-B10B-2EAAA6109918}"/>
              </a:ext>
            </a:extLst>
          </p:cNvPr>
          <p:cNvGrpSpPr/>
          <p:nvPr/>
        </p:nvGrpSpPr>
        <p:grpSpPr>
          <a:xfrm>
            <a:off x="3277124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D1A10229-9AAD-2E4B-63C3-4149BDB374E5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F866D22F-2593-2D10-0FE3-83C973B4820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F8CD156F-1450-A1D9-0CD5-65CC1827AE3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693909C8-602D-7FBC-A1F5-6BEEB382332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600814EF-41A7-272B-13E1-E0C43C9FFFF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FFBD1155-4355-6AA6-4E8C-93C710101A1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9AE8C63D-8593-F920-DCCD-8DCA911571F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D59A004A-5617-C418-FFCD-DA640064678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217B28EB-0637-5F24-92C2-3FBAB7451B4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9" name="Cube 88">
              <a:extLst>
                <a:ext uri="{FF2B5EF4-FFF2-40B4-BE49-F238E27FC236}">
                  <a16:creationId xmlns:a16="http://schemas.microsoft.com/office/drawing/2014/main" id="{37160E6C-6C25-31C7-C962-D3130593DD4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21ABF80-A9E3-BCA3-173E-AC14B287946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7305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10465</TotalTime>
  <Words>355</Words>
  <Application>Microsoft Office PowerPoint</Application>
  <PresentationFormat>A4 Paper (210x297 mm)</PresentationFormat>
  <Paragraphs>81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502</cp:revision>
  <cp:lastPrinted>2017-12-31T22:38:51Z</cp:lastPrinted>
  <dcterms:created xsi:type="dcterms:W3CDTF">2017-01-17T16:57:04Z</dcterms:created>
  <dcterms:modified xsi:type="dcterms:W3CDTF">2024-05-22T12:36:28Z</dcterms:modified>
</cp:coreProperties>
</file>