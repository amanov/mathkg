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7"/>
  </p:notesMasterIdLst>
  <p:sldIdLst>
    <p:sldId id="940" r:id="rId3"/>
    <p:sldId id="851" r:id="rId4"/>
    <p:sldId id="852" r:id="rId5"/>
    <p:sldId id="941" r:id="rId6"/>
  </p:sldIdLst>
  <p:sldSz cx="9906000" cy="6858000" type="A4"/>
  <p:notesSz cx="6669088" cy="9926638"/>
  <p:embeddedFontLst>
    <p:embeddedFont>
      <p:font typeface="Cambria Math" panose="02040503050406030204" pitchFamily="18" charset="0"/>
      <p:regular r:id="rId8"/>
    </p:embeddedFont>
    <p:embeddedFont>
      <p:font typeface="Ravie" panose="04040805050809020602" pitchFamily="82" charset="0"/>
      <p:regular r:id="rId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40"/>
          </p14:sldIdLst>
        </p14:section>
        <p14:section name="Суроолор" id="{A762EA83-E639-46EB-896F-C5F39615FAD1}">
          <p14:sldIdLst>
            <p14:sldId id="851"/>
            <p14:sldId id="852"/>
          </p14:sldIdLst>
        </p14:section>
        <p14:section name="Кайтарым байланыш" id="{F3D720CF-F566-46A6-9361-125255B68FA6}">
          <p14:sldIdLst>
            <p14:sldId id="94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viewProps" Target="viewProps.xml"/><Relationship Id="rId5" Type="http://schemas.openxmlformats.org/officeDocument/2006/relationships/slide" Target="slides/slide3.xml"/><Relationship Id="rId10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29/08/2024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8/29/2024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6715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8/29/2024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6694241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8/29/2024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835232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8/29/2024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431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8/29/2024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9356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8/29/2024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49071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8/29/2024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99353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8/29/2024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8534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8/29/2024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822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50932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8/29/2024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1856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0803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735226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24353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8/29/2024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728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25EA81-A56A-F313-A57E-1902D826223E}"/>
              </a:ext>
            </a:extLst>
          </p:cNvPr>
          <p:cNvSpPr txBox="1"/>
          <p:nvPr/>
        </p:nvSpPr>
        <p:spPr>
          <a:xfrm>
            <a:off x="345440" y="1341121"/>
            <a:ext cx="860552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Ондуктарды бөлчөккө – 3 – ту таштыр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окуучулардын эки командасын сыноо үчүн тез оюн.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 команданын окуучусу суроону тандап, андан кийин тиешелүү жоопту бериши керек.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Ошол команда үчүн квадратты талап кылуу үчүн жооп кутучасынын тиешелүү көлөкө тарабын чыкылдатыңыз/тийиңиз.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 катары менен туташтырган утат!</a:t>
            </a: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 слайддарынын кыйынчылык деңгээли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барган сайын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жогорулайт.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itle 3">
            <a:extLst>
              <a:ext uri="{FF2B5EF4-FFF2-40B4-BE49-F238E27FC236}">
                <a16:creationId xmlns:a16="http://schemas.microsoft.com/office/drawing/2014/main" id="{A5549679-E227-A24B-8160-3267950C6BC5}"/>
              </a:ext>
            </a:extLst>
          </p:cNvPr>
          <p:cNvSpPr txBox="1">
            <a:spLocks/>
          </p:cNvSpPr>
          <p:nvPr/>
        </p:nvSpPr>
        <p:spPr>
          <a:xfrm>
            <a:off x="71120" y="279718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1773566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9238789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67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99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89238789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r="-30094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r="-199531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r="-10047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r="-472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0000" r="-30094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100000" r="-19953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100000" r="-10047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100000" r="-47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0943" r="-300943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00943" r="-199531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00943" r="-100472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00943" r="-472" b="-100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99531" r="-300943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99531" r="-199531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99531" r="-100472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99531" r="-472" b="-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072627"/>
              </p:ext>
            </p:extLst>
          </p:nvPr>
        </p:nvGraphicFramePr>
        <p:xfrm>
          <a:off x="52755" y="79131"/>
          <a:ext cx="4411692" cy="664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374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141318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922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chemeClr val="tx1"/>
                          </a:solidFill>
                          <a:latin typeface="Ravie" panose="04040805050809020602" pitchFamily="82" charset="0"/>
                        </a:rPr>
                        <a:t>Суроолор</a:t>
                      </a:r>
                      <a:endParaRPr lang="en-GB" sz="3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0.67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409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7990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3-т</a:t>
            </a:r>
            <a:r>
              <a:rPr kumimoji="0" lang="ru-RU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</a:t>
            </a:r>
            <a:r>
              <a:rPr lang="ru-RU" sz="4800" dirty="0">
                <a:latin typeface="Ravie" panose="04040805050809020602" pitchFamily="82" charset="0"/>
              </a:rPr>
              <a:t> Туташтыр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9" y="964311"/>
            <a:ext cx="4007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 торчо</a:t>
            </a:r>
            <a:r>
              <a:rPr lang="ky-KG" sz="3200" b="1" dirty="0">
                <a:latin typeface="Ravie" panose="04040805050809020602" pitchFamily="82" charset="0"/>
              </a:rPr>
              <a:t>су</a:t>
            </a:r>
            <a:endParaRPr lang="en-GB" sz="3200" b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66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5667661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17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23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13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19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11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49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33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7</m:t>
                                    </m:r>
                                  </m:num>
                                  <m:den>
                                    <m:r>
                                      <a:rPr lang="en-GB" sz="3600" b="0" i="1" dirty="0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GB" sz="3600" b="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8" name="Table 87">
                <a:extLst>
                  <a:ext uri="{FF2B5EF4-FFF2-40B4-BE49-F238E27FC236}">
                    <a16:creationId xmlns:a16="http://schemas.microsoft.com/office/drawing/2014/main" id="{F0FB5B1D-69AC-483C-9C68-E5E31C8B58D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75667661"/>
                  </p:ext>
                </p:extLst>
              </p:nvPr>
            </p:nvGraphicFramePr>
            <p:xfrm>
              <a:off x="4608496" y="1531911"/>
              <a:ext cx="5168552" cy="518541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92138">
                      <a:extLst>
                        <a:ext uri="{9D8B030D-6E8A-4147-A177-3AD203B41FA5}">
                          <a16:colId xmlns:a16="http://schemas.microsoft.com/office/drawing/2014/main" val="3926725342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14648582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088939633"/>
                        </a:ext>
                      </a:extLst>
                    </a:gridCol>
                    <a:gridCol w="1292138">
                      <a:extLst>
                        <a:ext uri="{9D8B030D-6E8A-4147-A177-3AD203B41FA5}">
                          <a16:colId xmlns:a16="http://schemas.microsoft.com/office/drawing/2014/main" val="3508545897"/>
                        </a:ext>
                      </a:extLst>
                    </a:gridCol>
                  </a:tblGrid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r="-300943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r="-199531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r="-100472" b="-3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r="-472" b="-3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28675500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100000" r="-300943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100000" r="-199531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100000" r="-100472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100000" r="-472" b="-2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08309862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00943" r="-300943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00943" r="-199531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00943" r="-100472" b="-1009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00943" r="-472" b="-1009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1593046"/>
                      </a:ext>
                    </a:extLst>
                  </a:tr>
                  <a:tr h="129635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t="-299531" r="-300943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99531" t="-299531" r="-199531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472" t="-299531" r="-100472" b="-4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0698" marR="50698" marT="50698" marB="50698"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472" t="-299531" r="-472" b="-4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4656392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6" name="Rectangle 185">
            <a:extLst>
              <a:ext uri="{FF2B5EF4-FFF2-40B4-BE49-F238E27FC236}">
                <a16:creationId xmlns:a16="http://schemas.microsoft.com/office/drawing/2014/main" id="{62675465-07BE-4C08-AFCE-7FEF3769919F}"/>
              </a:ext>
            </a:extLst>
          </p:cNvPr>
          <p:cNvSpPr/>
          <p:nvPr/>
        </p:nvSpPr>
        <p:spPr>
          <a:xfrm>
            <a:off x="9138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A39AFF5B-617B-4C69-AE20-062BB534C4AA}"/>
              </a:ext>
            </a:extLst>
          </p:cNvPr>
          <p:cNvSpPr/>
          <p:nvPr/>
        </p:nvSpPr>
        <p:spPr>
          <a:xfrm rot="10800000">
            <a:off x="8490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8" name="Rectangle 187">
            <a:extLst>
              <a:ext uri="{FF2B5EF4-FFF2-40B4-BE49-F238E27FC236}">
                <a16:creationId xmlns:a16="http://schemas.microsoft.com/office/drawing/2014/main" id="{7F4031DD-441E-4A13-95AE-9DB7C32715C0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62F740BD-84DF-4C95-89B8-9E769E123519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F6E4B9A-CCC4-408A-92D6-AF0A7B46D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2469448"/>
              </p:ext>
            </p:extLst>
          </p:nvPr>
        </p:nvGraphicFramePr>
        <p:xfrm>
          <a:off x="52755" y="79131"/>
          <a:ext cx="4411692" cy="664782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0374">
                  <a:extLst>
                    <a:ext uri="{9D8B030D-6E8A-4147-A177-3AD203B41FA5}">
                      <a16:colId xmlns:a16="http://schemas.microsoft.com/office/drawing/2014/main" val="1783487117"/>
                    </a:ext>
                  </a:extLst>
                </a:gridCol>
                <a:gridCol w="2141318">
                  <a:extLst>
                    <a:ext uri="{9D8B030D-6E8A-4147-A177-3AD203B41FA5}">
                      <a16:colId xmlns:a16="http://schemas.microsoft.com/office/drawing/2014/main" val="287481676"/>
                    </a:ext>
                  </a:extLst>
                </a:gridCol>
              </a:tblGrid>
              <a:tr h="592213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3200" dirty="0">
                          <a:solidFill>
                            <a:schemeClr val="tx1"/>
                          </a:solidFill>
                          <a:latin typeface="Ravie" panose="04040805050809020602" pitchFamily="82" charset="0"/>
                        </a:rPr>
                        <a:t>Суроолор</a:t>
                      </a:r>
                      <a:endParaRPr lang="en-GB" sz="32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24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5720" marR="4572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6607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6825991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72287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696694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0.14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7597803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0.55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0.85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9679166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0.75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986815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0.98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0798909"/>
                  </a:ext>
                </a:extLst>
              </a:tr>
              <a:tr h="756951">
                <a:tc>
                  <a:txBody>
                    <a:bodyPr/>
                    <a:lstStyle/>
                    <a:p>
                      <a:pPr algn="ctr"/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0.03</a:t>
                      </a:r>
                    </a:p>
                  </a:txBody>
                  <a:tcPr marL="0" marR="0" marT="0" marB="0"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4000" b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0.66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10340960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3F9E95B-D71B-4C19-BEF1-A48C15169383}"/>
              </a:ext>
            </a:extLst>
          </p:cNvPr>
          <p:cNvSpPr txBox="1"/>
          <p:nvPr/>
        </p:nvSpPr>
        <p:spPr>
          <a:xfrm>
            <a:off x="4987400" y="70090"/>
            <a:ext cx="486584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800" dirty="0">
                <a:latin typeface="Ravie" panose="04040805050809020602" pitchFamily="82" charset="0"/>
              </a:rPr>
              <a:t>3-т</a:t>
            </a:r>
            <a:r>
              <a:rPr kumimoji="0" lang="ru-RU" sz="4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ү</a:t>
            </a:r>
            <a:r>
              <a:rPr lang="ru-RU" sz="4800" dirty="0">
                <a:latin typeface="Ravie" panose="04040805050809020602" pitchFamily="82" charset="0"/>
              </a:rPr>
              <a:t> Туташтыр</a:t>
            </a:r>
            <a:endParaRPr lang="en-GB" sz="4800" dirty="0">
              <a:latin typeface="Ravie" panose="04040805050809020602" pitchFamily="82" charset="0"/>
            </a:endParaRPr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A50162D6-872D-43BB-9FEF-EECF6FC53B01}"/>
              </a:ext>
            </a:extLst>
          </p:cNvPr>
          <p:cNvSpPr/>
          <p:nvPr/>
        </p:nvSpPr>
        <p:spPr>
          <a:xfrm>
            <a:off x="5250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64FDF907-EF28-4FA8-8214-DDF40006FA84}"/>
              </a:ext>
            </a:extLst>
          </p:cNvPr>
          <p:cNvSpPr/>
          <p:nvPr/>
        </p:nvSpPr>
        <p:spPr>
          <a:xfrm rot="10800000">
            <a:off x="4602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EA4302C5-5B05-4159-A145-31D9AD79CE61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1A255DF-0050-467E-81DC-5CD96909E865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3F82E250-B4E6-4F44-811E-26FA95B46E2A}"/>
              </a:ext>
            </a:extLst>
          </p:cNvPr>
          <p:cNvSpPr/>
          <p:nvPr/>
        </p:nvSpPr>
        <p:spPr>
          <a:xfrm>
            <a:off x="4602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6" name="Rectangle 175">
            <a:extLst>
              <a:ext uri="{FF2B5EF4-FFF2-40B4-BE49-F238E27FC236}">
                <a16:creationId xmlns:a16="http://schemas.microsoft.com/office/drawing/2014/main" id="{7BF7E733-249B-4CBA-842C-4D6E70A095B5}"/>
              </a:ext>
            </a:extLst>
          </p:cNvPr>
          <p:cNvSpPr/>
          <p:nvPr/>
        </p:nvSpPr>
        <p:spPr>
          <a:xfrm>
            <a:off x="6546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1F6D0ADE-F371-4DF0-842D-8C6E6B3C5D47}"/>
              </a:ext>
            </a:extLst>
          </p:cNvPr>
          <p:cNvSpPr/>
          <p:nvPr/>
        </p:nvSpPr>
        <p:spPr>
          <a:xfrm rot="10800000">
            <a:off x="5898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8" name="Rectangle 177">
            <a:extLst>
              <a:ext uri="{FF2B5EF4-FFF2-40B4-BE49-F238E27FC236}">
                <a16:creationId xmlns:a16="http://schemas.microsoft.com/office/drawing/2014/main" id="{44E0094D-73D1-4761-8ABB-8170AECFF4DB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87F3274F-9FF0-4C63-9343-26746FC3C570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0" name="Rectangle 179">
            <a:extLst>
              <a:ext uri="{FF2B5EF4-FFF2-40B4-BE49-F238E27FC236}">
                <a16:creationId xmlns:a16="http://schemas.microsoft.com/office/drawing/2014/main" id="{09EBF7F7-DF54-4AEE-B7C5-08111334F2BA}"/>
              </a:ext>
            </a:extLst>
          </p:cNvPr>
          <p:cNvSpPr/>
          <p:nvPr/>
        </p:nvSpPr>
        <p:spPr>
          <a:xfrm>
            <a:off x="5898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47C2D886-F92B-4C9E-8604-8174D9A21FF1}"/>
              </a:ext>
            </a:extLst>
          </p:cNvPr>
          <p:cNvSpPr/>
          <p:nvPr/>
        </p:nvSpPr>
        <p:spPr>
          <a:xfrm>
            <a:off x="7842440" y="1542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F26F8B55-0FC0-4EBC-8D87-E3F9D10C2C87}"/>
              </a:ext>
            </a:extLst>
          </p:cNvPr>
          <p:cNvSpPr/>
          <p:nvPr/>
        </p:nvSpPr>
        <p:spPr>
          <a:xfrm rot="10800000">
            <a:off x="7194441" y="1542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02E58798-CC68-4003-B4FD-98ACB5F1946A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FC3E2E6B-7D6C-474B-905C-D87E4A28155D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AF37C3D8-FE98-4586-B07E-36D0C77CD1F7}"/>
              </a:ext>
            </a:extLst>
          </p:cNvPr>
          <p:cNvSpPr/>
          <p:nvPr/>
        </p:nvSpPr>
        <p:spPr>
          <a:xfrm>
            <a:off x="7194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1F6A9050-67F2-4DD6-B6D2-F6E0B9B81288}"/>
              </a:ext>
            </a:extLst>
          </p:cNvPr>
          <p:cNvSpPr/>
          <p:nvPr/>
        </p:nvSpPr>
        <p:spPr>
          <a:xfrm>
            <a:off x="8490440" y="1542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1" name="Rectangle 190">
            <a:extLst>
              <a:ext uri="{FF2B5EF4-FFF2-40B4-BE49-F238E27FC236}">
                <a16:creationId xmlns:a16="http://schemas.microsoft.com/office/drawing/2014/main" id="{B745BDC5-5118-4308-8A0F-FF6CE7C21039}"/>
              </a:ext>
            </a:extLst>
          </p:cNvPr>
          <p:cNvSpPr/>
          <p:nvPr/>
        </p:nvSpPr>
        <p:spPr>
          <a:xfrm>
            <a:off x="5250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2" name="Rectangle 191">
            <a:extLst>
              <a:ext uri="{FF2B5EF4-FFF2-40B4-BE49-F238E27FC236}">
                <a16:creationId xmlns:a16="http://schemas.microsoft.com/office/drawing/2014/main" id="{A8431C4F-B658-41DF-B38E-41E35B92C9B2}"/>
              </a:ext>
            </a:extLst>
          </p:cNvPr>
          <p:cNvSpPr/>
          <p:nvPr/>
        </p:nvSpPr>
        <p:spPr>
          <a:xfrm rot="10800000">
            <a:off x="4602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1EF3A9D6-6028-4428-9A9E-ECB34F25236C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DA7DDAC3-FDE4-44ED-9ECC-2B8D88E943C1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6209B313-12BE-4570-91BA-E37087F0DFEF}"/>
              </a:ext>
            </a:extLst>
          </p:cNvPr>
          <p:cNvSpPr/>
          <p:nvPr/>
        </p:nvSpPr>
        <p:spPr>
          <a:xfrm>
            <a:off x="4602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6" name="Rectangle 195">
            <a:extLst>
              <a:ext uri="{FF2B5EF4-FFF2-40B4-BE49-F238E27FC236}">
                <a16:creationId xmlns:a16="http://schemas.microsoft.com/office/drawing/2014/main" id="{5C41B541-3831-4072-9CF4-43E2AB8DA60B}"/>
              </a:ext>
            </a:extLst>
          </p:cNvPr>
          <p:cNvSpPr/>
          <p:nvPr/>
        </p:nvSpPr>
        <p:spPr>
          <a:xfrm>
            <a:off x="6546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7" name="Rectangle 196">
            <a:extLst>
              <a:ext uri="{FF2B5EF4-FFF2-40B4-BE49-F238E27FC236}">
                <a16:creationId xmlns:a16="http://schemas.microsoft.com/office/drawing/2014/main" id="{4C3F6B52-8E19-4679-B22F-5D70EC60FB54}"/>
              </a:ext>
            </a:extLst>
          </p:cNvPr>
          <p:cNvSpPr/>
          <p:nvPr/>
        </p:nvSpPr>
        <p:spPr>
          <a:xfrm rot="10800000">
            <a:off x="5898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A0F7FC00-144A-45F0-8E6F-0212A7320C7B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199" name="Rectangle 198">
            <a:extLst>
              <a:ext uri="{FF2B5EF4-FFF2-40B4-BE49-F238E27FC236}">
                <a16:creationId xmlns:a16="http://schemas.microsoft.com/office/drawing/2014/main" id="{67502935-F92F-4E3E-8C5C-634FED415A09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0" name="Rectangle 199">
            <a:extLst>
              <a:ext uri="{FF2B5EF4-FFF2-40B4-BE49-F238E27FC236}">
                <a16:creationId xmlns:a16="http://schemas.microsoft.com/office/drawing/2014/main" id="{3D51DE75-3A96-4ADC-ACE3-69ECB71F5BB1}"/>
              </a:ext>
            </a:extLst>
          </p:cNvPr>
          <p:cNvSpPr/>
          <p:nvPr/>
        </p:nvSpPr>
        <p:spPr>
          <a:xfrm>
            <a:off x="5898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1" name="Rectangle 200">
            <a:extLst>
              <a:ext uri="{FF2B5EF4-FFF2-40B4-BE49-F238E27FC236}">
                <a16:creationId xmlns:a16="http://schemas.microsoft.com/office/drawing/2014/main" id="{31D9427D-74D7-4851-AEB0-1E5E3E662EAB}"/>
              </a:ext>
            </a:extLst>
          </p:cNvPr>
          <p:cNvSpPr/>
          <p:nvPr/>
        </p:nvSpPr>
        <p:spPr>
          <a:xfrm>
            <a:off x="7842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2" name="Rectangle 201">
            <a:extLst>
              <a:ext uri="{FF2B5EF4-FFF2-40B4-BE49-F238E27FC236}">
                <a16:creationId xmlns:a16="http://schemas.microsoft.com/office/drawing/2014/main" id="{2579F212-214E-4F53-BC3E-3C9E46090A1E}"/>
              </a:ext>
            </a:extLst>
          </p:cNvPr>
          <p:cNvSpPr/>
          <p:nvPr/>
        </p:nvSpPr>
        <p:spPr>
          <a:xfrm rot="10800000">
            <a:off x="7194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3" name="Rectangle 202">
            <a:extLst>
              <a:ext uri="{FF2B5EF4-FFF2-40B4-BE49-F238E27FC236}">
                <a16:creationId xmlns:a16="http://schemas.microsoft.com/office/drawing/2014/main" id="{02A43986-452C-4CDB-A02E-EDAC834D5316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4" name="Rectangle 203">
            <a:extLst>
              <a:ext uri="{FF2B5EF4-FFF2-40B4-BE49-F238E27FC236}">
                <a16:creationId xmlns:a16="http://schemas.microsoft.com/office/drawing/2014/main" id="{D933DA31-F906-4730-8C7D-35541A1B2F5C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5" name="Rectangle 204">
            <a:extLst>
              <a:ext uri="{FF2B5EF4-FFF2-40B4-BE49-F238E27FC236}">
                <a16:creationId xmlns:a16="http://schemas.microsoft.com/office/drawing/2014/main" id="{B72613C6-CC1D-49B4-BBB0-A335552CE214}"/>
              </a:ext>
            </a:extLst>
          </p:cNvPr>
          <p:cNvSpPr/>
          <p:nvPr/>
        </p:nvSpPr>
        <p:spPr>
          <a:xfrm>
            <a:off x="7194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6" name="Rectangle 205">
            <a:extLst>
              <a:ext uri="{FF2B5EF4-FFF2-40B4-BE49-F238E27FC236}">
                <a16:creationId xmlns:a16="http://schemas.microsoft.com/office/drawing/2014/main" id="{00253ECC-47DD-40D7-9C6B-9C831B97C771}"/>
              </a:ext>
            </a:extLst>
          </p:cNvPr>
          <p:cNvSpPr/>
          <p:nvPr/>
        </p:nvSpPr>
        <p:spPr>
          <a:xfrm>
            <a:off x="9138440" y="2838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7" name="Rectangle 206">
            <a:extLst>
              <a:ext uri="{FF2B5EF4-FFF2-40B4-BE49-F238E27FC236}">
                <a16:creationId xmlns:a16="http://schemas.microsoft.com/office/drawing/2014/main" id="{D6A24C6B-2E3D-4CBA-BC56-61EFFF2983EC}"/>
              </a:ext>
            </a:extLst>
          </p:cNvPr>
          <p:cNvSpPr/>
          <p:nvPr/>
        </p:nvSpPr>
        <p:spPr>
          <a:xfrm rot="10800000">
            <a:off x="8490441" y="2838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B781F274-9E62-466C-A49A-77767D9C6C9F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09" name="Rectangle 208">
            <a:extLst>
              <a:ext uri="{FF2B5EF4-FFF2-40B4-BE49-F238E27FC236}">
                <a16:creationId xmlns:a16="http://schemas.microsoft.com/office/drawing/2014/main" id="{E0587DD8-365D-43E1-BEE9-43A0953A9AEC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0" name="Rectangle 209">
            <a:extLst>
              <a:ext uri="{FF2B5EF4-FFF2-40B4-BE49-F238E27FC236}">
                <a16:creationId xmlns:a16="http://schemas.microsoft.com/office/drawing/2014/main" id="{930C9A1A-2F97-4936-9A43-1EAFB05FFE7E}"/>
              </a:ext>
            </a:extLst>
          </p:cNvPr>
          <p:cNvSpPr/>
          <p:nvPr/>
        </p:nvSpPr>
        <p:spPr>
          <a:xfrm>
            <a:off x="8490440" y="2838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1" name="Rectangle 210">
            <a:extLst>
              <a:ext uri="{FF2B5EF4-FFF2-40B4-BE49-F238E27FC236}">
                <a16:creationId xmlns:a16="http://schemas.microsoft.com/office/drawing/2014/main" id="{8E0C0616-1816-4BAB-A5CC-5F9D81E195AA}"/>
              </a:ext>
            </a:extLst>
          </p:cNvPr>
          <p:cNvSpPr/>
          <p:nvPr/>
        </p:nvSpPr>
        <p:spPr>
          <a:xfrm>
            <a:off x="5250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3BEA8652-F4A1-4135-B6BB-4510F7D864F6}"/>
              </a:ext>
            </a:extLst>
          </p:cNvPr>
          <p:cNvSpPr/>
          <p:nvPr/>
        </p:nvSpPr>
        <p:spPr>
          <a:xfrm rot="10800000">
            <a:off x="4602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3" name="Rectangle 212">
            <a:extLst>
              <a:ext uri="{FF2B5EF4-FFF2-40B4-BE49-F238E27FC236}">
                <a16:creationId xmlns:a16="http://schemas.microsoft.com/office/drawing/2014/main" id="{6429BC56-AA10-4CED-B781-D76B75CB561B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4" name="Rectangle 213">
            <a:extLst>
              <a:ext uri="{FF2B5EF4-FFF2-40B4-BE49-F238E27FC236}">
                <a16:creationId xmlns:a16="http://schemas.microsoft.com/office/drawing/2014/main" id="{8F73407F-B942-48B7-A721-2C2A5525E170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5" name="Rectangle 214">
            <a:extLst>
              <a:ext uri="{FF2B5EF4-FFF2-40B4-BE49-F238E27FC236}">
                <a16:creationId xmlns:a16="http://schemas.microsoft.com/office/drawing/2014/main" id="{A2EDED72-99F8-46FC-AF54-CC91185214B3}"/>
              </a:ext>
            </a:extLst>
          </p:cNvPr>
          <p:cNvSpPr/>
          <p:nvPr/>
        </p:nvSpPr>
        <p:spPr>
          <a:xfrm>
            <a:off x="4602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6" name="Rectangle 215">
            <a:extLst>
              <a:ext uri="{FF2B5EF4-FFF2-40B4-BE49-F238E27FC236}">
                <a16:creationId xmlns:a16="http://schemas.microsoft.com/office/drawing/2014/main" id="{98AFD714-EF72-46E2-A088-4DE8E97880D3}"/>
              </a:ext>
            </a:extLst>
          </p:cNvPr>
          <p:cNvSpPr/>
          <p:nvPr/>
        </p:nvSpPr>
        <p:spPr>
          <a:xfrm>
            <a:off x="6546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7" name="Rectangle 216">
            <a:extLst>
              <a:ext uri="{FF2B5EF4-FFF2-40B4-BE49-F238E27FC236}">
                <a16:creationId xmlns:a16="http://schemas.microsoft.com/office/drawing/2014/main" id="{79BA726C-860E-4DA5-B28F-408BA987FA0A}"/>
              </a:ext>
            </a:extLst>
          </p:cNvPr>
          <p:cNvSpPr/>
          <p:nvPr/>
        </p:nvSpPr>
        <p:spPr>
          <a:xfrm rot="10800000">
            <a:off x="5898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8" name="Rectangle 217">
            <a:extLst>
              <a:ext uri="{FF2B5EF4-FFF2-40B4-BE49-F238E27FC236}">
                <a16:creationId xmlns:a16="http://schemas.microsoft.com/office/drawing/2014/main" id="{4A74B3A9-6C18-4CBD-B06A-4B2D2A6E3006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19" name="Rectangle 218">
            <a:extLst>
              <a:ext uri="{FF2B5EF4-FFF2-40B4-BE49-F238E27FC236}">
                <a16:creationId xmlns:a16="http://schemas.microsoft.com/office/drawing/2014/main" id="{B6858F78-0EC9-427A-8F27-04B2A1D55CF0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0" name="Rectangle 219">
            <a:extLst>
              <a:ext uri="{FF2B5EF4-FFF2-40B4-BE49-F238E27FC236}">
                <a16:creationId xmlns:a16="http://schemas.microsoft.com/office/drawing/2014/main" id="{D16CFF13-63D2-4329-80E6-EA884914E7BE}"/>
              </a:ext>
            </a:extLst>
          </p:cNvPr>
          <p:cNvSpPr/>
          <p:nvPr/>
        </p:nvSpPr>
        <p:spPr>
          <a:xfrm>
            <a:off x="5898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30A269F0-311A-4552-9F92-B739B32D3064}"/>
              </a:ext>
            </a:extLst>
          </p:cNvPr>
          <p:cNvSpPr/>
          <p:nvPr/>
        </p:nvSpPr>
        <p:spPr>
          <a:xfrm>
            <a:off x="7842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2" name="Rectangle 221">
            <a:extLst>
              <a:ext uri="{FF2B5EF4-FFF2-40B4-BE49-F238E27FC236}">
                <a16:creationId xmlns:a16="http://schemas.microsoft.com/office/drawing/2014/main" id="{ACD9DC23-0D2E-48D0-AAF4-02C07A7CC218}"/>
              </a:ext>
            </a:extLst>
          </p:cNvPr>
          <p:cNvSpPr/>
          <p:nvPr/>
        </p:nvSpPr>
        <p:spPr>
          <a:xfrm rot="10800000">
            <a:off x="7194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3" name="Rectangle 222">
            <a:extLst>
              <a:ext uri="{FF2B5EF4-FFF2-40B4-BE49-F238E27FC236}">
                <a16:creationId xmlns:a16="http://schemas.microsoft.com/office/drawing/2014/main" id="{2F03A175-B6AE-4AEF-9D9C-D50883B3CA60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2029D8D7-B216-4F69-8DA3-4293BA7AC175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5" name="Rectangle 224">
            <a:extLst>
              <a:ext uri="{FF2B5EF4-FFF2-40B4-BE49-F238E27FC236}">
                <a16:creationId xmlns:a16="http://schemas.microsoft.com/office/drawing/2014/main" id="{953C0EF6-FD77-4BD6-BC04-E92315694807}"/>
              </a:ext>
            </a:extLst>
          </p:cNvPr>
          <p:cNvSpPr/>
          <p:nvPr/>
        </p:nvSpPr>
        <p:spPr>
          <a:xfrm>
            <a:off x="7194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6" name="Rectangle 225">
            <a:extLst>
              <a:ext uri="{FF2B5EF4-FFF2-40B4-BE49-F238E27FC236}">
                <a16:creationId xmlns:a16="http://schemas.microsoft.com/office/drawing/2014/main" id="{CD97CEA9-78E6-4C36-9F71-91C33E1CFE3A}"/>
              </a:ext>
            </a:extLst>
          </p:cNvPr>
          <p:cNvSpPr/>
          <p:nvPr/>
        </p:nvSpPr>
        <p:spPr>
          <a:xfrm>
            <a:off x="9138440" y="4134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7" name="Rectangle 226">
            <a:extLst>
              <a:ext uri="{FF2B5EF4-FFF2-40B4-BE49-F238E27FC236}">
                <a16:creationId xmlns:a16="http://schemas.microsoft.com/office/drawing/2014/main" id="{27167918-0B36-4CB5-958B-CE6F9D4CF9C7}"/>
              </a:ext>
            </a:extLst>
          </p:cNvPr>
          <p:cNvSpPr/>
          <p:nvPr/>
        </p:nvSpPr>
        <p:spPr>
          <a:xfrm rot="10800000">
            <a:off x="8490441" y="4134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8" name="Rectangle 227">
            <a:extLst>
              <a:ext uri="{FF2B5EF4-FFF2-40B4-BE49-F238E27FC236}">
                <a16:creationId xmlns:a16="http://schemas.microsoft.com/office/drawing/2014/main" id="{B835D401-E094-4FE3-9A1F-E1DC8A9E7EFB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29" name="Rectangle 228">
            <a:extLst>
              <a:ext uri="{FF2B5EF4-FFF2-40B4-BE49-F238E27FC236}">
                <a16:creationId xmlns:a16="http://schemas.microsoft.com/office/drawing/2014/main" id="{FC907535-5639-4C56-B074-CF05EED59705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0" name="Rectangle 229">
            <a:extLst>
              <a:ext uri="{FF2B5EF4-FFF2-40B4-BE49-F238E27FC236}">
                <a16:creationId xmlns:a16="http://schemas.microsoft.com/office/drawing/2014/main" id="{610185A1-337C-4699-96BF-E45792DC4DE2}"/>
              </a:ext>
            </a:extLst>
          </p:cNvPr>
          <p:cNvSpPr/>
          <p:nvPr/>
        </p:nvSpPr>
        <p:spPr>
          <a:xfrm>
            <a:off x="8490440" y="4134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1" name="Rectangle 230">
            <a:extLst>
              <a:ext uri="{FF2B5EF4-FFF2-40B4-BE49-F238E27FC236}">
                <a16:creationId xmlns:a16="http://schemas.microsoft.com/office/drawing/2014/main" id="{08C87F22-DDC5-4DD7-99B1-5E447E9A0AEA}"/>
              </a:ext>
            </a:extLst>
          </p:cNvPr>
          <p:cNvSpPr/>
          <p:nvPr/>
        </p:nvSpPr>
        <p:spPr>
          <a:xfrm>
            <a:off x="5250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2" name="Rectangle 231">
            <a:extLst>
              <a:ext uri="{FF2B5EF4-FFF2-40B4-BE49-F238E27FC236}">
                <a16:creationId xmlns:a16="http://schemas.microsoft.com/office/drawing/2014/main" id="{CBB470AB-7C30-4B58-BE8B-F38C5E2ADE95}"/>
              </a:ext>
            </a:extLst>
          </p:cNvPr>
          <p:cNvSpPr/>
          <p:nvPr/>
        </p:nvSpPr>
        <p:spPr>
          <a:xfrm rot="10800000">
            <a:off x="4602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3" name="Rectangle 232">
            <a:extLst>
              <a:ext uri="{FF2B5EF4-FFF2-40B4-BE49-F238E27FC236}">
                <a16:creationId xmlns:a16="http://schemas.microsoft.com/office/drawing/2014/main" id="{148343C4-9B0F-4935-8BBF-EF567C3EAFAD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4" name="Rectangle 233">
            <a:extLst>
              <a:ext uri="{FF2B5EF4-FFF2-40B4-BE49-F238E27FC236}">
                <a16:creationId xmlns:a16="http://schemas.microsoft.com/office/drawing/2014/main" id="{D4FAFFEB-90D7-4261-86F7-B7F1CBCD1925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5" name="Rectangle 234">
            <a:extLst>
              <a:ext uri="{FF2B5EF4-FFF2-40B4-BE49-F238E27FC236}">
                <a16:creationId xmlns:a16="http://schemas.microsoft.com/office/drawing/2014/main" id="{B2278E52-1E8A-4EA3-8C0F-301FF2D237D7}"/>
              </a:ext>
            </a:extLst>
          </p:cNvPr>
          <p:cNvSpPr/>
          <p:nvPr/>
        </p:nvSpPr>
        <p:spPr>
          <a:xfrm>
            <a:off x="4602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6" name="Rectangle 235">
            <a:extLst>
              <a:ext uri="{FF2B5EF4-FFF2-40B4-BE49-F238E27FC236}">
                <a16:creationId xmlns:a16="http://schemas.microsoft.com/office/drawing/2014/main" id="{1A7D40EA-D897-4680-9C9E-95A604B071C1}"/>
              </a:ext>
            </a:extLst>
          </p:cNvPr>
          <p:cNvSpPr/>
          <p:nvPr/>
        </p:nvSpPr>
        <p:spPr>
          <a:xfrm>
            <a:off x="6546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7" name="Rectangle 236">
            <a:extLst>
              <a:ext uri="{FF2B5EF4-FFF2-40B4-BE49-F238E27FC236}">
                <a16:creationId xmlns:a16="http://schemas.microsoft.com/office/drawing/2014/main" id="{249900C4-E900-4A37-BDAF-8BBD95ED7237}"/>
              </a:ext>
            </a:extLst>
          </p:cNvPr>
          <p:cNvSpPr/>
          <p:nvPr/>
        </p:nvSpPr>
        <p:spPr>
          <a:xfrm rot="10800000">
            <a:off x="5898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8" name="Rectangle 237">
            <a:extLst>
              <a:ext uri="{FF2B5EF4-FFF2-40B4-BE49-F238E27FC236}">
                <a16:creationId xmlns:a16="http://schemas.microsoft.com/office/drawing/2014/main" id="{F819064D-457F-4548-9487-87B9BC359777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39" name="Rectangle 238">
            <a:extLst>
              <a:ext uri="{FF2B5EF4-FFF2-40B4-BE49-F238E27FC236}">
                <a16:creationId xmlns:a16="http://schemas.microsoft.com/office/drawing/2014/main" id="{FED612D4-82F5-4C76-8AED-8B3D8ED7FACB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0" name="Rectangle 239">
            <a:extLst>
              <a:ext uri="{FF2B5EF4-FFF2-40B4-BE49-F238E27FC236}">
                <a16:creationId xmlns:a16="http://schemas.microsoft.com/office/drawing/2014/main" id="{FFE32A8D-5943-425C-81DA-F38EB64F768F}"/>
              </a:ext>
            </a:extLst>
          </p:cNvPr>
          <p:cNvSpPr/>
          <p:nvPr/>
        </p:nvSpPr>
        <p:spPr>
          <a:xfrm>
            <a:off x="5898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1" name="Rectangle 240">
            <a:extLst>
              <a:ext uri="{FF2B5EF4-FFF2-40B4-BE49-F238E27FC236}">
                <a16:creationId xmlns:a16="http://schemas.microsoft.com/office/drawing/2014/main" id="{462F9E53-909C-46DA-AF56-7E521EEBD4EE}"/>
              </a:ext>
            </a:extLst>
          </p:cNvPr>
          <p:cNvSpPr/>
          <p:nvPr/>
        </p:nvSpPr>
        <p:spPr>
          <a:xfrm>
            <a:off x="7842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2" name="Rectangle 241">
            <a:extLst>
              <a:ext uri="{FF2B5EF4-FFF2-40B4-BE49-F238E27FC236}">
                <a16:creationId xmlns:a16="http://schemas.microsoft.com/office/drawing/2014/main" id="{D680835F-6065-49CA-AAFD-A1448B22C9DD}"/>
              </a:ext>
            </a:extLst>
          </p:cNvPr>
          <p:cNvSpPr/>
          <p:nvPr/>
        </p:nvSpPr>
        <p:spPr>
          <a:xfrm rot="10800000">
            <a:off x="7194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3" name="Rectangle 242">
            <a:extLst>
              <a:ext uri="{FF2B5EF4-FFF2-40B4-BE49-F238E27FC236}">
                <a16:creationId xmlns:a16="http://schemas.microsoft.com/office/drawing/2014/main" id="{5EABF406-9F9F-493F-9EB6-D2EB05CFB153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4" name="Rectangle 243">
            <a:extLst>
              <a:ext uri="{FF2B5EF4-FFF2-40B4-BE49-F238E27FC236}">
                <a16:creationId xmlns:a16="http://schemas.microsoft.com/office/drawing/2014/main" id="{E4F8540D-149F-4543-B466-669FBA807515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5" name="Rectangle 244">
            <a:extLst>
              <a:ext uri="{FF2B5EF4-FFF2-40B4-BE49-F238E27FC236}">
                <a16:creationId xmlns:a16="http://schemas.microsoft.com/office/drawing/2014/main" id="{9547475C-A21F-4004-8D13-F978BFC4BD9A}"/>
              </a:ext>
            </a:extLst>
          </p:cNvPr>
          <p:cNvSpPr/>
          <p:nvPr/>
        </p:nvSpPr>
        <p:spPr>
          <a:xfrm>
            <a:off x="7194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6" name="Rectangle 245">
            <a:extLst>
              <a:ext uri="{FF2B5EF4-FFF2-40B4-BE49-F238E27FC236}">
                <a16:creationId xmlns:a16="http://schemas.microsoft.com/office/drawing/2014/main" id="{187F359F-1075-411A-8C13-B652493C90E5}"/>
              </a:ext>
            </a:extLst>
          </p:cNvPr>
          <p:cNvSpPr/>
          <p:nvPr/>
        </p:nvSpPr>
        <p:spPr>
          <a:xfrm>
            <a:off x="9138440" y="5430949"/>
            <a:ext cx="648000" cy="1296000"/>
          </a:xfrm>
          <a:prstGeom prst="rect">
            <a:avLst/>
          </a:prstGeom>
          <a:gradFill flip="none" rotWithShape="1">
            <a:gsLst>
              <a:gs pos="62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7" name="Rectangle 246">
            <a:extLst>
              <a:ext uri="{FF2B5EF4-FFF2-40B4-BE49-F238E27FC236}">
                <a16:creationId xmlns:a16="http://schemas.microsoft.com/office/drawing/2014/main" id="{8C4E5959-B853-41E9-A0C0-8EB4EEB3C0D0}"/>
              </a:ext>
            </a:extLst>
          </p:cNvPr>
          <p:cNvSpPr/>
          <p:nvPr/>
        </p:nvSpPr>
        <p:spPr>
          <a:xfrm rot="10800000">
            <a:off x="8490441" y="5430949"/>
            <a:ext cx="648000" cy="1296000"/>
          </a:xfrm>
          <a:prstGeom prst="rect">
            <a:avLst/>
          </a:prstGeom>
          <a:gradFill flip="none" rotWithShape="1">
            <a:gsLst>
              <a:gs pos="6500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  <a:gs pos="97000">
                <a:schemeClr val="accent2">
                  <a:lumMod val="60000"/>
                  <a:lumOff val="40000"/>
                </a:schemeClr>
              </a:gs>
            </a:gsLst>
            <a:lin ang="0" scaled="1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8" name="Rectangle 247">
            <a:extLst>
              <a:ext uri="{FF2B5EF4-FFF2-40B4-BE49-F238E27FC236}">
                <a16:creationId xmlns:a16="http://schemas.microsoft.com/office/drawing/2014/main" id="{C98E1FD5-DE2E-4592-8960-D494F3F78556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1">
              <a:lumMod val="40000"/>
              <a:lumOff val="6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49" name="Rectangle 248">
            <a:extLst>
              <a:ext uri="{FF2B5EF4-FFF2-40B4-BE49-F238E27FC236}">
                <a16:creationId xmlns:a16="http://schemas.microsoft.com/office/drawing/2014/main" id="{5D65DBB2-4EE8-411D-AB9D-E71C65147B0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solidFill>
            <a:schemeClr val="accent2">
              <a:lumMod val="60000"/>
              <a:lumOff val="40000"/>
              <a:alpha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0" name="Rectangle 249">
            <a:extLst>
              <a:ext uri="{FF2B5EF4-FFF2-40B4-BE49-F238E27FC236}">
                <a16:creationId xmlns:a16="http://schemas.microsoft.com/office/drawing/2014/main" id="{B833D34C-F502-4A90-A9C9-34645AB7A278}"/>
              </a:ext>
            </a:extLst>
          </p:cNvPr>
          <p:cNvSpPr/>
          <p:nvPr/>
        </p:nvSpPr>
        <p:spPr>
          <a:xfrm>
            <a:off x="8490440" y="5430949"/>
            <a:ext cx="1296000" cy="12960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46DC06-2922-4CC5-A10D-AE0DECC6F007}"/>
              </a:ext>
            </a:extLst>
          </p:cNvPr>
          <p:cNvSpPr/>
          <p:nvPr/>
        </p:nvSpPr>
        <p:spPr>
          <a:xfrm>
            <a:off x="4602440" y="957957"/>
            <a:ext cx="5183999" cy="575696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99564FC8-ABD0-4D18-9DA1-698A14DDCD30}"/>
              </a:ext>
            </a:extLst>
          </p:cNvPr>
          <p:cNvSpPr txBox="1"/>
          <p:nvPr/>
        </p:nvSpPr>
        <p:spPr>
          <a:xfrm>
            <a:off x="5190659" y="964311"/>
            <a:ext cx="40075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b="1" dirty="0">
                <a:latin typeface="Ravie" panose="04040805050809020602" pitchFamily="82" charset="0"/>
              </a:rPr>
              <a:t>Жооп торчо</a:t>
            </a:r>
            <a:r>
              <a:rPr lang="ky-KG" sz="3200" b="1" dirty="0">
                <a:latin typeface="Ravie" panose="04040805050809020602" pitchFamily="82" charset="0"/>
              </a:rPr>
              <a:t>су</a:t>
            </a:r>
            <a:endParaRPr lang="en-GB" sz="3200" b="1" dirty="0">
              <a:latin typeface="Ravie" panose="040408050508090206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9028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1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6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10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5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17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7"/>
                  </p:tgtEl>
                </p:cond>
              </p:nextCondLst>
            </p:seq>
            <p:seq concurrent="1" nextAc="seek">
              <p:cTn id="41" restart="whenNotActive" fill="hold" evtFilter="cancelBubble" nodeType="interactiveSeq">
                <p:stCondLst>
                  <p:cond evt="onClick" delay="0">
                    <p:tgtEl>
                      <p:spTgt spid="17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2" fill="hold">
                      <p:stCondLst>
                        <p:cond delay="0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76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8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2"/>
                  </p:tgtEl>
                </p:cond>
              </p:nextCondLst>
            </p:seq>
            <p:seq concurrent="1" nextAc="seek">
              <p:cTn id="67" restart="whenNotActive" fill="hold" evtFilter="cancelBubble" nodeType="interactiveSeq">
                <p:stCondLst>
                  <p:cond evt="onClick" delay="0">
                    <p:tgtEl>
                      <p:spTgt spid="18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8" fill="hold">
                      <p:stCondLst>
                        <p:cond delay="0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2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1"/>
                  </p:tgtEl>
                </p:cond>
              </p:nextCondLst>
            </p:seq>
            <p:seq concurrent="1" nextAc="seek">
              <p:cTn id="80" restart="whenNotActive" fill="hold" evtFilter="cancelBubble" nodeType="interactiveSeq">
                <p:stCondLst>
                  <p:cond evt="onClick" delay="0">
                    <p:tgtEl>
                      <p:spTgt spid="18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1" fill="hold">
                      <p:stCondLst>
                        <p:cond delay="0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500"/>
                            </p:stCondLst>
                            <p:childTnLst>
                              <p:par>
                                <p:cTn id="8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7"/>
                  </p:tgtEl>
                </p:cond>
              </p:nextCondLst>
            </p:seq>
            <p:seq concurrent="1" nextAc="seek">
              <p:cTn id="93" restart="whenNotActive" fill="hold" evtFilter="cancelBubble" nodeType="interactiveSeq">
                <p:stCondLst>
                  <p:cond evt="onClick" delay="0">
                    <p:tgtEl>
                      <p:spTgt spid="18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4" fill="hold">
                      <p:stCondLst>
                        <p:cond delay="0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86"/>
                  </p:tgtEl>
                </p:cond>
              </p:nextCondLst>
            </p:seq>
            <p:seq concurrent="1" nextAc="seek">
              <p:cTn id="106" restart="whenNotActive" fill="hold" evtFilter="cancelBubble" nodeType="interactiveSeq">
                <p:stCondLst>
                  <p:cond evt="onClick" delay="0">
                    <p:tgtEl>
                      <p:spTgt spid="19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7" fill="hold">
                      <p:stCondLst>
                        <p:cond delay="0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2"/>
                  </p:tgtEl>
                </p:cond>
              </p:nextCondLst>
            </p:seq>
            <p:seq concurrent="1" nextAc="seek">
              <p:cTn id="119" restart="whenNotActive" fill="hold" evtFilter="cancelBubble" nodeType="interactiveSeq">
                <p:stCondLst>
                  <p:cond evt="onClick" delay="0">
                    <p:tgtEl>
                      <p:spTgt spid="19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0" fill="hold">
                      <p:stCondLst>
                        <p:cond delay="0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1"/>
                  </p:tgtEl>
                </p:cond>
              </p:nextCondLst>
            </p:seq>
            <p:seq concurrent="1" nextAc="seek">
              <p:cTn id="132" restart="whenNotActive" fill="hold" evtFilter="cancelBubble" nodeType="interactiveSeq">
                <p:stCondLst>
                  <p:cond evt="onClick" delay="0">
                    <p:tgtEl>
                      <p:spTgt spid="19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3" fill="hold">
                      <p:stCondLst>
                        <p:cond delay="0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3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7"/>
                  </p:tgtEl>
                </p:cond>
              </p:nextCondLst>
            </p:seq>
            <p:seq concurrent="1" nextAc="seek">
              <p:cTn id="145" restart="whenNotActive" fill="hold" evtFilter="cancelBubble" nodeType="interactiveSeq">
                <p:stCondLst>
                  <p:cond evt="onClick" delay="0">
                    <p:tgtEl>
                      <p:spTgt spid="19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46" fill="hold">
                      <p:stCondLst>
                        <p:cond delay="0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0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500"/>
                            </p:stCondLst>
                            <p:childTnLst>
                              <p:par>
                                <p:cTn id="15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96"/>
                  </p:tgtEl>
                </p:cond>
              </p:nextCondLst>
            </p:seq>
            <p:seq concurrent="1" nextAc="seek">
              <p:cTn id="158" restart="whenNotActive" fill="hold" evtFilter="cancelBubble" nodeType="interactiveSeq">
                <p:stCondLst>
                  <p:cond evt="onClick" delay="0">
                    <p:tgtEl>
                      <p:spTgt spid="20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9" fill="hold">
                      <p:stCondLst>
                        <p:cond delay="0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3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>
                            <p:stCondLst>
                              <p:cond delay="500"/>
                            </p:stCondLst>
                            <p:childTnLst>
                              <p:par>
                                <p:cTn id="16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2"/>
                  </p:tgtEl>
                </p:cond>
              </p:nextCondLst>
            </p:seq>
            <p:seq concurrent="1" nextAc="seek">
              <p:cTn id="171" restart="whenNotActive" fill="hold" evtFilter="cancelBubble" nodeType="interactiveSeq">
                <p:stCondLst>
                  <p:cond evt="onClick" delay="0">
                    <p:tgtEl>
                      <p:spTgt spid="20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2" fill="hold">
                      <p:stCondLst>
                        <p:cond delay="0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7" fill="hold">
                            <p:stCondLst>
                              <p:cond delay="500"/>
                            </p:stCondLst>
                            <p:childTnLst>
                              <p:par>
                                <p:cTn id="17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9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1"/>
                  </p:tgtEl>
                </p:cond>
              </p:nextCondLst>
            </p:seq>
            <p:seq concurrent="1" nextAc="seek">
              <p:cTn id="184" restart="whenNotActive" fill="hold" evtFilter="cancelBubble" nodeType="interactiveSeq">
                <p:stCondLst>
                  <p:cond evt="onClick" delay="0">
                    <p:tgtEl>
                      <p:spTgt spid="20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5" fill="hold">
                      <p:stCondLst>
                        <p:cond delay="0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0" fill="hold">
                            <p:stCondLst>
                              <p:cond delay="500"/>
                            </p:stCondLst>
                            <p:childTnLst>
                              <p:par>
                                <p:cTn id="19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5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7"/>
                  </p:tgtEl>
                </p:cond>
              </p:nextCondLst>
            </p:seq>
            <p:seq concurrent="1" nextAc="seek">
              <p:cTn id="197" restart="whenNotActive" fill="hold" evtFilter="cancelBubble" nodeType="interactiveSeq">
                <p:stCondLst>
                  <p:cond evt="onClick" delay="0">
                    <p:tgtEl>
                      <p:spTgt spid="20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8" fill="hold">
                      <p:stCondLst>
                        <p:cond delay="0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2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3" fill="hold">
                            <p:stCondLst>
                              <p:cond delay="500"/>
                            </p:stCondLst>
                            <p:childTnLst>
                              <p:par>
                                <p:cTn id="20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5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6"/>
                  </p:tgtEl>
                </p:cond>
              </p:nextCondLst>
            </p:seq>
            <p:seq concurrent="1" nextAc="seek">
              <p:cTn id="210" restart="whenNotActive" fill="hold" evtFilter="cancelBubble" nodeType="interactiveSeq">
                <p:stCondLst>
                  <p:cond evt="onClick" delay="0">
                    <p:tgtEl>
                      <p:spTgt spid="2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1" fill="hold">
                      <p:stCondLst>
                        <p:cond delay="0"/>
                      </p:stCondLst>
                      <p:childTnLst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5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6" fill="hold">
                            <p:stCondLst>
                              <p:cond delay="500"/>
                            </p:stCondLst>
                            <p:childTnLst>
                              <p:par>
                                <p:cTn id="2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2"/>
                  </p:tgtEl>
                </p:cond>
              </p:nextCondLst>
            </p:seq>
            <p:seq concurrent="1" nextAc="seek">
              <p:cTn id="223" restart="whenNotActive" fill="hold" evtFilter="cancelBubble" nodeType="interactiveSeq">
                <p:stCondLst>
                  <p:cond evt="onClick" delay="0">
                    <p:tgtEl>
                      <p:spTgt spid="2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24" fill="hold">
                      <p:stCondLst>
                        <p:cond delay="0"/>
                      </p:stCondLst>
                      <p:childTnLst>
                        <p:par>
                          <p:cTn id="225" fill="hold">
                            <p:stCondLst>
                              <p:cond delay="0"/>
                            </p:stCondLst>
                            <p:childTnLst>
                              <p:par>
                                <p:cTn id="22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8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9" fill="hold">
                            <p:stCondLst>
                              <p:cond delay="500"/>
                            </p:stCondLst>
                            <p:childTnLst>
                              <p:par>
                                <p:cTn id="23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1"/>
                  </p:tgtEl>
                </p:cond>
              </p:nextCondLst>
            </p:seq>
            <p:seq concurrent="1" nextAc="seek">
              <p:cTn id="236" restart="whenNotActive" fill="hold" evtFilter="cancelBubble" nodeType="interactiveSeq">
                <p:stCondLst>
                  <p:cond evt="onClick" delay="0">
                    <p:tgtEl>
                      <p:spTgt spid="21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7" fill="hold">
                      <p:stCondLst>
                        <p:cond delay="0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1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2" fill="hold">
                            <p:stCondLst>
                              <p:cond delay="500"/>
                            </p:stCondLst>
                            <p:childTnLst>
                              <p:par>
                                <p:cTn id="24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4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7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7"/>
                  </p:tgtEl>
                </p:cond>
              </p:nextCondLst>
            </p:seq>
            <p:seq concurrent="1" nextAc="seek">
              <p:cTn id="249" restart="whenNotActive" fill="hold" evtFilter="cancelBubble" nodeType="interactiveSeq">
                <p:stCondLst>
                  <p:cond evt="onClick" delay="0">
                    <p:tgtEl>
                      <p:spTgt spid="2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50" fill="hold">
                      <p:stCondLst>
                        <p:cond delay="0"/>
                      </p:stCondLst>
                      <p:childTnLst>
                        <p:par>
                          <p:cTn id="251" fill="hold">
                            <p:stCondLst>
                              <p:cond delay="0"/>
                            </p:stCondLst>
                            <p:childTnLst>
                              <p:par>
                                <p:cTn id="25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4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5" fill="hold">
                            <p:stCondLst>
                              <p:cond delay="500"/>
                            </p:stCondLst>
                            <p:childTnLst>
                              <p:par>
                                <p:cTn id="25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16"/>
                  </p:tgtEl>
                </p:cond>
              </p:nextCondLst>
            </p:seq>
            <p:seq concurrent="1" nextAc="seek">
              <p:cTn id="262" restart="whenNotActive" fill="hold" evtFilter="cancelBubble" nodeType="interactiveSeq">
                <p:stCondLst>
                  <p:cond evt="onClick" delay="0">
                    <p:tgtEl>
                      <p:spTgt spid="22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63" fill="hold">
                      <p:stCondLst>
                        <p:cond delay="0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7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0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3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2"/>
                  </p:tgtEl>
                </p:cond>
              </p:nextCondLst>
            </p:seq>
            <p:seq concurrent="1" nextAc="seek">
              <p:cTn id="275" restart="whenNotActive" fill="hold" evtFilter="cancelBubble" nodeType="interactiveSeq">
                <p:stCondLst>
                  <p:cond evt="onClick" delay="0">
                    <p:tgtEl>
                      <p:spTgt spid="22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6" fill="hold">
                      <p:stCondLst>
                        <p:cond delay="0"/>
                      </p:stCondLst>
                      <p:childTnLst>
                        <p:par>
                          <p:cTn id="277" fill="hold">
                            <p:stCondLst>
                              <p:cond delay="0"/>
                            </p:stCondLst>
                            <p:childTnLst>
                              <p:par>
                                <p:cTn id="27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80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1" fill="hold">
                            <p:stCondLst>
                              <p:cond delay="500"/>
                            </p:stCondLst>
                            <p:childTnLst>
                              <p:par>
                                <p:cTn id="28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3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1"/>
                  </p:tgtEl>
                </p:cond>
              </p:nextCondLst>
            </p:seq>
            <p:seq concurrent="1" nextAc="seek">
              <p:cTn id="288" restart="whenNotActive" fill="hold" evtFilter="cancelBubble" nodeType="interactiveSeq">
                <p:stCondLst>
                  <p:cond evt="onClick" delay="0">
                    <p:tgtEl>
                      <p:spTgt spid="22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89" fill="hold">
                      <p:stCondLst>
                        <p:cond delay="0"/>
                      </p:stCondLst>
                      <p:childTnLst>
                        <p:par>
                          <p:cTn id="290" fill="hold">
                            <p:stCondLst>
                              <p:cond delay="0"/>
                            </p:stCondLst>
                            <p:childTnLst>
                              <p:par>
                                <p:cTn id="2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500"/>
                            </p:stCondLst>
                            <p:childTnLst>
                              <p:par>
                                <p:cTn id="29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7"/>
                  </p:tgtEl>
                </p:cond>
              </p:nextCondLst>
            </p:seq>
            <p:seq concurrent="1" nextAc="seek">
              <p:cTn id="301" restart="whenNotActive" fill="hold" evtFilter="cancelBubble" nodeType="interactiveSeq">
                <p:stCondLst>
                  <p:cond evt="onClick" delay="0">
                    <p:tgtEl>
                      <p:spTgt spid="22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02" fill="hold">
                      <p:stCondLst>
                        <p:cond delay="0"/>
                      </p:stCondLst>
                      <p:childTnLst>
                        <p:par>
                          <p:cTn id="303" fill="hold">
                            <p:stCondLst>
                              <p:cond delay="0"/>
                            </p:stCondLst>
                            <p:childTnLst>
                              <p:par>
                                <p:cTn id="30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0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7" fill="hold">
                            <p:stCondLst>
                              <p:cond delay="500"/>
                            </p:stCondLst>
                            <p:childTnLst>
                              <p:par>
                                <p:cTn id="30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9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2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26"/>
                  </p:tgtEl>
                </p:cond>
              </p:nextCondLst>
            </p:seq>
            <p:seq concurrent="1" nextAc="seek">
              <p:cTn id="314" restart="whenNotActive" fill="hold" evtFilter="cancelBubble" nodeType="interactiveSeq">
                <p:stCondLst>
                  <p:cond evt="onClick" delay="0">
                    <p:tgtEl>
                      <p:spTgt spid="23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5" fill="hold">
                      <p:stCondLst>
                        <p:cond delay="0"/>
                      </p:stCondLst>
                      <p:childTnLst>
                        <p:par>
                          <p:cTn id="316" fill="hold">
                            <p:stCondLst>
                              <p:cond delay="0"/>
                            </p:stCondLst>
                            <p:childTnLst>
                              <p:par>
                                <p:cTn id="3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9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0" fill="hold">
                            <p:stCondLst>
                              <p:cond delay="500"/>
                            </p:stCondLst>
                            <p:childTnLst>
                              <p:par>
                                <p:cTn id="32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4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5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2"/>
                  </p:tgtEl>
                </p:cond>
              </p:nextCondLst>
            </p:seq>
            <p:seq concurrent="1" nextAc="seek">
              <p:cTn id="327" restart="whenNotActive" fill="hold" evtFilter="cancelBubble" nodeType="interactiveSeq">
                <p:stCondLst>
                  <p:cond evt="onClick" delay="0">
                    <p:tgtEl>
                      <p:spTgt spid="23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28" fill="hold">
                      <p:stCondLst>
                        <p:cond delay="0"/>
                      </p:stCondLst>
                      <p:childTnLst>
                        <p:par>
                          <p:cTn id="329" fill="hold">
                            <p:stCondLst>
                              <p:cond delay="0"/>
                            </p:stCondLst>
                            <p:childTnLst>
                              <p:par>
                                <p:cTn id="3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3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3" fill="hold">
                            <p:stCondLst>
                              <p:cond delay="500"/>
                            </p:stCondLst>
                            <p:childTnLst>
                              <p:par>
                                <p:cTn id="33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1"/>
                  </p:tgtEl>
                </p:cond>
              </p:nextCondLst>
            </p:seq>
            <p:seq concurrent="1" nextAc="seek">
              <p:cTn id="340" restart="whenNotActive" fill="hold" evtFilter="cancelBubble" nodeType="interactiveSeq">
                <p:stCondLst>
                  <p:cond evt="onClick" delay="0">
                    <p:tgtEl>
                      <p:spTgt spid="23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41" fill="hold">
                      <p:stCondLst>
                        <p:cond delay="0"/>
                      </p:stCondLst>
                      <p:childTnLst>
                        <p:par>
                          <p:cTn id="342" fill="hold">
                            <p:stCondLst>
                              <p:cond delay="0"/>
                            </p:stCondLst>
                            <p:childTnLst>
                              <p:par>
                                <p:cTn id="3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5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6" fill="hold">
                            <p:stCondLst>
                              <p:cond delay="500"/>
                            </p:stCondLst>
                            <p:childTnLst>
                              <p:par>
                                <p:cTn id="34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8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0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7"/>
                  </p:tgtEl>
                </p:cond>
              </p:nextCondLst>
            </p:seq>
            <p:seq concurrent="1" nextAc="seek">
              <p:cTn id="353" restart="whenNotActive" fill="hold" evtFilter="cancelBubble" nodeType="interactiveSeq">
                <p:stCondLst>
                  <p:cond evt="onClick" delay="0">
                    <p:tgtEl>
                      <p:spTgt spid="23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54" fill="hold">
                      <p:stCondLst>
                        <p:cond delay="0"/>
                      </p:stCondLst>
                      <p:childTnLst>
                        <p:par>
                          <p:cTn id="355" fill="hold">
                            <p:stCondLst>
                              <p:cond delay="0"/>
                            </p:stCondLst>
                            <p:childTnLst>
                              <p:par>
                                <p:cTn id="35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8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9" fill="hold">
                            <p:stCondLst>
                              <p:cond delay="500"/>
                            </p:stCondLst>
                            <p:childTnLst>
                              <p:par>
                                <p:cTn id="360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1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4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36"/>
                  </p:tgtEl>
                </p:cond>
              </p:nextCondLst>
            </p:seq>
            <p:seq concurrent="1" nextAc="seek">
              <p:cTn id="366" restart="whenNotActive" fill="hold" evtFilter="cancelBubble" nodeType="interactiveSeq">
                <p:stCondLst>
                  <p:cond evt="onClick" delay="0">
                    <p:tgtEl>
                      <p:spTgt spid="24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67" fill="hold">
                      <p:stCondLst>
                        <p:cond delay="0"/>
                      </p:stCondLst>
                      <p:childTnLst>
                        <p:par>
                          <p:cTn id="368" fill="hold">
                            <p:stCondLst>
                              <p:cond delay="0"/>
                            </p:stCondLst>
                            <p:childTnLst>
                              <p:par>
                                <p:cTn id="3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1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2" fill="hold">
                            <p:stCondLst>
                              <p:cond delay="500"/>
                            </p:stCondLst>
                            <p:childTnLst>
                              <p:par>
                                <p:cTn id="37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4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2"/>
                  </p:tgtEl>
                </p:cond>
              </p:nextCondLst>
            </p:seq>
            <p:seq concurrent="1" nextAc="seek">
              <p:cTn id="379" restart="whenNotActive" fill="hold" evtFilter="cancelBubble" nodeType="interactiveSeq">
                <p:stCondLst>
                  <p:cond evt="onClick" delay="0">
                    <p:tgtEl>
                      <p:spTgt spid="2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80" fill="hold">
                      <p:stCondLst>
                        <p:cond delay="0"/>
                      </p:stCondLst>
                      <p:childTnLst>
                        <p:par>
                          <p:cTn id="381" fill="hold">
                            <p:stCondLst>
                              <p:cond delay="0"/>
                            </p:stCondLst>
                            <p:childTnLst>
                              <p:par>
                                <p:cTn id="38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4" dur="500"/>
                                        <p:tgtEl>
                                          <p:spTgt spid="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5" fill="hold">
                            <p:stCondLst>
                              <p:cond delay="500"/>
                            </p:stCondLst>
                            <p:childTnLst>
                              <p:par>
                                <p:cTn id="386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0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1"/>
                  </p:tgtEl>
                </p:cond>
              </p:nextCondLst>
            </p:seq>
            <p:seq concurrent="1" nextAc="seek">
              <p:cTn id="392" restart="whenNotActive" fill="hold" evtFilter="cancelBubble" nodeType="interactiveSeq">
                <p:stCondLst>
                  <p:cond evt="onClick" delay="0">
                    <p:tgtEl>
                      <p:spTgt spid="24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93" fill="hold">
                      <p:stCondLst>
                        <p:cond delay="0"/>
                      </p:stCondLst>
                      <p:childTnLst>
                        <p:par>
                          <p:cTn id="394" fill="hold">
                            <p:stCondLst>
                              <p:cond delay="0"/>
                            </p:stCondLst>
                            <p:childTnLst>
                              <p:par>
                                <p:cTn id="3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7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8" fill="hold">
                            <p:stCondLst>
                              <p:cond delay="500"/>
                            </p:stCondLst>
                            <p:childTnLst>
                              <p:par>
                                <p:cTn id="39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0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2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3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7"/>
                  </p:tgtEl>
                </p:cond>
              </p:nextCondLst>
            </p:seq>
            <p:seq concurrent="1" nextAc="seek">
              <p:cTn id="405" restart="whenNotActive" fill="hold" evtFilter="cancelBubble" nodeType="interactiveSeq">
                <p:stCondLst>
                  <p:cond evt="onClick" delay="0">
                    <p:tgtEl>
                      <p:spTgt spid="24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06" fill="hold">
                      <p:stCondLst>
                        <p:cond delay="0"/>
                      </p:stCondLst>
                      <p:childTnLst>
                        <p:par>
                          <p:cTn id="407" fill="hold">
                            <p:stCondLst>
                              <p:cond delay="0"/>
                            </p:stCondLst>
                            <p:childTnLst>
                              <p:par>
                                <p:cTn id="40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0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1" fill="hold">
                            <p:stCondLst>
                              <p:cond delay="500"/>
                            </p:stCondLst>
                            <p:childTnLst>
                              <p:par>
                                <p:cTn id="412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3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6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46"/>
                  </p:tgtEl>
                </p:cond>
              </p:nextCondLst>
            </p:seq>
          </p:childTnLst>
        </p:cTn>
      </p:par>
    </p:tnLst>
    <p:bldLst>
      <p:bldP spid="186" grpId="0" animBg="1"/>
      <p:bldP spid="186" grpId="1" animBg="1"/>
      <p:bldP spid="187" grpId="0" animBg="1"/>
      <p:bldP spid="187" grpId="1" animBg="1"/>
      <p:bldP spid="188" grpId="0" animBg="1"/>
      <p:bldP spid="189" grpId="0" animBg="1"/>
      <p:bldP spid="105" grpId="0" animBg="1"/>
      <p:bldP spid="105" grpId="1" animBg="1"/>
      <p:bldP spid="106" grpId="0" animBg="1"/>
      <p:bldP spid="106" grpId="1" animBg="1"/>
      <p:bldP spid="107" grpId="0" animBg="1"/>
      <p:bldP spid="108" grpId="0" animBg="1"/>
      <p:bldP spid="176" grpId="0" animBg="1"/>
      <p:bldP spid="176" grpId="1" animBg="1"/>
      <p:bldP spid="177" grpId="0" animBg="1"/>
      <p:bldP spid="177" grpId="1" animBg="1"/>
      <p:bldP spid="178" grpId="0" animBg="1"/>
      <p:bldP spid="179" grpId="0" animBg="1"/>
      <p:bldP spid="181" grpId="0" animBg="1"/>
      <p:bldP spid="181" grpId="1" animBg="1"/>
      <p:bldP spid="182" grpId="0" animBg="1"/>
      <p:bldP spid="182" grpId="1" animBg="1"/>
      <p:bldP spid="183" grpId="0" animBg="1"/>
      <p:bldP spid="184" grpId="0" animBg="1"/>
      <p:bldP spid="191" grpId="0" animBg="1"/>
      <p:bldP spid="191" grpId="1" animBg="1"/>
      <p:bldP spid="192" grpId="0" animBg="1"/>
      <p:bldP spid="192" grpId="1" animBg="1"/>
      <p:bldP spid="193" grpId="0" animBg="1"/>
      <p:bldP spid="194" grpId="0" animBg="1"/>
      <p:bldP spid="196" grpId="0" animBg="1"/>
      <p:bldP spid="196" grpId="1" animBg="1"/>
      <p:bldP spid="197" grpId="0" animBg="1"/>
      <p:bldP spid="197" grpId="1" animBg="1"/>
      <p:bldP spid="198" grpId="0" animBg="1"/>
      <p:bldP spid="199" grpId="0" animBg="1"/>
      <p:bldP spid="201" grpId="0" animBg="1"/>
      <p:bldP spid="201" grpId="1" animBg="1"/>
      <p:bldP spid="202" grpId="0" animBg="1"/>
      <p:bldP spid="202" grpId="1" animBg="1"/>
      <p:bldP spid="203" grpId="0" animBg="1"/>
      <p:bldP spid="204" grpId="0" animBg="1"/>
      <p:bldP spid="206" grpId="0" animBg="1"/>
      <p:bldP spid="206" grpId="1" animBg="1"/>
      <p:bldP spid="207" grpId="0" animBg="1"/>
      <p:bldP spid="207" grpId="1" animBg="1"/>
      <p:bldP spid="208" grpId="0" animBg="1"/>
      <p:bldP spid="209" grpId="0" animBg="1"/>
      <p:bldP spid="211" grpId="0" animBg="1"/>
      <p:bldP spid="211" grpId="1" animBg="1"/>
      <p:bldP spid="212" grpId="0" animBg="1"/>
      <p:bldP spid="212" grpId="1" animBg="1"/>
      <p:bldP spid="213" grpId="0" animBg="1"/>
      <p:bldP spid="214" grpId="0" animBg="1"/>
      <p:bldP spid="216" grpId="0" animBg="1"/>
      <p:bldP spid="216" grpId="1" animBg="1"/>
      <p:bldP spid="217" grpId="0" animBg="1"/>
      <p:bldP spid="217" grpId="1" animBg="1"/>
      <p:bldP spid="218" grpId="0" animBg="1"/>
      <p:bldP spid="219" grpId="0" animBg="1"/>
      <p:bldP spid="221" grpId="0" animBg="1"/>
      <p:bldP spid="221" grpId="1" animBg="1"/>
      <p:bldP spid="222" grpId="0" animBg="1"/>
      <p:bldP spid="222" grpId="1" animBg="1"/>
      <p:bldP spid="223" grpId="0" animBg="1"/>
      <p:bldP spid="224" grpId="0" animBg="1"/>
      <p:bldP spid="226" grpId="0" animBg="1"/>
      <p:bldP spid="226" grpId="1" animBg="1"/>
      <p:bldP spid="227" grpId="0" animBg="1"/>
      <p:bldP spid="227" grpId="1" animBg="1"/>
      <p:bldP spid="228" grpId="0" animBg="1"/>
      <p:bldP spid="229" grpId="0" animBg="1"/>
      <p:bldP spid="231" grpId="0" animBg="1"/>
      <p:bldP spid="231" grpId="1" animBg="1"/>
      <p:bldP spid="232" grpId="0" animBg="1"/>
      <p:bldP spid="232" grpId="1" animBg="1"/>
      <p:bldP spid="233" grpId="0" animBg="1"/>
      <p:bldP spid="234" grpId="0" animBg="1"/>
      <p:bldP spid="236" grpId="0" animBg="1"/>
      <p:bldP spid="236" grpId="1" animBg="1"/>
      <p:bldP spid="237" grpId="0" animBg="1"/>
      <p:bldP spid="237" grpId="1" animBg="1"/>
      <p:bldP spid="238" grpId="0" animBg="1"/>
      <p:bldP spid="239" grpId="0" animBg="1"/>
      <p:bldP spid="241" grpId="0" animBg="1"/>
      <p:bldP spid="241" grpId="1" animBg="1"/>
      <p:bldP spid="242" grpId="0" animBg="1"/>
      <p:bldP spid="242" grpId="1" animBg="1"/>
      <p:bldP spid="243" grpId="0" animBg="1"/>
      <p:bldP spid="244" grpId="0" animBg="1"/>
      <p:bldP spid="246" grpId="0" animBg="1"/>
      <p:bldP spid="246" grpId="1" animBg="1"/>
      <p:bldP spid="247" grpId="0" animBg="1"/>
      <p:bldP spid="247" grpId="1" animBg="1"/>
      <p:bldP spid="248" grpId="0" animBg="1"/>
      <p:bldP spid="24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4EE51F-7A9F-BBA6-4D52-96A950D8E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431" y="640080"/>
            <a:ext cx="9195889" cy="5094847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 defTabSz="371475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ru-RU" sz="3200" dirty="0">
                <a:solidFill>
                  <a:prstClr val="black"/>
                </a:solidFill>
                <a:latin typeface="Calibri" panose="020F0502020204030204"/>
              </a:rPr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43924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8384</TotalTime>
  <Words>180</Words>
  <Application>Microsoft Office PowerPoint</Application>
  <PresentationFormat>A4 Paper (210x297 mm)</PresentationFormat>
  <Paragraphs>95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Calibri Light</vt:lpstr>
      <vt:lpstr>Cambria Math</vt:lpstr>
      <vt:lpstr>Ravie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371</cp:revision>
  <cp:lastPrinted>2017-12-31T22:38:51Z</cp:lastPrinted>
  <dcterms:created xsi:type="dcterms:W3CDTF">2017-01-17T16:57:04Z</dcterms:created>
  <dcterms:modified xsi:type="dcterms:W3CDTF">2024-08-29T15:36:39Z</dcterms:modified>
</cp:coreProperties>
</file>