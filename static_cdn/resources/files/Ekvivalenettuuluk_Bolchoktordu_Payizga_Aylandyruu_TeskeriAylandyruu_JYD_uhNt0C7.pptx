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1"/>
  </p:notesMasterIdLst>
  <p:sldIdLst>
    <p:sldId id="992" r:id="rId2"/>
    <p:sldId id="993" r:id="rId3"/>
    <p:sldId id="995" r:id="rId4"/>
    <p:sldId id="996" r:id="rId5"/>
    <p:sldId id="944" r:id="rId6"/>
    <p:sldId id="997" r:id="rId7"/>
    <p:sldId id="967" r:id="rId8"/>
    <p:sldId id="998" r:id="rId9"/>
    <p:sldId id="963" r:id="rId10"/>
    <p:sldId id="999" r:id="rId11"/>
    <p:sldId id="972" r:id="rId12"/>
    <p:sldId id="1000" r:id="rId13"/>
    <p:sldId id="973" r:id="rId14"/>
    <p:sldId id="1001" r:id="rId15"/>
    <p:sldId id="966" r:id="rId16"/>
    <p:sldId id="1002" r:id="rId17"/>
    <p:sldId id="974" r:id="rId18"/>
    <p:sldId id="1003" r:id="rId19"/>
    <p:sldId id="957" r:id="rId20"/>
    <p:sldId id="1004" r:id="rId21"/>
    <p:sldId id="970" r:id="rId22"/>
    <p:sldId id="1005" r:id="rId23"/>
    <p:sldId id="946" r:id="rId24"/>
    <p:sldId id="1006" r:id="rId25"/>
    <p:sldId id="958" r:id="rId26"/>
    <p:sldId id="1007" r:id="rId27"/>
    <p:sldId id="969" r:id="rId28"/>
    <p:sldId id="1008" r:id="rId29"/>
    <p:sldId id="975" r:id="rId30"/>
    <p:sldId id="1009" r:id="rId31"/>
    <p:sldId id="949" r:id="rId32"/>
    <p:sldId id="1010" r:id="rId33"/>
    <p:sldId id="952" r:id="rId34"/>
    <p:sldId id="1011" r:id="rId35"/>
    <p:sldId id="955" r:id="rId36"/>
    <p:sldId id="1012" r:id="rId37"/>
    <p:sldId id="971" r:id="rId38"/>
    <p:sldId id="833" r:id="rId39"/>
    <p:sldId id="1013" r:id="rId40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2"/>
    </p:embeddedFont>
    <p:embeddedFont>
      <p:font typeface="Bernard MT Condensed" panose="02050806060905020404" pitchFamily="18" charset="0"/>
      <p:regular r:id="rId43"/>
    </p:embeddedFont>
    <p:embeddedFont>
      <p:font typeface="Cambria Math" panose="02040503050406030204" pitchFamily="18" charset="0"/>
      <p:regular r:id="rId4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814BEC4A-4531-40C4-A5E6-AFA10A4A0E61}">
          <p14:sldIdLst>
            <p14:sldId id="992"/>
          </p14:sldIdLst>
        </p14:section>
        <p14:section name="Титулдук слайд" id="{942499A6-327B-410B-9EF0-9C14FB66AB89}">
          <p14:sldIdLst>
            <p14:sldId id="993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67"/>
            <p14:sldId id="998"/>
            <p14:sldId id="963"/>
            <p14:sldId id="999"/>
            <p14:sldId id="972"/>
            <p14:sldId id="1000"/>
            <p14:sldId id="973"/>
            <p14:sldId id="1001"/>
            <p14:sldId id="966"/>
            <p14:sldId id="1002"/>
            <p14:sldId id="974"/>
            <p14:sldId id="1003"/>
            <p14:sldId id="957"/>
            <p14:sldId id="1004"/>
            <p14:sldId id="970"/>
            <p14:sldId id="1005"/>
            <p14:sldId id="946"/>
            <p14:sldId id="1006"/>
            <p14:sldId id="958"/>
            <p14:sldId id="1007"/>
            <p14:sldId id="969"/>
            <p14:sldId id="1008"/>
            <p14:sldId id="975"/>
            <p14:sldId id="1009"/>
            <p14:sldId id="949"/>
            <p14:sldId id="1010"/>
            <p14:sldId id="952"/>
            <p14:sldId id="1011"/>
            <p14:sldId id="955"/>
            <p14:sldId id="1012"/>
            <p14:sldId id="971"/>
            <p14:sldId id="833"/>
          </p14:sldIdLst>
        </p14:section>
        <p14:section name="Кайтарым байланыш" id="{03B37114-DCDE-48DC-B038-E57F20627236}">
          <p14:sldIdLst>
            <p14:sldId id="10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BBAE90-348B-F954-5F83-E34404E0F721}"/>
              </a:ext>
            </a:extLst>
          </p:cNvPr>
          <p:cNvSpPr/>
          <p:nvPr/>
        </p:nvSpPr>
        <p:spPr>
          <a:xfrm>
            <a:off x="0" y="1564384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Эквиваленттүүлүк – Бөлчөктөр жана пайыздар–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6D007-2658-71C9-451F-09B96DEB381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C6184A-7B4A-29DD-8B8A-FFD814C5111D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BA8C5A9-39D8-298D-7734-40A472A940DD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57085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537199" y="82008"/>
            <a:ext cx="9268884" cy="2378237"/>
            <a:chOff x="389677" y="1829441"/>
            <a:chExt cx="9268884" cy="237823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872483" y="1952790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389677" y="1829441"/>
              <a:ext cx="9268884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99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4550198" y="1487203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1020005" y="354693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775041" y="432831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613603" y="2797402"/>
            <a:ext cx="8973837" cy="358820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Бөлчөктөрдү жана пайыздарды бир -бирине айландыруу</a:t>
            </a:r>
            <a:endParaRPr lang="en-US" sz="36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65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51%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3861251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3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54043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801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31%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3946337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330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676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514461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3610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002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85893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858934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99053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0488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62826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155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80%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212648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29698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706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025192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22%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30251924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663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008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0264799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0264799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83661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47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56432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517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954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9620148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59620148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01705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4081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721121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7211210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59343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5094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8%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2894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117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7" y="542840"/>
            <a:ext cx="6306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870474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1.7%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8704741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4964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592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17.5%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022377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35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2022377"/>
                  </p:ext>
                </p:extLst>
              </p:nvPr>
            </p:nvGraphicFramePr>
            <p:xfrm>
              <a:off x="3080134" y="1776046"/>
              <a:ext cx="4044668" cy="28698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6981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5485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633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140%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520424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79520424"/>
                  </p:ext>
                </p:extLst>
              </p:nvPr>
            </p:nvGraphicFramePr>
            <p:xfrm>
              <a:off x="3080134" y="1776046"/>
              <a:ext cx="4044668" cy="283051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3051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930214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6174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42%</m:t>
                      </m:r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5265928"/>
                <a:ext cx="3757248" cy="1227909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901323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63</m:t>
                                    </m:r>
                                  </m:num>
                                  <m:den>
                                    <m:r>
                                      <a:rPr lang="en-GB" sz="9600" b="0" i="1" dirty="0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9013233"/>
                  </p:ext>
                </p:extLst>
              </p:nvPr>
            </p:nvGraphicFramePr>
            <p:xfrm>
              <a:off x="3080134" y="1776046"/>
              <a:ext cx="4044668" cy="28400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8400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897561" y="542840"/>
            <a:ext cx="61109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бөлчөктү пайызга айландыр.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712465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982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4" y="474784"/>
            <a:ext cx="6957647" cy="46775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DC7207-345A-4B4D-97D4-A526D0F408B9}"/>
              </a:ext>
            </a:extLst>
          </p:cNvPr>
          <p:cNvSpPr txBox="1"/>
          <p:nvPr/>
        </p:nvSpPr>
        <p:spPr>
          <a:xfrm>
            <a:off x="1799849" y="542840"/>
            <a:ext cx="6306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800" dirty="0"/>
              <a:t>Берилген пайызды бөлчөккө айландыр.</a:t>
            </a:r>
            <a:endParaRPr lang="en-GB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/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  <m:r>
                        <a:rPr lang="en-GB" sz="4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4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4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7CA19743-A9E1-496F-8865-566AC2DAE4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4376" y="4598377"/>
                <a:ext cx="3757248" cy="1895461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96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5.5%</m:t>
                                </m:r>
                              </m:oMath>
                            </m:oMathPara>
                          </a14:m>
                          <a:endParaRPr lang="en-GB" sz="3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C6D1B397-4FB8-4976-B9FA-B779C3CFAB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113066"/>
                  </p:ext>
                </p:extLst>
              </p:nvPr>
            </p:nvGraphicFramePr>
            <p:xfrm>
              <a:off x="3080134" y="1776046"/>
              <a:ext cx="4044668" cy="182582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44668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182582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878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tx1"/>
          </a:solidFill>
          <a:headEnd type="arrow"/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8358</TotalTime>
  <Words>324</Words>
  <Application>Microsoft Office PowerPoint</Application>
  <PresentationFormat>A4 Paper (210x297 mm)</PresentationFormat>
  <Paragraphs>112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369</cp:revision>
  <cp:lastPrinted>2017-12-31T22:38:51Z</cp:lastPrinted>
  <dcterms:created xsi:type="dcterms:W3CDTF">2017-01-17T16:57:04Z</dcterms:created>
  <dcterms:modified xsi:type="dcterms:W3CDTF">2024-09-01T15:27:06Z</dcterms:modified>
</cp:coreProperties>
</file>