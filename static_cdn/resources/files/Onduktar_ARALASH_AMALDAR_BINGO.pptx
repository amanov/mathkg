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3"/>
  </p:notesMasterIdLst>
  <p:sldIdLst>
    <p:sldId id="991" r:id="rId2"/>
    <p:sldId id="992" r:id="rId3"/>
    <p:sldId id="965" r:id="rId4"/>
    <p:sldId id="957" r:id="rId5"/>
    <p:sldId id="984" r:id="rId6"/>
    <p:sldId id="987" r:id="rId7"/>
    <p:sldId id="988" r:id="rId8"/>
    <p:sldId id="983" r:id="rId9"/>
    <p:sldId id="959" r:id="rId10"/>
    <p:sldId id="979" r:id="rId11"/>
    <p:sldId id="980" r:id="rId12"/>
    <p:sldId id="985" r:id="rId13"/>
    <p:sldId id="989" r:id="rId14"/>
    <p:sldId id="986" r:id="rId15"/>
    <p:sldId id="960" r:id="rId16"/>
    <p:sldId id="990" r:id="rId17"/>
    <p:sldId id="981" r:id="rId18"/>
    <p:sldId id="963" r:id="rId19"/>
    <p:sldId id="982" r:id="rId20"/>
    <p:sldId id="940" r:id="rId21"/>
    <p:sldId id="968" r:id="rId22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3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22"/>
            <a:ext cx="990600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орундуу ондуктар - аралаш – бинго</a:t>
            </a:r>
            <a:r>
              <a:rPr lang="ky-KG" sz="2000" dirty="0">
                <a:solidFill>
                  <a:prstClr val="black"/>
                </a:solidFill>
                <a:latin typeface="Calibri" panose="020F0502020204030204"/>
              </a:rPr>
              <a:t>,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жооптору менен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тордон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тогуз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тандап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дептериндеги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3х3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квадратка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туш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келди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жайгаштырышы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4796DCC9-7296-83D1-96A8-4127C71B8D1A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82681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94046" y="3914059"/>
            <a:ext cx="9811954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FF0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8800" b="1" dirty="0">
                <a:ln w="38100">
                  <a:solidFill>
                    <a:sysClr val="windowText" lastClr="000000"/>
                  </a:solidFill>
                </a:ln>
                <a:solidFill>
                  <a:srgbClr val="00FF00"/>
                </a:solidFill>
                <a:effectLst>
                  <a:reflection blurRad="6350" stA="53000" endA="300" endPos="35500" dir="5400000" sy="-90000" algn="bl" rotWithShape="0"/>
                </a:effectLst>
                <a:latin typeface="Calibri" panose="020F0502020204030204"/>
              </a:rPr>
              <a:t> </a:t>
            </a:r>
            <a:r>
              <a:rPr kumimoji="0" lang="ru-RU" sz="88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FF0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арифметика</a:t>
            </a:r>
          </a:p>
        </p:txBody>
      </p:sp>
    </p:spTree>
    <p:extLst>
      <p:ext uri="{BB962C8B-B14F-4D97-AF65-F5344CB8AC3E}">
        <p14:creationId xmlns:p14="http://schemas.microsoft.com/office/powerpoint/2010/main" val="2803707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3.9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555176" y="6041522"/>
            <a:ext cx="3487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Китебиңизге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419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0.2 + 0.7</a:t>
            </a:r>
          </a:p>
        </p:txBody>
      </p:sp>
    </p:spTree>
    <p:extLst>
      <p:ext uri="{BB962C8B-B14F-4D97-AF65-F5344CB8AC3E}">
        <p14:creationId xmlns:p14="http://schemas.microsoft.com/office/powerpoint/2010/main" val="3376347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3.5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1.4 + 2.1</a:t>
            </a:r>
          </a:p>
        </p:txBody>
      </p:sp>
    </p:spTree>
    <p:extLst>
      <p:ext uri="{BB962C8B-B14F-4D97-AF65-F5344CB8AC3E}">
        <p14:creationId xmlns:p14="http://schemas.microsoft.com/office/powerpoint/2010/main" val="3543205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3.9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6 − 2.1</a:t>
            </a:r>
          </a:p>
        </p:txBody>
      </p:sp>
    </p:spTree>
    <p:extLst>
      <p:ext uri="{BB962C8B-B14F-4D97-AF65-F5344CB8AC3E}">
        <p14:creationId xmlns:p14="http://schemas.microsoft.com/office/powerpoint/2010/main" val="3624370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1.9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2.7 − 0.8</a:t>
            </a:r>
          </a:p>
        </p:txBody>
      </p:sp>
    </p:spTree>
    <p:extLst>
      <p:ext uri="{BB962C8B-B14F-4D97-AF65-F5344CB8AC3E}">
        <p14:creationId xmlns:p14="http://schemas.microsoft.com/office/powerpoint/2010/main" val="211851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2.4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3 × 0.8</a:t>
            </a:r>
          </a:p>
        </p:txBody>
      </p:sp>
    </p:spTree>
    <p:extLst>
      <p:ext uri="{BB962C8B-B14F-4D97-AF65-F5344CB8AC3E}">
        <p14:creationId xmlns:p14="http://schemas.microsoft.com/office/powerpoint/2010/main" val="3967992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2.8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0.7 × 4</a:t>
            </a:r>
          </a:p>
        </p:txBody>
      </p:sp>
    </p:spTree>
    <p:extLst>
      <p:ext uri="{BB962C8B-B14F-4D97-AF65-F5344CB8AC3E}">
        <p14:creationId xmlns:p14="http://schemas.microsoft.com/office/powerpoint/2010/main" val="1805581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3 ÷ 0.5</a:t>
            </a:r>
          </a:p>
        </p:txBody>
      </p:sp>
    </p:spTree>
    <p:extLst>
      <p:ext uri="{BB962C8B-B14F-4D97-AF65-F5344CB8AC3E}">
        <p14:creationId xmlns:p14="http://schemas.microsoft.com/office/powerpoint/2010/main" val="302299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2.8 ÷ 1.4</a:t>
            </a:r>
          </a:p>
        </p:txBody>
      </p:sp>
    </p:spTree>
    <p:extLst>
      <p:ext uri="{BB962C8B-B14F-4D97-AF65-F5344CB8AC3E}">
        <p14:creationId xmlns:p14="http://schemas.microsoft.com/office/powerpoint/2010/main" val="125223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6.5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0.9 + 5.6</a:t>
            </a:r>
          </a:p>
        </p:txBody>
      </p:sp>
    </p:spTree>
    <p:extLst>
      <p:ext uri="{BB962C8B-B14F-4D97-AF65-F5344CB8AC3E}">
        <p14:creationId xmlns:p14="http://schemas.microsoft.com/office/powerpoint/2010/main" val="2157490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2.1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4.8 − 2.7</a:t>
            </a:r>
          </a:p>
        </p:txBody>
      </p:sp>
    </p:spTree>
    <p:extLst>
      <p:ext uri="{BB962C8B-B14F-4D97-AF65-F5344CB8AC3E}">
        <p14:creationId xmlns:p14="http://schemas.microsoft.com/office/powerpoint/2010/main" val="118710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6.4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2.8 + 3.6</a:t>
            </a:r>
          </a:p>
        </p:txBody>
      </p:sp>
    </p:spTree>
    <p:extLst>
      <p:ext uri="{BB962C8B-B14F-4D97-AF65-F5344CB8AC3E}">
        <p14:creationId xmlns:p14="http://schemas.microsoft.com/office/powerpoint/2010/main" val="3480475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8.4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1.2 × 7</a:t>
            </a:r>
          </a:p>
        </p:txBody>
      </p:sp>
    </p:spTree>
    <p:extLst>
      <p:ext uri="{BB962C8B-B14F-4D97-AF65-F5344CB8AC3E}">
        <p14:creationId xmlns:p14="http://schemas.microsoft.com/office/powerpoint/2010/main" val="420151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4.5 − 3.7</a:t>
            </a:r>
          </a:p>
        </p:txBody>
      </p:sp>
    </p:spTree>
    <p:extLst>
      <p:ext uri="{BB962C8B-B14F-4D97-AF65-F5344CB8AC3E}">
        <p14:creationId xmlns:p14="http://schemas.microsoft.com/office/powerpoint/2010/main" val="403879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1.5 ÷ 0.5</a:t>
            </a:r>
          </a:p>
        </p:txBody>
      </p:sp>
    </p:spTree>
    <p:extLst>
      <p:ext uri="{BB962C8B-B14F-4D97-AF65-F5344CB8AC3E}">
        <p14:creationId xmlns:p14="http://schemas.microsoft.com/office/powerpoint/2010/main" val="4192796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0.42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1.4 × 0.3</a:t>
            </a:r>
          </a:p>
        </p:txBody>
      </p:sp>
    </p:spTree>
    <p:extLst>
      <p:ext uri="{BB962C8B-B14F-4D97-AF65-F5344CB8AC3E}">
        <p14:creationId xmlns:p14="http://schemas.microsoft.com/office/powerpoint/2010/main" val="1710427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1.98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1.1 × 1.8</a:t>
            </a:r>
          </a:p>
        </p:txBody>
      </p:sp>
    </p:spTree>
    <p:extLst>
      <p:ext uri="{BB962C8B-B14F-4D97-AF65-F5344CB8AC3E}">
        <p14:creationId xmlns:p14="http://schemas.microsoft.com/office/powerpoint/2010/main" val="161359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44318" y="71764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989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8755</TotalTime>
  <Words>228</Words>
  <Application>Microsoft Office PowerPoint</Application>
  <PresentationFormat>A4 Paper (210x297 mm)</PresentationFormat>
  <Paragraphs>99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405</cp:revision>
  <cp:lastPrinted>2017-12-31T22:38:51Z</cp:lastPrinted>
  <dcterms:created xsi:type="dcterms:W3CDTF">2017-01-17T16:57:04Z</dcterms:created>
  <dcterms:modified xsi:type="dcterms:W3CDTF">2024-05-13T09:57:02Z</dcterms:modified>
</cp:coreProperties>
</file>