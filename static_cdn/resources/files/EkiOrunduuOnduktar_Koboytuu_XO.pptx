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792" y="-66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Орундуу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Ондуктар – Көбөйтүү ––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29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282177" y="1126942"/>
            <a:ext cx="512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көбөйтүү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7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19856C-7719-FB26-C2A8-283EE6AD9170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464EC-37BC-57EE-8377-9E90160684D2}"/>
              </a:ext>
            </a:extLst>
          </p:cNvPr>
          <p:cNvSpPr txBox="1"/>
          <p:nvPr/>
        </p:nvSpPr>
        <p:spPr>
          <a:xfrm>
            <a:off x="620189" y="752426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0.7 × 1.2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CAD7C-0F36-FF96-8822-5C8644A516CD}"/>
              </a:ext>
            </a:extLst>
          </p:cNvPr>
          <p:cNvSpPr txBox="1"/>
          <p:nvPr/>
        </p:nvSpPr>
        <p:spPr>
          <a:xfrm>
            <a:off x="3744422" y="752426"/>
            <a:ext cx="2433679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0.28 × 0.6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4BE86-D3CA-75BD-FDBD-31D67EAB18EB}"/>
              </a:ext>
            </a:extLst>
          </p:cNvPr>
          <p:cNvSpPr txBox="1"/>
          <p:nvPr/>
        </p:nvSpPr>
        <p:spPr>
          <a:xfrm>
            <a:off x="7384616" y="752426"/>
            <a:ext cx="1720343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 × 0.2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9667D-BF9B-C870-00B5-F088F81DC134}"/>
              </a:ext>
            </a:extLst>
          </p:cNvPr>
          <p:cNvSpPr txBox="1"/>
          <p:nvPr/>
        </p:nvSpPr>
        <p:spPr>
          <a:xfrm>
            <a:off x="620189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1.7 × 1.8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8F1CB-CC80-065B-DF8C-D76FCCD469AB}"/>
              </a:ext>
            </a:extLst>
          </p:cNvPr>
          <p:cNvSpPr txBox="1"/>
          <p:nvPr/>
        </p:nvSpPr>
        <p:spPr>
          <a:xfrm>
            <a:off x="3601755" y="3055052"/>
            <a:ext cx="2719014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0.16 × 0.51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B0D49-1F5C-F264-CDF7-F3FD8D71FC22}"/>
              </a:ext>
            </a:extLst>
          </p:cNvPr>
          <p:cNvSpPr txBox="1"/>
          <p:nvPr/>
        </p:nvSpPr>
        <p:spPr>
          <a:xfrm>
            <a:off x="7170616" y="3055052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1.1 × 2.1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06F651-DC0D-F952-109A-782D573F76FB}"/>
              </a:ext>
            </a:extLst>
          </p:cNvPr>
          <p:cNvSpPr txBox="1"/>
          <p:nvPr/>
        </p:nvSpPr>
        <p:spPr>
          <a:xfrm>
            <a:off x="834190" y="5332739"/>
            <a:ext cx="1720343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5.3 ×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3B6A7-58CA-FDC8-5014-BA52F18B774F}"/>
              </a:ext>
            </a:extLst>
          </p:cNvPr>
          <p:cNvSpPr txBox="1"/>
          <p:nvPr/>
        </p:nvSpPr>
        <p:spPr>
          <a:xfrm>
            <a:off x="3744421" y="5332739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0.3 × 0.19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45F7E-A076-30AB-1E24-DF88C752C1EA}"/>
              </a:ext>
            </a:extLst>
          </p:cNvPr>
          <p:cNvSpPr txBox="1"/>
          <p:nvPr/>
        </p:nvSpPr>
        <p:spPr>
          <a:xfrm>
            <a:off x="7170616" y="5332739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1.3 × 0.4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74870" y="-3681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4957" y="-62532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072076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C9C396-C43B-3AFA-7966-FB718F6AF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7" y="0"/>
            <a:ext cx="9258466" cy="648424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D6520F-674A-EFCF-70A9-D76BF770F34D}"/>
              </a:ext>
            </a:extLst>
          </p:cNvPr>
          <p:cNvSpPr/>
          <p:nvPr/>
        </p:nvSpPr>
        <p:spPr>
          <a:xfrm>
            <a:off x="1316182" y="110836"/>
            <a:ext cx="1246909" cy="47105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26277-F681-6C8F-FDEC-EFB3861576F4}"/>
              </a:ext>
            </a:extLst>
          </p:cNvPr>
          <p:cNvSpPr txBox="1"/>
          <p:nvPr/>
        </p:nvSpPr>
        <p:spPr>
          <a:xfrm>
            <a:off x="1131305" y="-41564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537CB17-6CFA-1E0A-18A7-ED464ACD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1"/>
            <a:ext cx="4791075" cy="33064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D676CE-C8B4-05AC-7D6B-1AA262E6A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53000" cy="33064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FEC6FE-F6BE-7851-A359-796A7345A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1843"/>
            <a:ext cx="4791075" cy="33064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834202-844F-26B9-2CB5-F63989518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51592"/>
            <a:ext cx="4953000" cy="330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4008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8378</TotalTime>
  <Words>150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380</cp:revision>
  <cp:lastPrinted>2017-12-31T22:38:51Z</cp:lastPrinted>
  <dcterms:created xsi:type="dcterms:W3CDTF">2017-01-17T16:57:04Z</dcterms:created>
  <dcterms:modified xsi:type="dcterms:W3CDTF">2024-05-27T08:18:51Z</dcterms:modified>
</cp:coreProperties>
</file>