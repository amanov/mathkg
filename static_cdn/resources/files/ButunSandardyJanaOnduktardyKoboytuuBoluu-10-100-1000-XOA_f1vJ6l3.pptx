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8" r:id="rId2"/>
    <p:sldId id="947" r:id="rId3"/>
    <p:sldId id="943" r:id="rId4"/>
    <p:sldId id="941" r:id="rId5"/>
    <p:sldId id="946" r:id="rId6"/>
    <p:sldId id="949" r:id="rId7"/>
  </p:sldIdLst>
  <p:sldSz cx="9906000" cy="6858000" type="A4"/>
  <p:notesSz cx="6669088" cy="9926638"/>
  <p:embeddedFontLst>
    <p:embeddedFont>
      <p:font typeface="Comic Sans MS" panose="030F0702030302020204" pitchFamily="66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D39885D4-F522-482F-B40B-16E3AA8590C1}">
          <p14:sldIdLst>
            <p14:sldId id="948"/>
          </p14:sldIdLst>
        </p14:section>
        <p14:section name="Титулдук слайд" id="{4914ABC9-49F1-4FCB-B30E-E12F89EA76BF}">
          <p14:sldIdLst>
            <p14:sldId id="947"/>
          </p14:sldIdLst>
        </p14:section>
        <p14:section name="Оюн" id="{197FF5E7-57A8-40D7-8FA0-8A089C366947}">
          <p14:sldIdLst>
            <p14:sldId id="943"/>
          </p14:sldIdLst>
        </p14:section>
        <p14:section name="Жооп барагы" id="{411D3605-D9E8-4479-810F-9FCE82E3AFDB}">
          <p14:sldIdLst>
            <p14:sldId id="941"/>
          </p14:sldIdLst>
        </p14:section>
        <p14:section name="Таратуу үчүн" id="{627A7875-ACBC-4333-B580-4A1285613FDF}">
          <p14:sldIdLst>
            <p14:sldId id="946"/>
          </p14:sldIdLst>
        </p14:section>
        <p14:section name="Кайтарым байланыш" id="{67B4723F-B7CB-4A70-B32D-F62A197EF42E}">
          <p14:sldIdLst>
            <p14:sldId id="9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64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25/08/2024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081956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Бүтүн жана ондук сандар – 10, 100, 1000гө </a:t>
            </a:r>
            <a:r>
              <a:rPr kumimoji="0" lang="ru-RU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көбөйтүү жана бөлүү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––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алууга аракет кылышат.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 үчүн жооп баракчасы жана таратма материалдар камтылган.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Кайсы команда туура жооп бергенине жараша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баскычын басыңыз/тийип коюңуз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7B125FC-EF16-674C-CC56-D5D7C6AF970B}"/>
              </a:ext>
            </a:extLst>
          </p:cNvPr>
          <p:cNvSpPr txBox="1">
            <a:spLocks/>
          </p:cNvSpPr>
          <p:nvPr/>
        </p:nvSpPr>
        <p:spPr>
          <a:xfrm>
            <a:off x="0" y="-3048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9400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1611646" y="1186222"/>
            <a:ext cx="670728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400" b="1" dirty="0">
                <a:latin typeface="Comic Sans MS" panose="030F0702030302020204" pitchFamily="66" charset="0"/>
              </a:rPr>
              <a:t>10, 100,1000 көбөйтүү</a:t>
            </a:r>
            <a:endParaRPr lang="en-GB" sz="4400" b="1" dirty="0">
              <a:latin typeface="Comic Sans MS" panose="030F0702030302020204" pitchFamily="66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26829" y="1955663"/>
            <a:ext cx="6860294" cy="4813069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8FCF007-48D9-E949-3749-3821B52E9DB5}"/>
              </a:ext>
            </a:extLst>
          </p:cNvPr>
          <p:cNvSpPr txBox="1"/>
          <p:nvPr/>
        </p:nvSpPr>
        <p:spPr>
          <a:xfrm>
            <a:off x="1934698" y="76590"/>
            <a:ext cx="4953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Х жана О </a:t>
            </a:r>
            <a:endParaRPr kumimoji="0" lang="en-GB" sz="6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128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C007D5-866D-C080-C720-EB46D453A288}"/>
              </a:ext>
            </a:extLst>
          </p:cNvPr>
          <p:cNvSpPr txBox="1"/>
          <p:nvPr/>
        </p:nvSpPr>
        <p:spPr>
          <a:xfrm>
            <a:off x="839795" y="818928"/>
            <a:ext cx="1709122" cy="70788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30 × 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6DB1B9-E921-4C68-7699-7BEF4EED6A94}"/>
              </a:ext>
            </a:extLst>
          </p:cNvPr>
          <p:cNvSpPr txBox="1"/>
          <p:nvPr/>
        </p:nvSpPr>
        <p:spPr>
          <a:xfrm>
            <a:off x="3906815" y="818928"/>
            <a:ext cx="2098652" cy="70788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7.2 × 100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11B79E-CE76-EF15-7C79-ECE19860076C}"/>
              </a:ext>
            </a:extLst>
          </p:cNvPr>
          <p:cNvSpPr txBox="1"/>
          <p:nvPr/>
        </p:nvSpPr>
        <p:spPr>
          <a:xfrm>
            <a:off x="7215279" y="818928"/>
            <a:ext cx="2098652" cy="70788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0.5 × 100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E289F3-86A9-0EFD-A184-35CEE6CDF844}"/>
              </a:ext>
            </a:extLst>
          </p:cNvPr>
          <p:cNvSpPr txBox="1"/>
          <p:nvPr/>
        </p:nvSpPr>
        <p:spPr>
          <a:xfrm>
            <a:off x="385346" y="3079991"/>
            <a:ext cx="2618024" cy="70788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0.17 × 1000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A0A1FD-431B-0CA8-FFE7-50DEE0A5C837}"/>
              </a:ext>
            </a:extLst>
          </p:cNvPr>
          <p:cNvSpPr txBox="1"/>
          <p:nvPr/>
        </p:nvSpPr>
        <p:spPr>
          <a:xfrm>
            <a:off x="3466055" y="3079991"/>
            <a:ext cx="2973892" cy="70788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8 × 100 × 100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9A0DA3-AF31-7234-2D96-BF5A0480AB72}"/>
              </a:ext>
            </a:extLst>
          </p:cNvPr>
          <p:cNvSpPr txBox="1"/>
          <p:nvPr/>
        </p:nvSpPr>
        <p:spPr>
          <a:xfrm>
            <a:off x="7082296" y="3079991"/>
            <a:ext cx="2358339" cy="70788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10.8 × 100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205712-8039-0724-76FF-E2B775670766}"/>
              </a:ext>
            </a:extLst>
          </p:cNvPr>
          <p:cNvSpPr txBox="1"/>
          <p:nvPr/>
        </p:nvSpPr>
        <p:spPr>
          <a:xfrm>
            <a:off x="709952" y="5482369"/>
            <a:ext cx="1968809" cy="70788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6 × 1000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474232-501F-46F2-145A-CE9C83C0A8C5}"/>
              </a:ext>
            </a:extLst>
          </p:cNvPr>
          <p:cNvSpPr txBox="1"/>
          <p:nvPr/>
        </p:nvSpPr>
        <p:spPr>
          <a:xfrm>
            <a:off x="3773832" y="5482369"/>
            <a:ext cx="2358339" cy="70788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5.1 × 1000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9AA304-83E3-5A4B-92BA-CEEB0CE31BF2}"/>
              </a:ext>
            </a:extLst>
          </p:cNvPr>
          <p:cNvSpPr txBox="1"/>
          <p:nvPr/>
        </p:nvSpPr>
        <p:spPr>
          <a:xfrm>
            <a:off x="6904363" y="5482369"/>
            <a:ext cx="2714205" cy="70788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4 × 100 × 10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19643" y="-29860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22496" y="-33156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2877" y="-43757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22692" y="2321441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3790" y="2312844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07307" y="4601523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47691" y="4578155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6077" y="4582111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21772" y="-23428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4370" y="2292931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08360" y="1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11726" y="2285877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7801" y="4585686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19508" y="4589392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23917" y="4562173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45353" y="-5581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55499" y="2279116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2413" y="2293384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95D71A-24A5-49A6-9C98-9450B6DA1604}"/>
              </a:ext>
            </a:extLst>
          </p:cNvPr>
          <p:cNvSpPr txBox="1"/>
          <p:nvPr/>
        </p:nvSpPr>
        <p:spPr>
          <a:xfrm>
            <a:off x="3626258" y="6484249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барагы</a:t>
            </a:r>
            <a:endParaRPr lang="en-GB" sz="2000" u="sn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4B464D-5870-1434-820F-084EA6CC1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26" y="0"/>
            <a:ext cx="9306148" cy="6484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14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2185E35-6454-9256-71B4-9993F0697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0" y="0"/>
            <a:ext cx="4860115" cy="33718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0108699-FD33-9A09-FCCB-FB7BDB4E4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5885" y="0"/>
            <a:ext cx="4860115" cy="33718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132103A-3ACF-0FD8-65C8-2C92FCF8C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0" y="3486151"/>
            <a:ext cx="4860115" cy="33718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517C6B2-DF1D-24D8-2A0F-170FC0C5A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5885" y="3486151"/>
            <a:ext cx="4860115" cy="337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9511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4210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8367</TotalTime>
  <Words>160</Words>
  <Application>Microsoft Office PowerPoint</Application>
  <PresentationFormat>A4 Paper (210x297 mm)</PresentationFormat>
  <Paragraphs>36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Calibri Light</vt:lpstr>
      <vt:lpstr>Comic Sans MS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382</cp:revision>
  <cp:lastPrinted>2017-12-31T22:38:51Z</cp:lastPrinted>
  <dcterms:created xsi:type="dcterms:W3CDTF">2017-01-17T16:57:04Z</dcterms:created>
  <dcterms:modified xsi:type="dcterms:W3CDTF">2024-08-25T14:50:43Z</dcterms:modified>
</cp:coreProperties>
</file>