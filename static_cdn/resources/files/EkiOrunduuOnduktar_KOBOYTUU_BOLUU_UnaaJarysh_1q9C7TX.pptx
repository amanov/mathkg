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17" r:id="rId1"/>
    <p:sldMasterId id="2147483730" r:id="rId2"/>
  </p:sldMasterIdLst>
  <p:notesMasterIdLst>
    <p:notesMasterId r:id="rId24"/>
  </p:notesMasterIdLst>
  <p:sldIdLst>
    <p:sldId id="960" r:id="rId3"/>
    <p:sldId id="961" r:id="rId4"/>
    <p:sldId id="962" r:id="rId5"/>
    <p:sldId id="288" r:id="rId6"/>
    <p:sldId id="271" r:id="rId7"/>
    <p:sldId id="273" r:id="rId8"/>
    <p:sldId id="274" r:id="rId9"/>
    <p:sldId id="275" r:id="rId10"/>
    <p:sldId id="276" r:id="rId11"/>
    <p:sldId id="277" r:id="rId12"/>
    <p:sldId id="278" r:id="rId13"/>
    <p:sldId id="279" r:id="rId14"/>
    <p:sldId id="280" r:id="rId15"/>
    <p:sldId id="281" r:id="rId16"/>
    <p:sldId id="282" r:id="rId17"/>
    <p:sldId id="283" r:id="rId18"/>
    <p:sldId id="284" r:id="rId19"/>
    <p:sldId id="285" r:id="rId20"/>
    <p:sldId id="286" r:id="rId21"/>
    <p:sldId id="287" r:id="rId22"/>
    <p:sldId id="941" r:id="rId23"/>
  </p:sldIdLst>
  <p:sldSz cx="9144000" cy="6858000" type="screen4x3"/>
  <p:notesSz cx="7104063" cy="10234613"/>
  <p:embeddedFontLst>
    <p:embeddedFont>
      <p:font typeface="Impact" panose="020B0806030902050204" pitchFamily="34" charset="0"/>
      <p:regular r:id="rId2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60"/>
          </p14:sldIdLst>
        </p14:section>
        <p14:section name="Титулдук слайд" id="{765A6E40-3071-4A2D-AD7D-3FCFB9F3EB92}">
          <p14:sldIdLst>
            <p14:sldId id="961"/>
          </p14:sldIdLst>
        </p14:section>
        <p14:section name="Жарыш экраны" id="{F85F3D05-9B24-49E4-A4AD-D2E559F0A80A}">
          <p14:sldIdLst>
            <p14:sldId id="962"/>
          </p14:sldIdLst>
        </p14:section>
        <p14:section name="Суроолор" id="{0C6CAEB9-E05E-4F87-81D9-FA736C818470}">
          <p14:sldIdLst>
            <p14:sldId id="288"/>
            <p14:sldId id="271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</p14:sldIdLst>
        </p14:section>
        <p14:section name="Кайтарым байланыш" id="{F3D720CF-F566-46A6-9361-125255B68FA6}">
          <p14:sldIdLst>
            <p14:sldId id="94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409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540" y="56"/>
      </p:cViewPr>
      <p:guideLst>
        <p:guide orient="horz" pos="2137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1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01/09/2024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018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5314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9173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305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830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4480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3232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499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376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6687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14007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5910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269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92D050"/>
            </a:gs>
            <a:gs pos="100000">
              <a:srgbClr val="33CC33">
                <a:gamma/>
                <a:shade val="46275"/>
                <a:invGamma/>
              </a:srgb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9617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2846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</p:sldLayoutIdLst>
  <p:txStyles>
    <p:titleStyle>
      <a:lvl1pPr algn="l" defTabSz="844083" rtl="0" eaLnBrk="1" latinLnBrk="0" hangingPunct="1">
        <a:lnSpc>
          <a:spcPct val="90000"/>
        </a:lnSpc>
        <a:spcBef>
          <a:spcPct val="0"/>
        </a:spcBef>
        <a:buNone/>
        <a:defRPr sz="406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1021" indent="-211021" algn="l" defTabSz="844083" rtl="0" eaLnBrk="1" latinLnBrk="0" hangingPunct="1">
        <a:lnSpc>
          <a:spcPct val="90000"/>
        </a:lnSpc>
        <a:spcBef>
          <a:spcPts val="923"/>
        </a:spcBef>
        <a:buFont typeface="Arial" panose="020B0604020202020204" pitchFamily="34" charset="0"/>
        <a:buChar char="•"/>
        <a:defRPr sz="2585" kern="1200">
          <a:solidFill>
            <a:schemeClr val="tx1"/>
          </a:solidFill>
          <a:latin typeface="+mn-lt"/>
          <a:ea typeface="+mn-ea"/>
          <a:cs typeface="+mn-cs"/>
        </a:defRPr>
      </a:lvl1pPr>
      <a:lvl2pPr marL="633062" indent="-211021" algn="l" defTabSz="844083" rtl="0" eaLnBrk="1" latinLnBrk="0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2215" kern="1200">
          <a:solidFill>
            <a:schemeClr val="tx1"/>
          </a:solidFill>
          <a:latin typeface="+mn-lt"/>
          <a:ea typeface="+mn-ea"/>
          <a:cs typeface="+mn-cs"/>
        </a:defRPr>
      </a:lvl2pPr>
      <a:lvl3pPr marL="1055103" indent="-211021" algn="l" defTabSz="844083" rtl="0" eaLnBrk="1" latinLnBrk="0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3pPr>
      <a:lvl4pPr marL="1477145" indent="-211021" algn="l" defTabSz="844083" rtl="0" eaLnBrk="1" latinLnBrk="0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899186" indent="-211021" algn="l" defTabSz="844083" rtl="0" eaLnBrk="1" latinLnBrk="0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321227" indent="-211021" algn="l" defTabSz="844083" rtl="0" eaLnBrk="1" latinLnBrk="0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9" indent="-211021" algn="l" defTabSz="844083" rtl="0" eaLnBrk="1" latinLnBrk="0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3165310" indent="-211021" algn="l" defTabSz="844083" rtl="0" eaLnBrk="1" latinLnBrk="0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587351" indent="-211021" algn="l" defTabSz="844083" rtl="0" eaLnBrk="1" latinLnBrk="0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1pPr>
      <a:lvl2pPr marL="422041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2pPr>
      <a:lvl3pPr marL="844083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3pPr>
      <a:lvl4pPr marL="1266124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688165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110207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532248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2954289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376331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audio" Target="../media/audio7.wav"/><Relationship Id="rId13" Type="http://schemas.openxmlformats.org/officeDocument/2006/relationships/image" Target="../media/image10.png"/><Relationship Id="rId3" Type="http://schemas.openxmlformats.org/officeDocument/2006/relationships/audio" Target="../media/audio2.wav"/><Relationship Id="rId7" Type="http://schemas.openxmlformats.org/officeDocument/2006/relationships/audio" Target="../media/audio6.wav"/><Relationship Id="rId12" Type="http://schemas.openxmlformats.org/officeDocument/2006/relationships/image" Target="../media/image9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audio" Target="../media/audio5.wav"/><Relationship Id="rId11" Type="http://schemas.openxmlformats.org/officeDocument/2006/relationships/image" Target="../media/image8.png"/><Relationship Id="rId5" Type="http://schemas.openxmlformats.org/officeDocument/2006/relationships/audio" Target="../media/audio4.wav"/><Relationship Id="rId15" Type="http://schemas.openxmlformats.org/officeDocument/2006/relationships/image" Target="../media/image11.png"/><Relationship Id="rId10" Type="http://schemas.openxmlformats.org/officeDocument/2006/relationships/image" Target="../media/image7.png"/><Relationship Id="rId4" Type="http://schemas.openxmlformats.org/officeDocument/2006/relationships/audio" Target="../media/audio3.wav"/><Relationship Id="rId9" Type="http://schemas.openxmlformats.org/officeDocument/2006/relationships/image" Target="../media/image6.png"/><Relationship Id="rId14" Type="http://schemas.openxmlformats.org/officeDocument/2006/relationships/slide" Target="slide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14.xml"/><Relationship Id="rId13" Type="http://schemas.openxmlformats.org/officeDocument/2006/relationships/slide" Target="slide11.xml"/><Relationship Id="rId18" Type="http://schemas.openxmlformats.org/officeDocument/2006/relationships/slide" Target="slide8.xml"/><Relationship Id="rId3" Type="http://schemas.openxmlformats.org/officeDocument/2006/relationships/slide" Target="slide17.xml"/><Relationship Id="rId7" Type="http://schemas.openxmlformats.org/officeDocument/2006/relationships/slide" Target="slide13.xml"/><Relationship Id="rId12" Type="http://schemas.openxmlformats.org/officeDocument/2006/relationships/slide" Target="slide10.xml"/><Relationship Id="rId17" Type="http://schemas.openxmlformats.org/officeDocument/2006/relationships/slide" Target="slide7.xml"/><Relationship Id="rId2" Type="http://schemas.openxmlformats.org/officeDocument/2006/relationships/image" Target="../media/image10.png"/><Relationship Id="rId16" Type="http://schemas.openxmlformats.org/officeDocument/2006/relationships/slide" Target="slide6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0.xml"/><Relationship Id="rId11" Type="http://schemas.openxmlformats.org/officeDocument/2006/relationships/slide" Target="slide9.xml"/><Relationship Id="rId5" Type="http://schemas.openxmlformats.org/officeDocument/2006/relationships/slide" Target="slide19.xml"/><Relationship Id="rId15" Type="http://schemas.openxmlformats.org/officeDocument/2006/relationships/slide" Target="slide5.xml"/><Relationship Id="rId10" Type="http://schemas.openxmlformats.org/officeDocument/2006/relationships/slide" Target="slide16.xml"/><Relationship Id="rId4" Type="http://schemas.openxmlformats.org/officeDocument/2006/relationships/slide" Target="slide18.xml"/><Relationship Id="rId9" Type="http://schemas.openxmlformats.org/officeDocument/2006/relationships/slide" Target="slide15.xml"/><Relationship Id="rId14" Type="http://schemas.openxmlformats.org/officeDocument/2006/relationships/slide" Target="slide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C86A6EA6-FCB3-2B3A-9830-D09E6E23D499}"/>
              </a:ext>
            </a:extLst>
          </p:cNvPr>
          <p:cNvSpPr txBox="1">
            <a:spLocks/>
          </p:cNvSpPr>
          <p:nvPr/>
        </p:nvSpPr>
        <p:spPr>
          <a:xfrm>
            <a:off x="160073" y="1672724"/>
            <a:ext cx="8823853" cy="496383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1021" marR="0" lvl="0" indent="-211021" algn="l" defTabSz="844083" rtl="0" eaLnBrk="1" fontAlgn="auto" latinLnBrk="0" hangingPunct="1">
              <a:lnSpc>
                <a:spcPct val="90000"/>
              </a:lnSpc>
              <a:spcBef>
                <a:spcPts val="92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орундуу ондуктар – көбөйтүү жана бөлүү – унаа жарышы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11021" marR="0" lvl="0" indent="-211021" algn="l" defTabSz="844083" rtl="0" eaLnBrk="1" fontAlgn="auto" latinLnBrk="0" hangingPunct="1">
              <a:lnSpc>
                <a:spcPct val="90000"/>
              </a:lnSpc>
              <a:spcBef>
                <a:spcPts val="92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11021" marR="0" lvl="0" indent="-211021" algn="l" defTabSz="844083" rtl="0" eaLnBrk="1" fontAlgn="auto" latinLnBrk="0" hangingPunct="1">
              <a:lnSpc>
                <a:spcPct val="90000"/>
              </a:lnSpc>
              <a:spcBef>
                <a:spcPts val="92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иш-чарада 2 команда 8 суроого туура жооп берип, жарышты биринчи бүтүрүү үчүн ат салышат.</a:t>
            </a:r>
          </a:p>
          <a:p>
            <a:pPr marL="211021" marR="0" lvl="0" indent="-211021" algn="l" defTabSz="844083" rtl="0" eaLnBrk="1" fontAlgn="auto" latinLnBrk="0" hangingPunct="1">
              <a:lnSpc>
                <a:spcPct val="90000"/>
              </a:lnSpc>
              <a:spcBef>
                <a:spcPts val="92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Жарыш экраны анимация менен башталат.</a:t>
            </a:r>
          </a:p>
          <a:p>
            <a:pPr marL="211021" marR="0" lvl="0" indent="-211021" algn="l" defTabSz="844083" rtl="0" eaLnBrk="1" fontAlgn="auto" latinLnBrk="0" hangingPunct="1">
              <a:lnSpc>
                <a:spcPct val="90000"/>
              </a:lnSpc>
              <a:spcBef>
                <a:spcPts val="92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Суроону тандоо үчүн ак кутучаны басыңыз/тийиңиз. Тиешелүү суроого өтүү үчүн номерди басыңыз.</a:t>
            </a:r>
          </a:p>
          <a:p>
            <a:pPr marL="211021" marR="0" lvl="0" indent="-211021" algn="l" defTabSz="844083" rtl="0" eaLnBrk="1" fontAlgn="auto" latinLnBrk="0" hangingPunct="1">
              <a:lnSpc>
                <a:spcPct val="90000"/>
              </a:lnSpc>
              <a:spcBef>
                <a:spcPts val="92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Жооп үчүн "Жооп" кутучасын басыңыз. Жарышка кайтуу үчүн ак кутучаны басыңыз.</a:t>
            </a:r>
          </a:p>
          <a:p>
            <a:pPr marL="211021" marR="0" lvl="0" indent="-211021" algn="l" defTabSz="844083" rtl="0" eaLnBrk="1" fontAlgn="auto" latinLnBrk="0" hangingPunct="1">
              <a:lnSpc>
                <a:spcPct val="90000"/>
              </a:lnSpc>
              <a:spcBef>
                <a:spcPts val="92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Команданын унаасын чыкылдатып, аны бир орун алдыга жылдырыңыз. Жеңүүчү анимация бар</a:t>
            </a:r>
          </a:p>
          <a:p>
            <a:pPr marL="211021" marR="0" lvl="0" indent="-211021" algn="l" defTabSz="844083" rtl="0" eaLnBrk="1" fontAlgn="auto" latinLnBrk="0" hangingPunct="1">
              <a:lnSpc>
                <a:spcPct val="90000"/>
              </a:lnSpc>
              <a:spcBef>
                <a:spcPts val="92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94B71E39-D2CD-8137-C98B-785ECD7F1E6F}"/>
              </a:ext>
            </a:extLst>
          </p:cNvPr>
          <p:cNvSpPr txBox="1">
            <a:spLocks/>
          </p:cNvSpPr>
          <p:nvPr/>
        </p:nvSpPr>
        <p:spPr>
          <a:xfrm>
            <a:off x="0" y="681405"/>
            <a:ext cx="8680938" cy="129246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844083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92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0B04D11-DCB0-47B3-931C-8A4DAA61FF6B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1914" y="6093498"/>
            <a:ext cx="624449" cy="62444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191F1DD-94FF-F7A3-8E2C-BCBBBDD13F66}"/>
              </a:ext>
            </a:extLst>
          </p:cNvPr>
          <p:cNvSpPr txBox="1"/>
          <p:nvPr/>
        </p:nvSpPr>
        <p:spPr>
          <a:xfrm>
            <a:off x="2986400" y="6174891"/>
            <a:ext cx="47590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оюндун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үнү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бар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285060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76" name="Picture 8" descr="http://wallpaperblog.files.wordpress.com/2007/12/blue_sky_1920.jpg">
            <a:extLst>
              <a:ext uri="{FF2B5EF4-FFF2-40B4-BE49-F238E27FC236}">
                <a16:creationId xmlns:a16="http://schemas.microsoft.com/office/drawing/2014/main" id="{36268E47-A09C-4025-8F09-A23F5D8BE4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56"/>
          <a:stretch/>
        </p:blipFill>
        <p:spPr bwMode="auto">
          <a:xfrm>
            <a:off x="-1" y="1"/>
            <a:ext cx="9159978" cy="33397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567" name="Rectangle 7">
            <a:extLst>
              <a:ext uri="{FF2B5EF4-FFF2-40B4-BE49-F238E27FC236}">
                <a16:creationId xmlns:a16="http://schemas.microsoft.com/office/drawing/2014/main" id="{D1885F79-B343-426C-A943-C0F518B8B8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489313"/>
            <a:ext cx="9144000" cy="3375806"/>
          </a:xfrm>
          <a:prstGeom prst="rect">
            <a:avLst/>
          </a:prstGeom>
          <a:solidFill>
            <a:schemeClr val="tx1"/>
          </a:solidFill>
          <a:ln w="38100" algn="ctr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4985"/>
          </a:p>
        </p:txBody>
      </p:sp>
      <p:sp>
        <p:nvSpPr>
          <p:cNvPr id="66568" name="Line 8">
            <a:extLst>
              <a:ext uri="{FF2B5EF4-FFF2-40B4-BE49-F238E27FC236}">
                <a16:creationId xmlns:a16="http://schemas.microsoft.com/office/drawing/2014/main" id="{969A2FD3-526C-4E50-B618-1CAE8FF0D4E9}"/>
              </a:ext>
            </a:extLst>
          </p:cNvPr>
          <p:cNvSpPr>
            <a:spLocks noChangeShapeType="1"/>
          </p:cNvSpPr>
          <p:nvPr/>
        </p:nvSpPr>
        <p:spPr bwMode="auto">
          <a:xfrm>
            <a:off x="6732984" y="5159602"/>
            <a:ext cx="2059323" cy="0"/>
          </a:xfrm>
          <a:prstGeom prst="line">
            <a:avLst/>
          </a:prstGeom>
          <a:noFill/>
          <a:ln w="114300">
            <a:solidFill>
              <a:schemeClr val="bg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4985"/>
          </a:p>
        </p:txBody>
      </p:sp>
      <p:sp>
        <p:nvSpPr>
          <p:cNvPr id="66577" name="Rectangle 17">
            <a:extLst>
              <a:ext uri="{FF2B5EF4-FFF2-40B4-BE49-F238E27FC236}">
                <a16:creationId xmlns:a16="http://schemas.microsoft.com/office/drawing/2014/main" id="{21C915E1-0B83-41B2-8EC0-C20E43D3DA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3289434"/>
            <a:ext cx="9144001" cy="199878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0" algn="ctr">
                <a:solidFill>
                  <a:schemeClr val="bg1"/>
                </a:solidFill>
                <a:prstDash val="dash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4985"/>
          </a:p>
        </p:txBody>
      </p:sp>
      <p:pic>
        <p:nvPicPr>
          <p:cNvPr id="66582" name="Picture 22" descr="checkered-flag2">
            <a:extLst>
              <a:ext uri="{FF2B5EF4-FFF2-40B4-BE49-F238E27FC236}">
                <a16:creationId xmlns:a16="http://schemas.microsoft.com/office/drawing/2014/main" id="{BAD13BFE-21A6-4AF1-AD7C-E14330BD43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529624" y="450189"/>
            <a:ext cx="2591130" cy="2658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B202A185-292E-4864-B0FB-B4B55E161761}"/>
              </a:ext>
            </a:extLst>
          </p:cNvPr>
          <p:cNvGrpSpPr/>
          <p:nvPr/>
        </p:nvGrpSpPr>
        <p:grpSpPr>
          <a:xfrm>
            <a:off x="1013969" y="3937755"/>
            <a:ext cx="3175861" cy="892141"/>
            <a:chOff x="457200" y="201616"/>
            <a:chExt cx="684213" cy="292097"/>
          </a:xfrm>
        </p:grpSpPr>
        <p:sp>
          <p:nvSpPr>
            <p:cNvPr id="19" name="AutoShape 50">
              <a:extLst>
                <a:ext uri="{FF2B5EF4-FFF2-40B4-BE49-F238E27FC236}">
                  <a16:creationId xmlns:a16="http://schemas.microsoft.com/office/drawing/2014/main" id="{2D52F110-3BE1-4735-80D3-0A27416F9B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200" y="206375"/>
              <a:ext cx="323850" cy="287338"/>
            </a:xfrm>
            <a:prstGeom prst="chevron">
              <a:avLst>
                <a:gd name="adj" fmla="val 28177"/>
              </a:avLst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sz="4985"/>
            </a:p>
          </p:txBody>
        </p:sp>
        <p:sp>
          <p:nvSpPr>
            <p:cNvPr id="20" name="AutoShape 51">
              <a:extLst>
                <a:ext uri="{FF2B5EF4-FFF2-40B4-BE49-F238E27FC236}">
                  <a16:creationId xmlns:a16="http://schemas.microsoft.com/office/drawing/2014/main" id="{E6FE7F77-6C6A-4E6C-9C91-1D7A1204E6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563" y="201616"/>
              <a:ext cx="323850" cy="287337"/>
            </a:xfrm>
            <a:prstGeom prst="chevron">
              <a:avLst>
                <a:gd name="adj" fmla="val 28177"/>
              </a:avLst>
            </a:prstGeom>
            <a:solidFill>
              <a:srgbClr val="FF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sz="4985"/>
            </a:p>
          </p:txBody>
        </p:sp>
      </p:grpSp>
      <p:sp>
        <p:nvSpPr>
          <p:cNvPr id="13" name="Line 129">
            <a:extLst>
              <a:ext uri="{FF2B5EF4-FFF2-40B4-BE49-F238E27FC236}">
                <a16:creationId xmlns:a16="http://schemas.microsoft.com/office/drawing/2014/main" id="{00DA2089-7975-44F0-B86B-ACDCBF5505FF}"/>
              </a:ext>
            </a:extLst>
          </p:cNvPr>
          <p:cNvSpPr>
            <a:spLocks noChangeShapeType="1"/>
          </p:cNvSpPr>
          <p:nvPr/>
        </p:nvSpPr>
        <p:spPr bwMode="auto">
          <a:xfrm>
            <a:off x="888434" y="5159602"/>
            <a:ext cx="3408595" cy="0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4985"/>
          </a:p>
        </p:txBody>
      </p:sp>
      <p:sp>
        <p:nvSpPr>
          <p:cNvPr id="14" name="Rectangle 39">
            <a:extLst>
              <a:ext uri="{FF2B5EF4-FFF2-40B4-BE49-F238E27FC236}">
                <a16:creationId xmlns:a16="http://schemas.microsoft.com/office/drawing/2014/main" id="{D1CCFF66-6D96-4E9B-B4FA-BA7666D394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1669" y="3570335"/>
            <a:ext cx="441228" cy="3141557"/>
          </a:xfrm>
          <a:prstGeom prst="rect">
            <a:avLst/>
          </a:prstGeom>
          <a:pattFill prst="lgCheck">
            <a:fgClr>
              <a:schemeClr val="bg1"/>
            </a:fgClr>
            <a:bgClr>
              <a:schemeClr val="tx1"/>
            </a:bgClr>
          </a:patt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sz="1662"/>
          </a:p>
        </p:txBody>
      </p:sp>
      <p:sp>
        <p:nvSpPr>
          <p:cNvPr id="15" name="Text Box 293">
            <a:extLst>
              <a:ext uri="{FF2B5EF4-FFF2-40B4-BE49-F238E27FC236}">
                <a16:creationId xmlns:a16="http://schemas.microsoft.com/office/drawing/2014/main" id="{712BBFB8-F4CE-414A-B389-D20A8B6891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1142" y="3552817"/>
            <a:ext cx="1548437" cy="3243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 algn="ctr"/>
            <a:r>
              <a:rPr lang="en-US" altLang="ko-KR" sz="8862" dirty="0">
                <a:solidFill>
                  <a:schemeClr val="bg1"/>
                </a:solidFill>
                <a:latin typeface="Impact" panose="020B0806030902050204" pitchFamily="34" charset="0"/>
                <a:ea typeface="굴림" panose="020B0600000101010101" pitchFamily="34" charset="-127"/>
              </a:rPr>
              <a:t>START</a:t>
            </a:r>
            <a:endParaRPr lang="en-US" altLang="en-US" sz="8862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3239805-9FA4-4967-8B1C-2A822D6640CC}"/>
              </a:ext>
            </a:extLst>
          </p:cNvPr>
          <p:cNvGrpSpPr/>
          <p:nvPr/>
        </p:nvGrpSpPr>
        <p:grpSpPr>
          <a:xfrm>
            <a:off x="1013969" y="5502959"/>
            <a:ext cx="3175861" cy="892141"/>
            <a:chOff x="457200" y="201616"/>
            <a:chExt cx="684213" cy="292097"/>
          </a:xfrm>
        </p:grpSpPr>
        <p:sp>
          <p:nvSpPr>
            <p:cNvPr id="17" name="AutoShape 50">
              <a:extLst>
                <a:ext uri="{FF2B5EF4-FFF2-40B4-BE49-F238E27FC236}">
                  <a16:creationId xmlns:a16="http://schemas.microsoft.com/office/drawing/2014/main" id="{61F84928-BC2C-44E5-B917-C29EA3BEC7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200" y="206375"/>
              <a:ext cx="323850" cy="287338"/>
            </a:xfrm>
            <a:prstGeom prst="chevron">
              <a:avLst>
                <a:gd name="adj" fmla="val 28177"/>
              </a:avLst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sz="4985"/>
            </a:p>
          </p:txBody>
        </p:sp>
        <p:sp>
          <p:nvSpPr>
            <p:cNvPr id="18" name="AutoShape 51">
              <a:extLst>
                <a:ext uri="{FF2B5EF4-FFF2-40B4-BE49-F238E27FC236}">
                  <a16:creationId xmlns:a16="http://schemas.microsoft.com/office/drawing/2014/main" id="{7114FDAB-C8CA-45EF-B1DD-6AF269FBD5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563" y="201616"/>
              <a:ext cx="323850" cy="287337"/>
            </a:xfrm>
            <a:prstGeom prst="chevron">
              <a:avLst>
                <a:gd name="adj" fmla="val 28177"/>
              </a:avLst>
            </a:prstGeom>
            <a:solidFill>
              <a:srgbClr val="FF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sz="4985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1671625B-EEAB-4811-BFA6-85ECE27B602D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832" y="5203822"/>
            <a:ext cx="3060443" cy="151747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51823D7-DD5A-4225-89E4-144FFA12D99E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832" y="3617744"/>
            <a:ext cx="3060443" cy="1517470"/>
          </a:xfrm>
          <a:prstGeom prst="rect">
            <a:avLst/>
          </a:prstGeom>
        </p:spPr>
      </p:pic>
      <p:pic>
        <p:nvPicPr>
          <p:cNvPr id="27" name="Picture 22" descr="checkered-flag2">
            <a:extLst>
              <a:ext uri="{FF2B5EF4-FFF2-40B4-BE49-F238E27FC236}">
                <a16:creationId xmlns:a16="http://schemas.microsoft.com/office/drawing/2014/main" id="{2C65C85F-D67E-400B-A62F-13E162C0E1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99" y="450189"/>
            <a:ext cx="2591130" cy="2658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6020C5E-0F6E-6B85-F930-2C2D877BCAA5}"/>
              </a:ext>
            </a:extLst>
          </p:cNvPr>
          <p:cNvSpPr/>
          <p:nvPr/>
        </p:nvSpPr>
        <p:spPr>
          <a:xfrm>
            <a:off x="1464462" y="174679"/>
            <a:ext cx="6487289" cy="36317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ru-RU" sz="11500" b="1" dirty="0">
                <a:ln w="38100">
                  <a:solidFill>
                    <a:schemeClr val="accent1">
                      <a:lumMod val="50000"/>
                    </a:schemeClr>
                  </a:solidFill>
                </a:ln>
                <a:solidFill>
                  <a:srgbClr val="FFC000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alibri" panose="020F0502020204030204"/>
              </a:rPr>
              <a:t>Унаа</a:t>
            </a:r>
            <a:r>
              <a:rPr lang="en-US" sz="11500" b="1" dirty="0">
                <a:ln w="38100">
                  <a:solidFill>
                    <a:schemeClr val="accent1">
                      <a:lumMod val="50000"/>
                    </a:schemeClr>
                  </a:solidFill>
                </a:ln>
                <a:solidFill>
                  <a:srgbClr val="FFC000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alibri" panose="020F0502020204030204"/>
              </a:rPr>
              <a:t> </a:t>
            </a:r>
            <a:r>
              <a:rPr lang="ru-RU" sz="11500" b="1" dirty="0">
                <a:ln w="38100"/>
                <a:solidFill>
                  <a:srgbClr val="FFC000"/>
                </a:solidFill>
                <a:latin typeface="Calibri" panose="020F0502020204030204"/>
              </a:rPr>
              <a:t> </a:t>
            </a:r>
            <a:endParaRPr lang="en-US" sz="11500" b="1" dirty="0">
              <a:ln w="38100"/>
              <a:solidFill>
                <a:srgbClr val="FFC000"/>
              </a:solidFill>
              <a:latin typeface="Calibri" panose="020F0502020204030204"/>
            </a:endParaRPr>
          </a:p>
          <a:p>
            <a:pPr algn="ctr"/>
            <a:r>
              <a:rPr lang="ru-RU" sz="11500" b="1" dirty="0">
                <a:ln w="38100"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rgbClr val="FFC000"/>
                </a:solidFill>
                <a:latin typeface="Calibri" panose="020F0502020204030204"/>
              </a:rPr>
              <a:t>Жарышы</a:t>
            </a:r>
            <a:r>
              <a:rPr lang="en-US" sz="11500" b="1" dirty="0">
                <a:ln w="38100"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rgbClr val="FFC000"/>
                </a:solidFill>
                <a:latin typeface="Calibri" panose="020F0502020204030204"/>
              </a:rPr>
              <a:t> </a:t>
            </a:r>
            <a:endParaRPr lang="en-US" sz="11500" b="1" dirty="0"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  <a:solidFill>
                <a:srgbClr val="FFC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1" name="Picture 460">
            <a:extLst>
              <a:ext uri="{FF2B5EF4-FFF2-40B4-BE49-F238E27FC236}">
                <a16:creationId xmlns:a16="http://schemas.microsoft.com/office/drawing/2014/main" id="{0B87A8BA-A845-41FB-9942-DB55CEDA67AE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903" t="907" b="2335"/>
          <a:stretch/>
        </p:blipFill>
        <p:spPr>
          <a:xfrm>
            <a:off x="0" y="1"/>
            <a:ext cx="9117012" cy="6857999"/>
          </a:xfrm>
          <a:prstGeom prst="rect">
            <a:avLst/>
          </a:prstGeom>
        </p:spPr>
      </p:pic>
      <p:pic>
        <p:nvPicPr>
          <p:cNvPr id="28772" name="Picture 100">
            <a:extLst>
              <a:ext uri="{FF2B5EF4-FFF2-40B4-BE49-F238E27FC236}">
                <a16:creationId xmlns:a16="http://schemas.microsoft.com/office/drawing/2014/main" id="{B955FCBF-8B26-4F37-92E6-6D195A7BF5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500" y="173785"/>
            <a:ext cx="704369" cy="34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773" name="Picture 101">
            <a:extLst>
              <a:ext uri="{FF2B5EF4-FFF2-40B4-BE49-F238E27FC236}">
                <a16:creationId xmlns:a16="http://schemas.microsoft.com/office/drawing/2014/main" id="{6E6D27BE-A063-4FE7-B103-D79454533D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1039" y="696073"/>
            <a:ext cx="701167" cy="347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982" name="WordArt 310">
            <a:extLst>
              <a:ext uri="{FF2B5EF4-FFF2-40B4-BE49-F238E27FC236}">
                <a16:creationId xmlns:a16="http://schemas.microsoft.com/office/drawing/2014/main" id="{7F68E793-0B1C-41DB-B8E0-A7F56CD0D896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934367" y="1572426"/>
            <a:ext cx="4824413" cy="273685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45852"/>
              </a:avLst>
            </a:prstTxWarp>
          </a:bodyPr>
          <a:lstStyle/>
          <a:p>
            <a:pPr algn="ctr"/>
            <a:r>
              <a:rPr lang="ky-KG" sz="3600" kern="10" dirty="0">
                <a:ln w="38100">
                  <a:solidFill>
                    <a:srgbClr val="0000FF"/>
                  </a:solidFill>
                  <a:round/>
                  <a:headEnd/>
                  <a:tailEnd/>
                </a:ln>
                <a:solidFill>
                  <a:srgbClr val="FFCC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Даярдан</a:t>
            </a:r>
            <a:endParaRPr lang="en-GB" sz="3600" kern="10" dirty="0">
              <a:ln w="38100">
                <a:solidFill>
                  <a:srgbClr val="0000FF"/>
                </a:solidFill>
                <a:round/>
                <a:headEnd/>
                <a:tailEnd/>
              </a:ln>
              <a:solidFill>
                <a:srgbClr val="FFCC00"/>
              </a:solidFill>
              <a:effectLst>
                <a:outerShdw dist="35921" dir="2700000" algn="ctr" rotWithShape="0">
                  <a:srgbClr val="990000"/>
                </a:outerShdw>
              </a:effectLst>
              <a:latin typeface="Impact" panose="020B0806030902050204" pitchFamily="34" charset="0"/>
            </a:endParaRPr>
          </a:p>
        </p:txBody>
      </p:sp>
      <p:grpSp>
        <p:nvGrpSpPr>
          <p:cNvPr id="29555" name="Group 883">
            <a:extLst>
              <a:ext uri="{FF2B5EF4-FFF2-40B4-BE49-F238E27FC236}">
                <a16:creationId xmlns:a16="http://schemas.microsoft.com/office/drawing/2014/main" id="{E98CDD4A-F70F-48AE-B28F-4419627774F5}"/>
              </a:ext>
            </a:extLst>
          </p:cNvPr>
          <p:cNvGrpSpPr>
            <a:grpSpLocks/>
          </p:cNvGrpSpPr>
          <p:nvPr/>
        </p:nvGrpSpPr>
        <p:grpSpPr bwMode="auto">
          <a:xfrm>
            <a:off x="539750" y="-1611313"/>
            <a:ext cx="8208963" cy="1473200"/>
            <a:chOff x="340" y="-928"/>
            <a:chExt cx="5171" cy="928"/>
          </a:xfrm>
        </p:grpSpPr>
        <p:sp>
          <p:nvSpPr>
            <p:cNvPr id="29546" name="AutoShape 874">
              <a:extLst>
                <a:ext uri="{FF2B5EF4-FFF2-40B4-BE49-F238E27FC236}">
                  <a16:creationId xmlns:a16="http://schemas.microsoft.com/office/drawing/2014/main" id="{CDB58A1B-5EA1-4AF6-96C2-C19138CF5E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" y="-928"/>
              <a:ext cx="5171" cy="928"/>
            </a:xfrm>
            <a:prstGeom prst="ribbon">
              <a:avLst>
                <a:gd name="adj1" fmla="val 12500"/>
                <a:gd name="adj2" fmla="val 70213"/>
              </a:avLst>
            </a:prstGeom>
            <a:gradFill rotWithShape="1">
              <a:gsLst>
                <a:gs pos="0">
                  <a:srgbClr val="FF3300"/>
                </a:gs>
                <a:gs pos="100000">
                  <a:srgbClr val="FF3300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38100">
              <a:solidFill>
                <a:srgbClr val="FF3300"/>
              </a:solidFill>
              <a:round/>
              <a:headEnd/>
              <a:tailEnd/>
            </a:ln>
            <a:effectLst>
              <a:outerShdw dist="35921" dir="2700000" algn="ctr" rotWithShape="0">
                <a:srgbClr val="990000"/>
              </a:outerShdw>
            </a:effec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9547" name="WordArt 875">
              <a:extLst>
                <a:ext uri="{FF2B5EF4-FFF2-40B4-BE49-F238E27FC236}">
                  <a16:creationId xmlns:a16="http://schemas.microsoft.com/office/drawing/2014/main" id="{FF6FE4FF-675E-411F-B733-1487EBD477D5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1428" y="-701"/>
              <a:ext cx="3039" cy="54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48208"/>
                </a:avLst>
              </a:prstTxWarp>
            </a:bodyPr>
            <a:lstStyle/>
            <a:p>
              <a:r>
                <a:rPr lang="ky-KG" sz="3600" kern="10" dirty="0">
                  <a:ln w="38100">
                    <a:solidFill>
                      <a:srgbClr val="0000FF"/>
                    </a:solidFill>
                    <a:round/>
                    <a:headEnd/>
                    <a:tailEnd/>
                  </a:ln>
                  <a:solidFill>
                    <a:srgbClr val="FFCC00"/>
                  </a:soli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Impact" panose="020B0806030902050204" pitchFamily="34" charset="0"/>
                </a:rPr>
                <a:t>Кызыл унаа УТТУ!</a:t>
              </a:r>
              <a:endParaRPr lang="en-GB" sz="3600" kern="10" dirty="0">
                <a:ln w="38100">
                  <a:solidFill>
                    <a:srgbClr val="0000FF"/>
                  </a:solidFill>
                  <a:round/>
                  <a:headEnd/>
                  <a:tailEnd/>
                </a:ln>
                <a:solidFill>
                  <a:srgbClr val="FFCC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endParaRPr>
            </a:p>
          </p:txBody>
        </p:sp>
      </p:grpSp>
      <p:grpSp>
        <p:nvGrpSpPr>
          <p:cNvPr id="29554" name="Group 882">
            <a:extLst>
              <a:ext uri="{FF2B5EF4-FFF2-40B4-BE49-F238E27FC236}">
                <a16:creationId xmlns:a16="http://schemas.microsoft.com/office/drawing/2014/main" id="{4A803173-B437-49F6-9246-DF79680BAB50}"/>
              </a:ext>
            </a:extLst>
          </p:cNvPr>
          <p:cNvGrpSpPr>
            <a:grpSpLocks/>
          </p:cNvGrpSpPr>
          <p:nvPr/>
        </p:nvGrpSpPr>
        <p:grpSpPr bwMode="auto">
          <a:xfrm>
            <a:off x="539572" y="-1589134"/>
            <a:ext cx="8208963" cy="1473200"/>
            <a:chOff x="476" y="-924"/>
            <a:chExt cx="5171" cy="928"/>
          </a:xfrm>
        </p:grpSpPr>
        <p:sp>
          <p:nvSpPr>
            <p:cNvPr id="29548" name="AutoShape 876">
              <a:extLst>
                <a:ext uri="{FF2B5EF4-FFF2-40B4-BE49-F238E27FC236}">
                  <a16:creationId xmlns:a16="http://schemas.microsoft.com/office/drawing/2014/main" id="{CB0A42D6-5F52-46DC-80AF-D460B72AAB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" y="-924"/>
              <a:ext cx="5171" cy="928"/>
            </a:xfrm>
            <a:prstGeom prst="ribbon">
              <a:avLst>
                <a:gd name="adj1" fmla="val 12500"/>
                <a:gd name="adj2" fmla="val 70213"/>
              </a:avLst>
            </a:prstGeom>
            <a:solidFill>
              <a:srgbClr val="0000FF"/>
            </a:solidFill>
            <a:ln w="38100">
              <a:solidFill>
                <a:srgbClr val="3366FF"/>
              </a:solidFill>
              <a:round/>
              <a:headEnd/>
              <a:tailEnd/>
            </a:ln>
            <a:effectLst>
              <a:outerShdw dist="35921" dir="2700000" algn="ctr" rotWithShape="0">
                <a:srgbClr val="990000"/>
              </a:outerShdw>
            </a:effec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9549" name="WordArt 877">
              <a:extLst>
                <a:ext uri="{FF2B5EF4-FFF2-40B4-BE49-F238E27FC236}">
                  <a16:creationId xmlns:a16="http://schemas.microsoft.com/office/drawing/2014/main" id="{E790C9E1-6D35-4399-A112-F113EC1DA5E8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1610" y="-667"/>
              <a:ext cx="3039" cy="54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48208"/>
                </a:avLst>
              </a:prstTxWarp>
            </a:bodyPr>
            <a:lstStyle/>
            <a:p>
              <a:r>
                <a:rPr lang="ky-KG" sz="3600" kern="10" dirty="0">
                  <a:ln w="38100">
                    <a:solidFill>
                      <a:srgbClr val="FF0000"/>
                    </a:solidFill>
                    <a:round/>
                    <a:headEnd/>
                    <a:tailEnd/>
                  </a:ln>
                  <a:solidFill>
                    <a:srgbClr val="FFCC00"/>
                  </a:soli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Impact" panose="020B0806030902050204" pitchFamily="34" charset="0"/>
                </a:rPr>
                <a:t>Көк унаа УТТУ!</a:t>
              </a:r>
              <a:endParaRPr lang="en-GB" sz="3600" kern="10" dirty="0">
                <a:ln w="38100">
                  <a:solidFill>
                    <a:srgbClr val="FF0000"/>
                  </a:solidFill>
                  <a:round/>
                  <a:headEnd/>
                  <a:tailEnd/>
                </a:ln>
                <a:solidFill>
                  <a:srgbClr val="FFCC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endParaRPr>
            </a:p>
          </p:txBody>
        </p:sp>
      </p:grpSp>
      <p:pic>
        <p:nvPicPr>
          <p:cNvPr id="29552" name="Picture 880" descr="checkered-flag2">
            <a:extLst>
              <a:ext uri="{FF2B5EF4-FFF2-40B4-BE49-F238E27FC236}">
                <a16:creationId xmlns:a16="http://schemas.microsoft.com/office/drawing/2014/main" id="{3865A3FA-CF26-4D86-BD74-A6444F3EE3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68538" y="1403350"/>
            <a:ext cx="2043113" cy="2097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553" name="Picture 881" descr="checkered-flag2">
            <a:extLst>
              <a:ext uri="{FF2B5EF4-FFF2-40B4-BE49-F238E27FC236}">
                <a16:creationId xmlns:a16="http://schemas.microsoft.com/office/drawing/2014/main" id="{663E2B7E-C24E-4C98-90AF-1F3D81CDFC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2600" y="1404938"/>
            <a:ext cx="2112963" cy="2168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976" name="WordArt 304">
            <a:extLst>
              <a:ext uri="{FF2B5EF4-FFF2-40B4-BE49-F238E27FC236}">
                <a16:creationId xmlns:a16="http://schemas.microsoft.com/office/drawing/2014/main" id="{81CA8C93-EB9E-40B0-A289-5FB670D8526D}"/>
              </a:ext>
            </a:extLst>
          </p:cNvPr>
          <p:cNvSpPr>
            <a:spLocks noChangeAspect="1" noChangeArrowheads="1" noChangeShapeType="1" noTextEdit="1"/>
          </p:cNvSpPr>
          <p:nvPr/>
        </p:nvSpPr>
        <p:spPr bwMode="auto">
          <a:xfrm>
            <a:off x="2899996" y="2103445"/>
            <a:ext cx="2951162" cy="167481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45852"/>
              </a:avLst>
            </a:prstTxWarp>
          </a:bodyPr>
          <a:lstStyle/>
          <a:p>
            <a:pPr algn="ctr"/>
            <a:r>
              <a:rPr lang="en-GB" sz="3600" kern="10" dirty="0">
                <a:ln w="38100">
                  <a:solidFill>
                    <a:srgbClr val="0000FF"/>
                  </a:solidFill>
                  <a:round/>
                  <a:headEnd/>
                  <a:tailEnd/>
                </a:ln>
                <a:solidFill>
                  <a:srgbClr val="FFCC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3</a:t>
            </a:r>
          </a:p>
        </p:txBody>
      </p:sp>
      <p:sp>
        <p:nvSpPr>
          <p:cNvPr id="28974" name="WordArt 302">
            <a:extLst>
              <a:ext uri="{FF2B5EF4-FFF2-40B4-BE49-F238E27FC236}">
                <a16:creationId xmlns:a16="http://schemas.microsoft.com/office/drawing/2014/main" id="{4480299B-A8A7-4A02-8A6D-D57C4C5AB945}"/>
              </a:ext>
            </a:extLst>
          </p:cNvPr>
          <p:cNvSpPr>
            <a:spLocks noChangeAspect="1" noChangeArrowheads="1" noChangeShapeType="1" noTextEdit="1"/>
          </p:cNvSpPr>
          <p:nvPr/>
        </p:nvSpPr>
        <p:spPr bwMode="auto">
          <a:xfrm>
            <a:off x="2916237" y="2103445"/>
            <a:ext cx="2951163" cy="167481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45852"/>
              </a:avLst>
            </a:prstTxWarp>
          </a:bodyPr>
          <a:lstStyle/>
          <a:p>
            <a:pPr algn="ctr"/>
            <a:r>
              <a:rPr lang="en-GB" sz="3600" kern="10" dirty="0">
                <a:ln w="38100">
                  <a:solidFill>
                    <a:srgbClr val="0000FF"/>
                  </a:solidFill>
                  <a:round/>
                  <a:headEnd/>
                  <a:tailEnd/>
                </a:ln>
                <a:solidFill>
                  <a:srgbClr val="FFCC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2</a:t>
            </a:r>
          </a:p>
        </p:txBody>
      </p:sp>
      <p:sp>
        <p:nvSpPr>
          <p:cNvPr id="28977" name="WordArt 305">
            <a:extLst>
              <a:ext uri="{FF2B5EF4-FFF2-40B4-BE49-F238E27FC236}">
                <a16:creationId xmlns:a16="http://schemas.microsoft.com/office/drawing/2014/main" id="{29815808-E3A8-459B-B5A6-A0E1EEB3C69B}"/>
              </a:ext>
            </a:extLst>
          </p:cNvPr>
          <p:cNvSpPr>
            <a:spLocks noChangeAspect="1" noChangeArrowheads="1" noChangeShapeType="1" noTextEdit="1"/>
          </p:cNvSpPr>
          <p:nvPr/>
        </p:nvSpPr>
        <p:spPr bwMode="auto">
          <a:xfrm>
            <a:off x="2603531" y="2161373"/>
            <a:ext cx="2951162" cy="167481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45852"/>
              </a:avLst>
            </a:prstTxWarp>
          </a:bodyPr>
          <a:lstStyle/>
          <a:p>
            <a:pPr algn="ctr"/>
            <a:r>
              <a:rPr lang="en-GB" sz="3600" kern="10" dirty="0">
                <a:ln w="38100">
                  <a:solidFill>
                    <a:srgbClr val="0000FF"/>
                  </a:solidFill>
                  <a:round/>
                  <a:headEnd/>
                  <a:tailEnd/>
                </a:ln>
                <a:solidFill>
                  <a:srgbClr val="FFCC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1</a:t>
            </a:r>
          </a:p>
        </p:txBody>
      </p:sp>
      <p:sp>
        <p:nvSpPr>
          <p:cNvPr id="28972" name="WordArt 300">
            <a:extLst>
              <a:ext uri="{FF2B5EF4-FFF2-40B4-BE49-F238E27FC236}">
                <a16:creationId xmlns:a16="http://schemas.microsoft.com/office/drawing/2014/main" id="{688B6363-B3FE-4319-A3C6-BDAD16FE4E96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963370" y="1390650"/>
            <a:ext cx="4824413" cy="273685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45852"/>
              </a:avLst>
            </a:prstTxWarp>
          </a:bodyPr>
          <a:lstStyle/>
          <a:p>
            <a:pPr algn="ctr"/>
            <a:r>
              <a:rPr lang="ky-KG" sz="3600" kern="10" dirty="0">
                <a:ln w="38100">
                  <a:solidFill>
                    <a:srgbClr val="0000FF"/>
                  </a:solidFill>
                  <a:round/>
                  <a:headEnd/>
                  <a:tailEnd/>
                </a:ln>
                <a:solidFill>
                  <a:srgbClr val="FFCC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Кеттик!</a:t>
            </a:r>
            <a:endParaRPr lang="en-GB" sz="3600" kern="10" dirty="0">
              <a:ln w="38100">
                <a:solidFill>
                  <a:srgbClr val="0000FF"/>
                </a:solidFill>
                <a:round/>
                <a:headEnd/>
                <a:tailEnd/>
              </a:ln>
              <a:solidFill>
                <a:srgbClr val="FFCC00"/>
              </a:solidFill>
              <a:effectLst>
                <a:outerShdw dist="35921" dir="2700000" algn="ctr" rotWithShape="0">
                  <a:srgbClr val="990000"/>
                </a:outerShdw>
              </a:effectLst>
              <a:latin typeface="Impact" panose="020B0806030902050204" pitchFamily="34" charset="0"/>
            </a:endParaRPr>
          </a:p>
        </p:txBody>
      </p:sp>
      <p:grpSp>
        <p:nvGrpSpPr>
          <p:cNvPr id="29565" name="Group 893">
            <a:extLst>
              <a:ext uri="{FF2B5EF4-FFF2-40B4-BE49-F238E27FC236}">
                <a16:creationId xmlns:a16="http://schemas.microsoft.com/office/drawing/2014/main" id="{29B38D09-1C60-4D38-AFAE-D29603B1B404}"/>
              </a:ext>
            </a:extLst>
          </p:cNvPr>
          <p:cNvGrpSpPr>
            <a:grpSpLocks/>
          </p:cNvGrpSpPr>
          <p:nvPr/>
        </p:nvGrpSpPr>
        <p:grpSpPr bwMode="auto">
          <a:xfrm>
            <a:off x="4211638" y="5949950"/>
            <a:ext cx="1511300" cy="908050"/>
            <a:chOff x="2653" y="3748"/>
            <a:chExt cx="952" cy="572"/>
          </a:xfrm>
        </p:grpSpPr>
        <p:sp>
          <p:nvSpPr>
            <p:cNvPr id="29562" name="AutoShape 890">
              <a:hlinkClick r:id="rId14" action="ppaction://hlinksldjump"/>
              <a:extLst>
                <a:ext uri="{FF2B5EF4-FFF2-40B4-BE49-F238E27FC236}">
                  <a16:creationId xmlns:a16="http://schemas.microsoft.com/office/drawing/2014/main" id="{1F370FB4-DBC6-4C3B-821B-E91747D3D3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9563" name="AutoShape 891">
              <a:hlinkClick r:id="rId14" action="ppaction://hlinksldjump"/>
              <a:extLst>
                <a:ext uri="{FF2B5EF4-FFF2-40B4-BE49-F238E27FC236}">
                  <a16:creationId xmlns:a16="http://schemas.microsoft.com/office/drawing/2014/main" id="{A274F2D4-1E2D-46DA-9624-ED9B73628F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pic>
        <p:nvPicPr>
          <p:cNvPr id="29551" name="Picture 879" descr="cup2">
            <a:extLst>
              <a:ext uri="{FF2B5EF4-FFF2-40B4-BE49-F238E27FC236}">
                <a16:creationId xmlns:a16="http://schemas.microsoft.com/office/drawing/2014/main" id="{46546AE0-0BD5-4BE5-BEBB-78CBD35D17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clrChange>
              <a:clrFrom>
                <a:srgbClr val="9999CC"/>
              </a:clrFrom>
              <a:clrTo>
                <a:srgbClr val="9999C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2825" y="6858000"/>
            <a:ext cx="2314575" cy="2276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r intro8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" presetID="2" presetClass="entr" presetSubtype="8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289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289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28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1000"/>
                                        <p:tgtEl>
                                          <p:spTgt spid="289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22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89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89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8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28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1000"/>
                                        <p:tgtEl>
                                          <p:spTgt spid="289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32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89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89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8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38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1000"/>
                                        <p:tgtEl>
                                          <p:spTgt spid="289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42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89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89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8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9500"/>
                            </p:stCondLst>
                            <p:childTnLst>
                              <p:par>
                                <p:cTn id="48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1000"/>
                                        <p:tgtEl>
                                          <p:spTgt spid="289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10500"/>
                            </p:stCondLst>
                            <p:childTnLst>
                              <p:par>
                                <p:cTn id="52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300" fill="hold"/>
                                        <p:tgtEl>
                                          <p:spTgt spid="289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300" fill="hold"/>
                                        <p:tgtEl>
                                          <p:spTgt spid="289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28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0" presetClass="path" presetSubtype="0" ac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7 0.0007 C 0.03907 0.0007 0.18629 0.0007 0.23525 0.0007 " pathEditMode="relative" rAng="0" ptsTypes="AA">
                                      <p:cBhvr>
                                        <p:cTn id="58" dur="15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771" y="0"/>
                                    </p:animMotion>
                                  </p:childTnLst>
                                </p:cTn>
                              </p:par>
                              <p:par>
                                <p:cTn id="59" presetID="0" presetClass="path" presetSubtype="0" ac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-3.7037E-7 C 0.03281 0.00116 0.05712 -3.7037E-7 0.10209 -3.7037E-7 C 0.14705 -3.7037E-7 0.23472 -0.00023 0.26979 -0.00023 " pathEditMode="relative" rAng="0" ptsTypes="AAA">
                                      <p:cBhvr>
                                        <p:cTn id="60" dur="15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490" y="0"/>
                                    </p:animMotion>
                                  </p:childTnLst>
                                </p:cTn>
                              </p:par>
                              <p:par>
                                <p:cTn id="61" presetID="10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1000"/>
                                        <p:tgtEl>
                                          <p:spTgt spid="289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287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 nodeType="clickPar">
                      <p:stCondLst>
                        <p:cond delay="0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3525 0.0007 C 0.25053 0.00278 0.29219 0.00556 0.32657 0.01528 C 0.36129 0.02477 0.39462 0.04838 0.44219 0.05811 C 0.49011 0.06783 0.57917 0.072 0.61476 0.075 " pathEditMode="relative" rAng="0" ptsTypes="AAAA">
                                      <p:cBhvr>
                                        <p:cTn id="68" dur="30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976" y="3704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61476 0.075 C 0.65573 0.07385 0.81216 0.04121 0.8625 0.07014 C 0.91285 0.09931 0.90747 0.18889 0.91667 0.2507 C 0.92587 0.31227 0.90591 0.40116 0.90608 0.44121 " pathEditMode="relative" rAng="0" ptsTypes="AAAA">
                                      <p:cBhvr>
                                        <p:cTn id="72" dur="30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208" y="17477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ur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3" presetID="8" presetClass="emph" presetSubtype="0" accel="50000" decel="50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Rot by="5400000">
                                      <p:cBhvr>
                                        <p:cTn id="74" dur="15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90608 0.4412 C 0.89219 0.47037 0.86737 0.58588 0.83698 0.61643 C 0.80643 0.64722 0.74757 0.63704 0.72292 0.62592 C 0.69792 0.61435 0.68907 0.58125 0.68768 0.54884 C 0.68698 0.5162 0.71598 0.47454 0.71598 0.43079 C 0.71632 0.38704 0.70868 0.32268 0.68907 0.2875 C 0.66893 0.25255 0.62796 0.23819 0.59792 0.21967 C 0.56806 0.20092 0.52622 0.18518 0.50782 0.17685 " pathEditMode="relative" rAng="0" ptsTypes="AAAAAAAA">
                                      <p:cBhvr>
                                        <p:cTn id="78" dur="30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913" y="-3426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ur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9" presetID="8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10800000">
                                      <p:cBhvr>
                                        <p:cTn id="80" dur="9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1" presetID="8" presetClass="emph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Rot by="-5400000">
                                      <p:cBhvr>
                                        <p:cTn id="82" dur="6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0782 0.17801 C 0.48125 0.17639 0.40243 0.16436 0.34879 0.1676 C 0.29514 0.17084 0.2382 0.17662 0.18629 0.19723 C 0.13438 0.21783 0.06945 0.24375 0.03768 0.29167 C 0.00591 0.33959 0.00434 0.44399 -0.00434 0.48403 " pathEditMode="relative" rAng="0" ptsTypes="AAAAA">
                                      <p:cBhvr>
                                        <p:cTn id="86" dur="30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608" y="14745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7" presetID="8" presetClass="emph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animRot by="-5400000">
                                      <p:cBhvr>
                                        <p:cTn id="88" dur="11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434 0.48403 C -0.00086 0.52338 -0.00052 0.6632 0.01754 0.71806 C 0.03542 0.77292 0.05539 0.7926 0.10382 0.81297 C 0.15243 0.83311 0.26771 0.83889 0.31059 0.84445 " pathEditMode="relative" rAng="0" ptsTypes="AAAA">
                                      <p:cBhvr>
                                        <p:cTn id="92" dur="30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747" y="18009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ur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3" presetID="8" presetClass="emph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animRot by="-5400000">
                                      <p:cBhvr>
                                        <p:cTn id="94" dur="9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106 0.84445 C 0.32987 0.8419 0.40712 0.87454 0.42275 0.85209 C 0.43855 0.82963 0.43369 0.74375 0.40504 0.70996 C 0.37639 0.67593 0.29185 0.67963 0.25105 0.64861 C 0.21007 0.6176 0.16876 0.56621 0.15973 0.52315 C 0.1507 0.4801 0.17431 0.41945 0.19723 0.38982 C 0.22014 0.35973 0.27639 0.35348 0.29705 0.34398 " pathEditMode="relative" rAng="0" ptsTypes="AAAAAAA">
                                      <p:cBhvr>
                                        <p:cTn id="98" dur="34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80" y="-24236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9" presetID="8" presetClass="emp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-10800000">
                                      <p:cBhvr>
                                        <p:cTn id="100" dur="7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1" presetID="8" presetClass="emph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animRot by="10800000">
                                      <p:cBhvr>
                                        <p:cTn id="102" dur="10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9775 0.34375 C 0.31754 0.34352 0.38264 0.33889 0.41546 0.34075 C 0.44827 0.3426 0.47431 0.34746 0.49462 0.35556 C 0.51493 0.36366 0.53282 0.37639 0.5375 0.38936 C 0.54219 0.40232 0.53143 0.41922 0.5224 0.4338 C 0.51337 0.44838 0.48855 0.4595 0.48299 0.47639 C 0.47743 0.49329 0.47639 0.52315 0.48907 0.53496 C 0.50174 0.54676 0.53993 0.53959 0.55868 0.547 C 0.57743 0.5544 0.59271 0.57246 0.60174 0.57917 " pathEditMode="relative" rAng="0" ptsTypes="AAAAAAAAA">
                                      <p:cBhvr>
                                        <p:cTn id="106" dur="37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191" y="11597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ur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7" presetID="8" presetClass="emph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Rot by="10200000">
                                      <p:cBhvr>
                                        <p:cTn id="108" dur="6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9" presetID="8" presetClass="emph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Rot by="-8700000">
                                      <p:cBhvr>
                                        <p:cTn id="110" dur="4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1" presetID="8" presetClass="emph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animRot by="3900000">
                                      <p:cBhvr>
                                        <p:cTn id="112" dur="5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60174 0.57917 C 0.60174 0.59977 0.57257 0.73681 0.57327 0.77987 C 0.57379 0.82315 0.57622 0.84977 0.604 0.86436 C 0.6316 0.87917 0.69115 0.86713 0.73941 0.86852 C 0.78768 0.86945 0.86303 0.85 0.89566 0.84514 " pathEditMode="relative" rAng="0" ptsTypes="AAAAA">
                                      <p:cBhvr>
                                        <p:cTn id="116" dur="30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264" y="14630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7" presetID="8" presetClass="emph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Rot by="-5700000">
                                      <p:cBhvr>
                                        <p:cTn id="118" dur="5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9" presetID="8" presetClass="emph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animRot by="4200000">
                                      <p:cBhvr>
                                        <p:cTn id="120" dur="8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22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3.7037E-6 L -2.5E-6 0.40695 " pathEditMode="relative" rAng="0" ptsTypes="AA">
                                      <p:cBhvr>
                                        <p:cTn id="123" dur="2000" fill="hold"/>
                                        <p:tgtEl>
                                          <p:spTgt spid="295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0347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fanfar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24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4.81481E-6 L -0.29253 0.00046 " pathEditMode="relative" rAng="0" ptsTypes="AA">
                                      <p:cBhvr>
                                        <p:cTn id="125" dur="2000" fill="hold"/>
                                        <p:tgtEl>
                                          <p:spTgt spid="295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635" y="23"/>
                                    </p:animMotion>
                                  </p:childTnLst>
                                </p:cTn>
                              </p:par>
                              <p:par>
                                <p:cTn id="126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3.7037E-7 L 0.28975 0.00602 " pathEditMode="relative" rAng="0" ptsTypes="AA">
                                      <p:cBhvr>
                                        <p:cTn id="127" dur="2000" fill="hold"/>
                                        <p:tgtEl>
                                          <p:spTgt spid="295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479" y="30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129" presetID="64" presetClass="path" presetSubtype="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2.22222E-6 L -0.00729 -0.55046 " pathEditMode="relative" rAng="0" ptsTypes="AA">
                                      <p:cBhvr>
                                        <p:cTn id="130" dur="2000" fill="hold"/>
                                        <p:tgtEl>
                                          <p:spTgt spid="295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65" y="-27523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applaus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772"/>
                  </p:tgtEl>
                </p:cond>
              </p:nextCondLst>
            </p:seq>
            <p:seq concurrent="1" nextAc="seek">
              <p:cTn id="131" restart="whenNotActive" fill="hold" evtFilter="cancelBubble" nodeType="interactiveSeq">
                <p:stCondLst>
                  <p:cond evt="onClick" delay="0">
                    <p:tgtEl>
                      <p:spTgt spid="287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2" fill="hold" nodeType="clickPar">
                      <p:stCondLst>
                        <p:cond delay="0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6979 -0.00023 C 0.31181 -0.01227 0.46841 -0.06065 0.52084 -0.07569 " pathEditMode="relative" rAng="0" ptsTypes="AA">
                                      <p:cBhvr>
                                        <p:cTn id="135" dur="30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52" y="-3773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2084 -0.07569 C 0.54601 -0.07454 0.62275 -0.07593 0.67327 -0.06782 C 0.72379 -0.05949 0.79184 -0.06458 0.82396 -0.02639 C 0.85608 0.01181 0.85764 0.12222 0.8665 0.16157 " pathEditMode="relative" rAng="0" ptsTypes="AAAA">
                                      <p:cBhvr>
                                        <p:cTn id="139" dur="30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274" y="11852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ur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0" presetID="8" presetClass="emph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Rot by="5400000">
                                      <p:cBhvr>
                                        <p:cTn id="141" dur="8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8665 0.16157 C 0.86615 0.17755 0.86563 0.22315 0.8658 0.25787 C 0.86615 0.29236 0.87066 0.31898 0.86823 0.36875 C 0.8658 0.41852 0.87361 0.52292 0.85139 0.55671 C 0.82952 0.59051 0.76424 0.58403 0.73611 0.57153 C 0.70781 0.55903 0.68802 0.5169 0.68125 0.48194 C 0.67431 0.44699 0.69132 0.40069 0.6941 0.36157 C 0.6974 0.32245 0.70573 0.27732 0.69913 0.24676 C 0.69288 0.2162 0.67188 0.19097 0.65625 0.17824 C 0.64045 0.16528 0.63108 0.17083 0.60469 0.16898 C 0.57865 0.16667 0.53577 0.16713 0.49913 0.16574 C 0.46233 0.16435 0.40781 0.15857 0.38386 0.15764 " pathEditMode="relative" rAng="0" ptsTypes="AAAAAAAAAAAA">
                                      <p:cBhvr>
                                        <p:cTn id="145" dur="53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010" y="20787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6" presetID="8" presetClass="emph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10800000">
                                      <p:cBhvr>
                                        <p:cTn id="147" dur="6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8" presetID="8" presetClass="emph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animRot by="-5400000">
                                      <p:cBhvr>
                                        <p:cTn id="149" dur="6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 nodeType="clickPar">
                      <p:stCondLst>
                        <p:cond delay="indefinite"/>
                      </p:stCondLst>
                      <p:childTnLst>
                        <p:par>
                          <p:cTn id="1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2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8385 0.15764 C 0.36128 0.15301 0.28402 0.13287 0.24774 0.1294 C 0.21163 0.12592 0.19236 0.12916 0.16597 0.1368 C 0.13923 0.14444 0.1059 0.16111 0.08819 0.17569 C 0.07013 0.19028 0.06579 0.20648 0.05885 0.22384 C 0.05191 0.2412 0.04895 0.25972 0.04635 0.27916 C 0.04375 0.29884 0.04409 0.31412 0.04357 0.34213 C 0.04305 0.37014 0.0427 0.41875 0.04357 0.44768 C 0.04444 0.47662 0.04132 0.51157 0.04253 0.52569 " pathEditMode="relative" rAng="0" ptsTypes="AAAAAAAAA">
                                      <p:cBhvr>
                                        <p:cTn id="153" dur="30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083" y="16921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54" presetID="8" presetClass="emph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Rot by="-5400000">
                                      <p:cBhvr>
                                        <p:cTn id="155" dur="7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 nodeType="clickPar">
                      <p:stCondLst>
                        <p:cond delay="indefinite"/>
                      </p:stCondLst>
                      <p:childTnLst>
                        <p:par>
                          <p:cTn id="1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8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253 0.52569 C 0.04201 0.54306 0.04392 0.59051 0.04514 0.6213 C 0.04635 0.65093 0.05677 0.70949 0.06163 0.7294 C 0.08021 0.7581 0.13385 0.78079 0.15625 0.79352 C 0.16805 0.79769 0.18785 0.80301 0.19618 0.80486 " pathEditMode="relative" rAng="0" ptsTypes="AAAAA">
                                      <p:cBhvr>
                                        <p:cTn id="159" dur="30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674" y="13958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ur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60" presetID="8" presetClass="emp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-5100000">
                                      <p:cBhvr>
                                        <p:cTn id="161" dur="20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 nodeType="clickPar">
                      <p:stCondLst>
                        <p:cond delay="indefinite"/>
                      </p:stCondLst>
                      <p:childTnLst>
                        <p:par>
                          <p:cTn id="1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4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9618 0.80486 C 0.21302 0.80764 0.28733 0.8206 0.32396 0.82176 C 0.36025 0.82315 0.39202 0.82616 0.41511 0.8125 C 0.43837 0.79907 0.45938 0.7743 0.46302 0.74074 C 0.46667 0.70694 0.45278 0.63819 0.43733 0.61018 C 0.42188 0.58287 0.39306 0.57893 0.37014 0.57384 C 0.34722 0.56898 0.32101 0.57986 0.29983 0.57986 C 0.2783 0.57986 0.26025 0.58241 0.24167 0.57384 C 0.22309 0.56574 0.20035 0.54398 0.1882 0.53148 C 0.17604 0.51852 0.17413 0.50995 0.16841 0.49768 C 0.16268 0.48565 0.15538 0.47153 0.154 0.45532 C 0.15261 0.43912 0.15347 0.41667 0.16042 0.40023 C 0.16736 0.38403 0.18403 0.36805 0.19531 0.3581 C 0.2066 0.34768 0.21459 0.34398 0.22865 0.33912 C 0.24271 0.33356 0.26545 0.32917 0.28004 0.32755 C 0.29427 0.32639 0.29931 0.32824 0.31563 0.32986 C 0.33195 0.33102 0.36493 0.3338 0.37795 0.33542 " pathEditMode="relative" rAng="0" ptsTypes="AAAAAAAAAAAAAAAAA">
                                      <p:cBhvr>
                                        <p:cTn id="165" dur="57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233" y="-22963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66" presetID="8" presetClass="emph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animRot by="-10800000">
                                      <p:cBhvr>
                                        <p:cTn id="167" dur="12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8" presetID="8" presetClass="emph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animRot by="10500000">
                                      <p:cBhvr>
                                        <p:cTn id="169" dur="12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 nodeType="clickPar">
                      <p:stCondLst>
                        <p:cond delay="indefinite"/>
                      </p:stCondLst>
                      <p:childTnLst>
                        <p:par>
                          <p:cTn id="1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2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7813 0.33542 C 0.38924 0.33588 0.43629 0.32454 0.44688 0.33773 C 0.45781 0.35092 0.4441 0.39329 0.44288 0.41505 C 0.44184 0.4368 0.43542 0.45463 0.44028 0.46805 C 0.44514 0.48148 0.45747 0.48912 0.47222 0.49606 C 0.48681 0.50324 0.51754 0.49722 0.52865 0.51111 C 0.53959 0.52523 0.53403 0.56204 0.53854 0.58055 " pathEditMode="relative" rAng="0" ptsTypes="AAAAAAA">
                                      <p:cBhvr>
                                        <p:cTn id="173" dur="31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021" y="12060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ur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74" presetID="8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7200000">
                                      <p:cBhvr>
                                        <p:cTn id="175" dur="11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6" presetID="8" presetClass="emph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animRot by="-10500000">
                                      <p:cBhvr>
                                        <p:cTn id="177" dur="5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8" presetID="8" presetClass="emph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Rot by="9000000">
                                      <p:cBhvr>
                                        <p:cTn id="179" dur="7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 nodeType="clickPar">
                      <p:stCondLst>
                        <p:cond delay="indefinite"/>
                      </p:stCondLst>
                      <p:childTnLst>
                        <p:par>
                          <p:cTn id="1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2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3854 0.58056 C 0.53733 0.5963 0.53108 0.64583 0.53177 0.67546 C 0.53247 0.70509 0.5316 0.73472 0.54288 0.7588 C 0.55417 0.78287 0.56927 0.8125 0.59983 0.81991 C 0.63038 0.82731 0.67952 0.81134 0.72622 0.80324 C 0.77292 0.79514 0.84809 0.77801 0.88004 0.7713 " pathEditMode="relative" rAng="0" ptsTypes="AAAAAA">
                                      <p:cBhvr>
                                        <p:cTn id="183" dur="30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719" y="12060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ur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84" presetID="8" presetClass="emp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-5700000">
                                      <p:cBhvr>
                                        <p:cTn id="185" dur="11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6" presetID="8" presetClass="emph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animRot by="-5700000">
                                      <p:cBhvr>
                                        <p:cTn id="187" dur="7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89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3.7037E-6 L -2.5E-6 0.40695 " pathEditMode="relative" rAng="0" ptsTypes="AA">
                                      <p:cBhvr>
                                        <p:cTn id="190" dur="2000" fill="hold"/>
                                        <p:tgtEl>
                                          <p:spTgt spid="295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0347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fanfar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91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4.81481E-6 L -0.29253 0.00046 " pathEditMode="relative" rAng="0" ptsTypes="AA">
                                      <p:cBhvr>
                                        <p:cTn id="192" dur="2000" fill="hold"/>
                                        <p:tgtEl>
                                          <p:spTgt spid="295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635" y="23"/>
                                    </p:animMotion>
                                  </p:childTnLst>
                                </p:cTn>
                              </p:par>
                              <p:par>
                                <p:cTn id="193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3.7037E-7 L 0.28975 0.00602 " pathEditMode="relative" rAng="0" ptsTypes="AA">
                                      <p:cBhvr>
                                        <p:cTn id="194" dur="2000" fill="hold"/>
                                        <p:tgtEl>
                                          <p:spTgt spid="295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479" y="30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196" presetID="64" presetClass="path" presetSubtype="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2.22222E-6 L -0.00729 -0.56088 " pathEditMode="relative" rAng="0" ptsTypes="AA">
                                      <p:cBhvr>
                                        <p:cTn id="197" dur="2000" fill="hold"/>
                                        <p:tgtEl>
                                          <p:spTgt spid="295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65" y="-28056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applaus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773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354" name="Picture 2" descr="checkered-flag2">
            <a:extLst>
              <a:ext uri="{FF2B5EF4-FFF2-40B4-BE49-F238E27FC236}">
                <a16:creationId xmlns:a16="http://schemas.microsoft.com/office/drawing/2014/main" id="{9D73BC30-6F02-4104-9E16-F5E5451138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40" y="5008563"/>
            <a:ext cx="1538287" cy="1579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55" name="Oval 3">
            <a:hlinkClick r:id="rId3" action="ppaction://hlinksldjump"/>
            <a:extLst>
              <a:ext uri="{FF2B5EF4-FFF2-40B4-BE49-F238E27FC236}">
                <a16:creationId xmlns:a16="http://schemas.microsoft.com/office/drawing/2014/main" id="{DFD611A8-08BC-4CBA-95C5-AC358B0E2C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6977" y="5438777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 dirty="0">
                <a:solidFill>
                  <a:schemeClr val="tx1"/>
                </a:solidFill>
                <a:latin typeface="Impact" panose="020B0806030902050204" pitchFamily="34" charset="0"/>
              </a:rPr>
              <a:t>11</a:t>
            </a:r>
            <a:endParaRPr lang="en-US" altLang="en-US" sz="4000" dirty="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56" name="Picture 4" descr="checkered-flag2">
            <a:extLst>
              <a:ext uri="{FF2B5EF4-FFF2-40B4-BE49-F238E27FC236}">
                <a16:creationId xmlns:a16="http://schemas.microsoft.com/office/drawing/2014/main" id="{C2F158AC-B2A2-47A0-BF9B-AAA077BA58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2890" y="5008563"/>
            <a:ext cx="1538287" cy="1579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57" name="Oval 5">
            <a:hlinkClick r:id="rId4" action="ppaction://hlinksldjump"/>
            <a:extLst>
              <a:ext uri="{FF2B5EF4-FFF2-40B4-BE49-F238E27FC236}">
                <a16:creationId xmlns:a16="http://schemas.microsoft.com/office/drawing/2014/main" id="{A9753721-702B-4709-B3F1-1227871549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4527" y="5438777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 dirty="0">
                <a:solidFill>
                  <a:schemeClr val="tx1"/>
                </a:solidFill>
                <a:latin typeface="Impact" panose="020B0806030902050204" pitchFamily="34" charset="0"/>
              </a:rPr>
              <a:t>14</a:t>
            </a:r>
            <a:endParaRPr lang="en-US" altLang="en-US" sz="4000" dirty="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58" name="Picture 6" descr="checkered-flag2">
            <a:extLst>
              <a:ext uri="{FF2B5EF4-FFF2-40B4-BE49-F238E27FC236}">
                <a16:creationId xmlns:a16="http://schemas.microsoft.com/office/drawing/2014/main" id="{C1BAB965-9A98-41D6-84B2-BE3B28A2D3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4565" y="5008563"/>
            <a:ext cx="1538287" cy="1579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59" name="Oval 7">
            <a:hlinkClick r:id="rId5" action="ppaction://hlinksldjump"/>
            <a:extLst>
              <a:ext uri="{FF2B5EF4-FFF2-40B4-BE49-F238E27FC236}">
                <a16:creationId xmlns:a16="http://schemas.microsoft.com/office/drawing/2014/main" id="{7E0AF744-4406-420F-9927-7DB4894B02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6202" y="5438777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 dirty="0">
                <a:solidFill>
                  <a:schemeClr val="tx1"/>
                </a:solidFill>
                <a:latin typeface="Impact" panose="020B0806030902050204" pitchFamily="34" charset="0"/>
              </a:rPr>
              <a:t>5</a:t>
            </a:r>
            <a:endParaRPr lang="en-US" altLang="en-US" sz="4000" dirty="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60" name="Picture 8" descr="checkered-flag2">
            <a:extLst>
              <a:ext uri="{FF2B5EF4-FFF2-40B4-BE49-F238E27FC236}">
                <a16:creationId xmlns:a16="http://schemas.microsoft.com/office/drawing/2014/main" id="{422621DA-BCA7-4EC6-85E7-7DBEA50F7D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1950" y="5008563"/>
            <a:ext cx="1538288" cy="1579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61" name="Oval 9">
            <a:hlinkClick r:id="rId6" action="ppaction://hlinksldjump"/>
            <a:extLst>
              <a:ext uri="{FF2B5EF4-FFF2-40B4-BE49-F238E27FC236}">
                <a16:creationId xmlns:a16="http://schemas.microsoft.com/office/drawing/2014/main" id="{143B3287-0BA8-4AB3-A592-C6AE0F0E19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3590" y="5438777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 dirty="0">
                <a:solidFill>
                  <a:schemeClr val="tx1"/>
                </a:solidFill>
                <a:latin typeface="Impact" panose="020B0806030902050204" pitchFamily="34" charset="0"/>
              </a:rPr>
              <a:t>9</a:t>
            </a:r>
            <a:endParaRPr lang="en-US" altLang="en-US" sz="4000" dirty="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62" name="Picture 10" descr="checkered-flag2">
            <a:extLst>
              <a:ext uri="{FF2B5EF4-FFF2-40B4-BE49-F238E27FC236}">
                <a16:creationId xmlns:a16="http://schemas.microsoft.com/office/drawing/2014/main" id="{A29DE24C-8292-465A-86F9-FC77AC4B47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040" y="3429002"/>
            <a:ext cx="1538287" cy="1579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63" name="Oval 11">
            <a:hlinkClick r:id="rId7" action="ppaction://hlinksldjump"/>
            <a:extLst>
              <a:ext uri="{FF2B5EF4-FFF2-40B4-BE49-F238E27FC236}">
                <a16:creationId xmlns:a16="http://schemas.microsoft.com/office/drawing/2014/main" id="{971BD871-760D-477E-BBAE-4A14D885B7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9677" y="3859215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 dirty="0">
                <a:solidFill>
                  <a:schemeClr val="tx1"/>
                </a:solidFill>
                <a:latin typeface="Impact" panose="020B0806030902050204" pitchFamily="34" charset="0"/>
              </a:rPr>
              <a:t>7</a:t>
            </a:r>
            <a:endParaRPr lang="en-US" altLang="en-US" sz="4000" dirty="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64" name="Picture 12" descr="checkered-flag2">
            <a:extLst>
              <a:ext uri="{FF2B5EF4-FFF2-40B4-BE49-F238E27FC236}">
                <a16:creationId xmlns:a16="http://schemas.microsoft.com/office/drawing/2014/main" id="{944CB5D2-B401-4B60-957C-290DE79461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5590" y="3429002"/>
            <a:ext cx="1538287" cy="1579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65" name="Oval 13">
            <a:hlinkClick r:id="rId8" action="ppaction://hlinksldjump"/>
            <a:extLst>
              <a:ext uri="{FF2B5EF4-FFF2-40B4-BE49-F238E27FC236}">
                <a16:creationId xmlns:a16="http://schemas.microsoft.com/office/drawing/2014/main" id="{D033F99A-DCD1-49D5-926B-BD6C0F9E35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7227" y="3859215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 dirty="0">
                <a:solidFill>
                  <a:schemeClr val="tx1"/>
                </a:solidFill>
                <a:latin typeface="Impact" panose="020B0806030902050204" pitchFamily="34" charset="0"/>
              </a:rPr>
              <a:t>3</a:t>
            </a:r>
            <a:endParaRPr lang="en-US" altLang="en-US" sz="4000" dirty="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66" name="Picture 14" descr="checkered-flag2">
            <a:extLst>
              <a:ext uri="{FF2B5EF4-FFF2-40B4-BE49-F238E27FC236}">
                <a16:creationId xmlns:a16="http://schemas.microsoft.com/office/drawing/2014/main" id="{1DC078F2-6199-4078-AF00-5883865B73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7265" y="3429002"/>
            <a:ext cx="1538287" cy="1579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67" name="Oval 15">
            <a:hlinkClick r:id="rId9" action="ppaction://hlinksldjump"/>
            <a:extLst>
              <a:ext uri="{FF2B5EF4-FFF2-40B4-BE49-F238E27FC236}">
                <a16:creationId xmlns:a16="http://schemas.microsoft.com/office/drawing/2014/main" id="{0110D5D7-DD5E-468D-8DDC-16D0B76239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8902" y="3859215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 dirty="0">
                <a:solidFill>
                  <a:schemeClr val="tx1"/>
                </a:solidFill>
                <a:latin typeface="Impact" panose="020B0806030902050204" pitchFamily="34" charset="0"/>
              </a:rPr>
              <a:t>16</a:t>
            </a:r>
            <a:endParaRPr lang="en-US" altLang="en-US" sz="4000" dirty="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68" name="Picture 16" descr="checkered-flag2">
            <a:extLst>
              <a:ext uri="{FF2B5EF4-FFF2-40B4-BE49-F238E27FC236}">
                <a16:creationId xmlns:a16="http://schemas.microsoft.com/office/drawing/2014/main" id="{CCBA1D4A-3AAE-4F79-A080-1724DFC894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4650" y="3429002"/>
            <a:ext cx="1538288" cy="1579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69" name="Oval 17">
            <a:hlinkClick r:id="rId10" action="ppaction://hlinksldjump"/>
            <a:extLst>
              <a:ext uri="{FF2B5EF4-FFF2-40B4-BE49-F238E27FC236}">
                <a16:creationId xmlns:a16="http://schemas.microsoft.com/office/drawing/2014/main" id="{68454CD2-1072-46E3-BDED-626BD78D31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6290" y="3859215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 dirty="0">
                <a:solidFill>
                  <a:schemeClr val="tx1"/>
                </a:solidFill>
                <a:latin typeface="Impact" panose="020B0806030902050204" pitchFamily="34" charset="0"/>
              </a:rPr>
              <a:t>2</a:t>
            </a:r>
            <a:endParaRPr lang="en-US" altLang="en-US" sz="4000" dirty="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70" name="Picture 18" descr="checkered-flag2">
            <a:extLst>
              <a:ext uri="{FF2B5EF4-FFF2-40B4-BE49-F238E27FC236}">
                <a16:creationId xmlns:a16="http://schemas.microsoft.com/office/drawing/2014/main" id="{7F212313-1E14-45B3-BA0F-3DBAEE9F17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165" y="1849438"/>
            <a:ext cx="1538287" cy="1579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71" name="Oval 19">
            <a:hlinkClick r:id="rId11" action="ppaction://hlinksldjump"/>
            <a:extLst>
              <a:ext uri="{FF2B5EF4-FFF2-40B4-BE49-F238E27FC236}">
                <a16:creationId xmlns:a16="http://schemas.microsoft.com/office/drawing/2014/main" id="{9F31F091-7A7A-4BC3-B88D-F0147AE48D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3802" y="2279652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 dirty="0">
                <a:solidFill>
                  <a:schemeClr val="tx1"/>
                </a:solidFill>
                <a:latin typeface="Impact" panose="020B0806030902050204" pitchFamily="34" charset="0"/>
              </a:rPr>
              <a:t>4</a:t>
            </a:r>
            <a:endParaRPr lang="en-US" altLang="en-US" sz="4000" dirty="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72" name="Picture 20" descr="checkered-flag2">
            <a:extLst>
              <a:ext uri="{FF2B5EF4-FFF2-40B4-BE49-F238E27FC236}">
                <a16:creationId xmlns:a16="http://schemas.microsoft.com/office/drawing/2014/main" id="{38AA43B7-8C71-4B5A-ABC9-D80B49675D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9715" y="1849438"/>
            <a:ext cx="1538287" cy="1579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73" name="Oval 21">
            <a:hlinkClick r:id="rId12" action="ppaction://hlinksldjump"/>
            <a:extLst>
              <a:ext uri="{FF2B5EF4-FFF2-40B4-BE49-F238E27FC236}">
                <a16:creationId xmlns:a16="http://schemas.microsoft.com/office/drawing/2014/main" id="{F9A21A5E-7D9B-4670-904F-9296E43017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1352" y="2279652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 dirty="0">
                <a:solidFill>
                  <a:schemeClr val="tx1"/>
                </a:solidFill>
                <a:latin typeface="Impact" panose="020B0806030902050204" pitchFamily="34" charset="0"/>
              </a:rPr>
              <a:t>1</a:t>
            </a:r>
            <a:endParaRPr lang="en-US" altLang="en-US" sz="4000" dirty="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74" name="Picture 22" descr="checkered-flag2">
            <a:extLst>
              <a:ext uri="{FF2B5EF4-FFF2-40B4-BE49-F238E27FC236}">
                <a16:creationId xmlns:a16="http://schemas.microsoft.com/office/drawing/2014/main" id="{A2AF9B9D-9C3B-40C7-BE79-270517C910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1390" y="1849438"/>
            <a:ext cx="1538287" cy="1579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75" name="Oval 23">
            <a:hlinkClick r:id="rId13" action="ppaction://hlinksldjump"/>
            <a:extLst>
              <a:ext uri="{FF2B5EF4-FFF2-40B4-BE49-F238E27FC236}">
                <a16:creationId xmlns:a16="http://schemas.microsoft.com/office/drawing/2014/main" id="{82A89031-1CBA-4FB6-A3A3-5EFCAC0193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3027" y="2279652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 dirty="0">
                <a:solidFill>
                  <a:schemeClr val="tx1"/>
                </a:solidFill>
                <a:latin typeface="Impact" panose="020B0806030902050204" pitchFamily="34" charset="0"/>
              </a:rPr>
              <a:t>12</a:t>
            </a:r>
            <a:endParaRPr lang="en-US" altLang="en-US" sz="4000" dirty="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76" name="Picture 24" descr="checkered-flag2">
            <a:extLst>
              <a:ext uri="{FF2B5EF4-FFF2-40B4-BE49-F238E27FC236}">
                <a16:creationId xmlns:a16="http://schemas.microsoft.com/office/drawing/2014/main" id="{648C2F55-0BA9-44A7-B264-52B8104B54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8775" y="1849438"/>
            <a:ext cx="1538288" cy="1579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77" name="Oval 25">
            <a:hlinkClick r:id="rId14" action="ppaction://hlinksldjump"/>
            <a:extLst>
              <a:ext uri="{FF2B5EF4-FFF2-40B4-BE49-F238E27FC236}">
                <a16:creationId xmlns:a16="http://schemas.microsoft.com/office/drawing/2014/main" id="{C0C2A289-3473-43DB-B84A-145B6B3C20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0415" y="2279652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 dirty="0">
                <a:solidFill>
                  <a:schemeClr val="tx1"/>
                </a:solidFill>
                <a:latin typeface="Impact" panose="020B0806030902050204" pitchFamily="34" charset="0"/>
              </a:rPr>
              <a:t>6</a:t>
            </a:r>
            <a:endParaRPr lang="en-US" altLang="en-US" sz="4000" dirty="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78" name="Picture 26" descr="checkered-flag2">
            <a:extLst>
              <a:ext uri="{FF2B5EF4-FFF2-40B4-BE49-F238E27FC236}">
                <a16:creationId xmlns:a16="http://schemas.microsoft.com/office/drawing/2014/main" id="{A0C94275-2091-44DC-A5B2-64EFA7F868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865" y="269877"/>
            <a:ext cx="1538287" cy="1579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79" name="Oval 27">
            <a:hlinkClick r:id="rId15" action="ppaction://hlinksldjump"/>
            <a:extLst>
              <a:ext uri="{FF2B5EF4-FFF2-40B4-BE49-F238E27FC236}">
                <a16:creationId xmlns:a16="http://schemas.microsoft.com/office/drawing/2014/main" id="{DA2C55F0-2BAC-4BFC-BD16-B143E92931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6502" y="700090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 dirty="0">
                <a:solidFill>
                  <a:schemeClr val="tx1"/>
                </a:solidFill>
                <a:latin typeface="Impact" panose="020B0806030902050204" pitchFamily="34" charset="0"/>
              </a:rPr>
              <a:t>13</a:t>
            </a:r>
            <a:endParaRPr lang="en-US" altLang="en-US" sz="4000" dirty="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80" name="Picture 28" descr="checkered-flag2">
            <a:extLst>
              <a:ext uri="{FF2B5EF4-FFF2-40B4-BE49-F238E27FC236}">
                <a16:creationId xmlns:a16="http://schemas.microsoft.com/office/drawing/2014/main" id="{24FBF952-AEE5-40F2-9EBC-83E342464F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2415" y="269877"/>
            <a:ext cx="1538287" cy="1579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81" name="Oval 29">
            <a:hlinkClick r:id="rId16" action="ppaction://hlinksldjump"/>
            <a:extLst>
              <a:ext uri="{FF2B5EF4-FFF2-40B4-BE49-F238E27FC236}">
                <a16:creationId xmlns:a16="http://schemas.microsoft.com/office/drawing/2014/main" id="{7AC008DD-854A-465B-9DC7-6F837D7703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4052" y="700090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 dirty="0">
                <a:solidFill>
                  <a:schemeClr val="tx1"/>
                </a:solidFill>
                <a:latin typeface="Impact" panose="020B0806030902050204" pitchFamily="34" charset="0"/>
              </a:rPr>
              <a:t>10</a:t>
            </a:r>
            <a:endParaRPr lang="en-US" altLang="en-US" sz="4000" dirty="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82" name="Picture 30" descr="checkered-flag2">
            <a:extLst>
              <a:ext uri="{FF2B5EF4-FFF2-40B4-BE49-F238E27FC236}">
                <a16:creationId xmlns:a16="http://schemas.microsoft.com/office/drawing/2014/main" id="{A4470D7F-4565-4888-8316-13F0F145B5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4090" y="269877"/>
            <a:ext cx="1538287" cy="1579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83" name="Oval 31">
            <a:hlinkClick r:id="rId17" action="ppaction://hlinksldjump"/>
            <a:extLst>
              <a:ext uri="{FF2B5EF4-FFF2-40B4-BE49-F238E27FC236}">
                <a16:creationId xmlns:a16="http://schemas.microsoft.com/office/drawing/2014/main" id="{BF81EEDC-0FFB-4E24-A56F-A9DDC2D46E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5727" y="700090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 dirty="0">
                <a:solidFill>
                  <a:schemeClr val="tx1"/>
                </a:solidFill>
                <a:latin typeface="Impact" panose="020B0806030902050204" pitchFamily="34" charset="0"/>
              </a:rPr>
              <a:t>8</a:t>
            </a:r>
            <a:endParaRPr lang="en-US" altLang="en-US" sz="4000" dirty="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84" name="Picture 32" descr="checkered-flag2">
            <a:extLst>
              <a:ext uri="{FF2B5EF4-FFF2-40B4-BE49-F238E27FC236}">
                <a16:creationId xmlns:a16="http://schemas.microsoft.com/office/drawing/2014/main" id="{EFC0718F-864D-4E19-BDE8-D1EBDB4B70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1475" y="269877"/>
            <a:ext cx="1538288" cy="1579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85" name="Oval 33">
            <a:hlinkClick r:id="rId18" action="ppaction://hlinksldjump"/>
            <a:extLst>
              <a:ext uri="{FF2B5EF4-FFF2-40B4-BE49-F238E27FC236}">
                <a16:creationId xmlns:a16="http://schemas.microsoft.com/office/drawing/2014/main" id="{29A0F7AC-CC81-42E8-9082-DB0D47A27A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3115" y="700090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 dirty="0">
                <a:solidFill>
                  <a:schemeClr val="tx1"/>
                </a:solidFill>
                <a:latin typeface="Impact" panose="020B0806030902050204" pitchFamily="34" charset="0"/>
              </a:rPr>
              <a:t>15</a:t>
            </a:r>
            <a:endParaRPr lang="en-US" altLang="en-US" sz="4000" dirty="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03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 nodeType="clickPar">
                      <p:stCondLst>
                        <p:cond delay="0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/>
                                        <p:tgtEl>
                                          <p:spTgt spid="1003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1003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" dur="1000"/>
                                        <p:tgtEl>
                                          <p:spTgt spid="1003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/>
                                        <p:tgtEl>
                                          <p:spTgt spid="1003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55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1003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 nodeType="clickPar">
                      <p:stCondLst>
                        <p:cond delay="0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" dur="1000"/>
                                        <p:tgtEl>
                                          <p:spTgt spid="1003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/>
                                        <p:tgtEl>
                                          <p:spTgt spid="1003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1" dur="1000"/>
                                        <p:tgtEl>
                                          <p:spTgt spid="1003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/>
                                        <p:tgtEl>
                                          <p:spTgt spid="1003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57"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1003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 nodeType="clickPar">
                      <p:stCondLst>
                        <p:cond delay="0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8" dur="1000"/>
                                        <p:tgtEl>
                                          <p:spTgt spid="1003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/>
                                        <p:tgtEl>
                                          <p:spTgt spid="1003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2" dur="1000"/>
                                        <p:tgtEl>
                                          <p:spTgt spid="1003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/>
                                        <p:tgtEl>
                                          <p:spTgt spid="1003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59"/>
                  </p:tgtEl>
                </p:cond>
              </p:nextCondLst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1003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 nodeType="clickPar">
                      <p:stCondLst>
                        <p:cond delay="0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9" dur="1000"/>
                                        <p:tgtEl>
                                          <p:spTgt spid="1003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/>
                                        <p:tgtEl>
                                          <p:spTgt spid="1003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3" dur="1000"/>
                                        <p:tgtEl>
                                          <p:spTgt spid="1003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/>
                                        <p:tgtEl>
                                          <p:spTgt spid="1003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61"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1003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 nodeType="clickPar">
                      <p:stCondLst>
                        <p:cond delay="0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0" dur="1000"/>
                                        <p:tgtEl>
                                          <p:spTgt spid="1003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/>
                                        <p:tgtEl>
                                          <p:spTgt spid="1003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4" dur="1000"/>
                                        <p:tgtEl>
                                          <p:spTgt spid="1003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/>
                                        <p:tgtEl>
                                          <p:spTgt spid="1003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63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1003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 nodeType="clickPar">
                      <p:stCondLst>
                        <p:cond delay="0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1" dur="1000"/>
                                        <p:tgtEl>
                                          <p:spTgt spid="1003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/>
                                        <p:tgtEl>
                                          <p:spTgt spid="1003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5" dur="1000"/>
                                        <p:tgtEl>
                                          <p:spTgt spid="1003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/>
                                        <p:tgtEl>
                                          <p:spTgt spid="1003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65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1003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 nodeType="clickPar">
                      <p:stCondLst>
                        <p:cond delay="0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2" dur="1000"/>
                                        <p:tgtEl>
                                          <p:spTgt spid="1003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/>
                                        <p:tgtEl>
                                          <p:spTgt spid="1003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6" dur="1000"/>
                                        <p:tgtEl>
                                          <p:spTgt spid="1003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/>
                                        <p:tgtEl>
                                          <p:spTgt spid="1003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67"/>
                  </p:tgtEl>
                </p:cond>
              </p:nextCondLst>
            </p:seq>
            <p:seq concurrent="1" nextAc="seek">
              <p:cTn id="79" restart="whenNotActive" fill="hold" evtFilter="cancelBubble" nodeType="interactiveSeq">
                <p:stCondLst>
                  <p:cond evt="onClick" delay="0">
                    <p:tgtEl>
                      <p:spTgt spid="1003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" fill="hold" nodeType="clickPar">
                      <p:stCondLst>
                        <p:cond delay="0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3" dur="1000"/>
                                        <p:tgtEl>
                                          <p:spTgt spid="1003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/>
                                        <p:tgtEl>
                                          <p:spTgt spid="1003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7" dur="1000"/>
                                        <p:tgtEl>
                                          <p:spTgt spid="1003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/>
                                        <p:tgtEl>
                                          <p:spTgt spid="1003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69"/>
                  </p:tgtEl>
                </p:cond>
              </p:nextCondLst>
            </p:seq>
            <p:seq concurrent="1" nextAc="seek">
              <p:cTn id="90" restart="whenNotActive" fill="hold" evtFilter="cancelBubble" nodeType="interactiveSeq">
                <p:stCondLst>
                  <p:cond evt="onClick" delay="0">
                    <p:tgtEl>
                      <p:spTgt spid="1003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" fill="hold" nodeType="clickPar">
                      <p:stCondLst>
                        <p:cond delay="0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4" dur="1000"/>
                                        <p:tgtEl>
                                          <p:spTgt spid="1003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/>
                                        <p:tgtEl>
                                          <p:spTgt spid="1003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8" dur="1000"/>
                                        <p:tgtEl>
                                          <p:spTgt spid="1003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/>
                                        <p:tgtEl>
                                          <p:spTgt spid="1003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71"/>
                  </p:tgtEl>
                </p:cond>
              </p:nextCondLst>
            </p:seq>
            <p:seq concurrent="1" nextAc="seek">
              <p:cTn id="101" restart="whenNotActive" fill="hold" evtFilter="cancelBubble" nodeType="interactiveSeq">
                <p:stCondLst>
                  <p:cond evt="onClick" delay="0">
                    <p:tgtEl>
                      <p:spTgt spid="1003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" fill="hold" nodeType="clickPar">
                      <p:stCondLst>
                        <p:cond delay="0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5" dur="1000"/>
                                        <p:tgtEl>
                                          <p:spTgt spid="1003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/>
                                        <p:tgtEl>
                                          <p:spTgt spid="1003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9" dur="1000"/>
                                        <p:tgtEl>
                                          <p:spTgt spid="1003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/>
                                        <p:tgtEl>
                                          <p:spTgt spid="1003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73"/>
                  </p:tgtEl>
                </p:cond>
              </p:nextCondLst>
            </p:seq>
            <p:seq concurrent="1" nextAc="seek">
              <p:cTn id="112" restart="whenNotActive" fill="hold" evtFilter="cancelBubble" nodeType="interactiveSeq">
                <p:stCondLst>
                  <p:cond evt="onClick" delay="0">
                    <p:tgtEl>
                      <p:spTgt spid="1003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" fill="hold" nodeType="clickPar">
                      <p:stCondLst>
                        <p:cond delay="0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6" dur="1000"/>
                                        <p:tgtEl>
                                          <p:spTgt spid="1003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/>
                                        <p:tgtEl>
                                          <p:spTgt spid="1003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0" dur="1000"/>
                                        <p:tgtEl>
                                          <p:spTgt spid="1003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/>
                                        <p:tgtEl>
                                          <p:spTgt spid="1003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75"/>
                  </p:tgtEl>
                </p:cond>
              </p:nextCondLst>
            </p:seq>
            <p:seq concurrent="1" nextAc="seek">
              <p:cTn id="123" restart="whenNotActive" fill="hold" evtFilter="cancelBubble" nodeType="interactiveSeq">
                <p:stCondLst>
                  <p:cond evt="onClick" delay="0">
                    <p:tgtEl>
                      <p:spTgt spid="1003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4" fill="hold" nodeType="clickPar">
                      <p:stCondLst>
                        <p:cond delay="0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7" dur="1000"/>
                                        <p:tgtEl>
                                          <p:spTgt spid="1003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/>
                                        <p:tgtEl>
                                          <p:spTgt spid="1003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1" dur="1000"/>
                                        <p:tgtEl>
                                          <p:spTgt spid="1003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1000"/>
                                        <p:tgtEl>
                                          <p:spTgt spid="1003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77"/>
                  </p:tgtEl>
                </p:cond>
              </p:nextCondLst>
            </p:seq>
            <p:seq concurrent="1" nextAc="seek">
              <p:cTn id="134" restart="whenNotActive" fill="hold" evtFilter="cancelBubble" nodeType="interactiveSeq">
                <p:stCondLst>
                  <p:cond evt="onClick" delay="0">
                    <p:tgtEl>
                      <p:spTgt spid="1003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" fill="hold" nodeType="clickPar">
                      <p:stCondLst>
                        <p:cond delay="0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8" dur="1000"/>
                                        <p:tgtEl>
                                          <p:spTgt spid="1003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000"/>
                                        <p:tgtEl>
                                          <p:spTgt spid="1003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2" dur="1000"/>
                                        <p:tgtEl>
                                          <p:spTgt spid="1003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1000"/>
                                        <p:tgtEl>
                                          <p:spTgt spid="1003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79"/>
                  </p:tgtEl>
                </p:cond>
              </p:nextCondLst>
            </p:seq>
            <p:seq concurrent="1" nextAc="seek">
              <p:cTn id="145" restart="whenNotActive" fill="hold" evtFilter="cancelBubble" nodeType="interactiveSeq">
                <p:stCondLst>
                  <p:cond evt="onClick" delay="0">
                    <p:tgtEl>
                      <p:spTgt spid="1003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6" fill="hold" nodeType="clickPar">
                      <p:stCondLst>
                        <p:cond delay="0"/>
                      </p:stCondLst>
                      <p:childTnLst>
                        <p:par>
                          <p:cTn id="1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9" dur="1000"/>
                                        <p:tgtEl>
                                          <p:spTgt spid="1003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1000"/>
                                        <p:tgtEl>
                                          <p:spTgt spid="1003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53" dur="1000"/>
                                        <p:tgtEl>
                                          <p:spTgt spid="1003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1000"/>
                                        <p:tgtEl>
                                          <p:spTgt spid="1003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81"/>
                  </p:tgtEl>
                </p:cond>
              </p:nextCondLst>
            </p:seq>
            <p:seq concurrent="1" nextAc="seek">
              <p:cTn id="156" restart="whenNotActive" fill="hold" evtFilter="cancelBubble" nodeType="interactiveSeq">
                <p:stCondLst>
                  <p:cond evt="onClick" delay="0">
                    <p:tgtEl>
                      <p:spTgt spid="1003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7" fill="hold" nodeType="clickPar">
                      <p:stCondLst>
                        <p:cond delay="0"/>
                      </p:stCondLst>
                      <p:childTnLst>
                        <p:par>
                          <p:cTn id="1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9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0" dur="1000"/>
                                        <p:tgtEl>
                                          <p:spTgt spid="1003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1000"/>
                                        <p:tgtEl>
                                          <p:spTgt spid="1003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4" dur="1000"/>
                                        <p:tgtEl>
                                          <p:spTgt spid="1003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1000"/>
                                        <p:tgtEl>
                                          <p:spTgt spid="1003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83"/>
                  </p:tgtEl>
                </p:cond>
              </p:nextCondLst>
            </p:seq>
            <p:seq concurrent="1" nextAc="seek">
              <p:cTn id="167" restart="whenNotActive" fill="hold" evtFilter="cancelBubble" nodeType="interactiveSeq">
                <p:stCondLst>
                  <p:cond evt="onClick" delay="0">
                    <p:tgtEl>
                      <p:spTgt spid="1003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8" fill="hold" nodeType="clickPar">
                      <p:stCondLst>
                        <p:cond delay="0"/>
                      </p:stCondLst>
                      <p:childTnLst>
                        <p:par>
                          <p:cTn id="1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0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1" dur="1000"/>
                                        <p:tgtEl>
                                          <p:spTgt spid="1003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1000"/>
                                        <p:tgtEl>
                                          <p:spTgt spid="1003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5" dur="1000"/>
                                        <p:tgtEl>
                                          <p:spTgt spid="1003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1000"/>
                                        <p:tgtEl>
                                          <p:spTgt spid="1003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85"/>
                  </p:tgtEl>
                </p:cond>
              </p:nextCondLst>
            </p:seq>
          </p:childTnLst>
        </p:cTn>
      </p:par>
    </p:tnLst>
    <p:bldLst>
      <p:bldP spid="100355" grpId="0" animBg="1"/>
      <p:bldP spid="100357" grpId="0" animBg="1"/>
      <p:bldP spid="100359" grpId="0" animBg="1"/>
      <p:bldP spid="100361" grpId="0" animBg="1"/>
      <p:bldP spid="100363" grpId="0" animBg="1"/>
      <p:bldP spid="100365" grpId="0" animBg="1"/>
      <p:bldP spid="100367" grpId="0" animBg="1"/>
      <p:bldP spid="100369" grpId="0" animBg="1"/>
      <p:bldP spid="100371" grpId="0" animBg="1"/>
      <p:bldP spid="100373" grpId="0" animBg="1"/>
      <p:bldP spid="100375" grpId="0" animBg="1"/>
      <p:bldP spid="100377" grpId="0" animBg="1"/>
      <p:bldP spid="100379" grpId="0" animBg="1"/>
      <p:bldP spid="100381" grpId="0" animBg="1"/>
      <p:bldP spid="100383" grpId="0" animBg="1"/>
      <p:bldP spid="10038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grpSp>
        <p:nvGrpSpPr>
          <p:cNvPr id="65550" name="Group 14">
            <a:extLst>
              <a:ext uri="{FF2B5EF4-FFF2-40B4-BE49-F238E27FC236}">
                <a16:creationId xmlns:a16="http://schemas.microsoft.com/office/drawing/2014/main" id="{0D53CF11-39B1-4B60-A3BF-CF240EAFCA05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65551" name="AutoShape 15">
              <a:hlinkClick r:id="rId2" action="ppaction://hlinksldjump"/>
              <a:extLst>
                <a:ext uri="{FF2B5EF4-FFF2-40B4-BE49-F238E27FC236}">
                  <a16:creationId xmlns:a16="http://schemas.microsoft.com/office/drawing/2014/main" id="{054AA6CC-907A-48A3-95E9-CB0DDFDADD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dirty="0"/>
            </a:p>
          </p:txBody>
        </p:sp>
        <p:sp>
          <p:nvSpPr>
            <p:cNvPr id="65552" name="AutoShape 16">
              <a:hlinkClick r:id="rId2" action="ppaction://hlinksldjump"/>
              <a:extLst>
                <a:ext uri="{FF2B5EF4-FFF2-40B4-BE49-F238E27FC236}">
                  <a16:creationId xmlns:a16="http://schemas.microsoft.com/office/drawing/2014/main" id="{E0E338C7-DE56-4BBE-8359-F52169EE75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dirty="0"/>
            </a:p>
          </p:txBody>
        </p:sp>
      </p:grpSp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2" name="Rounded Rectangle 1"/>
          <p:cNvSpPr/>
          <p:nvPr/>
        </p:nvSpPr>
        <p:spPr>
          <a:xfrm>
            <a:off x="362309" y="5921852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0.96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6AE4CC3-4C30-FB60-D23E-1C6A65FE1691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0168A3-231A-6B3C-6C3A-C6E0711DF1A8}"/>
              </a:ext>
            </a:extLst>
          </p:cNvPr>
          <p:cNvSpPr txBox="1"/>
          <p:nvPr/>
        </p:nvSpPr>
        <p:spPr>
          <a:xfrm>
            <a:off x="2335651" y="1982181"/>
            <a:ext cx="447269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1.6 × 0.6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999" name="Group 7">
            <a:extLst>
              <a:ext uri="{FF2B5EF4-FFF2-40B4-BE49-F238E27FC236}">
                <a16:creationId xmlns:a16="http://schemas.microsoft.com/office/drawing/2014/main" id="{E2399743-21D9-4DA1-9726-F1791F799B5C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85000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B6D88DE6-0291-4E9D-BE67-0E12F89AB5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dirty="0"/>
            </a:p>
          </p:txBody>
        </p:sp>
        <p:sp>
          <p:nvSpPr>
            <p:cNvPr id="85001" name="AutoShape 9">
              <a:hlinkClick r:id="rId2" action="ppaction://hlinksldjump"/>
              <a:extLst>
                <a:ext uri="{FF2B5EF4-FFF2-40B4-BE49-F238E27FC236}">
                  <a16:creationId xmlns:a16="http://schemas.microsoft.com/office/drawing/2014/main" id="{722A1056-B7EF-4C97-87A0-7079A4BB61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dirty="0"/>
            </a:p>
          </p:txBody>
        </p:sp>
      </p:grpSp>
      <p:sp>
        <p:nvSpPr>
          <p:cNvPr id="5" name="Rounded Rectangle 4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2309" y="594662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28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8F6DAC8-9CD7-15CE-C0D5-2ED60BFAD6CE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D7893A-A3A7-933A-D2CF-F35624A70307}"/>
              </a:ext>
            </a:extLst>
          </p:cNvPr>
          <p:cNvSpPr txBox="1"/>
          <p:nvPr/>
        </p:nvSpPr>
        <p:spPr>
          <a:xfrm>
            <a:off x="2023867" y="1982181"/>
            <a:ext cx="509626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4.2 ÷ 0.15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022" name="Group 6">
            <a:extLst>
              <a:ext uri="{FF2B5EF4-FFF2-40B4-BE49-F238E27FC236}">
                <a16:creationId xmlns:a16="http://schemas.microsoft.com/office/drawing/2014/main" id="{48B4E553-6C1F-4264-9671-0291FFCF1973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86023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D8385C5B-51F4-4BAB-B210-73B57ACE15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dirty="0"/>
            </a:p>
          </p:txBody>
        </p:sp>
        <p:sp>
          <p:nvSpPr>
            <p:cNvPr id="86024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ABB41248-2991-4586-9BDC-28147A7809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dirty="0"/>
            </a:p>
          </p:txBody>
        </p:sp>
      </p:grpSp>
      <p:sp>
        <p:nvSpPr>
          <p:cNvPr id="5" name="Rounded Rectangle 4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0.148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5849234-963D-DCA9-7857-6E40FAA2A06D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6AA91D-3227-6594-D2EF-D7912691A205}"/>
              </a:ext>
            </a:extLst>
          </p:cNvPr>
          <p:cNvSpPr txBox="1"/>
          <p:nvPr/>
        </p:nvSpPr>
        <p:spPr>
          <a:xfrm>
            <a:off x="2023867" y="1982181"/>
            <a:ext cx="509626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0.37 × 0.4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046" name="Group 6">
            <a:extLst>
              <a:ext uri="{FF2B5EF4-FFF2-40B4-BE49-F238E27FC236}">
                <a16:creationId xmlns:a16="http://schemas.microsoft.com/office/drawing/2014/main" id="{9EA40428-BC2E-4F50-9228-CAEF418F094B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87047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A08F882C-3B9D-4770-B39B-261DD13EFE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dirty="0"/>
            </a:p>
          </p:txBody>
        </p:sp>
        <p:sp>
          <p:nvSpPr>
            <p:cNvPr id="87048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E83E718F-9750-4765-B85E-00A86964E0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dirty="0"/>
            </a:p>
          </p:txBody>
        </p:sp>
      </p:grpSp>
      <p:sp>
        <p:nvSpPr>
          <p:cNvPr id="5" name="Rounded Rectangle 4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0.0304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BB5D0E7-4120-7EB3-EA2C-EBC05FABAE97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D7BB6C-F735-F4C6-4607-A35631482E6E}"/>
              </a:ext>
            </a:extLst>
          </p:cNvPr>
          <p:cNvSpPr txBox="1"/>
          <p:nvPr/>
        </p:nvSpPr>
        <p:spPr>
          <a:xfrm>
            <a:off x="1712083" y="1982181"/>
            <a:ext cx="571983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0.19 × 0.16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070" name="Group 6">
            <a:extLst>
              <a:ext uri="{FF2B5EF4-FFF2-40B4-BE49-F238E27FC236}">
                <a16:creationId xmlns:a16="http://schemas.microsoft.com/office/drawing/2014/main" id="{C09F4CA1-85B3-476F-9C2A-DC3EC34D2583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88071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B369897C-8D19-4A41-AA52-AD2D3F77E1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dirty="0"/>
            </a:p>
          </p:txBody>
        </p:sp>
        <p:sp>
          <p:nvSpPr>
            <p:cNvPr id="88072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0B6DA607-5488-4315-B924-3F8EB2911F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dirty="0"/>
            </a:p>
          </p:txBody>
        </p:sp>
      </p:grpSp>
      <p:sp>
        <p:nvSpPr>
          <p:cNvPr id="5" name="Rounded Rectangle 4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32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F7E6CBF-F80F-79CE-AABA-C97D1CA4D2FF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D46B69-52BB-D5C2-C2A1-29AD3619B4EB}"/>
              </a:ext>
            </a:extLst>
          </p:cNvPr>
          <p:cNvSpPr txBox="1"/>
          <p:nvPr/>
        </p:nvSpPr>
        <p:spPr>
          <a:xfrm>
            <a:off x="1712083" y="1982181"/>
            <a:ext cx="571983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7.68 ÷ 0.24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094" name="Group 6">
            <a:extLst>
              <a:ext uri="{FF2B5EF4-FFF2-40B4-BE49-F238E27FC236}">
                <a16:creationId xmlns:a16="http://schemas.microsoft.com/office/drawing/2014/main" id="{87AEDA04-AE0E-4185-A474-AB4A7D74348C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89095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AE45D320-1374-438F-89F6-20F5245047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dirty="0"/>
            </a:p>
          </p:txBody>
        </p:sp>
        <p:sp>
          <p:nvSpPr>
            <p:cNvPr id="89096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95B1B8D2-AF04-4A44-9765-F6D5282C87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dirty="0"/>
            </a:p>
          </p:txBody>
        </p:sp>
      </p:grpSp>
      <p:sp>
        <p:nvSpPr>
          <p:cNvPr id="5" name="Rounded Rectangle 4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0.078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2D85C1C-134E-3529-E8A7-02B3D13A1C35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3645F9-65D8-30A2-5515-0E506844D5BD}"/>
              </a:ext>
            </a:extLst>
          </p:cNvPr>
          <p:cNvSpPr txBox="1"/>
          <p:nvPr/>
        </p:nvSpPr>
        <p:spPr>
          <a:xfrm>
            <a:off x="2023867" y="1982181"/>
            <a:ext cx="509626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1.3 × 0.06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118" name="Group 6">
            <a:extLst>
              <a:ext uri="{FF2B5EF4-FFF2-40B4-BE49-F238E27FC236}">
                <a16:creationId xmlns:a16="http://schemas.microsoft.com/office/drawing/2014/main" id="{0D0FF60F-CA32-41A7-9D84-88831B083226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90119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11D2E155-3EF9-4B33-8A4F-27450FCC4E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dirty="0"/>
            </a:p>
          </p:txBody>
        </p:sp>
        <p:sp>
          <p:nvSpPr>
            <p:cNvPr id="90120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88780A1D-CCEE-4999-81E4-05BFF2829F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dirty="0"/>
            </a:p>
          </p:txBody>
        </p:sp>
      </p:grpSp>
      <p:sp>
        <p:nvSpPr>
          <p:cNvPr id="5" name="Rounded Rectangle 4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2309" y="589597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25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FEED106-91A9-32C6-908D-1618AB39B4F5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2727BC-BBC4-1537-7F7F-A23B32B29090}"/>
              </a:ext>
            </a:extLst>
          </p:cNvPr>
          <p:cNvSpPr txBox="1"/>
          <p:nvPr/>
        </p:nvSpPr>
        <p:spPr>
          <a:xfrm>
            <a:off x="2491142" y="1982181"/>
            <a:ext cx="416171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3 ÷ 0.12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142" name="Group 6">
            <a:extLst>
              <a:ext uri="{FF2B5EF4-FFF2-40B4-BE49-F238E27FC236}">
                <a16:creationId xmlns:a16="http://schemas.microsoft.com/office/drawing/2014/main" id="{4C460C73-3D96-4C19-85EE-085CD8B94397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91143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6C7B2653-EA2F-4588-A3BD-2340A32A3B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dirty="0"/>
            </a:p>
          </p:txBody>
        </p:sp>
        <p:sp>
          <p:nvSpPr>
            <p:cNvPr id="91144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CEC4DD02-96F3-4B27-912D-73C6FAABCD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dirty="0"/>
            </a:p>
          </p:txBody>
        </p:sp>
      </p:grpSp>
      <p:sp>
        <p:nvSpPr>
          <p:cNvPr id="5" name="Rounded Rectangle 4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37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6CD50A8-B196-86BC-EAFC-F87F5B5805E0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FB69E7-FED1-CD3D-9B80-CD3340D78BB3}"/>
              </a:ext>
            </a:extLst>
          </p:cNvPr>
          <p:cNvSpPr txBox="1"/>
          <p:nvPr/>
        </p:nvSpPr>
        <p:spPr>
          <a:xfrm>
            <a:off x="2023867" y="1982181"/>
            <a:ext cx="509626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55.5 ÷ 1.5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66" name="Group 6">
            <a:extLst>
              <a:ext uri="{FF2B5EF4-FFF2-40B4-BE49-F238E27FC236}">
                <a16:creationId xmlns:a16="http://schemas.microsoft.com/office/drawing/2014/main" id="{E5D5A5B6-159D-4A92-8E5B-5B927A006CEE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92167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FC70FE4D-21D8-4960-A3E6-17A8FF2408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dirty="0"/>
            </a:p>
          </p:txBody>
        </p:sp>
        <p:sp>
          <p:nvSpPr>
            <p:cNvPr id="92168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CFEEEF08-E578-4391-84BB-A09CBBCD86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dirty="0"/>
            </a:p>
          </p:txBody>
        </p:sp>
      </p:grpSp>
      <p:sp>
        <p:nvSpPr>
          <p:cNvPr id="5" name="Rounded Rectangle 4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41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5901C1C-095F-851E-9920-AE97C41D6E56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4E9A51-D50C-61BB-7A57-8A92FAB9C079}"/>
              </a:ext>
            </a:extLst>
          </p:cNvPr>
          <p:cNvSpPr txBox="1"/>
          <p:nvPr/>
        </p:nvSpPr>
        <p:spPr>
          <a:xfrm>
            <a:off x="1400299" y="1982181"/>
            <a:ext cx="634340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21.32 ÷ 0.52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190" name="Group 6">
            <a:extLst>
              <a:ext uri="{FF2B5EF4-FFF2-40B4-BE49-F238E27FC236}">
                <a16:creationId xmlns:a16="http://schemas.microsoft.com/office/drawing/2014/main" id="{69485AA6-059A-470A-8CF5-0C9A58DAAAE5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93191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E46CE355-A98B-4CF9-A916-86B607FE23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dirty="0"/>
            </a:p>
          </p:txBody>
        </p:sp>
        <p:sp>
          <p:nvSpPr>
            <p:cNvPr id="93192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0AF602C6-1A50-4641-8AA7-85A3F51051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dirty="0"/>
            </a:p>
          </p:txBody>
        </p:sp>
      </p:grpSp>
      <p:sp>
        <p:nvSpPr>
          <p:cNvPr id="5" name="Rounded Rectangle 4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2309" y="5925076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168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20FBC4A-A4D6-427D-9874-6B1F0F3A416D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6CB8E9-CB71-83ED-6A32-76346A9348F2}"/>
              </a:ext>
            </a:extLst>
          </p:cNvPr>
          <p:cNvSpPr txBox="1"/>
          <p:nvPr/>
        </p:nvSpPr>
        <p:spPr>
          <a:xfrm>
            <a:off x="2335651" y="1982181"/>
            <a:ext cx="447269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0.8 × 2.1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214" name="Group 6">
            <a:extLst>
              <a:ext uri="{FF2B5EF4-FFF2-40B4-BE49-F238E27FC236}">
                <a16:creationId xmlns:a16="http://schemas.microsoft.com/office/drawing/2014/main" id="{3CC90DE8-E4C1-4054-A64E-D8CF7D5FD9E7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94215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6063CD6E-ABA0-437B-91F6-8D372DE9BF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dirty="0"/>
            </a:p>
          </p:txBody>
        </p:sp>
        <p:sp>
          <p:nvSpPr>
            <p:cNvPr id="94216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90AF18E3-F57F-407B-9345-A3B7B70880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dirty="0"/>
            </a:p>
          </p:txBody>
        </p:sp>
      </p:grpSp>
      <p:sp>
        <p:nvSpPr>
          <p:cNvPr id="5" name="Rounded Rectangle 4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72469" y="591106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100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D84C252-C286-EB87-DC81-8F363F6EB611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98B2F0-737B-4330-22BC-62837925EC4B}"/>
              </a:ext>
            </a:extLst>
          </p:cNvPr>
          <p:cNvSpPr txBox="1"/>
          <p:nvPr/>
        </p:nvSpPr>
        <p:spPr>
          <a:xfrm>
            <a:off x="2179358" y="1982181"/>
            <a:ext cx="478528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12 ÷ 0.12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238" name="Group 6">
            <a:extLst>
              <a:ext uri="{FF2B5EF4-FFF2-40B4-BE49-F238E27FC236}">
                <a16:creationId xmlns:a16="http://schemas.microsoft.com/office/drawing/2014/main" id="{64A179B3-CBA8-488F-B7AC-A840719CD275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95239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BE812E2A-91D3-4B7E-BA87-8D120FEB16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dirty="0"/>
            </a:p>
          </p:txBody>
        </p:sp>
        <p:sp>
          <p:nvSpPr>
            <p:cNvPr id="95240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D0FFD31A-E75B-49F3-9C1A-F4E690B7F3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dirty="0"/>
            </a:p>
          </p:txBody>
        </p:sp>
      </p:grpSp>
      <p:sp>
        <p:nvSpPr>
          <p:cNvPr id="5" name="Rounded Rectangle 4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63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81D21C2-D535-AD1A-8F5E-23E568924F32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45FD5E-7A7C-388E-25DE-BE376229085F}"/>
              </a:ext>
            </a:extLst>
          </p:cNvPr>
          <p:cNvSpPr txBox="1"/>
          <p:nvPr/>
        </p:nvSpPr>
        <p:spPr>
          <a:xfrm>
            <a:off x="2023867" y="1982181"/>
            <a:ext cx="509626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88.2 ÷ 1.4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262" name="Group 6">
            <a:extLst>
              <a:ext uri="{FF2B5EF4-FFF2-40B4-BE49-F238E27FC236}">
                <a16:creationId xmlns:a16="http://schemas.microsoft.com/office/drawing/2014/main" id="{5C3AF049-8A2D-45FA-93E4-59C895A65ED7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96263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DD6AD506-0DA7-4F8A-B881-2AFEC7AFFD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dirty="0"/>
            </a:p>
          </p:txBody>
        </p:sp>
        <p:sp>
          <p:nvSpPr>
            <p:cNvPr id="96264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B0B6AB5D-8C66-47B1-A43B-E5D53AF4C8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dirty="0"/>
            </a:p>
          </p:txBody>
        </p:sp>
      </p:grpSp>
      <p:sp>
        <p:nvSpPr>
          <p:cNvPr id="5" name="Rounded Rectangle 4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2309" y="589597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0.203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937230B-1B7E-C140-3319-C0694A2D9632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BC7262-1E73-472B-5BA2-146828310149}"/>
              </a:ext>
            </a:extLst>
          </p:cNvPr>
          <p:cNvSpPr txBox="1"/>
          <p:nvPr/>
        </p:nvSpPr>
        <p:spPr>
          <a:xfrm>
            <a:off x="2023867" y="1982181"/>
            <a:ext cx="509626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0.7 × 0.29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286" name="Group 6">
            <a:extLst>
              <a:ext uri="{FF2B5EF4-FFF2-40B4-BE49-F238E27FC236}">
                <a16:creationId xmlns:a16="http://schemas.microsoft.com/office/drawing/2014/main" id="{6564AAC7-82DD-4DF2-B327-C601ACB08516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97287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E704EC04-C2A3-41F2-9239-0B1B8FF915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dirty="0"/>
            </a:p>
          </p:txBody>
        </p:sp>
        <p:sp>
          <p:nvSpPr>
            <p:cNvPr id="97288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3ED3EC1C-A01D-4247-9D63-874FFB3FD8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dirty="0"/>
            </a:p>
          </p:txBody>
        </p:sp>
      </p:grpSp>
      <p:sp>
        <p:nvSpPr>
          <p:cNvPr id="5" name="Rounded Rectangle 4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2.88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B576D6F-0029-9DB2-1ACA-B145B2FEDD65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FDEE3F-8789-3BD2-11C9-3401A36521AB}"/>
              </a:ext>
            </a:extLst>
          </p:cNvPr>
          <p:cNvSpPr txBox="1"/>
          <p:nvPr/>
        </p:nvSpPr>
        <p:spPr>
          <a:xfrm>
            <a:off x="2335651" y="1982181"/>
            <a:ext cx="447269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1.8 × 1.6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310" name="Group 6">
            <a:extLst>
              <a:ext uri="{FF2B5EF4-FFF2-40B4-BE49-F238E27FC236}">
                <a16:creationId xmlns:a16="http://schemas.microsoft.com/office/drawing/2014/main" id="{D41F0699-B547-4DF9-AAC2-D757A7B8A06F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98311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7E0ED32C-0ED6-4261-AD16-6B3B603ECB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dirty="0"/>
            </a:p>
          </p:txBody>
        </p:sp>
        <p:sp>
          <p:nvSpPr>
            <p:cNvPr id="98312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E4F094A1-4560-44DE-BB29-6066553BD3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dirty="0"/>
            </a:p>
          </p:txBody>
        </p:sp>
      </p:grpSp>
      <p:sp>
        <p:nvSpPr>
          <p:cNvPr id="5" name="Rounded Rectangle 4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Answer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45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6737F39-4C11-1895-98E0-A6AD2E05D6DD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CA0799-E9B4-E52B-B475-6ACB219BDB25}"/>
              </a:ext>
            </a:extLst>
          </p:cNvPr>
          <p:cNvSpPr txBox="1"/>
          <p:nvPr/>
        </p:nvSpPr>
        <p:spPr>
          <a:xfrm>
            <a:off x="2023867" y="1982181"/>
            <a:ext cx="509626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7.2 ÷ 0.16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334" name="Group 6">
            <a:extLst>
              <a:ext uri="{FF2B5EF4-FFF2-40B4-BE49-F238E27FC236}">
                <a16:creationId xmlns:a16="http://schemas.microsoft.com/office/drawing/2014/main" id="{A7A792A6-3DC3-440F-AEBD-F6BF12FF2BAC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99335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F1D6C68E-AB50-4545-82F8-EC6DBA9D3E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dirty="0"/>
            </a:p>
          </p:txBody>
        </p:sp>
        <p:sp>
          <p:nvSpPr>
            <p:cNvPr id="99336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11B331F1-E925-4859-9CF5-ED78106E04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dirty="0"/>
            </a:p>
          </p:txBody>
        </p:sp>
      </p:grpSp>
      <p:sp>
        <p:nvSpPr>
          <p:cNvPr id="5" name="Rounded Rectangle 4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2309" y="589597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0.0744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ED69326-F16A-07EC-B46B-28E0B186C9CF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9333D3-59CF-8EB7-89D7-F2E98FB25209}"/>
              </a:ext>
            </a:extLst>
          </p:cNvPr>
          <p:cNvSpPr txBox="1"/>
          <p:nvPr/>
        </p:nvSpPr>
        <p:spPr>
          <a:xfrm>
            <a:off x="1712083" y="1982181"/>
            <a:ext cx="571983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0.31 × 0.24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06977" y="1329480"/>
            <a:ext cx="8530046" cy="4922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220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58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220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58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220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58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220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58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220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58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220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58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220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58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220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58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220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58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220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58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220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85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41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954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26102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10378</TotalTime>
  <Words>240</Words>
  <Application>Microsoft Office PowerPoint</Application>
  <PresentationFormat>On-screen Show (4:3)</PresentationFormat>
  <Paragraphs>95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Impact</vt:lpstr>
      <vt:lpstr>Calibri Light</vt:lpstr>
      <vt:lpstr>Arial</vt:lpstr>
      <vt:lpstr>Calibri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477</cp:revision>
  <cp:lastPrinted>2017-12-31T22:38:51Z</cp:lastPrinted>
  <dcterms:created xsi:type="dcterms:W3CDTF">2017-01-17T16:57:04Z</dcterms:created>
  <dcterms:modified xsi:type="dcterms:W3CDTF">2024-08-31T17:22:00Z</dcterms:modified>
</cp:coreProperties>
</file>