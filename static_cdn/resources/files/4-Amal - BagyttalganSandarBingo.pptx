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39" r:id="rId2"/>
    <p:sldId id="941" r:id="rId3"/>
    <p:sldId id="851" r:id="rId4"/>
    <p:sldId id="977" r:id="rId5"/>
    <p:sldId id="980" r:id="rId6"/>
    <p:sldId id="983" r:id="rId7"/>
    <p:sldId id="986" r:id="rId8"/>
    <p:sldId id="996" r:id="rId9"/>
    <p:sldId id="993" r:id="rId10"/>
    <p:sldId id="990" r:id="rId11"/>
    <p:sldId id="987" r:id="rId12"/>
    <p:sldId id="997" r:id="rId13"/>
    <p:sldId id="994" r:id="rId14"/>
    <p:sldId id="991" r:id="rId15"/>
    <p:sldId id="988" r:id="rId16"/>
    <p:sldId id="998" r:id="rId17"/>
    <p:sldId id="995" r:id="rId18"/>
    <p:sldId id="992" r:id="rId19"/>
    <p:sldId id="989" r:id="rId20"/>
    <p:sldId id="940" r:id="rId21"/>
    <p:sldId id="93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C55A11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3447" autoAdjust="0"/>
  </p:normalViewPr>
  <p:slideViewPr>
    <p:cSldViewPr snapToGrid="0" showGuides="1">
      <p:cViewPr varScale="1">
        <p:scale>
          <a:sx n="64" d="100"/>
          <a:sy n="64" d="100"/>
        </p:scale>
        <p:origin x="1572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Амалдардын тартиби</a:t>
            </a:r>
            <a:r>
              <a:rPr lang="en-US" sz="2000" dirty="0"/>
              <a:t> – </a:t>
            </a:r>
            <a:r>
              <a:rPr lang="ru-RU" sz="2000" dirty="0"/>
              <a:t>Багыттарган  сандар – Терс сандар - </a:t>
            </a:r>
            <a:r>
              <a:rPr lang="en-US" sz="2000" dirty="0" err="1"/>
              <a:t>Бинго</a:t>
            </a:r>
            <a:r>
              <a:rPr lang="en-US" sz="2000" dirty="0"/>
              <a:t> </a:t>
            </a:r>
            <a:r>
              <a:rPr lang="en-US" sz="2000" dirty="0" err="1"/>
              <a:t>жооптору</a:t>
            </a:r>
            <a:r>
              <a:rPr lang="en-US" sz="2000" dirty="0"/>
              <a:t> </a:t>
            </a:r>
            <a:r>
              <a:rPr lang="en-US" sz="2000" dirty="0" err="1"/>
              <a:t>гана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Окуучулар </a:t>
            </a:r>
            <a:r>
              <a:rPr lang="ru-RU" sz="2400" dirty="0">
                <a:solidFill>
                  <a:srgbClr val="FF0000"/>
                </a:solidFill>
              </a:rPr>
              <a:t>суроо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тордон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000" dirty="0" err="1"/>
              <a:t>тогуз</a:t>
            </a:r>
            <a:r>
              <a:rPr lang="en-US" sz="2000" dirty="0"/>
              <a:t> </a:t>
            </a:r>
            <a:r>
              <a:rPr lang="en-US" sz="2000" dirty="0" err="1"/>
              <a:t>жоопту</a:t>
            </a:r>
            <a:r>
              <a:rPr lang="en-US" sz="2000" dirty="0"/>
              <a:t> </a:t>
            </a:r>
            <a:r>
              <a:rPr lang="en-US" sz="2000" dirty="0" err="1"/>
              <a:t>тандап</a:t>
            </a:r>
            <a:r>
              <a:rPr lang="en-US" sz="2000" dirty="0"/>
              <a:t>, </a:t>
            </a:r>
            <a:r>
              <a:rPr lang="en-US" sz="2000" dirty="0" err="1"/>
              <a:t>аларды</a:t>
            </a:r>
            <a:r>
              <a:rPr lang="en-US" sz="2000" dirty="0"/>
              <a:t> </a:t>
            </a:r>
            <a:r>
              <a:rPr lang="ru-RU" sz="2000" dirty="0"/>
              <a:t>дептериндеги</a:t>
            </a:r>
            <a:r>
              <a:rPr lang="en-US" sz="2000" dirty="0"/>
              <a:t> 3х3 </a:t>
            </a:r>
            <a:r>
              <a:rPr lang="en-US" sz="2000" dirty="0" err="1"/>
              <a:t>квадратка</a:t>
            </a:r>
            <a:r>
              <a:rPr lang="en-US" sz="2000" dirty="0"/>
              <a:t> </a:t>
            </a:r>
            <a:r>
              <a:rPr lang="en-US" sz="2000" dirty="0" err="1"/>
              <a:t>туш</a:t>
            </a:r>
            <a:r>
              <a:rPr lang="en-US" sz="2000" dirty="0"/>
              <a:t> </a:t>
            </a:r>
            <a:r>
              <a:rPr lang="en-US" sz="2000" dirty="0" err="1"/>
              <a:t>келди</a:t>
            </a:r>
            <a:r>
              <a:rPr lang="en-US" sz="2000" dirty="0"/>
              <a:t> </a:t>
            </a:r>
            <a:r>
              <a:rPr lang="en-US" sz="2000" dirty="0" err="1"/>
              <a:t>жайгаштырышы</a:t>
            </a:r>
            <a:r>
              <a:rPr lang="en-US" sz="2000" dirty="0"/>
              <a:t> </a:t>
            </a:r>
            <a:r>
              <a:rPr lang="en-US" sz="2000" dirty="0" err="1"/>
              <a:t>керек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Мугалим</a:t>
            </a:r>
            <a:r>
              <a:rPr lang="en-US" sz="2000" dirty="0"/>
              <a:t> </a:t>
            </a:r>
            <a:r>
              <a:rPr lang="en-US" sz="2000" dirty="0" err="1"/>
              <a:t>оюн</a:t>
            </a:r>
            <a:r>
              <a:rPr lang="en-US" sz="2000" dirty="0"/>
              <a:t> </a:t>
            </a:r>
            <a:r>
              <a:rPr lang="en-US" sz="2000" dirty="0" err="1"/>
              <a:t>учурундагы</a:t>
            </a:r>
            <a:r>
              <a:rPr lang="en-US" sz="2000" dirty="0"/>
              <a:t> </a:t>
            </a:r>
            <a:r>
              <a:rPr lang="en-US" sz="2000" dirty="0" err="1"/>
              <a:t>кыйынчылыкка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 </a:t>
            </a:r>
            <a:r>
              <a:rPr lang="en-US" sz="2000" dirty="0" err="1"/>
              <a:t>суроолорду</a:t>
            </a:r>
            <a:r>
              <a:rPr lang="en-US" sz="2000" dirty="0"/>
              <a:t> </a:t>
            </a:r>
            <a:r>
              <a:rPr lang="en-US" sz="2000" dirty="0" err="1"/>
              <a:t>тандаса</a:t>
            </a:r>
            <a:r>
              <a:rPr lang="en-US" sz="2000" dirty="0"/>
              <a:t> </a:t>
            </a:r>
            <a:r>
              <a:rPr lang="en-US" sz="2000" dirty="0" err="1"/>
              <a:t>болот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Убакыттын</a:t>
            </a:r>
            <a:r>
              <a:rPr lang="en-US" sz="2000" dirty="0"/>
              <a:t> </a:t>
            </a:r>
            <a:r>
              <a:rPr lang="en-US" sz="2000" dirty="0" err="1"/>
              <a:t>өтүшүнө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, </a:t>
            </a:r>
            <a:r>
              <a:rPr lang="ru-RU" sz="2000" dirty="0"/>
              <a:t>окуучулар</a:t>
            </a:r>
            <a:r>
              <a:rPr lang="en-US" sz="2000" dirty="0"/>
              <a:t> </a:t>
            </a:r>
            <a:r>
              <a:rPr lang="en-US" sz="2000" dirty="0" err="1"/>
              <a:t>сызык</a:t>
            </a:r>
            <a:r>
              <a:rPr lang="en-US" sz="2000" dirty="0"/>
              <a:t>, X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ru-RU" sz="2000" dirty="0"/>
              <a:t>О </a:t>
            </a:r>
            <a:r>
              <a:rPr lang="en-US" sz="2000" dirty="0"/>
              <a:t>  </a:t>
            </a:r>
            <a:r>
              <a:rPr lang="en-US" sz="2000" dirty="0" err="1"/>
              <a:t>менен</a:t>
            </a:r>
            <a:r>
              <a:rPr lang="en-US" sz="2000" dirty="0"/>
              <a:t> </a:t>
            </a:r>
            <a:r>
              <a:rPr lang="en-US" sz="2000" dirty="0" err="1"/>
              <a:t>жеңе</a:t>
            </a:r>
            <a:r>
              <a:rPr lang="en-US" sz="2000" dirty="0"/>
              <a:t> </a:t>
            </a:r>
            <a:r>
              <a:rPr lang="en-US" sz="2000" dirty="0" err="1"/>
              <a:t>алышат</a:t>
            </a:r>
            <a:r>
              <a:rPr lang="en-US" sz="2000" dirty="0"/>
              <a:t>.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2426612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Терс сандар</a:t>
            </a:r>
          </a:p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 менен</a:t>
            </a:r>
            <a:endParaRPr lang="en-US" sz="8000" b="1" dirty="0">
              <a:ln w="38100">
                <a:solidFill>
                  <a:sysClr val="windowText" lastClr="000000"/>
                </a:solidFill>
              </a:ln>
              <a:solidFill>
                <a:schemeClr val="accent1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highlight>
                <a:srgbClr val="FF3300"/>
              </a:highlight>
            </a:endParaRPr>
          </a:p>
          <a:p>
            <a:pPr algn="ctr"/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</a:p>
          <a:p>
            <a:pPr algn="ctr"/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  <a:endParaRPr kumimoji="0" lang="en-GB" sz="4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6581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 × −4 − 8</a:t>
            </a:r>
          </a:p>
        </p:txBody>
      </p:sp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5812" y="220210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(6 + −8) ÷ 2</a:t>
            </a:r>
          </a:p>
        </p:txBody>
      </p:sp>
    </p:spTree>
    <p:extLst>
      <p:ext uri="{BB962C8B-B14F-4D97-AF65-F5344CB8AC3E}">
        <p14:creationId xmlns:p14="http://schemas.microsoft.com/office/powerpoint/2010/main" val="138615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−6 × 3 − −8</a:t>
            </a:r>
          </a:p>
        </p:txBody>
      </p:sp>
    </p:spTree>
    <p:extLst>
      <p:ext uri="{BB962C8B-B14F-4D97-AF65-F5344CB8AC3E}">
        <p14:creationId xmlns:p14="http://schemas.microsoft.com/office/powerpoint/2010/main" val="93934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28976" y="32514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−8 × 0 − −6</a:t>
            </a:r>
          </a:p>
        </p:txBody>
      </p:sp>
    </p:spTree>
    <p:extLst>
      <p:ext uri="{BB962C8B-B14F-4D97-AF65-F5344CB8AC3E}">
        <p14:creationId xmlns:p14="http://schemas.microsoft.com/office/powerpoint/2010/main" val="122676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× (−2 + 6)</a:t>
            </a:r>
          </a:p>
        </p:txBody>
      </p:sp>
    </p:spTree>
    <p:extLst>
      <p:ext uri="{BB962C8B-B14F-4D97-AF65-F5344CB8AC3E}">
        <p14:creationId xmlns:p14="http://schemas.microsoft.com/office/powerpoint/2010/main" val="21191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75517" y="117435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6"/>
                </a:solidFill>
              </a:rPr>
              <a:t>Эсептеңиз:</a:t>
            </a:r>
            <a:r>
              <a:rPr lang="en-GB" sz="3600" b="1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(−6 − −15) ÷ 3</a:t>
            </a:r>
          </a:p>
        </p:txBody>
      </p:sp>
    </p:spTree>
    <p:extLst>
      <p:ext uri="{BB962C8B-B14F-4D97-AF65-F5344CB8AC3E}">
        <p14:creationId xmlns:p14="http://schemas.microsoft.com/office/powerpoint/2010/main" val="6279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+ −13) ÷ −2</a:t>
            </a:r>
          </a:p>
        </p:txBody>
      </p:sp>
    </p:spTree>
    <p:extLst>
      <p:ext uri="{BB962C8B-B14F-4D97-AF65-F5344CB8AC3E}">
        <p14:creationId xmlns:p14="http://schemas.microsoft.com/office/powerpoint/2010/main" val="8081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(−5 − −9) ÷ −2</a:t>
            </a:r>
          </a:p>
        </p:txBody>
      </p:sp>
    </p:spTree>
    <p:extLst>
      <p:ext uri="{BB962C8B-B14F-4D97-AF65-F5344CB8AC3E}">
        <p14:creationId xmlns:p14="http://schemas.microsoft.com/office/powerpoint/2010/main" val="24043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39035" y="31015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6 − −4 × 5</a:t>
            </a:r>
          </a:p>
        </p:txBody>
      </p:sp>
    </p:spTree>
    <p:extLst>
      <p:ext uri="{BB962C8B-B14F-4D97-AF65-F5344CB8AC3E}">
        <p14:creationId xmlns:p14="http://schemas.microsoft.com/office/powerpoint/2010/main" val="24537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−5 + 9</a:t>
            </a:r>
          </a:p>
        </p:txBody>
      </p:sp>
    </p:spTree>
    <p:extLst>
      <p:ext uri="{BB962C8B-B14F-4D97-AF65-F5344CB8AC3E}">
        <p14:creationId xmlns:p14="http://schemas.microsoft.com/office/powerpoint/2010/main" val="41716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× −5 + −4</a:t>
            </a:r>
          </a:p>
        </p:txBody>
      </p:sp>
    </p:spTree>
    <p:extLst>
      <p:ext uri="{BB962C8B-B14F-4D97-AF65-F5344CB8AC3E}">
        <p14:creationId xmlns:p14="http://schemas.microsoft.com/office/powerpoint/2010/main" val="315218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4 − −5 × −6</a:t>
            </a:r>
          </a:p>
        </p:txBody>
      </p:sp>
    </p:spTree>
    <p:extLst>
      <p:ext uri="{BB962C8B-B14F-4D97-AF65-F5344CB8AC3E}">
        <p14:creationId xmlns:p14="http://schemas.microsoft.com/office/powerpoint/2010/main" val="39247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+ −3 × 8</a:t>
            </a:r>
          </a:p>
        </p:txBody>
      </p:sp>
    </p:spTree>
    <p:extLst>
      <p:ext uri="{BB962C8B-B14F-4D97-AF65-F5344CB8AC3E}">
        <p14:creationId xmlns:p14="http://schemas.microsoft.com/office/powerpoint/2010/main" val="834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(−3 − 2)</a:t>
            </a:r>
          </a:p>
        </p:txBody>
      </p:sp>
    </p:spTree>
    <p:extLst>
      <p:ext uri="{BB962C8B-B14F-4D97-AF65-F5344CB8AC3E}">
        <p14:creationId xmlns:p14="http://schemas.microsoft.com/office/powerpoint/2010/main" val="196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÷ −6 − 7</a:t>
            </a:r>
          </a:p>
        </p:txBody>
      </p:sp>
    </p:spTree>
    <p:extLst>
      <p:ext uri="{BB962C8B-B14F-4D97-AF65-F5344CB8AC3E}">
        <p14:creationId xmlns:p14="http://schemas.microsoft.com/office/powerpoint/2010/main" val="29408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Эсептеңиз:</a:t>
            </a:r>
            <a:endParaRPr lang="en-GB" sz="3600" b="1" dirty="0">
              <a:solidFill>
                <a:srgbClr val="FFC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−26 ÷ (−7 + 5)</a:t>
            </a:r>
          </a:p>
        </p:txBody>
      </p:sp>
    </p:spTree>
    <p:extLst>
      <p:ext uri="{BB962C8B-B14F-4D97-AF65-F5344CB8AC3E}">
        <p14:creationId xmlns:p14="http://schemas.microsoft.com/office/powerpoint/2010/main" val="370997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8803</TotalTime>
  <Words>332</Words>
  <Application>Microsoft Office PowerPoint</Application>
  <PresentationFormat>A4 Paper (210x297 mm)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2024-04-29T09:24:02Z</dcterms:modified>
</cp:coreProperties>
</file>