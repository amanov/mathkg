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81" r:id="rId3"/>
    <p:sldId id="982" r:id="rId4"/>
    <p:sldId id="851" r:id="rId5"/>
    <p:sldId id="948" r:id="rId6"/>
    <p:sldId id="961" r:id="rId7"/>
    <p:sldId id="958" r:id="rId8"/>
    <p:sldId id="950" r:id="rId9"/>
    <p:sldId id="959" r:id="rId10"/>
    <p:sldId id="954" r:id="rId11"/>
    <p:sldId id="951" r:id="rId12"/>
    <p:sldId id="963" r:id="rId13"/>
    <p:sldId id="952" r:id="rId14"/>
    <p:sldId id="960" r:id="rId15"/>
    <p:sldId id="955" r:id="rId16"/>
    <p:sldId id="953" r:id="rId17"/>
    <p:sldId id="956" r:id="rId18"/>
    <p:sldId id="962" r:id="rId19"/>
    <p:sldId id="957" r:id="rId20"/>
    <p:sldId id="964" r:id="rId21"/>
    <p:sldId id="940" r:id="rId22"/>
    <p:sldId id="274" r:id="rId23"/>
  </p:sldIdLst>
  <p:sldSz cx="9906000" cy="6858000" type="A4"/>
  <p:notesSz cx="6669088" cy="9926638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2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229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615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37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89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23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18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25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4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6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80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89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23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12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6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 Бинго 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86889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1ден аз санга бөлүү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51882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00352" y="6041522"/>
            <a:ext cx="314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Дертерге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4F46F-045C-22D8-F7EE-698C3EF05D66}"/>
              </a:ext>
            </a:extLst>
          </p:cNvPr>
          <p:cNvSpPr/>
          <p:nvPr/>
        </p:nvSpPr>
        <p:spPr>
          <a:xfrm>
            <a:off x="726618" y="151658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40 ÷ 0.8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3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16 ÷ 0.4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5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0.3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80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45 ÷ 0.3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2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20 ÷ 0.8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4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60 ÷ 0.3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68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18 ÷ 0.6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6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0.8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84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0.4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5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 ÷ 0.2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9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0.5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48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80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15 ÷ 0.2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06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0.4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4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0.2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0.6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31 ÷ 0.5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62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1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8735</TotalTime>
  <Words>232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 Light</vt:lpstr>
      <vt:lpstr>Arial</vt:lpstr>
      <vt:lpstr>Calibri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396</cp:revision>
  <cp:lastPrinted>2017-12-31T22:38:51Z</cp:lastPrinted>
  <dcterms:created xsi:type="dcterms:W3CDTF">2017-01-17T16:57:04Z</dcterms:created>
  <dcterms:modified xsi:type="dcterms:W3CDTF">2023-10-16T08:12:57Z</dcterms:modified>
</cp:coreProperties>
</file>