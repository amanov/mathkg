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0"/>
  </p:notesMasterIdLst>
  <p:sldIdLst>
    <p:sldId id="257" r:id="rId3"/>
    <p:sldId id="915" r:id="rId4"/>
    <p:sldId id="917" r:id="rId5"/>
    <p:sldId id="912" r:id="rId6"/>
    <p:sldId id="918" r:id="rId7"/>
    <p:sldId id="919" r:id="rId8"/>
    <p:sldId id="274" r:id="rId9"/>
  </p:sldIdLst>
  <p:sldSz cx="9906000" cy="6858000" type="A4"/>
  <p:notesSz cx="7104063" cy="10234613"/>
  <p:embeddedFontLst>
    <p:embeddedFont>
      <p:font typeface="Bahnschrift" panose="020B0502040204020203" pitchFamily="34" charset="0"/>
      <p:regular r:id="rId11"/>
      <p:bold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bri Light" panose="020F0302020204030204" pitchFamily="34" charset="0"/>
      <p:regular r:id="rId17"/>
      <p:italic r:id="rId18"/>
    </p:embeddedFont>
    <p:embeddedFont>
      <p:font typeface="Script MT Bold" panose="03040602040607080904" pitchFamily="66" charset="0"/>
      <p:bold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282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51089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36093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385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0532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3363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1307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0038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630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6113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863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3932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168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9470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10/17/2023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37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510665"/>
            <a:ext cx="8543925" cy="4351338"/>
          </a:xfrm>
        </p:spPr>
        <p:txBody>
          <a:bodyPr>
            <a:normAutofit/>
          </a:bodyPr>
          <a:lstStyle/>
          <a:p>
            <a:r>
              <a:rPr lang="ru-RU" sz="2400" dirty="0"/>
              <a:t>2 Сандуу Ондуктар – Кошуу – Жооптор торчосу</a:t>
            </a:r>
            <a:endParaRPr lang="en-US" sz="2400" dirty="0"/>
          </a:p>
          <a:p>
            <a:endParaRPr lang="en-US" sz="2400" dirty="0"/>
          </a:p>
          <a:p>
            <a:r>
              <a:rPr lang="ru-RU" sz="2400" dirty="0"/>
              <a:t>Окуучулар жооптор торчосунда жоопторду сызып, калган беш сандардын суммасын чыгарышы керек.</a:t>
            </a:r>
            <a:endParaRPr lang="en-US" sz="2400" dirty="0"/>
          </a:p>
          <a:p>
            <a:endParaRPr lang="ru-RU" sz="2400" dirty="0"/>
          </a:p>
          <a:p>
            <a:r>
              <a:rPr lang="ru-RU" sz="2400" dirty="0"/>
              <a:t>Иш баракчасы ар кандай өлчөмдө/форматтарда берилет.</a:t>
            </a:r>
          </a:p>
          <a:p>
            <a:endParaRPr lang="ru-RU" sz="2400" dirty="0"/>
          </a:p>
          <a:p>
            <a:r>
              <a:rPr lang="ru-RU" sz="2400" dirty="0"/>
              <a:t>Анимацияларды текшерип, </a:t>
            </a:r>
            <a:r>
              <a:rPr lang="ky-KG" sz="2400" dirty="0"/>
              <a:t>сабагы</a:t>
            </a:r>
            <a:r>
              <a:rPr lang="ru-RU" sz="2400" dirty="0"/>
              <a:t>ң</a:t>
            </a:r>
            <a:r>
              <a:rPr lang="ky-KG" sz="2400" dirty="0"/>
              <a:t>ызга </a:t>
            </a:r>
            <a:r>
              <a:rPr lang="ru-RU" sz="2400" b="1" dirty="0">
                <a:solidFill>
                  <a:srgbClr val="FF0000"/>
                </a:solidFill>
              </a:rPr>
              <a:t>КЕРЕГИ ЖОК </a:t>
            </a:r>
            <a:r>
              <a:rPr lang="ru-RU" sz="2400" dirty="0"/>
              <a:t>слайддарды </a:t>
            </a:r>
            <a:r>
              <a:rPr lang="ru-RU" sz="2800" b="1" dirty="0">
                <a:solidFill>
                  <a:srgbClr val="FF0000"/>
                </a:solidFill>
              </a:rPr>
              <a:t>ӨЧҮРҮ</a:t>
            </a:r>
            <a:r>
              <a:rPr lang="ky-KG" sz="2800" b="1" dirty="0">
                <a:solidFill>
                  <a:srgbClr val="FF0000"/>
                </a:solidFill>
              </a:rPr>
              <a:t>П САЛЫ</a:t>
            </a:r>
            <a:r>
              <a:rPr lang="ru-RU" sz="2800" b="1" dirty="0">
                <a:solidFill>
                  <a:srgbClr val="FF0000"/>
                </a:solidFill>
              </a:rPr>
              <a:t>ҢЫЗ.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2400" y="244157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18F3C0-CB86-4363-8C1E-1F32D139DED0}"/>
              </a:ext>
            </a:extLst>
          </p:cNvPr>
          <p:cNvSpPr txBox="1"/>
          <p:nvPr/>
        </p:nvSpPr>
        <p:spPr>
          <a:xfrm>
            <a:off x="1547067" y="2084252"/>
            <a:ext cx="71797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жоопту ТОРЧОдон табыңыз!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8152C6-FA9B-CCEA-65A2-D9050ECC73CD}"/>
              </a:ext>
            </a:extLst>
          </p:cNvPr>
          <p:cNvSpPr txBox="1"/>
          <p:nvPr/>
        </p:nvSpPr>
        <p:spPr>
          <a:xfrm>
            <a:off x="1270000" y="412596"/>
            <a:ext cx="73558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haroni" panose="02010803020104030203" pitchFamily="2" charset="-79"/>
              </a:rPr>
              <a:t>Жооп ТОРЧОсу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ript MT Bold" panose="03040602040607080904" pitchFamily="66" charset="0"/>
              <a:ea typeface="+mn-ea"/>
              <a:cs typeface="Aharoni" panose="02010803020104030203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79104F-92BB-7AEB-E9EF-40B6DEB0B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68" y="3151655"/>
            <a:ext cx="8178102" cy="283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524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ECEF9F-434E-4379-BE8F-FC57D6668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693782"/>
              </p:ext>
            </p:extLst>
          </p:nvPr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9.82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15.97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8.12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15.2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14.21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14.02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15.27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11.81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5.85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12.19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10.81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CACCE-EE06-4252-A99D-23B469013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367056"/>
              </p:ext>
            </p:extLst>
          </p:nvPr>
        </p:nvGraphicFramePr>
        <p:xfrm>
          <a:off x="61545" y="617195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2.4 + 3.7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0.7 + 5.81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5.2 + 4.62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3.48 + 2.37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8.21 + 7.06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4.90 + 10.3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1.11 + 5.62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8.07 + 0.05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4.99 + 7.2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5.8 + 3.3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6.07 + 0.09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7.9 + 6.31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6.67 + 4.14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1.9 + 4.3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0.58 + 4.06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7.32 + 4.49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2.1 + 3.6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13.07 + 0.95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0.73 + 4.07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12.4 + 3.57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24C9A-01A7-4E5D-A407-60D51806B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754739"/>
              </p:ext>
            </p:extLst>
          </p:nvPr>
        </p:nvGraphicFramePr>
        <p:xfrm>
          <a:off x="6696583" y="2878058"/>
          <a:ext cx="31217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E2957F7-99F0-4B3A-B72D-884CCB8B23AD}"/>
              </a:ext>
            </a:extLst>
          </p:cNvPr>
          <p:cNvSpPr/>
          <p:nvPr/>
        </p:nvSpPr>
        <p:spPr>
          <a:xfrm>
            <a:off x="6739812" y="2497580"/>
            <a:ext cx="30353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Бардыгы: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F3885-40A0-4971-85BC-67C02F8382C4}"/>
              </a:ext>
            </a:extLst>
          </p:cNvPr>
          <p:cNvSpPr/>
          <p:nvPr/>
        </p:nvSpPr>
        <p:spPr>
          <a:xfrm>
            <a:off x="2304044" y="12149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D1C392-7230-263F-BA87-8164891C9154}"/>
              </a:ext>
            </a:extLst>
          </p:cNvPr>
          <p:cNvSpPr txBox="1"/>
          <p:nvPr/>
        </p:nvSpPr>
        <p:spPr>
          <a:xfrm>
            <a:off x="0" y="23778"/>
            <a:ext cx="25628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cs typeface="Aharoni" panose="02010803020104030203" pitchFamily="2" charset="-79"/>
              </a:rPr>
              <a:t>Жооп </a:t>
            </a:r>
            <a:r>
              <a:rPr lang="ru-RU" sz="28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8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55056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ECEF9F-434E-4379-BE8F-FC57D6668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888592"/>
              </p:ext>
            </p:extLst>
          </p:nvPr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9.82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15.97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8.12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15.2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14.21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14.02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15.27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11.81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5.85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12.19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10.81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CACCE-EE06-4252-A99D-23B469013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484081"/>
              </p:ext>
            </p:extLst>
          </p:nvPr>
        </p:nvGraphicFramePr>
        <p:xfrm>
          <a:off x="61545" y="617195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2.4 + 3.7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0.7 + 5.81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5.2 + 4.62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3.48 + 2.37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8.21 + 7.06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4.90 + 10.3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1.11 + 5.62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8.07 + 0.05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4.99 + 7.2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5.8 + 3.3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6.07 + 0.09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7.9 + 6.31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6.67 + 4.14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1.9 + 4.3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0.58 + 4.06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7.32 + 4.49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2.1 + 3.6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13.07 + 0.95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0.73 + 4.07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12.4 + 3.57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24C9A-01A7-4E5D-A407-60D51806BBAA}"/>
              </a:ext>
            </a:extLst>
          </p:cNvPr>
          <p:cNvGraphicFramePr>
            <a:graphicFrameLocks noGrp="1"/>
          </p:cNvGraphicFramePr>
          <p:nvPr/>
        </p:nvGraphicFramePr>
        <p:xfrm>
          <a:off x="6696583" y="2878058"/>
          <a:ext cx="31217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32.36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E2957F7-99F0-4B3A-B72D-884CCB8B23AD}"/>
              </a:ext>
            </a:extLst>
          </p:cNvPr>
          <p:cNvSpPr/>
          <p:nvPr/>
        </p:nvSpPr>
        <p:spPr>
          <a:xfrm>
            <a:off x="6739812" y="2497580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Total: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F3885-40A0-4971-85BC-67C02F8382C4}"/>
              </a:ext>
            </a:extLst>
          </p:cNvPr>
          <p:cNvSpPr/>
          <p:nvPr/>
        </p:nvSpPr>
        <p:spPr>
          <a:xfrm>
            <a:off x="2163706" y="26847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86D735-EF3E-4AE4-A6B3-95A3EE61F723}"/>
              </a:ext>
            </a:extLst>
          </p:cNvPr>
          <p:cNvSpPr/>
          <p:nvPr/>
        </p:nvSpPr>
        <p:spPr>
          <a:xfrm>
            <a:off x="6707197" y="3411714"/>
            <a:ext cx="31005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pitchFamily="34" charset="0"/>
              </a:rPr>
              <a:t>Жооптор</a:t>
            </a:r>
            <a:endParaRPr lang="en-GB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91C84B-E172-BD38-6637-8981B96C71E5}"/>
              </a:ext>
            </a:extLst>
          </p:cNvPr>
          <p:cNvSpPr txBox="1"/>
          <p:nvPr/>
        </p:nvSpPr>
        <p:spPr>
          <a:xfrm>
            <a:off x="0" y="23778"/>
            <a:ext cx="25628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cs typeface="Aharoni" panose="02010803020104030203" pitchFamily="2" charset="-79"/>
              </a:rPr>
              <a:t>Жооп </a:t>
            </a:r>
            <a:r>
              <a:rPr lang="ru-RU" sz="28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8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1357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AB5123-19EF-F62F-5AC4-0B7DCB76D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45" y="65954"/>
            <a:ext cx="9713567" cy="33630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F9D059-A9DB-2CC2-4AC0-B489835D6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44" y="3606800"/>
            <a:ext cx="9713567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184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7BBFC6B-BE59-0E80-8192-70DBC0C21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2153545" y="2316853"/>
            <a:ext cx="6806451" cy="22758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15C0BA-57F6-299D-F22D-FE335C562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67075" y="2265303"/>
            <a:ext cx="6806451" cy="22758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00CFEB-1F53-5E54-7450-430B5C808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687696" y="2291078"/>
            <a:ext cx="6806451" cy="22758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34ECA3-D44B-DE13-283B-1FA779A4F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166736" y="2178944"/>
            <a:ext cx="6806451" cy="244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15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551" y="848185"/>
            <a:ext cx="8543925" cy="353546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400" dirty="0"/>
              <a:t>Суроолор барбы?</a:t>
            </a:r>
          </a:p>
          <a:p>
            <a:pPr marL="0" indent="0" algn="ctr">
              <a:buNone/>
            </a:pPr>
            <a:r>
              <a:rPr lang="ru-RU" sz="2400" dirty="0"/>
              <a:t>Комментарийлер?</a:t>
            </a:r>
          </a:p>
          <a:p>
            <a:pPr marL="0" indent="0" algn="ctr">
              <a:buNone/>
            </a:pPr>
            <a:r>
              <a:rPr lang="ru-RU" sz="2400" dirty="0"/>
              <a:t>Сунуштар?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…же ката таптыңызбы!?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en-US" sz="24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8399</TotalTime>
  <Words>288</Words>
  <Application>Microsoft Office PowerPoint</Application>
  <PresentationFormat>A4 Paper (210x297 mm)</PresentationFormat>
  <Paragraphs>120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Bahnschrift</vt:lpstr>
      <vt:lpstr>Calibri Light</vt:lpstr>
      <vt:lpstr>Script MT Bold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367</cp:revision>
  <cp:lastPrinted>2020-10-07T11:43:04Z</cp:lastPrinted>
  <dcterms:created xsi:type="dcterms:W3CDTF">2017-01-17T16:57:04Z</dcterms:created>
  <dcterms:modified xsi:type="dcterms:W3CDTF">2023-10-16T17:23:24Z</dcterms:modified>
</cp:coreProperties>
</file>