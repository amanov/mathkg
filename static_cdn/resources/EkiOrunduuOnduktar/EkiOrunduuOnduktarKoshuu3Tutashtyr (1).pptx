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6"/>
  </p:notesMasterIdLst>
  <p:sldIdLst>
    <p:sldId id="940" r:id="rId3"/>
    <p:sldId id="939" r:id="rId4"/>
    <p:sldId id="941" r:id="rId5"/>
  </p:sldIdLst>
  <p:sldSz cx="9906000" cy="6858000" type="A4"/>
  <p:notesSz cx="6669088" cy="9926638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Calibri Light" panose="020F0302020204030204" pitchFamily="34" charset="0"/>
      <p:regular r:id="rId11"/>
      <p:italic r:id="rId12"/>
    </p:embeddedFont>
    <p:embeddedFont>
      <p:font typeface="Ravie" panose="04040805050809020602" pitchFamily="82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183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3" Type="http://schemas.openxmlformats.org/officeDocument/2006/relationships/slide" Target="slides/slide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font" Target="fonts/font3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19/10/2023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10/19/2023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0958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52277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0331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2551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10/19/2023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3608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10/19/2023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117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10/19/2023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9996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3313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9330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9799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4104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923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5126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840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10/19/2023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928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2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Орундуу Ондуктар – Кошуу ––– 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 Туташтыр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окуучулардын эки командасын сыноо үчүн тез оюн.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команданын окуучусу суроону тандап, андан кийин тиешелүү жоопту бериши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Ошол команда үчүн квадратты талап кылуу үчүн жооп кутучасынын тиешелүү көлөкө тарабын чыкылдатыңыз/тийиңиз.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катары менен туташтырган утат!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 слайддарынын кыйынчылык деңгээли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барган сайын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жогорулайт.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7356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F0FB5B1D-69AC-483C-9C68-E5E31C8B5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159986"/>
              </p:ext>
            </p:extLst>
          </p:nvPr>
        </p:nvGraphicFramePr>
        <p:xfrm>
          <a:off x="4608496" y="1531911"/>
          <a:ext cx="5168552" cy="5185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138">
                  <a:extLst>
                    <a:ext uri="{9D8B030D-6E8A-4147-A177-3AD203B41FA5}">
                      <a16:colId xmlns:a16="http://schemas.microsoft.com/office/drawing/2014/main" val="3926725342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14648582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08893963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508545897"/>
                    </a:ext>
                  </a:extLst>
                </a:gridCol>
              </a:tblGrid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3.91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6.15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4.47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3.92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675500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3.61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4.36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7.06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7.93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309862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7.96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3.96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4.71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6.21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93046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2.38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7.04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5.58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3.62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563922"/>
                  </a:ext>
                </a:extLst>
              </a:tr>
            </a:tbl>
          </a:graphicData>
        </a:graphic>
      </p:graphicFrame>
      <p:sp>
        <p:nvSpPr>
          <p:cNvPr id="186" name="Rectangle 185">
            <a:extLst>
              <a:ext uri="{FF2B5EF4-FFF2-40B4-BE49-F238E27FC236}">
                <a16:creationId xmlns:a16="http://schemas.microsoft.com/office/drawing/2014/main" id="{62675465-07BE-4C08-AFCE-7FEF3769919F}"/>
              </a:ext>
            </a:extLst>
          </p:cNvPr>
          <p:cNvSpPr/>
          <p:nvPr/>
        </p:nvSpPr>
        <p:spPr>
          <a:xfrm>
            <a:off x="9138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39AFF5B-617B-4C69-AE20-062BB534C4AA}"/>
              </a:ext>
            </a:extLst>
          </p:cNvPr>
          <p:cNvSpPr/>
          <p:nvPr/>
        </p:nvSpPr>
        <p:spPr>
          <a:xfrm rot="10800000">
            <a:off x="8490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4031DD-441E-4A13-95AE-9DB7C32715C0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F740BD-84DF-4C95-89B8-9E769E123519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219763"/>
              </p:ext>
            </p:extLst>
          </p:nvPr>
        </p:nvGraphicFramePr>
        <p:xfrm>
          <a:off x="52755" y="79131"/>
          <a:ext cx="4411692" cy="6647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0374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2141318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59221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>
                          <a:solidFill>
                            <a:schemeClr val="tx1"/>
                          </a:solidFill>
                          <a:latin typeface="Ravie" panose="04040805050809020602" pitchFamily="82" charset="0"/>
                        </a:rPr>
                        <a:t>Суроолор</a:t>
                      </a:r>
                      <a:endParaRPr lang="en-GB" sz="3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2.31 + 2.4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4.56 + 3.4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4.3 + 1.28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0.82 + 2.8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 + 1.68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0.56 + 3.4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6.2 + 0.84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3.7 + 2.45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3.4 + 0.51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3.1 + 1.26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2.01 + 1.6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 + 2.67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86815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2.2 + 1.72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4.7 + 3.23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79890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4.91 + 1.3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4.8 + 2.26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3409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4987400" y="70090"/>
            <a:ext cx="49430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avie" panose="04040805050809020602" pitchFamily="82" charset="0"/>
              </a:rPr>
              <a:t>3-т</a:t>
            </a:r>
            <a:r>
              <a:rPr kumimoji="0" lang="ru-RU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</a:t>
            </a:r>
            <a:r>
              <a:rPr lang="ru-RU" sz="4800" dirty="0">
                <a:latin typeface="Ravie" panose="04040805050809020602" pitchFamily="82" charset="0"/>
              </a:rPr>
              <a:t> Туташтыр</a:t>
            </a:r>
            <a:endParaRPr lang="en-GB" sz="4800" dirty="0">
              <a:latin typeface="Ravie" panose="04040805050809020602" pitchFamily="8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62D6-872D-43BB-9FEF-EECF6FC53B01}"/>
              </a:ext>
            </a:extLst>
          </p:cNvPr>
          <p:cNvSpPr/>
          <p:nvPr/>
        </p:nvSpPr>
        <p:spPr>
          <a:xfrm>
            <a:off x="5250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FDF907-EF28-4FA8-8214-DDF40006FA84}"/>
              </a:ext>
            </a:extLst>
          </p:cNvPr>
          <p:cNvSpPr/>
          <p:nvPr/>
        </p:nvSpPr>
        <p:spPr>
          <a:xfrm rot="10800000">
            <a:off x="4602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4302C5-5B05-4159-A145-31D9AD79CE61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A255DF-0050-467E-81DC-5CD96909E865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82E250-B4E6-4F44-811E-26FA95B46E2A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BF7E733-249B-4CBA-842C-4D6E70A095B5}"/>
              </a:ext>
            </a:extLst>
          </p:cNvPr>
          <p:cNvSpPr/>
          <p:nvPr/>
        </p:nvSpPr>
        <p:spPr>
          <a:xfrm>
            <a:off x="6546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6D0ADE-F371-4DF0-842D-8C6E6B3C5D47}"/>
              </a:ext>
            </a:extLst>
          </p:cNvPr>
          <p:cNvSpPr/>
          <p:nvPr/>
        </p:nvSpPr>
        <p:spPr>
          <a:xfrm rot="10800000">
            <a:off x="5898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E0094D-73D1-4761-8ABB-8170AECFF4DB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F3274F-9FF0-4C63-9343-26746FC3C570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9EBF7F7-DF54-4AEE-B7C5-08111334F2BA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C2D886-F92B-4C9E-8604-8174D9A21FF1}"/>
              </a:ext>
            </a:extLst>
          </p:cNvPr>
          <p:cNvSpPr/>
          <p:nvPr/>
        </p:nvSpPr>
        <p:spPr>
          <a:xfrm>
            <a:off x="7842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6F8B55-0FC0-4EBC-8D87-E3F9D10C2C87}"/>
              </a:ext>
            </a:extLst>
          </p:cNvPr>
          <p:cNvSpPr/>
          <p:nvPr/>
        </p:nvSpPr>
        <p:spPr>
          <a:xfrm rot="10800000">
            <a:off x="7194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2E58798-CC68-4003-B4FD-98ACB5F1946A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C3E2E6B-7D6C-474B-905C-D87E4A28155D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F37C3D8-FE98-4586-B07E-36D0C77CD1F7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6A9050-67F2-4DD6-B6D2-F6E0B9B81288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745BDC5-5118-4308-8A0F-FF6CE7C21039}"/>
              </a:ext>
            </a:extLst>
          </p:cNvPr>
          <p:cNvSpPr/>
          <p:nvPr/>
        </p:nvSpPr>
        <p:spPr>
          <a:xfrm>
            <a:off x="5250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8431C4F-B658-41DF-B38E-41E35B92C9B2}"/>
              </a:ext>
            </a:extLst>
          </p:cNvPr>
          <p:cNvSpPr/>
          <p:nvPr/>
        </p:nvSpPr>
        <p:spPr>
          <a:xfrm rot="10800000">
            <a:off x="4602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EF3A9D6-6028-4428-9A9E-ECB34F25236C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7DDAC3-FDE4-44ED-9ECC-2B8D88E943C1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209B313-12BE-4570-91BA-E37087F0DFEF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41B541-3831-4072-9CF4-43E2AB8DA60B}"/>
              </a:ext>
            </a:extLst>
          </p:cNvPr>
          <p:cNvSpPr/>
          <p:nvPr/>
        </p:nvSpPr>
        <p:spPr>
          <a:xfrm>
            <a:off x="6546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3F6B52-8E19-4679-B22F-5D70EC60FB54}"/>
              </a:ext>
            </a:extLst>
          </p:cNvPr>
          <p:cNvSpPr/>
          <p:nvPr/>
        </p:nvSpPr>
        <p:spPr>
          <a:xfrm rot="10800000">
            <a:off x="5898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7FC00-144A-45F0-8E6F-0212A7320C7B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502935-F92F-4E3E-8C5C-634FED415A09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D51DE75-3A96-4ADC-ACE3-69ECB71F5BB1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D9427D-74D7-4851-AEB0-1E5E3E662EAB}"/>
              </a:ext>
            </a:extLst>
          </p:cNvPr>
          <p:cNvSpPr/>
          <p:nvPr/>
        </p:nvSpPr>
        <p:spPr>
          <a:xfrm>
            <a:off x="7842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579F212-214E-4F53-BC3E-3C9E46090A1E}"/>
              </a:ext>
            </a:extLst>
          </p:cNvPr>
          <p:cNvSpPr/>
          <p:nvPr/>
        </p:nvSpPr>
        <p:spPr>
          <a:xfrm rot="10800000">
            <a:off x="7194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2A43986-452C-4CDB-A02E-EDAC834D5316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933DA31-F906-4730-8C7D-35541A1B2F5C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72613C6-CC1D-49B4-BBB0-A335552CE214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0253ECC-47DD-40D7-9C6B-9C831B97C771}"/>
              </a:ext>
            </a:extLst>
          </p:cNvPr>
          <p:cNvSpPr/>
          <p:nvPr/>
        </p:nvSpPr>
        <p:spPr>
          <a:xfrm>
            <a:off x="9138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A24C6B-2E3D-4CBA-BC56-61EFFF2983EC}"/>
              </a:ext>
            </a:extLst>
          </p:cNvPr>
          <p:cNvSpPr/>
          <p:nvPr/>
        </p:nvSpPr>
        <p:spPr>
          <a:xfrm rot="10800000">
            <a:off x="8490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781F274-9E62-466C-A49A-77767D9C6C9F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587DD8-365D-43E1-BEE9-43A0953A9AEC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0C9A1A-2F97-4936-9A43-1EAFB05FFE7E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E0C0616-1816-4BAB-A5CC-5F9D81E195AA}"/>
              </a:ext>
            </a:extLst>
          </p:cNvPr>
          <p:cNvSpPr/>
          <p:nvPr/>
        </p:nvSpPr>
        <p:spPr>
          <a:xfrm>
            <a:off x="5250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BEA8652-F4A1-4135-B6BB-4510F7D864F6}"/>
              </a:ext>
            </a:extLst>
          </p:cNvPr>
          <p:cNvSpPr/>
          <p:nvPr/>
        </p:nvSpPr>
        <p:spPr>
          <a:xfrm rot="10800000">
            <a:off x="4602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429BC56-AA10-4CED-B781-D76B75CB561B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73407F-B942-48B7-A721-2C2A5525E170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2EDED72-99F8-46FC-AF54-CC91185214B3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FD714-EF72-46E2-A088-4DE8E97880D3}"/>
              </a:ext>
            </a:extLst>
          </p:cNvPr>
          <p:cNvSpPr/>
          <p:nvPr/>
        </p:nvSpPr>
        <p:spPr>
          <a:xfrm>
            <a:off x="6546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9BA726C-860E-4DA5-B28F-408BA987FA0A}"/>
              </a:ext>
            </a:extLst>
          </p:cNvPr>
          <p:cNvSpPr/>
          <p:nvPr/>
        </p:nvSpPr>
        <p:spPr>
          <a:xfrm rot="10800000">
            <a:off x="5898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A74B3A9-6C18-4CBD-B06A-4B2D2A6E3006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858F78-0EC9-427A-8F27-04B2A1D55CF0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16CFF13-63D2-4329-80E6-EA884914E7BE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A269F0-311A-4552-9F92-B739B32D3064}"/>
              </a:ext>
            </a:extLst>
          </p:cNvPr>
          <p:cNvSpPr/>
          <p:nvPr/>
        </p:nvSpPr>
        <p:spPr>
          <a:xfrm>
            <a:off x="7842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CD9DC23-0D2E-48D0-AAF4-02C07A7CC218}"/>
              </a:ext>
            </a:extLst>
          </p:cNvPr>
          <p:cNvSpPr/>
          <p:nvPr/>
        </p:nvSpPr>
        <p:spPr>
          <a:xfrm rot="10800000">
            <a:off x="7194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F03A175-B6AE-4AEF-9D9C-D50883B3CA60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029D8D7-B216-4F69-8DA3-4293BA7AC175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3C0EF6-FD77-4BD6-BC04-E92315694807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7CEA9-78E6-4C36-9F71-91C33E1CFE3A}"/>
              </a:ext>
            </a:extLst>
          </p:cNvPr>
          <p:cNvSpPr/>
          <p:nvPr/>
        </p:nvSpPr>
        <p:spPr>
          <a:xfrm>
            <a:off x="9138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7167918-0B36-4CB5-958B-CE6F9D4CF9C7}"/>
              </a:ext>
            </a:extLst>
          </p:cNvPr>
          <p:cNvSpPr/>
          <p:nvPr/>
        </p:nvSpPr>
        <p:spPr>
          <a:xfrm rot="10800000">
            <a:off x="8490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835D401-E094-4FE3-9A1F-E1DC8A9E7EFB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C907535-5639-4C56-B074-CF05EED59705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10185A1-337C-4699-96BF-E45792DC4DE2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8C87F22-DDC5-4DD7-99B1-5E447E9A0AEA}"/>
              </a:ext>
            </a:extLst>
          </p:cNvPr>
          <p:cNvSpPr/>
          <p:nvPr/>
        </p:nvSpPr>
        <p:spPr>
          <a:xfrm>
            <a:off x="5250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B470AB-7C30-4B58-BE8B-F38C5E2ADE95}"/>
              </a:ext>
            </a:extLst>
          </p:cNvPr>
          <p:cNvSpPr/>
          <p:nvPr/>
        </p:nvSpPr>
        <p:spPr>
          <a:xfrm rot="10800000">
            <a:off x="4602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48343C4-9B0F-4935-8BBF-EF567C3EAFAD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4FAFFEB-90D7-4261-86F7-B7F1CBCD1925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278E52-1E8A-4EA3-8C0F-301FF2D237D7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A7D40EA-D897-4680-9C9E-95A604B071C1}"/>
              </a:ext>
            </a:extLst>
          </p:cNvPr>
          <p:cNvSpPr/>
          <p:nvPr/>
        </p:nvSpPr>
        <p:spPr>
          <a:xfrm>
            <a:off x="6546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249900C4-E900-4A37-BDAF-8BBD95ED7237}"/>
              </a:ext>
            </a:extLst>
          </p:cNvPr>
          <p:cNvSpPr/>
          <p:nvPr/>
        </p:nvSpPr>
        <p:spPr>
          <a:xfrm rot="10800000">
            <a:off x="5898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819064D-457F-4548-9487-87B9BC359777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ED612D4-82F5-4C76-8AED-8B3D8ED7FACB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E32A8D-5943-425C-81DA-F38EB64F768F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62F9E53-909C-46DA-AF56-7E521EEBD4EE}"/>
              </a:ext>
            </a:extLst>
          </p:cNvPr>
          <p:cNvSpPr/>
          <p:nvPr/>
        </p:nvSpPr>
        <p:spPr>
          <a:xfrm>
            <a:off x="7842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680835F-6065-49CA-AAFD-A1448B22C9DD}"/>
              </a:ext>
            </a:extLst>
          </p:cNvPr>
          <p:cNvSpPr/>
          <p:nvPr/>
        </p:nvSpPr>
        <p:spPr>
          <a:xfrm rot="10800000">
            <a:off x="7194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EABF406-9F9F-493F-9EB6-D2EB05CFB153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E4F8540D-149F-4543-B466-669FBA807515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547475C-A21F-4004-8D13-F978BFC4BD9A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87F359F-1075-411A-8C13-B652493C90E5}"/>
              </a:ext>
            </a:extLst>
          </p:cNvPr>
          <p:cNvSpPr/>
          <p:nvPr/>
        </p:nvSpPr>
        <p:spPr>
          <a:xfrm>
            <a:off x="9138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C4E5959-B853-41E9-A0C0-8EB4EEB3C0D0}"/>
              </a:ext>
            </a:extLst>
          </p:cNvPr>
          <p:cNvSpPr/>
          <p:nvPr/>
        </p:nvSpPr>
        <p:spPr>
          <a:xfrm rot="10800000">
            <a:off x="8490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98E1FD5-DE2E-4592-8960-D494F3F78556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D65DBB2-4EE8-411D-AB9D-E71C65147B0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833D34C-F502-4A90-A9C9-34645AB7A27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6DC06-2922-4CC5-A10D-AE0DECC6F007}"/>
              </a:ext>
            </a:extLst>
          </p:cNvPr>
          <p:cNvSpPr/>
          <p:nvPr/>
        </p:nvSpPr>
        <p:spPr>
          <a:xfrm>
            <a:off x="4602440" y="957957"/>
            <a:ext cx="5183999" cy="5756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9564FC8-ABD0-4D18-9DA1-698A14DDCD30}"/>
              </a:ext>
            </a:extLst>
          </p:cNvPr>
          <p:cNvSpPr txBox="1"/>
          <p:nvPr/>
        </p:nvSpPr>
        <p:spPr>
          <a:xfrm>
            <a:off x="5190659" y="964311"/>
            <a:ext cx="4007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Ravie" panose="04040805050809020602" pitchFamily="82" charset="0"/>
              </a:rPr>
              <a:t>Жооп торчо</a:t>
            </a:r>
            <a:r>
              <a:rPr lang="ky-KG" sz="3200" b="1" dirty="0">
                <a:latin typeface="Ravie" panose="04040805050809020602" pitchFamily="82" charset="0"/>
              </a:rPr>
              <a:t>су</a:t>
            </a:r>
            <a:endParaRPr lang="en-GB" sz="3200" b="1" dirty="0">
              <a:latin typeface="Ravie" panose="04040805050809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183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</p:childTnLst>
        </p:cTn>
      </p:par>
    </p:tnLst>
    <p:bldLst>
      <p:bldP spid="186" grpId="0" animBg="1"/>
      <p:bldP spid="186" grpId="1" animBg="1"/>
      <p:bldP spid="187" grpId="0" animBg="1"/>
      <p:bldP spid="187" grpId="1" animBg="1"/>
      <p:bldP spid="188" grpId="0" animBg="1"/>
      <p:bldP spid="189" grpId="0" animBg="1"/>
      <p:bldP spid="105" grpId="0" animBg="1"/>
      <p:bldP spid="105" grpId="1" animBg="1"/>
      <p:bldP spid="106" grpId="0" animBg="1"/>
      <p:bldP spid="106" grpId="1" animBg="1"/>
      <p:bldP spid="107" grpId="0" animBg="1"/>
      <p:bldP spid="108" grpId="0" animBg="1"/>
      <p:bldP spid="176" grpId="0" animBg="1"/>
      <p:bldP spid="176" grpId="1" animBg="1"/>
      <p:bldP spid="177" grpId="0" animBg="1"/>
      <p:bldP spid="177" grpId="1" animBg="1"/>
      <p:bldP spid="178" grpId="0" animBg="1"/>
      <p:bldP spid="179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91" grpId="0" animBg="1"/>
      <p:bldP spid="191" grpId="1" animBg="1"/>
      <p:bldP spid="192" grpId="0" animBg="1"/>
      <p:bldP spid="192" grpId="1" animBg="1"/>
      <p:bldP spid="193" grpId="0" animBg="1"/>
      <p:bldP spid="194" grpId="0" animBg="1"/>
      <p:bldP spid="196" grpId="0" animBg="1"/>
      <p:bldP spid="196" grpId="1" animBg="1"/>
      <p:bldP spid="197" grpId="0" animBg="1"/>
      <p:bldP spid="197" grpId="1" animBg="1"/>
      <p:bldP spid="198" grpId="0" animBg="1"/>
      <p:bldP spid="199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4" grpId="0" animBg="1"/>
      <p:bldP spid="206" grpId="0" animBg="1"/>
      <p:bldP spid="206" grpId="1" animBg="1"/>
      <p:bldP spid="207" grpId="0" animBg="1"/>
      <p:bldP spid="207" grpId="1" animBg="1"/>
      <p:bldP spid="208" grpId="0" animBg="1"/>
      <p:bldP spid="209" grpId="0" animBg="1"/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216" grpId="0" animBg="1"/>
      <p:bldP spid="216" grpId="1" animBg="1"/>
      <p:bldP spid="217" grpId="0" animBg="1"/>
      <p:bldP spid="217" grpId="1" animBg="1"/>
      <p:bldP spid="218" grpId="0" animBg="1"/>
      <p:bldP spid="219" grpId="0" animBg="1"/>
      <p:bldP spid="221" grpId="0" animBg="1"/>
      <p:bldP spid="221" grpId="1" animBg="1"/>
      <p:bldP spid="222" grpId="0" animBg="1"/>
      <p:bldP spid="222" grpId="1" animBg="1"/>
      <p:bldP spid="223" grpId="0" animBg="1"/>
      <p:bldP spid="224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9" grpId="0" animBg="1"/>
      <p:bldP spid="231" grpId="0" animBg="1"/>
      <p:bldP spid="231" grpId="1" animBg="1"/>
      <p:bldP spid="232" grpId="0" animBg="1"/>
      <p:bldP spid="232" grpId="1" animBg="1"/>
      <p:bldP spid="233" grpId="0" animBg="1"/>
      <p:bldP spid="234" grpId="0" animBg="1"/>
      <p:bldP spid="236" grpId="0" animBg="1"/>
      <p:bldP spid="236" grpId="1" animBg="1"/>
      <p:bldP spid="237" grpId="0" animBg="1"/>
      <p:bldP spid="237" grpId="1" animBg="1"/>
      <p:bldP spid="238" grpId="0" animBg="1"/>
      <p:bldP spid="239" grpId="0" animBg="1"/>
      <p:bldP spid="241" grpId="0" animBg="1"/>
      <p:bldP spid="241" grpId="1" animBg="1"/>
      <p:bldP spid="242" grpId="0" animBg="1"/>
      <p:bldP spid="242" grpId="1" animBg="1"/>
      <p:bldP spid="243" grpId="0" animBg="1"/>
      <p:bldP spid="244" grpId="0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31" y="640080"/>
            <a:ext cx="9195889" cy="509484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sz="2800" dirty="0"/>
              <a:t>Суроолор барбы?</a:t>
            </a:r>
          </a:p>
          <a:p>
            <a:pPr marL="0" indent="0" algn="ctr">
              <a:buNone/>
            </a:pPr>
            <a:r>
              <a:rPr lang="ru-RU" sz="2800" dirty="0"/>
              <a:t>Комментарийлер?</a:t>
            </a:r>
          </a:p>
          <a:p>
            <a:pPr marL="0" indent="0" algn="ctr">
              <a:buNone/>
            </a:pPr>
            <a:r>
              <a:rPr lang="ru-RU" sz="2800" dirty="0"/>
              <a:t>Сунуштар?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…же ката таптыңызбы!?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 defTabSz="371475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sz="2800" dirty="0">
                <a:solidFill>
                  <a:prstClr val="black"/>
                </a:solidFill>
                <a:latin typeface="Calibri" panose="020F0502020204030204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en-US" sz="28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43924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8393</TotalTime>
  <Words>178</Words>
  <Application>Microsoft Office PowerPoint</Application>
  <PresentationFormat>A4 Paper (210x297 mm)</PresentationFormat>
  <Paragraphs>60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Ravie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374</cp:revision>
  <cp:lastPrinted>2017-12-31T22:38:51Z</cp:lastPrinted>
  <dcterms:created xsi:type="dcterms:W3CDTF">2017-01-17T16:57:04Z</dcterms:created>
  <dcterms:modified xsi:type="dcterms:W3CDTF">2023-10-19T08:11:50Z</dcterms:modified>
</cp:coreProperties>
</file>