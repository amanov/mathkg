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704" r:id="rId1"/>
    <p:sldMasterId id="2147483718" r:id="rId2"/>
  </p:sldMasterIdLst>
  <p:notesMasterIdLst>
    <p:notesMasterId r:id="rId36"/>
  </p:notesMasterIdLst>
  <p:handoutMasterIdLst>
    <p:handoutMasterId r:id="rId37"/>
  </p:handoutMasterIdLst>
  <p:sldIdLst>
    <p:sldId id="257" r:id="rId3"/>
    <p:sldId id="1055" r:id="rId4"/>
    <p:sldId id="1056" r:id="rId5"/>
    <p:sldId id="1054" r:id="rId6"/>
    <p:sldId id="1057" r:id="rId7"/>
    <p:sldId id="1018" r:id="rId8"/>
    <p:sldId id="1050" r:id="rId9"/>
    <p:sldId id="1051" r:id="rId10"/>
    <p:sldId id="1023" r:id="rId11"/>
    <p:sldId id="1022" r:id="rId12"/>
    <p:sldId id="1034" r:id="rId13"/>
    <p:sldId id="1030" r:id="rId14"/>
    <p:sldId id="1029" r:id="rId15"/>
    <p:sldId id="1031" r:id="rId16"/>
    <p:sldId id="1032" r:id="rId17"/>
    <p:sldId id="1033" r:id="rId18"/>
    <p:sldId id="1026" r:id="rId19"/>
    <p:sldId id="1035" r:id="rId20"/>
    <p:sldId id="1039" r:id="rId21"/>
    <p:sldId id="1040" r:id="rId22"/>
    <p:sldId id="1041" r:id="rId23"/>
    <p:sldId id="1042" r:id="rId24"/>
    <p:sldId id="1036" r:id="rId25"/>
    <p:sldId id="1038" r:id="rId26"/>
    <p:sldId id="1052" r:id="rId27"/>
    <p:sldId id="1046" r:id="rId28"/>
    <p:sldId id="1043" r:id="rId29"/>
    <p:sldId id="1044" r:id="rId30"/>
    <p:sldId id="1045" r:id="rId31"/>
    <p:sldId id="1047" r:id="rId32"/>
    <p:sldId id="1048" r:id="rId33"/>
    <p:sldId id="1053" r:id="rId34"/>
    <p:sldId id="274" r:id="rId35"/>
  </p:sldIdLst>
  <p:sldSz cx="9906000" cy="6858000" type="A4"/>
  <p:notesSz cx="7104063" cy="10234613"/>
  <p:embeddedFontLst>
    <p:embeddedFont>
      <p:font typeface="Arial Black" panose="020B0A04020102020204" pitchFamily="34" charset="0"/>
      <p:bold r:id="rId38"/>
    </p:embeddedFont>
    <p:embeddedFont>
      <p:font typeface="Bodoni MT Black" panose="02070A03080606020203" pitchFamily="18" charset="0"/>
      <p:bold r:id="rId39"/>
      <p:boldItalic r:id="rId40"/>
    </p:embeddedFont>
    <p:embeddedFont>
      <p:font typeface="Calibri" panose="020F0502020204030204" pitchFamily="34" charset="0"/>
      <p:regular r:id="rId41"/>
      <p:bold r:id="rId42"/>
      <p:italic r:id="rId43"/>
      <p:boldItalic r:id="rId44"/>
    </p:embeddedFont>
    <p:embeddedFont>
      <p:font typeface="Calibri Light" panose="020F0302020204030204" pitchFamily="34" charset="0"/>
      <p:regular r:id="rId45"/>
      <p:italic r:id="rId46"/>
    </p:embeddedFont>
    <p:embeddedFont>
      <p:font typeface="Stencil" panose="040409050D0802020404" pitchFamily="82" charset="0"/>
      <p:regular r:id="rId47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12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E6CA4"/>
    <a:srgbClr val="FFFF00"/>
    <a:srgbClr val="00FF00"/>
    <a:srgbClr val="FF3300"/>
    <a:srgbClr val="FF0066"/>
    <a:srgbClr val="4472C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1691" autoAdjust="0"/>
    <p:restoredTop sz="92935" autoAdjust="0"/>
  </p:normalViewPr>
  <p:slideViewPr>
    <p:cSldViewPr snapToGrid="0" showGuides="1">
      <p:cViewPr varScale="1">
        <p:scale>
          <a:sx n="63" d="100"/>
          <a:sy n="63" d="100"/>
        </p:scale>
        <p:origin x="1380" y="56"/>
      </p:cViewPr>
      <p:guideLst>
        <p:guide orient="horz" pos="2160"/>
        <p:guide pos="312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25" d="100"/>
        <a:sy n="25" d="100"/>
      </p:scale>
      <p:origin x="0" y="-4242"/>
    </p:cViewPr>
  </p:sorterViewPr>
  <p:notesViewPr>
    <p:cSldViewPr snapToGrid="0" showGuides="1">
      <p:cViewPr varScale="1">
        <p:scale>
          <a:sx n="59" d="100"/>
          <a:sy n="59" d="100"/>
        </p:scale>
        <p:origin x="3254" y="77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9" Type="http://schemas.openxmlformats.org/officeDocument/2006/relationships/font" Target="fonts/font2.fntdata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34" Type="http://schemas.openxmlformats.org/officeDocument/2006/relationships/slide" Target="slides/slide32.xml"/><Relationship Id="rId42" Type="http://schemas.openxmlformats.org/officeDocument/2006/relationships/font" Target="fonts/font5.fntdata"/><Relationship Id="rId47" Type="http://schemas.openxmlformats.org/officeDocument/2006/relationships/font" Target="fonts/font10.fntdata"/><Relationship Id="rId50" Type="http://schemas.openxmlformats.org/officeDocument/2006/relationships/theme" Target="theme/theme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font" Target="fonts/font1.fntdata"/><Relationship Id="rId46" Type="http://schemas.openxmlformats.org/officeDocument/2006/relationships/font" Target="fonts/font9.fntdata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slide" Target="slides/slide27.xml"/><Relationship Id="rId41" Type="http://schemas.openxmlformats.org/officeDocument/2006/relationships/font" Target="fonts/font4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slide" Target="slides/slide30.xml"/><Relationship Id="rId37" Type="http://schemas.openxmlformats.org/officeDocument/2006/relationships/handoutMaster" Target="handoutMasters/handoutMaster1.xml"/><Relationship Id="rId40" Type="http://schemas.openxmlformats.org/officeDocument/2006/relationships/font" Target="fonts/font3.fntdata"/><Relationship Id="rId45" Type="http://schemas.openxmlformats.org/officeDocument/2006/relationships/font" Target="fonts/font8.fntdata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notesMaster" Target="notesMasters/notesMaster1.xml"/><Relationship Id="rId49" Type="http://schemas.openxmlformats.org/officeDocument/2006/relationships/viewProps" Target="viewProps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slide" Target="slides/slide29.xml"/><Relationship Id="rId44" Type="http://schemas.openxmlformats.org/officeDocument/2006/relationships/font" Target="fonts/font7.fntdata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slide" Target="slides/slide33.xml"/><Relationship Id="rId43" Type="http://schemas.openxmlformats.org/officeDocument/2006/relationships/font" Target="fonts/font6.fntdata"/><Relationship Id="rId48" Type="http://schemas.openxmlformats.org/officeDocument/2006/relationships/presProps" Target="presProps.xml"/><Relationship Id="rId8" Type="http://schemas.openxmlformats.org/officeDocument/2006/relationships/slide" Target="slides/slide6.xml"/><Relationship Id="rId51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BF95EEC0-BA2F-4C89-A04C-7A4A655E278D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8163" cy="5127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A920E98-7CDF-4021-8551-1596F15CE78C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4024313" y="0"/>
            <a:ext cx="3078162" cy="5127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3B831BB-79C8-47D7-927B-A4A057B48BB9}" type="datetimeFigureOut">
              <a:rPr lang="en-GB" smtClean="0"/>
              <a:t>16/10/2023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7172B7C-7F8E-4E82-8E98-820250829111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9721850"/>
            <a:ext cx="3078163" cy="5127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5E038D9-98AA-4E2F-BECD-0B5701A07537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4024313" y="9721850"/>
            <a:ext cx="3078162" cy="5127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2A3C3B0-A9E3-44D3-89EF-A392F668C0A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71830475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2" y="0"/>
            <a:ext cx="3078427" cy="513508"/>
          </a:xfrm>
          <a:prstGeom prst="rect">
            <a:avLst/>
          </a:prstGeom>
        </p:spPr>
        <p:txBody>
          <a:bodyPr vert="horz" lIns="94637" tIns="47319" rIns="94637" bIns="47319" rtlCol="0"/>
          <a:lstStyle>
            <a:lvl1pPr algn="l">
              <a:defRPr sz="13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023993" y="0"/>
            <a:ext cx="3078427" cy="513508"/>
          </a:xfrm>
          <a:prstGeom prst="rect">
            <a:avLst/>
          </a:prstGeom>
        </p:spPr>
        <p:txBody>
          <a:bodyPr vert="horz" lIns="94637" tIns="47319" rIns="94637" bIns="47319" rtlCol="0"/>
          <a:lstStyle>
            <a:lvl1pPr algn="r">
              <a:defRPr sz="1300"/>
            </a:lvl1pPr>
          </a:lstStyle>
          <a:p>
            <a:fld id="{9C6A85EB-AF26-437E-8488-94E19A13AA79}" type="datetimeFigureOut">
              <a:rPr lang="en-GB" smtClean="0"/>
              <a:t>16/10/2023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057275" y="1279525"/>
            <a:ext cx="4989513" cy="34544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4637" tIns="47319" rIns="94637" bIns="47319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10407" y="4925410"/>
            <a:ext cx="5683250" cy="4029878"/>
          </a:xfrm>
          <a:prstGeom prst="rect">
            <a:avLst/>
          </a:prstGeom>
        </p:spPr>
        <p:txBody>
          <a:bodyPr vert="horz" lIns="94637" tIns="47319" rIns="94637" bIns="47319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2" y="9721110"/>
            <a:ext cx="3078427" cy="513507"/>
          </a:xfrm>
          <a:prstGeom prst="rect">
            <a:avLst/>
          </a:prstGeom>
        </p:spPr>
        <p:txBody>
          <a:bodyPr vert="horz" lIns="94637" tIns="47319" rIns="94637" bIns="47319" rtlCol="0" anchor="b"/>
          <a:lstStyle>
            <a:lvl1pPr algn="l">
              <a:defRPr sz="13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023993" y="9721110"/>
            <a:ext cx="3078427" cy="513507"/>
          </a:xfrm>
          <a:prstGeom prst="rect">
            <a:avLst/>
          </a:prstGeom>
        </p:spPr>
        <p:txBody>
          <a:bodyPr vert="horz" lIns="94637" tIns="47319" rIns="94637" bIns="47319" rtlCol="0" anchor="b"/>
          <a:lstStyle>
            <a:lvl1pPr algn="r">
              <a:defRPr sz="1300"/>
            </a:lvl1pPr>
          </a:lstStyle>
          <a:p>
            <a:fld id="{DD4EDCD2-601A-461C-9AB5-639C33E3F98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949271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7398827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9164941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293F4D-D01F-93A3-9EB0-D06BC57F790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38250" y="1122363"/>
            <a:ext cx="7429500" cy="2387600"/>
          </a:xfrm>
        </p:spPr>
        <p:txBody>
          <a:bodyPr anchor="b"/>
          <a:lstStyle>
            <a:lvl1pPr algn="ctr">
              <a:defRPr sz="4875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D812B11-7E4E-839A-04E0-02C24D95503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38250" y="3602038"/>
            <a:ext cx="7429500" cy="1655762"/>
          </a:xfrm>
        </p:spPr>
        <p:txBody>
          <a:bodyPr/>
          <a:lstStyle>
            <a:lvl1pPr marL="0" indent="0" algn="ctr">
              <a:buNone/>
              <a:defRPr sz="1950"/>
            </a:lvl1pPr>
            <a:lvl2pPr marL="371475" indent="0" algn="ctr">
              <a:buNone/>
              <a:defRPr sz="1625"/>
            </a:lvl2pPr>
            <a:lvl3pPr marL="742950" indent="0" algn="ctr">
              <a:buNone/>
              <a:defRPr sz="1463"/>
            </a:lvl3pPr>
            <a:lvl4pPr marL="1114425" indent="0" algn="ctr">
              <a:buNone/>
              <a:defRPr sz="1300"/>
            </a:lvl4pPr>
            <a:lvl5pPr marL="1485900" indent="0" algn="ctr">
              <a:buNone/>
              <a:defRPr sz="1300"/>
            </a:lvl5pPr>
            <a:lvl6pPr marL="1857375" indent="0" algn="ctr">
              <a:buNone/>
              <a:defRPr sz="1300"/>
            </a:lvl6pPr>
            <a:lvl7pPr marL="2228850" indent="0" algn="ctr">
              <a:buNone/>
              <a:defRPr sz="1300"/>
            </a:lvl7pPr>
            <a:lvl8pPr marL="2600325" indent="0" algn="ctr">
              <a:buNone/>
              <a:defRPr sz="1300"/>
            </a:lvl8pPr>
            <a:lvl9pPr marL="2971800" indent="0" algn="ctr">
              <a:buNone/>
              <a:defRPr sz="13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FABD867-CBFE-B60E-94FE-5E77AFA187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A6662E-FAF4-44BC-88B5-85A7CBFB6D30}" type="datetime1">
              <a:rPr lang="en-US" smtClean="0"/>
              <a:pPr/>
              <a:t>10/16/2023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6F92923-5691-201D-9863-7C30507532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schemeClr val="tx1">
                  <a:alpha val="60000"/>
                </a:schemeClr>
              </a:solidFill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637E006-83CA-71CA-8D81-D81C549A4A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743009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0B602F-6E81-0690-42B3-F319961306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43CCCDD-EFAD-983F-26E9-4DF01E94A6D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36BEF54-E3A6-3438-FB70-CA9F728400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E0CF6C-748E-4B7A-BC8B-3011EF78ED13}" type="datetime1">
              <a:rPr lang="en-US" smtClean="0"/>
              <a:pPr/>
              <a:t>10/16/2023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BDC804C-59EB-58AD-19D6-DD91BE1A2D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>
              <a:solidFill>
                <a:schemeClr val="tx1">
                  <a:alpha val="60000"/>
                </a:schemeClr>
              </a:solidFill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72E3ABE-C108-D63B-0C80-FF56F17F34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00012825"/>
      </p:ext>
    </p:extLst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3461F2-375D-397C-903D-1C9A6DC949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5879" y="1709741"/>
            <a:ext cx="8543925" cy="2852737"/>
          </a:xfrm>
        </p:spPr>
        <p:txBody>
          <a:bodyPr anchor="b"/>
          <a:lstStyle>
            <a:lvl1pPr>
              <a:defRPr sz="4875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755F7C1-DA44-F885-7F76-6AEF872F4EA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75879" y="4589466"/>
            <a:ext cx="8543925" cy="1500187"/>
          </a:xfrm>
        </p:spPr>
        <p:txBody>
          <a:bodyPr/>
          <a:lstStyle>
            <a:lvl1pPr marL="0" indent="0">
              <a:buNone/>
              <a:defRPr sz="1950">
                <a:solidFill>
                  <a:schemeClr val="tx1">
                    <a:tint val="75000"/>
                  </a:schemeClr>
                </a:solidFill>
              </a:defRPr>
            </a:lvl1pPr>
            <a:lvl2pPr marL="371475" indent="0">
              <a:buNone/>
              <a:defRPr sz="1625">
                <a:solidFill>
                  <a:schemeClr val="tx1">
                    <a:tint val="75000"/>
                  </a:schemeClr>
                </a:solidFill>
              </a:defRPr>
            </a:lvl2pPr>
            <a:lvl3pPr marL="742950" indent="0">
              <a:buNone/>
              <a:defRPr sz="1463">
                <a:solidFill>
                  <a:schemeClr val="tx1">
                    <a:tint val="75000"/>
                  </a:schemeClr>
                </a:solidFill>
              </a:defRPr>
            </a:lvl3pPr>
            <a:lvl4pPr marL="1114425" indent="0">
              <a:buNone/>
              <a:defRPr sz="1300">
                <a:solidFill>
                  <a:schemeClr val="tx1">
                    <a:tint val="75000"/>
                  </a:schemeClr>
                </a:solidFill>
              </a:defRPr>
            </a:lvl4pPr>
            <a:lvl5pPr marL="1485900" indent="0">
              <a:buNone/>
              <a:defRPr sz="1300">
                <a:solidFill>
                  <a:schemeClr val="tx1">
                    <a:tint val="75000"/>
                  </a:schemeClr>
                </a:solidFill>
              </a:defRPr>
            </a:lvl5pPr>
            <a:lvl6pPr marL="1857375" indent="0">
              <a:buNone/>
              <a:defRPr sz="1300">
                <a:solidFill>
                  <a:schemeClr val="tx1">
                    <a:tint val="75000"/>
                  </a:schemeClr>
                </a:solidFill>
              </a:defRPr>
            </a:lvl6pPr>
            <a:lvl7pPr marL="2228850" indent="0">
              <a:buNone/>
              <a:defRPr sz="1300">
                <a:solidFill>
                  <a:schemeClr val="tx1">
                    <a:tint val="75000"/>
                  </a:schemeClr>
                </a:solidFill>
              </a:defRPr>
            </a:lvl7pPr>
            <a:lvl8pPr marL="2600325" indent="0">
              <a:buNone/>
              <a:defRPr sz="1300">
                <a:solidFill>
                  <a:schemeClr val="tx1">
                    <a:tint val="75000"/>
                  </a:schemeClr>
                </a:solidFill>
              </a:defRPr>
            </a:lvl8pPr>
            <a:lvl9pPr marL="2971800" indent="0">
              <a:buNone/>
              <a:defRPr sz="13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68A5E7A-3C4E-B0FF-6048-2428F13D7E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E0CF6C-748E-4B7A-BC8B-3011EF78ED13}" type="datetime1">
              <a:rPr lang="en-US" smtClean="0"/>
              <a:pPr/>
              <a:t>10/16/2023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14EF43D-AA59-6F72-6E99-24BACA4DB0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>
              <a:solidFill>
                <a:schemeClr val="tx1">
                  <a:alpha val="60000"/>
                </a:schemeClr>
              </a:solidFill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520488E-9575-AA10-6650-5EFF64A311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9424458"/>
      </p:ext>
    </p:extLst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24C236-4D6A-F50F-F96A-0B33FAF755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29B67EB-5934-4033-C48B-523183C75E6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81038" y="1825625"/>
            <a:ext cx="421005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970EE30-BC22-BA32-5555-2D92711BBE0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014913" y="1825625"/>
            <a:ext cx="421005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B7A8EA1-F6CD-6BFF-8918-10BD9D7CB1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31DA2F-80B8-49CF-99FB-5ABCA53A607A}" type="datetime1">
              <a:rPr lang="en-US" smtClean="0"/>
              <a:t>10/16/2023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3A52A51-170D-0A97-76E8-C96E6E36F4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44E1132-9890-0200-7169-348F438F01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161962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B23700-5056-34AA-A2B1-5A0B192AE8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2328" y="365128"/>
            <a:ext cx="8543925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7BE887B-58EA-8D7A-9294-12B7F549D81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2329" y="1681163"/>
            <a:ext cx="4190702" cy="823912"/>
          </a:xfrm>
        </p:spPr>
        <p:txBody>
          <a:bodyPr anchor="b"/>
          <a:lstStyle>
            <a:lvl1pPr marL="0" indent="0">
              <a:buNone/>
              <a:defRPr sz="1950" b="1"/>
            </a:lvl1pPr>
            <a:lvl2pPr marL="371475" indent="0">
              <a:buNone/>
              <a:defRPr sz="1625" b="1"/>
            </a:lvl2pPr>
            <a:lvl3pPr marL="742950" indent="0">
              <a:buNone/>
              <a:defRPr sz="1463" b="1"/>
            </a:lvl3pPr>
            <a:lvl4pPr marL="1114425" indent="0">
              <a:buNone/>
              <a:defRPr sz="1300" b="1"/>
            </a:lvl4pPr>
            <a:lvl5pPr marL="1485900" indent="0">
              <a:buNone/>
              <a:defRPr sz="1300" b="1"/>
            </a:lvl5pPr>
            <a:lvl6pPr marL="1857375" indent="0">
              <a:buNone/>
              <a:defRPr sz="1300" b="1"/>
            </a:lvl6pPr>
            <a:lvl7pPr marL="2228850" indent="0">
              <a:buNone/>
              <a:defRPr sz="1300" b="1"/>
            </a:lvl7pPr>
            <a:lvl8pPr marL="2600325" indent="0">
              <a:buNone/>
              <a:defRPr sz="1300" b="1"/>
            </a:lvl8pPr>
            <a:lvl9pPr marL="2971800" indent="0">
              <a:buNone/>
              <a:defRPr sz="13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92AF15E-9662-63E9-7EFD-AAF9E53714C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82329" y="2505075"/>
            <a:ext cx="4190702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4A126DF-2F27-AAE9-509B-33B91D26E72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5014913" y="1681163"/>
            <a:ext cx="4211340" cy="823912"/>
          </a:xfrm>
        </p:spPr>
        <p:txBody>
          <a:bodyPr anchor="b"/>
          <a:lstStyle>
            <a:lvl1pPr marL="0" indent="0">
              <a:buNone/>
              <a:defRPr sz="1950" b="1"/>
            </a:lvl1pPr>
            <a:lvl2pPr marL="371475" indent="0">
              <a:buNone/>
              <a:defRPr sz="1625" b="1"/>
            </a:lvl2pPr>
            <a:lvl3pPr marL="742950" indent="0">
              <a:buNone/>
              <a:defRPr sz="1463" b="1"/>
            </a:lvl3pPr>
            <a:lvl4pPr marL="1114425" indent="0">
              <a:buNone/>
              <a:defRPr sz="1300" b="1"/>
            </a:lvl4pPr>
            <a:lvl5pPr marL="1485900" indent="0">
              <a:buNone/>
              <a:defRPr sz="1300" b="1"/>
            </a:lvl5pPr>
            <a:lvl6pPr marL="1857375" indent="0">
              <a:buNone/>
              <a:defRPr sz="1300" b="1"/>
            </a:lvl6pPr>
            <a:lvl7pPr marL="2228850" indent="0">
              <a:buNone/>
              <a:defRPr sz="1300" b="1"/>
            </a:lvl7pPr>
            <a:lvl8pPr marL="2600325" indent="0">
              <a:buNone/>
              <a:defRPr sz="1300" b="1"/>
            </a:lvl8pPr>
            <a:lvl9pPr marL="2971800" indent="0">
              <a:buNone/>
              <a:defRPr sz="13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0A3A8AA-F2AC-1915-04A9-63EC756842D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5014913" y="2505075"/>
            <a:ext cx="4211340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0AD720E-DDCF-A042-525A-A95B33AF83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852172-E6C9-4B6C-929A-A9DE3837BBF1}" type="datetime1">
              <a:rPr lang="en-US" smtClean="0"/>
              <a:t>10/16/2023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1CC3DD1-3866-8861-C983-17EB374372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9F36F28-5B8B-A0E8-06F7-3F5B93025A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610071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66B005-13E9-BCAA-22F3-54833121B4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B7409B5-5904-AB68-A3D2-EEE55612CD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B41CFF-90C9-47B3-9DA1-F2BF8D839F7E}" type="datetime1">
              <a:rPr lang="en-US" smtClean="0"/>
              <a:t>10/16/2023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E65F024-0351-150D-CE65-CA2A74137C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06FD2D2-622D-EAB7-F9F1-A6687F2A6D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173970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85E6D05-C3FE-5D83-ABAE-5EA740EFAC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6048FA-06AB-4884-A69B-986B96E68A24}" type="datetime1">
              <a:rPr lang="en-US" smtClean="0"/>
              <a:t>10/16/2023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248A5EF-28C1-DD13-2869-594EA5A3D2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CD7AFC8-9655-DD74-E767-245E9A7B17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653946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63982C-0085-BA19-333E-A713270422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2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C201765-BF41-54B2-CCAB-9A893B528A2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11340" y="987428"/>
            <a:ext cx="5014913" cy="4873625"/>
          </a:xfrm>
        </p:spPr>
        <p:txBody>
          <a:bodyPr/>
          <a:lstStyle>
            <a:lvl1pPr>
              <a:defRPr sz="2600"/>
            </a:lvl1pPr>
            <a:lvl2pPr>
              <a:defRPr sz="2275"/>
            </a:lvl2pPr>
            <a:lvl3pPr>
              <a:defRPr sz="1950"/>
            </a:lvl3pPr>
            <a:lvl4pPr>
              <a:defRPr sz="1625"/>
            </a:lvl4pPr>
            <a:lvl5pPr>
              <a:defRPr sz="1625"/>
            </a:lvl5pPr>
            <a:lvl6pPr>
              <a:defRPr sz="1625"/>
            </a:lvl6pPr>
            <a:lvl7pPr>
              <a:defRPr sz="1625"/>
            </a:lvl7pPr>
            <a:lvl8pPr>
              <a:defRPr sz="1625"/>
            </a:lvl8pPr>
            <a:lvl9pPr>
              <a:defRPr sz="1625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94472CA-71AC-D0BD-DA67-C0026E7E70C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300"/>
            </a:lvl1pPr>
            <a:lvl2pPr marL="371475" indent="0">
              <a:buNone/>
              <a:defRPr sz="1138"/>
            </a:lvl2pPr>
            <a:lvl3pPr marL="742950" indent="0">
              <a:buNone/>
              <a:defRPr sz="975"/>
            </a:lvl3pPr>
            <a:lvl4pPr marL="1114425" indent="0">
              <a:buNone/>
              <a:defRPr sz="813"/>
            </a:lvl4pPr>
            <a:lvl5pPr marL="1485900" indent="0">
              <a:buNone/>
              <a:defRPr sz="813"/>
            </a:lvl5pPr>
            <a:lvl6pPr marL="1857375" indent="0">
              <a:buNone/>
              <a:defRPr sz="813"/>
            </a:lvl6pPr>
            <a:lvl7pPr marL="2228850" indent="0">
              <a:buNone/>
              <a:defRPr sz="813"/>
            </a:lvl7pPr>
            <a:lvl8pPr marL="2600325" indent="0">
              <a:buNone/>
              <a:defRPr sz="813"/>
            </a:lvl8pPr>
            <a:lvl9pPr marL="2971800" indent="0">
              <a:buNone/>
              <a:defRPr sz="813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E2DE5CC-1DCA-74E9-1894-D78E49D297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DB7ABA-0172-4F9C-889D-567164F66BCD}" type="datetime1">
              <a:rPr lang="en-US" smtClean="0"/>
              <a:t>10/16/2023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FBBF998-C4E1-7D1D-7798-8E64EF3552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DD4DEEC-F443-F9CC-3C71-43B43309D0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570102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8275CA-C16C-F543-5FBE-94BA8E7485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2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505EFBD-08DC-FEC5-DB7F-889F30898BB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4211340" y="987428"/>
            <a:ext cx="5014913" cy="4873625"/>
          </a:xfrm>
        </p:spPr>
        <p:txBody>
          <a:bodyPr/>
          <a:lstStyle>
            <a:lvl1pPr marL="0" indent="0">
              <a:buNone/>
              <a:defRPr sz="2600"/>
            </a:lvl1pPr>
            <a:lvl2pPr marL="371475" indent="0">
              <a:buNone/>
              <a:defRPr sz="2275"/>
            </a:lvl2pPr>
            <a:lvl3pPr marL="742950" indent="0">
              <a:buNone/>
              <a:defRPr sz="1950"/>
            </a:lvl3pPr>
            <a:lvl4pPr marL="1114425" indent="0">
              <a:buNone/>
              <a:defRPr sz="1625"/>
            </a:lvl4pPr>
            <a:lvl5pPr marL="1485900" indent="0">
              <a:buNone/>
              <a:defRPr sz="1625"/>
            </a:lvl5pPr>
            <a:lvl6pPr marL="1857375" indent="0">
              <a:buNone/>
              <a:defRPr sz="1625"/>
            </a:lvl6pPr>
            <a:lvl7pPr marL="2228850" indent="0">
              <a:buNone/>
              <a:defRPr sz="1625"/>
            </a:lvl7pPr>
            <a:lvl8pPr marL="2600325" indent="0">
              <a:buNone/>
              <a:defRPr sz="1625"/>
            </a:lvl8pPr>
            <a:lvl9pPr marL="2971800" indent="0">
              <a:buNone/>
              <a:defRPr sz="1625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255E3FE-8205-A0D3-E364-AE2329A9A7A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300"/>
            </a:lvl1pPr>
            <a:lvl2pPr marL="371475" indent="0">
              <a:buNone/>
              <a:defRPr sz="1138"/>
            </a:lvl2pPr>
            <a:lvl3pPr marL="742950" indent="0">
              <a:buNone/>
              <a:defRPr sz="975"/>
            </a:lvl3pPr>
            <a:lvl4pPr marL="1114425" indent="0">
              <a:buNone/>
              <a:defRPr sz="813"/>
            </a:lvl4pPr>
            <a:lvl5pPr marL="1485900" indent="0">
              <a:buNone/>
              <a:defRPr sz="813"/>
            </a:lvl5pPr>
            <a:lvl6pPr marL="1857375" indent="0">
              <a:buNone/>
              <a:defRPr sz="813"/>
            </a:lvl6pPr>
            <a:lvl7pPr marL="2228850" indent="0">
              <a:buNone/>
              <a:defRPr sz="813"/>
            </a:lvl7pPr>
            <a:lvl8pPr marL="2600325" indent="0">
              <a:buNone/>
              <a:defRPr sz="813"/>
            </a:lvl8pPr>
            <a:lvl9pPr marL="2971800" indent="0">
              <a:buNone/>
              <a:defRPr sz="813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3973538-62E9-2462-AC52-41FA61FD5E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AC6A5B-8AE7-4A41-B5A7-9ADC6686DC18}" type="datetime1">
              <a:rPr lang="en-US" smtClean="0"/>
              <a:t>10/16/2023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ED01BD5-559A-AC1D-5F9F-FFE05E5E7A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C7CE6E5-78E7-6241-E001-F0C758D0CC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790696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613D88-2BF6-614B-3079-2C6D332154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1328EC6-2893-E93C-61E9-FBB8B8BEFF1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EF8F509-5F7D-165D-0064-2BDE7D928B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559632-1575-4E14-B53B-3DC3D5ED3947}" type="datetime1">
              <a:rPr lang="en-US" smtClean="0"/>
              <a:t>10/16/2023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FAE5BE3-6897-E183-83EE-24E2A66D85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5A6FFAB-F65C-AA1B-F804-E5137C3FFB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983273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DB1A297-8AFF-A561-0BCF-DFDC8411431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7088982" y="365125"/>
            <a:ext cx="2135981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98CB72B-897C-F259-A022-BD779EA2AC5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81038" y="365125"/>
            <a:ext cx="6284119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39C401B-ED7F-8920-B7DE-5D74C0C21D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4A6868-2568-4CC9-B302-F37117B01A6E}" type="datetime1">
              <a:rPr lang="en-US" smtClean="0"/>
              <a:t>10/16/2023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9596E29-87BB-96E5-3FFA-F963A867B6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52EF2CD-2735-30BE-2465-466EEE1C46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954470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55F08A-1E71-4B2B-BB49-E743F2903911}" type="datetime1">
              <a:rPr lang="en-US" smtClean="0"/>
              <a:t>10/16/2023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1520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0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55F08A-1E71-4B2B-BB49-E743F2903911}" type="datetime1">
              <a:rPr lang="en-US" smtClean="0"/>
              <a:t>10/16/2023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337807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38401" y="4777381"/>
            <a:ext cx="7170848" cy="860400"/>
          </a:xfrm>
        </p:spPr>
        <p:txBody>
          <a:bodyPr anchor="t"/>
          <a:lstStyle>
            <a:lvl1pPr marL="0" indent="0" algn="l">
              <a:buNone/>
              <a:defRPr sz="1625" cap="all">
                <a:solidFill>
                  <a:schemeClr val="accent1"/>
                </a:solidFill>
              </a:defRPr>
            </a:lvl1pPr>
            <a:lvl2pPr marL="371475" indent="0">
              <a:buNone/>
              <a:defRPr sz="1463">
                <a:solidFill>
                  <a:schemeClr val="tx1">
                    <a:tint val="75000"/>
                  </a:schemeClr>
                </a:solidFill>
              </a:defRPr>
            </a:lvl2pPr>
            <a:lvl3pPr marL="742950" indent="0">
              <a:buNone/>
              <a:defRPr sz="1300">
                <a:solidFill>
                  <a:schemeClr val="tx1">
                    <a:tint val="75000"/>
                  </a:schemeClr>
                </a:solidFill>
              </a:defRPr>
            </a:lvl3pPr>
            <a:lvl4pPr marL="1114425" indent="0">
              <a:buNone/>
              <a:defRPr sz="1138">
                <a:solidFill>
                  <a:schemeClr val="tx1">
                    <a:tint val="75000"/>
                  </a:schemeClr>
                </a:solidFill>
              </a:defRPr>
            </a:lvl4pPr>
            <a:lvl5pPr marL="1485900" indent="0">
              <a:buNone/>
              <a:defRPr sz="1138">
                <a:solidFill>
                  <a:schemeClr val="tx1">
                    <a:tint val="75000"/>
                  </a:schemeClr>
                </a:solidFill>
              </a:defRPr>
            </a:lvl5pPr>
            <a:lvl6pPr marL="1857375" indent="0">
              <a:buNone/>
              <a:defRPr sz="1138">
                <a:solidFill>
                  <a:schemeClr val="tx1">
                    <a:tint val="75000"/>
                  </a:schemeClr>
                </a:solidFill>
              </a:defRPr>
            </a:lvl6pPr>
            <a:lvl7pPr marL="2228850" indent="0">
              <a:buNone/>
              <a:defRPr sz="1138">
                <a:solidFill>
                  <a:schemeClr val="tx1">
                    <a:tint val="75000"/>
                  </a:schemeClr>
                </a:solidFill>
              </a:defRPr>
            </a:lvl7pPr>
            <a:lvl8pPr marL="2600325" indent="0">
              <a:buNone/>
              <a:defRPr sz="1138">
                <a:solidFill>
                  <a:schemeClr val="tx1">
                    <a:tint val="75000"/>
                  </a:schemeClr>
                </a:solidFill>
              </a:defRPr>
            </a:lvl8pPr>
            <a:lvl9pPr marL="2971800" indent="0">
              <a:buNone/>
              <a:defRPr sz="1138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35816622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15.xml"/><Relationship Id="rId3" Type="http://schemas.openxmlformats.org/officeDocument/2006/relationships/slideLayout" Target="../slideLayouts/slideLayout5.xml"/><Relationship Id="rId7" Type="http://schemas.openxmlformats.org/officeDocument/2006/relationships/slideLayout" Target="../slideLayouts/slideLayout9.xml"/><Relationship Id="rId12" Type="http://schemas.openxmlformats.org/officeDocument/2006/relationships/slideLayout" Target="../slideLayouts/slideLayout14.xml"/><Relationship Id="rId2" Type="http://schemas.openxmlformats.org/officeDocument/2006/relationships/slideLayout" Target="../slideLayouts/slideLayout4.xml"/><Relationship Id="rId1" Type="http://schemas.openxmlformats.org/officeDocument/2006/relationships/slideLayout" Target="../slideLayouts/slideLayout3.xml"/><Relationship Id="rId6" Type="http://schemas.openxmlformats.org/officeDocument/2006/relationships/slideLayout" Target="../slideLayouts/slideLayout8.xml"/><Relationship Id="rId11" Type="http://schemas.openxmlformats.org/officeDocument/2006/relationships/slideLayout" Target="../slideLayouts/slideLayout13.xml"/><Relationship Id="rId5" Type="http://schemas.openxmlformats.org/officeDocument/2006/relationships/slideLayout" Target="../slideLayouts/slideLayout7.xml"/><Relationship Id="rId15" Type="http://schemas.openxmlformats.org/officeDocument/2006/relationships/theme" Target="../theme/theme2.xml"/><Relationship Id="rId10" Type="http://schemas.openxmlformats.org/officeDocument/2006/relationships/slideLayout" Target="../slideLayouts/slideLayout12.xml"/><Relationship Id="rId4" Type="http://schemas.openxmlformats.org/officeDocument/2006/relationships/slideLayout" Target="../slideLayouts/slideLayout6.xml"/><Relationship Id="rId9" Type="http://schemas.openxmlformats.org/officeDocument/2006/relationships/slideLayout" Target="../slideLayouts/slideLayout11.xml"/><Relationship Id="rId14" Type="http://schemas.openxmlformats.org/officeDocument/2006/relationships/slideLayout" Target="../slideLayouts/slideLayout16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300797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6" r:id="rId1"/>
    <p:sldLayoutId id="2147483717" r:id="rId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D783609-0CE5-670D-75C4-4EB473A033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1038" y="365128"/>
            <a:ext cx="8543925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B96DF15-2EE1-DB9D-BDD5-2BEDF4A9466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1038" y="1825625"/>
            <a:ext cx="8543925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F09A8A0-7FAC-CC94-B820-32410EC442E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81038" y="6356353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7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7E0CF6C-748E-4B7A-BC8B-3011EF78ED13}" type="datetime1">
              <a:rPr lang="en-US" smtClean="0"/>
              <a:pPr/>
              <a:t>10/16/2023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8ED8C11-3CED-972F-4CCA-6920830ACC1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281363" y="6356353"/>
            <a:ext cx="334327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7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>
              <a:solidFill>
                <a:schemeClr val="tx1">
                  <a:alpha val="60000"/>
                </a:schemeClr>
              </a:solidFill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793F2AE-352A-A10E-B208-93514C0EF2E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996113" y="6356353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7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3B850FF-6169-4056-8077-06FFA93A536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4494275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9" r:id="rId1"/>
    <p:sldLayoutId id="2147483720" r:id="rId2"/>
    <p:sldLayoutId id="2147483721" r:id="rId3"/>
    <p:sldLayoutId id="2147483722" r:id="rId4"/>
    <p:sldLayoutId id="2147483723" r:id="rId5"/>
    <p:sldLayoutId id="2147483724" r:id="rId6"/>
    <p:sldLayoutId id="2147483725" r:id="rId7"/>
    <p:sldLayoutId id="2147483726" r:id="rId8"/>
    <p:sldLayoutId id="2147483727" r:id="rId9"/>
    <p:sldLayoutId id="2147483728" r:id="rId10"/>
    <p:sldLayoutId id="2147483729" r:id="rId11"/>
    <p:sldLayoutId id="2147483730" r:id="rId12"/>
    <p:sldLayoutId id="2147483731" r:id="rId13"/>
    <p:sldLayoutId id="2147483732" r:id="rId14"/>
  </p:sldLayoutIdLst>
  <p:hf sldNum="0" hdr="0" ftr="0" dt="0"/>
  <p:txStyles>
    <p:titleStyle>
      <a:lvl1pPr algn="l" defTabSz="742950" rtl="0" eaLnBrk="1" latinLnBrk="0" hangingPunct="1">
        <a:lnSpc>
          <a:spcPct val="90000"/>
        </a:lnSpc>
        <a:spcBef>
          <a:spcPct val="0"/>
        </a:spcBef>
        <a:buNone/>
        <a:defRPr sz="3575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85738" indent="-185738" algn="l" defTabSz="742950" rtl="0" eaLnBrk="1" latinLnBrk="0" hangingPunct="1">
        <a:lnSpc>
          <a:spcPct val="90000"/>
        </a:lnSpc>
        <a:spcBef>
          <a:spcPts val="813"/>
        </a:spcBef>
        <a:buFont typeface="Arial" panose="020B0604020202020204" pitchFamily="34" charset="0"/>
        <a:buChar char="•"/>
        <a:defRPr sz="2275" kern="1200">
          <a:solidFill>
            <a:schemeClr val="tx1"/>
          </a:solidFill>
          <a:latin typeface="+mn-lt"/>
          <a:ea typeface="+mn-ea"/>
          <a:cs typeface="+mn-cs"/>
        </a:defRPr>
      </a:lvl1pPr>
      <a:lvl2pPr marL="557213" indent="-185738" algn="l" defTabSz="742950" rtl="0" eaLnBrk="1" latinLnBrk="0" hangingPunct="1">
        <a:lnSpc>
          <a:spcPct val="90000"/>
        </a:lnSpc>
        <a:spcBef>
          <a:spcPts val="406"/>
        </a:spcBef>
        <a:buFont typeface="Arial" panose="020B0604020202020204" pitchFamily="34" charset="0"/>
        <a:buChar char="•"/>
        <a:defRPr sz="1950" kern="1200">
          <a:solidFill>
            <a:schemeClr val="tx1"/>
          </a:solidFill>
          <a:latin typeface="+mn-lt"/>
          <a:ea typeface="+mn-ea"/>
          <a:cs typeface="+mn-cs"/>
        </a:defRPr>
      </a:lvl2pPr>
      <a:lvl3pPr marL="928688" indent="-185738" algn="l" defTabSz="742950" rtl="0" eaLnBrk="1" latinLnBrk="0" hangingPunct="1">
        <a:lnSpc>
          <a:spcPct val="90000"/>
        </a:lnSpc>
        <a:spcBef>
          <a:spcPts val="406"/>
        </a:spcBef>
        <a:buFont typeface="Arial" panose="020B0604020202020204" pitchFamily="34" charset="0"/>
        <a:buChar char="•"/>
        <a:defRPr sz="1625" kern="1200">
          <a:solidFill>
            <a:schemeClr val="tx1"/>
          </a:solidFill>
          <a:latin typeface="+mn-lt"/>
          <a:ea typeface="+mn-ea"/>
          <a:cs typeface="+mn-cs"/>
        </a:defRPr>
      </a:lvl3pPr>
      <a:lvl4pPr marL="1300163" indent="-185738" algn="l" defTabSz="742950" rtl="0" eaLnBrk="1" latinLnBrk="0" hangingPunct="1">
        <a:lnSpc>
          <a:spcPct val="90000"/>
        </a:lnSpc>
        <a:spcBef>
          <a:spcPts val="406"/>
        </a:spcBef>
        <a:buFont typeface="Arial" panose="020B0604020202020204" pitchFamily="34" charset="0"/>
        <a:buChar char="•"/>
        <a:defRPr sz="1463" kern="1200">
          <a:solidFill>
            <a:schemeClr val="tx1"/>
          </a:solidFill>
          <a:latin typeface="+mn-lt"/>
          <a:ea typeface="+mn-ea"/>
          <a:cs typeface="+mn-cs"/>
        </a:defRPr>
      </a:lvl4pPr>
      <a:lvl5pPr marL="1671638" indent="-185738" algn="l" defTabSz="742950" rtl="0" eaLnBrk="1" latinLnBrk="0" hangingPunct="1">
        <a:lnSpc>
          <a:spcPct val="90000"/>
        </a:lnSpc>
        <a:spcBef>
          <a:spcPts val="406"/>
        </a:spcBef>
        <a:buFont typeface="Arial" panose="020B0604020202020204" pitchFamily="34" charset="0"/>
        <a:buChar char="•"/>
        <a:defRPr sz="1463" kern="1200">
          <a:solidFill>
            <a:schemeClr val="tx1"/>
          </a:solidFill>
          <a:latin typeface="+mn-lt"/>
          <a:ea typeface="+mn-ea"/>
          <a:cs typeface="+mn-cs"/>
        </a:defRPr>
      </a:lvl5pPr>
      <a:lvl6pPr marL="2043113" indent="-185738" algn="l" defTabSz="742950" rtl="0" eaLnBrk="1" latinLnBrk="0" hangingPunct="1">
        <a:lnSpc>
          <a:spcPct val="90000"/>
        </a:lnSpc>
        <a:spcBef>
          <a:spcPts val="406"/>
        </a:spcBef>
        <a:buFont typeface="Arial" panose="020B0604020202020204" pitchFamily="34" charset="0"/>
        <a:buChar char="•"/>
        <a:defRPr sz="1463" kern="1200">
          <a:solidFill>
            <a:schemeClr val="tx1"/>
          </a:solidFill>
          <a:latin typeface="+mn-lt"/>
          <a:ea typeface="+mn-ea"/>
          <a:cs typeface="+mn-cs"/>
        </a:defRPr>
      </a:lvl6pPr>
      <a:lvl7pPr marL="2414588" indent="-185738" algn="l" defTabSz="742950" rtl="0" eaLnBrk="1" latinLnBrk="0" hangingPunct="1">
        <a:lnSpc>
          <a:spcPct val="90000"/>
        </a:lnSpc>
        <a:spcBef>
          <a:spcPts val="406"/>
        </a:spcBef>
        <a:buFont typeface="Arial" panose="020B0604020202020204" pitchFamily="34" charset="0"/>
        <a:buChar char="•"/>
        <a:defRPr sz="1463" kern="1200">
          <a:solidFill>
            <a:schemeClr val="tx1"/>
          </a:solidFill>
          <a:latin typeface="+mn-lt"/>
          <a:ea typeface="+mn-ea"/>
          <a:cs typeface="+mn-cs"/>
        </a:defRPr>
      </a:lvl7pPr>
      <a:lvl8pPr marL="2786063" indent="-185738" algn="l" defTabSz="742950" rtl="0" eaLnBrk="1" latinLnBrk="0" hangingPunct="1">
        <a:lnSpc>
          <a:spcPct val="90000"/>
        </a:lnSpc>
        <a:spcBef>
          <a:spcPts val="406"/>
        </a:spcBef>
        <a:buFont typeface="Arial" panose="020B0604020202020204" pitchFamily="34" charset="0"/>
        <a:buChar char="•"/>
        <a:defRPr sz="1463" kern="1200">
          <a:solidFill>
            <a:schemeClr val="tx1"/>
          </a:solidFill>
          <a:latin typeface="+mn-lt"/>
          <a:ea typeface="+mn-ea"/>
          <a:cs typeface="+mn-cs"/>
        </a:defRPr>
      </a:lvl8pPr>
      <a:lvl9pPr marL="3157538" indent="-185738" algn="l" defTabSz="742950" rtl="0" eaLnBrk="1" latinLnBrk="0" hangingPunct="1">
        <a:lnSpc>
          <a:spcPct val="90000"/>
        </a:lnSpc>
        <a:spcBef>
          <a:spcPts val="406"/>
        </a:spcBef>
        <a:buFont typeface="Arial" panose="020B0604020202020204" pitchFamily="34" charset="0"/>
        <a:buChar char="•"/>
        <a:defRPr sz="1463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742950" rtl="0" eaLnBrk="1" latinLnBrk="0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1pPr>
      <a:lvl2pPr marL="371475" algn="l" defTabSz="742950" rtl="0" eaLnBrk="1" latinLnBrk="0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2pPr>
      <a:lvl3pPr marL="742950" algn="l" defTabSz="742950" rtl="0" eaLnBrk="1" latinLnBrk="0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3pPr>
      <a:lvl4pPr marL="1114425" algn="l" defTabSz="742950" rtl="0" eaLnBrk="1" latinLnBrk="0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4pPr>
      <a:lvl5pPr marL="1485900" algn="l" defTabSz="742950" rtl="0" eaLnBrk="1" latinLnBrk="0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5pPr>
      <a:lvl6pPr marL="1857375" algn="l" defTabSz="742950" rtl="0" eaLnBrk="1" latinLnBrk="0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algn="l" defTabSz="742950" rtl="0" eaLnBrk="1" latinLnBrk="0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7pPr>
      <a:lvl8pPr marL="2600325" algn="l" defTabSz="742950" rtl="0" eaLnBrk="1" latinLnBrk="0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8pPr>
      <a:lvl9pPr marL="2971800" algn="l" defTabSz="742950" rtl="0" eaLnBrk="1" latinLnBrk="0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png"/><Relationship Id="rId3" Type="http://schemas.openxmlformats.org/officeDocument/2006/relationships/image" Target="../media/image5.png"/><Relationship Id="rId7" Type="http://schemas.openxmlformats.org/officeDocument/2006/relationships/image" Target="../media/image19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4" Type="http://schemas.openxmlformats.org/officeDocument/2006/relationships/image" Target="../media/image16.png"/><Relationship Id="rId9" Type="http://schemas.openxmlformats.org/officeDocument/2006/relationships/image" Target="../media/image21.png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DC884C22-E567-2E46-13CA-C26DA13A276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ru-RU" dirty="0"/>
              <a:t>2 Сандуу Ондуктар – Кошуу – Сабак</a:t>
            </a:r>
          </a:p>
          <a:p>
            <a:endParaRPr lang="ru-RU" dirty="0"/>
          </a:p>
          <a:p>
            <a:r>
              <a:rPr lang="ru-RU" dirty="0"/>
              <a:t>Бул ресурс математикалык ыкманын жандуу демонстрацияларын камсыз кылат.</a:t>
            </a:r>
          </a:p>
          <a:p>
            <a:endParaRPr lang="ru-RU" dirty="0"/>
          </a:p>
          <a:p>
            <a:r>
              <a:rPr lang="ru-RU" dirty="0"/>
              <a:t>Анимацияларды текшерип, </a:t>
            </a:r>
            <a:r>
              <a:rPr lang="ky-KG" dirty="0"/>
              <a:t>сабагы</a:t>
            </a:r>
            <a:r>
              <a:rPr lang="ru-RU" dirty="0"/>
              <a:t>ң</a:t>
            </a:r>
            <a:r>
              <a:rPr lang="ky-KG" dirty="0"/>
              <a:t>ызга </a:t>
            </a:r>
            <a:r>
              <a:rPr lang="ru-RU" b="1" dirty="0">
                <a:solidFill>
                  <a:srgbClr val="FF0000"/>
                </a:solidFill>
              </a:rPr>
              <a:t>КЕРЕГИ ЖОК </a:t>
            </a:r>
            <a:r>
              <a:rPr lang="ru-RU" dirty="0"/>
              <a:t>слайддарды </a:t>
            </a:r>
            <a:r>
              <a:rPr lang="ru-RU" sz="2600" b="1" dirty="0">
                <a:solidFill>
                  <a:srgbClr val="FF0000"/>
                </a:solidFill>
              </a:rPr>
              <a:t>ӨЧҮРҮ</a:t>
            </a:r>
            <a:r>
              <a:rPr lang="ky-KG" sz="2600" b="1" dirty="0">
                <a:solidFill>
                  <a:srgbClr val="FF0000"/>
                </a:solidFill>
              </a:rPr>
              <a:t>П САЛЫ</a:t>
            </a:r>
            <a:r>
              <a:rPr lang="ru-RU" sz="2600" b="1" dirty="0">
                <a:solidFill>
                  <a:srgbClr val="FF0000"/>
                </a:solidFill>
              </a:rPr>
              <a:t>ҢЫЗ.</a:t>
            </a:r>
            <a:endParaRPr lang="en-US" b="1" dirty="0">
              <a:solidFill>
                <a:srgbClr val="FF0000"/>
              </a:solidFill>
            </a:endParaRP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A9C32CF0-A8B2-1442-8506-9CB94EBCF53A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0" y="112216"/>
            <a:ext cx="7641034" cy="1137642"/>
          </a:xfrm>
        </p:spPr>
        <p:txBody>
          <a:bodyPr>
            <a:normAutofit/>
          </a:bodyPr>
          <a:lstStyle/>
          <a:p>
            <a:r>
              <a:rPr lang="en-US" sz="5363" dirty="0" err="1">
                <a:solidFill>
                  <a:srgbClr val="00B0F0"/>
                </a:solidFill>
              </a:rPr>
              <a:t>MathKGZ</a:t>
            </a:r>
            <a:r>
              <a:rPr lang="en-US" sz="4225" dirty="0">
                <a:solidFill>
                  <a:srgbClr val="00B0F0"/>
                </a:solidFill>
              </a:rPr>
              <a:t>  -- </a:t>
            </a:r>
          </a:p>
        </p:txBody>
      </p:sp>
    </p:spTree>
    <p:extLst>
      <p:ext uri="{BB962C8B-B14F-4D97-AF65-F5344CB8AC3E}">
        <p14:creationId xmlns:p14="http://schemas.microsoft.com/office/powerpoint/2010/main" val="407568864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" name="Group 18">
            <a:extLst>
              <a:ext uri="{FF2B5EF4-FFF2-40B4-BE49-F238E27FC236}">
                <a16:creationId xmlns:a16="http://schemas.microsoft.com/office/drawing/2014/main" id="{33F81F98-E0AD-C3B4-5711-2F7F4F9B7A6E}"/>
              </a:ext>
            </a:extLst>
          </p:cNvPr>
          <p:cNvGrpSpPr/>
          <p:nvPr/>
        </p:nvGrpSpPr>
        <p:grpSpPr>
          <a:xfrm>
            <a:off x="543586" y="383599"/>
            <a:ext cx="2397702" cy="2397702"/>
            <a:chOff x="414598" y="546495"/>
            <a:chExt cx="5852156" cy="5898407"/>
          </a:xfrm>
        </p:grpSpPr>
        <p:grpSp>
          <p:nvGrpSpPr>
            <p:cNvPr id="20" name="Group 19">
              <a:extLst>
                <a:ext uri="{FF2B5EF4-FFF2-40B4-BE49-F238E27FC236}">
                  <a16:creationId xmlns:a16="http://schemas.microsoft.com/office/drawing/2014/main" id="{CEF52D27-F39A-D244-BEE8-1CE5FFD3B62A}"/>
                </a:ext>
              </a:extLst>
            </p:cNvPr>
            <p:cNvGrpSpPr/>
            <p:nvPr/>
          </p:nvGrpSpPr>
          <p:grpSpPr>
            <a:xfrm>
              <a:off x="414598" y="546495"/>
              <a:ext cx="764771" cy="5898407"/>
              <a:chOff x="3698125" y="596372"/>
              <a:chExt cx="764771" cy="5898407"/>
            </a:xfrm>
            <a:solidFill>
              <a:srgbClr val="3786CD"/>
            </a:solidFill>
          </p:grpSpPr>
          <p:sp>
            <p:nvSpPr>
              <p:cNvPr id="120" name="Cube 119">
                <a:extLst>
                  <a:ext uri="{FF2B5EF4-FFF2-40B4-BE49-F238E27FC236}">
                    <a16:creationId xmlns:a16="http://schemas.microsoft.com/office/drawing/2014/main" id="{90475A5E-0146-75AA-626B-D765BF456A60}"/>
                  </a:ext>
                </a:extLst>
              </p:cNvPr>
              <p:cNvSpPr/>
              <p:nvPr/>
            </p:nvSpPr>
            <p:spPr>
              <a:xfrm>
                <a:off x="3698125" y="573000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21" name="Cube 120">
                <a:extLst>
                  <a:ext uri="{FF2B5EF4-FFF2-40B4-BE49-F238E27FC236}">
                    <a16:creationId xmlns:a16="http://schemas.microsoft.com/office/drawing/2014/main" id="{C11B39BD-D440-1662-FA5D-DEA99D695162}"/>
                  </a:ext>
                </a:extLst>
              </p:cNvPr>
              <p:cNvSpPr/>
              <p:nvPr/>
            </p:nvSpPr>
            <p:spPr>
              <a:xfrm>
                <a:off x="3698125" y="515960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22" name="Cube 121">
                <a:extLst>
                  <a:ext uri="{FF2B5EF4-FFF2-40B4-BE49-F238E27FC236}">
                    <a16:creationId xmlns:a16="http://schemas.microsoft.com/office/drawing/2014/main" id="{B1572F7C-578A-4BDB-47F8-537D19C40E61}"/>
                  </a:ext>
                </a:extLst>
              </p:cNvPr>
              <p:cNvSpPr/>
              <p:nvPr/>
            </p:nvSpPr>
            <p:spPr>
              <a:xfrm>
                <a:off x="3698125" y="458920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23" name="Cube 122">
                <a:extLst>
                  <a:ext uri="{FF2B5EF4-FFF2-40B4-BE49-F238E27FC236}">
                    <a16:creationId xmlns:a16="http://schemas.microsoft.com/office/drawing/2014/main" id="{8B4589C2-04B1-9BD4-7CD5-95CF0ECEAA89}"/>
                  </a:ext>
                </a:extLst>
              </p:cNvPr>
              <p:cNvSpPr/>
              <p:nvPr/>
            </p:nvSpPr>
            <p:spPr>
              <a:xfrm>
                <a:off x="3698125" y="401879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24" name="Cube 123">
                <a:extLst>
                  <a:ext uri="{FF2B5EF4-FFF2-40B4-BE49-F238E27FC236}">
                    <a16:creationId xmlns:a16="http://schemas.microsoft.com/office/drawing/2014/main" id="{7128ECFD-C326-03B6-32F0-C6E54DBFE518}"/>
                  </a:ext>
                </a:extLst>
              </p:cNvPr>
              <p:cNvSpPr/>
              <p:nvPr/>
            </p:nvSpPr>
            <p:spPr>
              <a:xfrm>
                <a:off x="3698125" y="344839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25" name="Cube 124">
                <a:extLst>
                  <a:ext uri="{FF2B5EF4-FFF2-40B4-BE49-F238E27FC236}">
                    <a16:creationId xmlns:a16="http://schemas.microsoft.com/office/drawing/2014/main" id="{D54A0F0B-A7B3-197F-60AB-7EAB0F8C56CD}"/>
                  </a:ext>
                </a:extLst>
              </p:cNvPr>
              <p:cNvSpPr/>
              <p:nvPr/>
            </p:nvSpPr>
            <p:spPr>
              <a:xfrm>
                <a:off x="3698125" y="287798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26" name="Cube 125">
                <a:extLst>
                  <a:ext uri="{FF2B5EF4-FFF2-40B4-BE49-F238E27FC236}">
                    <a16:creationId xmlns:a16="http://schemas.microsoft.com/office/drawing/2014/main" id="{0624E7C6-A732-8176-39C6-61963B94CFA6}"/>
                  </a:ext>
                </a:extLst>
              </p:cNvPr>
              <p:cNvSpPr/>
              <p:nvPr/>
            </p:nvSpPr>
            <p:spPr>
              <a:xfrm>
                <a:off x="3698125" y="230758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27" name="Cube 126">
                <a:extLst>
                  <a:ext uri="{FF2B5EF4-FFF2-40B4-BE49-F238E27FC236}">
                    <a16:creationId xmlns:a16="http://schemas.microsoft.com/office/drawing/2014/main" id="{9A29BE40-1442-DAEE-B5DD-88FD6D8F6E78}"/>
                  </a:ext>
                </a:extLst>
              </p:cNvPr>
              <p:cNvSpPr/>
              <p:nvPr/>
            </p:nvSpPr>
            <p:spPr>
              <a:xfrm>
                <a:off x="3698125" y="173718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28" name="Cube 127">
                <a:extLst>
                  <a:ext uri="{FF2B5EF4-FFF2-40B4-BE49-F238E27FC236}">
                    <a16:creationId xmlns:a16="http://schemas.microsoft.com/office/drawing/2014/main" id="{7E9A4BDD-AF89-FB88-51AD-DAF6531D49BF}"/>
                  </a:ext>
                </a:extLst>
              </p:cNvPr>
              <p:cNvSpPr/>
              <p:nvPr/>
            </p:nvSpPr>
            <p:spPr>
              <a:xfrm>
                <a:off x="3698125" y="116677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29" name="Cube 128">
                <a:extLst>
                  <a:ext uri="{FF2B5EF4-FFF2-40B4-BE49-F238E27FC236}">
                    <a16:creationId xmlns:a16="http://schemas.microsoft.com/office/drawing/2014/main" id="{42F6D745-6E75-D5BD-3E3F-A00D89396F80}"/>
                  </a:ext>
                </a:extLst>
              </p:cNvPr>
              <p:cNvSpPr/>
              <p:nvPr/>
            </p:nvSpPr>
            <p:spPr>
              <a:xfrm>
                <a:off x="3698125" y="59637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</p:grpSp>
        <p:grpSp>
          <p:nvGrpSpPr>
            <p:cNvPr id="21" name="Group 20">
              <a:extLst>
                <a:ext uri="{FF2B5EF4-FFF2-40B4-BE49-F238E27FC236}">
                  <a16:creationId xmlns:a16="http://schemas.microsoft.com/office/drawing/2014/main" id="{CFF8AC8C-D445-4328-22B1-A0720714DE94}"/>
                </a:ext>
              </a:extLst>
            </p:cNvPr>
            <p:cNvGrpSpPr/>
            <p:nvPr/>
          </p:nvGrpSpPr>
          <p:grpSpPr>
            <a:xfrm>
              <a:off x="979863" y="546495"/>
              <a:ext cx="764771" cy="5898407"/>
              <a:chOff x="3698125" y="596372"/>
              <a:chExt cx="764771" cy="5898407"/>
            </a:xfrm>
            <a:solidFill>
              <a:srgbClr val="3786CD"/>
            </a:solidFill>
          </p:grpSpPr>
          <p:sp>
            <p:nvSpPr>
              <p:cNvPr id="110" name="Cube 109">
                <a:extLst>
                  <a:ext uri="{FF2B5EF4-FFF2-40B4-BE49-F238E27FC236}">
                    <a16:creationId xmlns:a16="http://schemas.microsoft.com/office/drawing/2014/main" id="{8580828C-A1CA-E458-1B0C-2D8DDDCDF0EF}"/>
                  </a:ext>
                </a:extLst>
              </p:cNvPr>
              <p:cNvSpPr/>
              <p:nvPr/>
            </p:nvSpPr>
            <p:spPr>
              <a:xfrm>
                <a:off x="3698125" y="573000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11" name="Cube 110">
                <a:extLst>
                  <a:ext uri="{FF2B5EF4-FFF2-40B4-BE49-F238E27FC236}">
                    <a16:creationId xmlns:a16="http://schemas.microsoft.com/office/drawing/2014/main" id="{58A542E7-4FE7-5A65-98D1-C5CAF8ED0754}"/>
                  </a:ext>
                </a:extLst>
              </p:cNvPr>
              <p:cNvSpPr/>
              <p:nvPr/>
            </p:nvSpPr>
            <p:spPr>
              <a:xfrm>
                <a:off x="3698125" y="515960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12" name="Cube 111">
                <a:extLst>
                  <a:ext uri="{FF2B5EF4-FFF2-40B4-BE49-F238E27FC236}">
                    <a16:creationId xmlns:a16="http://schemas.microsoft.com/office/drawing/2014/main" id="{3EDE662D-F765-D15A-81A1-A67D669D9E18}"/>
                  </a:ext>
                </a:extLst>
              </p:cNvPr>
              <p:cNvSpPr/>
              <p:nvPr/>
            </p:nvSpPr>
            <p:spPr>
              <a:xfrm>
                <a:off x="3698125" y="458920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13" name="Cube 112">
                <a:extLst>
                  <a:ext uri="{FF2B5EF4-FFF2-40B4-BE49-F238E27FC236}">
                    <a16:creationId xmlns:a16="http://schemas.microsoft.com/office/drawing/2014/main" id="{11AB2AAD-F6BC-1844-9F5D-FA20EA100E8D}"/>
                  </a:ext>
                </a:extLst>
              </p:cNvPr>
              <p:cNvSpPr/>
              <p:nvPr/>
            </p:nvSpPr>
            <p:spPr>
              <a:xfrm>
                <a:off x="3698125" y="401879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14" name="Cube 113">
                <a:extLst>
                  <a:ext uri="{FF2B5EF4-FFF2-40B4-BE49-F238E27FC236}">
                    <a16:creationId xmlns:a16="http://schemas.microsoft.com/office/drawing/2014/main" id="{BA0E7A14-BC8D-8A63-BE26-BA41693F7CFA}"/>
                  </a:ext>
                </a:extLst>
              </p:cNvPr>
              <p:cNvSpPr/>
              <p:nvPr/>
            </p:nvSpPr>
            <p:spPr>
              <a:xfrm>
                <a:off x="3698125" y="344839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15" name="Cube 114">
                <a:extLst>
                  <a:ext uri="{FF2B5EF4-FFF2-40B4-BE49-F238E27FC236}">
                    <a16:creationId xmlns:a16="http://schemas.microsoft.com/office/drawing/2014/main" id="{0446070D-0D2F-8DCE-8086-8939CCF760AE}"/>
                  </a:ext>
                </a:extLst>
              </p:cNvPr>
              <p:cNvSpPr/>
              <p:nvPr/>
            </p:nvSpPr>
            <p:spPr>
              <a:xfrm>
                <a:off x="3698125" y="287798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16" name="Cube 115">
                <a:extLst>
                  <a:ext uri="{FF2B5EF4-FFF2-40B4-BE49-F238E27FC236}">
                    <a16:creationId xmlns:a16="http://schemas.microsoft.com/office/drawing/2014/main" id="{7D62F309-FF5B-7112-DE09-389E06C4F1AB}"/>
                  </a:ext>
                </a:extLst>
              </p:cNvPr>
              <p:cNvSpPr/>
              <p:nvPr/>
            </p:nvSpPr>
            <p:spPr>
              <a:xfrm>
                <a:off x="3698125" y="230758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17" name="Cube 116">
                <a:extLst>
                  <a:ext uri="{FF2B5EF4-FFF2-40B4-BE49-F238E27FC236}">
                    <a16:creationId xmlns:a16="http://schemas.microsoft.com/office/drawing/2014/main" id="{7ACF99C6-9F39-5FE1-CFCD-E56A03A12C25}"/>
                  </a:ext>
                </a:extLst>
              </p:cNvPr>
              <p:cNvSpPr/>
              <p:nvPr/>
            </p:nvSpPr>
            <p:spPr>
              <a:xfrm>
                <a:off x="3698125" y="173718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18" name="Cube 117">
                <a:extLst>
                  <a:ext uri="{FF2B5EF4-FFF2-40B4-BE49-F238E27FC236}">
                    <a16:creationId xmlns:a16="http://schemas.microsoft.com/office/drawing/2014/main" id="{F0241333-D6FE-0C42-F6F7-E7C56171D395}"/>
                  </a:ext>
                </a:extLst>
              </p:cNvPr>
              <p:cNvSpPr/>
              <p:nvPr/>
            </p:nvSpPr>
            <p:spPr>
              <a:xfrm>
                <a:off x="3698125" y="116677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19" name="Cube 118">
                <a:extLst>
                  <a:ext uri="{FF2B5EF4-FFF2-40B4-BE49-F238E27FC236}">
                    <a16:creationId xmlns:a16="http://schemas.microsoft.com/office/drawing/2014/main" id="{4050B0F7-0155-023A-459D-E3BD67D9A6EE}"/>
                  </a:ext>
                </a:extLst>
              </p:cNvPr>
              <p:cNvSpPr/>
              <p:nvPr/>
            </p:nvSpPr>
            <p:spPr>
              <a:xfrm>
                <a:off x="3698125" y="59637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</p:grpSp>
        <p:grpSp>
          <p:nvGrpSpPr>
            <p:cNvPr id="22" name="Group 21">
              <a:extLst>
                <a:ext uri="{FF2B5EF4-FFF2-40B4-BE49-F238E27FC236}">
                  <a16:creationId xmlns:a16="http://schemas.microsoft.com/office/drawing/2014/main" id="{C2A5A257-E09A-6113-280D-264B82F2DC0E}"/>
                </a:ext>
              </a:extLst>
            </p:cNvPr>
            <p:cNvGrpSpPr/>
            <p:nvPr/>
          </p:nvGrpSpPr>
          <p:grpSpPr>
            <a:xfrm>
              <a:off x="1545128" y="546495"/>
              <a:ext cx="764771" cy="5898407"/>
              <a:chOff x="3698125" y="596372"/>
              <a:chExt cx="764771" cy="5898407"/>
            </a:xfrm>
            <a:solidFill>
              <a:srgbClr val="3786CD"/>
            </a:solidFill>
          </p:grpSpPr>
          <p:sp>
            <p:nvSpPr>
              <p:cNvPr id="100" name="Cube 99">
                <a:extLst>
                  <a:ext uri="{FF2B5EF4-FFF2-40B4-BE49-F238E27FC236}">
                    <a16:creationId xmlns:a16="http://schemas.microsoft.com/office/drawing/2014/main" id="{E818AC96-5AE7-F468-B742-1D7FABA4BFA9}"/>
                  </a:ext>
                </a:extLst>
              </p:cNvPr>
              <p:cNvSpPr/>
              <p:nvPr/>
            </p:nvSpPr>
            <p:spPr>
              <a:xfrm>
                <a:off x="3698125" y="573000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01" name="Cube 100">
                <a:extLst>
                  <a:ext uri="{FF2B5EF4-FFF2-40B4-BE49-F238E27FC236}">
                    <a16:creationId xmlns:a16="http://schemas.microsoft.com/office/drawing/2014/main" id="{A7A77CA9-3CB4-1930-D8D7-1A25471E07D0}"/>
                  </a:ext>
                </a:extLst>
              </p:cNvPr>
              <p:cNvSpPr/>
              <p:nvPr/>
            </p:nvSpPr>
            <p:spPr>
              <a:xfrm>
                <a:off x="3698125" y="515960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02" name="Cube 101">
                <a:extLst>
                  <a:ext uri="{FF2B5EF4-FFF2-40B4-BE49-F238E27FC236}">
                    <a16:creationId xmlns:a16="http://schemas.microsoft.com/office/drawing/2014/main" id="{1C60FB66-F5C7-3B11-8408-B936C84FA8C2}"/>
                  </a:ext>
                </a:extLst>
              </p:cNvPr>
              <p:cNvSpPr/>
              <p:nvPr/>
            </p:nvSpPr>
            <p:spPr>
              <a:xfrm>
                <a:off x="3698125" y="458920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03" name="Cube 102">
                <a:extLst>
                  <a:ext uri="{FF2B5EF4-FFF2-40B4-BE49-F238E27FC236}">
                    <a16:creationId xmlns:a16="http://schemas.microsoft.com/office/drawing/2014/main" id="{AFD96860-E27D-9E0A-F485-7317021ACB32}"/>
                  </a:ext>
                </a:extLst>
              </p:cNvPr>
              <p:cNvSpPr/>
              <p:nvPr/>
            </p:nvSpPr>
            <p:spPr>
              <a:xfrm>
                <a:off x="3698125" y="401879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04" name="Cube 103">
                <a:extLst>
                  <a:ext uri="{FF2B5EF4-FFF2-40B4-BE49-F238E27FC236}">
                    <a16:creationId xmlns:a16="http://schemas.microsoft.com/office/drawing/2014/main" id="{367EF773-45E1-D7FF-056A-88D76C4CD196}"/>
                  </a:ext>
                </a:extLst>
              </p:cNvPr>
              <p:cNvSpPr/>
              <p:nvPr/>
            </p:nvSpPr>
            <p:spPr>
              <a:xfrm>
                <a:off x="3698125" y="344839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05" name="Cube 104">
                <a:extLst>
                  <a:ext uri="{FF2B5EF4-FFF2-40B4-BE49-F238E27FC236}">
                    <a16:creationId xmlns:a16="http://schemas.microsoft.com/office/drawing/2014/main" id="{8AA82940-B2D3-AE8B-618A-E34C30B379D4}"/>
                  </a:ext>
                </a:extLst>
              </p:cNvPr>
              <p:cNvSpPr/>
              <p:nvPr/>
            </p:nvSpPr>
            <p:spPr>
              <a:xfrm>
                <a:off x="3698125" y="287798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06" name="Cube 105">
                <a:extLst>
                  <a:ext uri="{FF2B5EF4-FFF2-40B4-BE49-F238E27FC236}">
                    <a16:creationId xmlns:a16="http://schemas.microsoft.com/office/drawing/2014/main" id="{9E315387-9828-D2B0-CDAC-5637FD02824A}"/>
                  </a:ext>
                </a:extLst>
              </p:cNvPr>
              <p:cNvSpPr/>
              <p:nvPr/>
            </p:nvSpPr>
            <p:spPr>
              <a:xfrm>
                <a:off x="3698125" y="230758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07" name="Cube 106">
                <a:extLst>
                  <a:ext uri="{FF2B5EF4-FFF2-40B4-BE49-F238E27FC236}">
                    <a16:creationId xmlns:a16="http://schemas.microsoft.com/office/drawing/2014/main" id="{9A1CA2A8-D86C-ED0C-9C4A-7E1225B0FDD0}"/>
                  </a:ext>
                </a:extLst>
              </p:cNvPr>
              <p:cNvSpPr/>
              <p:nvPr/>
            </p:nvSpPr>
            <p:spPr>
              <a:xfrm>
                <a:off x="3698125" y="173718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08" name="Cube 107">
                <a:extLst>
                  <a:ext uri="{FF2B5EF4-FFF2-40B4-BE49-F238E27FC236}">
                    <a16:creationId xmlns:a16="http://schemas.microsoft.com/office/drawing/2014/main" id="{50FD2978-2104-7136-8879-0695C2304B32}"/>
                  </a:ext>
                </a:extLst>
              </p:cNvPr>
              <p:cNvSpPr/>
              <p:nvPr/>
            </p:nvSpPr>
            <p:spPr>
              <a:xfrm>
                <a:off x="3698125" y="116677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09" name="Cube 108">
                <a:extLst>
                  <a:ext uri="{FF2B5EF4-FFF2-40B4-BE49-F238E27FC236}">
                    <a16:creationId xmlns:a16="http://schemas.microsoft.com/office/drawing/2014/main" id="{D5E18AD6-1296-0DE0-3098-20FC6A1C449C}"/>
                  </a:ext>
                </a:extLst>
              </p:cNvPr>
              <p:cNvSpPr/>
              <p:nvPr/>
            </p:nvSpPr>
            <p:spPr>
              <a:xfrm>
                <a:off x="3698125" y="59637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</p:grpSp>
        <p:grpSp>
          <p:nvGrpSpPr>
            <p:cNvPr id="23" name="Group 22">
              <a:extLst>
                <a:ext uri="{FF2B5EF4-FFF2-40B4-BE49-F238E27FC236}">
                  <a16:creationId xmlns:a16="http://schemas.microsoft.com/office/drawing/2014/main" id="{C9AF6598-6CE6-6A37-E71B-4FB325CAC86E}"/>
                </a:ext>
              </a:extLst>
            </p:cNvPr>
            <p:cNvGrpSpPr/>
            <p:nvPr/>
          </p:nvGrpSpPr>
          <p:grpSpPr>
            <a:xfrm>
              <a:off x="2110393" y="546495"/>
              <a:ext cx="764771" cy="5898407"/>
              <a:chOff x="3698125" y="596372"/>
              <a:chExt cx="764771" cy="5898407"/>
            </a:xfrm>
            <a:solidFill>
              <a:srgbClr val="3786CD"/>
            </a:solidFill>
          </p:grpSpPr>
          <p:sp>
            <p:nvSpPr>
              <p:cNvPr id="90" name="Cube 89">
                <a:extLst>
                  <a:ext uri="{FF2B5EF4-FFF2-40B4-BE49-F238E27FC236}">
                    <a16:creationId xmlns:a16="http://schemas.microsoft.com/office/drawing/2014/main" id="{4C4D3346-9A55-3865-8EA5-8F620A557CD3}"/>
                  </a:ext>
                </a:extLst>
              </p:cNvPr>
              <p:cNvSpPr/>
              <p:nvPr/>
            </p:nvSpPr>
            <p:spPr>
              <a:xfrm>
                <a:off x="3698125" y="573000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91" name="Cube 90">
                <a:extLst>
                  <a:ext uri="{FF2B5EF4-FFF2-40B4-BE49-F238E27FC236}">
                    <a16:creationId xmlns:a16="http://schemas.microsoft.com/office/drawing/2014/main" id="{13CF11F9-A389-2B64-C71E-12E0F69E92EB}"/>
                  </a:ext>
                </a:extLst>
              </p:cNvPr>
              <p:cNvSpPr/>
              <p:nvPr/>
            </p:nvSpPr>
            <p:spPr>
              <a:xfrm>
                <a:off x="3698125" y="515960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92" name="Cube 91">
                <a:extLst>
                  <a:ext uri="{FF2B5EF4-FFF2-40B4-BE49-F238E27FC236}">
                    <a16:creationId xmlns:a16="http://schemas.microsoft.com/office/drawing/2014/main" id="{380C3706-5F61-86FC-7842-77C123456ECA}"/>
                  </a:ext>
                </a:extLst>
              </p:cNvPr>
              <p:cNvSpPr/>
              <p:nvPr/>
            </p:nvSpPr>
            <p:spPr>
              <a:xfrm>
                <a:off x="3698125" y="458920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93" name="Cube 92">
                <a:extLst>
                  <a:ext uri="{FF2B5EF4-FFF2-40B4-BE49-F238E27FC236}">
                    <a16:creationId xmlns:a16="http://schemas.microsoft.com/office/drawing/2014/main" id="{2C54A134-5316-6452-CE95-60BC0790B68A}"/>
                  </a:ext>
                </a:extLst>
              </p:cNvPr>
              <p:cNvSpPr/>
              <p:nvPr/>
            </p:nvSpPr>
            <p:spPr>
              <a:xfrm>
                <a:off x="3698125" y="401879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94" name="Cube 93">
                <a:extLst>
                  <a:ext uri="{FF2B5EF4-FFF2-40B4-BE49-F238E27FC236}">
                    <a16:creationId xmlns:a16="http://schemas.microsoft.com/office/drawing/2014/main" id="{6904AFE9-E2EE-7915-7074-9C1F7673E463}"/>
                  </a:ext>
                </a:extLst>
              </p:cNvPr>
              <p:cNvSpPr/>
              <p:nvPr/>
            </p:nvSpPr>
            <p:spPr>
              <a:xfrm>
                <a:off x="3698125" y="344839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95" name="Cube 94">
                <a:extLst>
                  <a:ext uri="{FF2B5EF4-FFF2-40B4-BE49-F238E27FC236}">
                    <a16:creationId xmlns:a16="http://schemas.microsoft.com/office/drawing/2014/main" id="{688B5012-5400-DC07-25A8-6C521CA2D89C}"/>
                  </a:ext>
                </a:extLst>
              </p:cNvPr>
              <p:cNvSpPr/>
              <p:nvPr/>
            </p:nvSpPr>
            <p:spPr>
              <a:xfrm>
                <a:off x="3698125" y="287798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96" name="Cube 95">
                <a:extLst>
                  <a:ext uri="{FF2B5EF4-FFF2-40B4-BE49-F238E27FC236}">
                    <a16:creationId xmlns:a16="http://schemas.microsoft.com/office/drawing/2014/main" id="{90741A23-9662-142A-2619-F33E68109DD0}"/>
                  </a:ext>
                </a:extLst>
              </p:cNvPr>
              <p:cNvSpPr/>
              <p:nvPr/>
            </p:nvSpPr>
            <p:spPr>
              <a:xfrm>
                <a:off x="3698125" y="230758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97" name="Cube 96">
                <a:extLst>
                  <a:ext uri="{FF2B5EF4-FFF2-40B4-BE49-F238E27FC236}">
                    <a16:creationId xmlns:a16="http://schemas.microsoft.com/office/drawing/2014/main" id="{B69A6256-2AD1-C652-FEC8-F09723DD82DF}"/>
                  </a:ext>
                </a:extLst>
              </p:cNvPr>
              <p:cNvSpPr/>
              <p:nvPr/>
            </p:nvSpPr>
            <p:spPr>
              <a:xfrm>
                <a:off x="3698125" y="173718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98" name="Cube 97">
                <a:extLst>
                  <a:ext uri="{FF2B5EF4-FFF2-40B4-BE49-F238E27FC236}">
                    <a16:creationId xmlns:a16="http://schemas.microsoft.com/office/drawing/2014/main" id="{933213EA-BE34-08AD-7310-76678800E98D}"/>
                  </a:ext>
                </a:extLst>
              </p:cNvPr>
              <p:cNvSpPr/>
              <p:nvPr/>
            </p:nvSpPr>
            <p:spPr>
              <a:xfrm>
                <a:off x="3698125" y="116677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99" name="Cube 98">
                <a:extLst>
                  <a:ext uri="{FF2B5EF4-FFF2-40B4-BE49-F238E27FC236}">
                    <a16:creationId xmlns:a16="http://schemas.microsoft.com/office/drawing/2014/main" id="{EB6990E3-86FF-F149-9609-8DA4650A507C}"/>
                  </a:ext>
                </a:extLst>
              </p:cNvPr>
              <p:cNvSpPr/>
              <p:nvPr/>
            </p:nvSpPr>
            <p:spPr>
              <a:xfrm>
                <a:off x="3698125" y="59637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</p:grpSp>
        <p:grpSp>
          <p:nvGrpSpPr>
            <p:cNvPr id="24" name="Group 23">
              <a:extLst>
                <a:ext uri="{FF2B5EF4-FFF2-40B4-BE49-F238E27FC236}">
                  <a16:creationId xmlns:a16="http://schemas.microsoft.com/office/drawing/2014/main" id="{11FA7CFA-E724-B0E3-F1E7-6327AA6AE749}"/>
                </a:ext>
              </a:extLst>
            </p:cNvPr>
            <p:cNvGrpSpPr/>
            <p:nvPr/>
          </p:nvGrpSpPr>
          <p:grpSpPr>
            <a:xfrm>
              <a:off x="2675658" y="546495"/>
              <a:ext cx="764771" cy="5898407"/>
              <a:chOff x="3698125" y="596372"/>
              <a:chExt cx="764771" cy="5898407"/>
            </a:xfrm>
            <a:solidFill>
              <a:srgbClr val="3786CD"/>
            </a:solidFill>
          </p:grpSpPr>
          <p:sp>
            <p:nvSpPr>
              <p:cNvPr id="80" name="Cube 79">
                <a:extLst>
                  <a:ext uri="{FF2B5EF4-FFF2-40B4-BE49-F238E27FC236}">
                    <a16:creationId xmlns:a16="http://schemas.microsoft.com/office/drawing/2014/main" id="{7FC86115-491E-5BA4-A709-C6E38F07D80B}"/>
                  </a:ext>
                </a:extLst>
              </p:cNvPr>
              <p:cNvSpPr/>
              <p:nvPr/>
            </p:nvSpPr>
            <p:spPr>
              <a:xfrm>
                <a:off x="3698125" y="573000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81" name="Cube 80">
                <a:extLst>
                  <a:ext uri="{FF2B5EF4-FFF2-40B4-BE49-F238E27FC236}">
                    <a16:creationId xmlns:a16="http://schemas.microsoft.com/office/drawing/2014/main" id="{A160A3FE-9056-0509-C67C-D679ABF6EEF1}"/>
                  </a:ext>
                </a:extLst>
              </p:cNvPr>
              <p:cNvSpPr/>
              <p:nvPr/>
            </p:nvSpPr>
            <p:spPr>
              <a:xfrm>
                <a:off x="3698125" y="515960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82" name="Cube 81">
                <a:extLst>
                  <a:ext uri="{FF2B5EF4-FFF2-40B4-BE49-F238E27FC236}">
                    <a16:creationId xmlns:a16="http://schemas.microsoft.com/office/drawing/2014/main" id="{EF94039B-0A72-17A5-5290-9E33AC6CE6B0}"/>
                  </a:ext>
                </a:extLst>
              </p:cNvPr>
              <p:cNvSpPr/>
              <p:nvPr/>
            </p:nvSpPr>
            <p:spPr>
              <a:xfrm>
                <a:off x="3698125" y="458920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83" name="Cube 82">
                <a:extLst>
                  <a:ext uri="{FF2B5EF4-FFF2-40B4-BE49-F238E27FC236}">
                    <a16:creationId xmlns:a16="http://schemas.microsoft.com/office/drawing/2014/main" id="{85709010-B534-6D10-86C1-EB13F6163839}"/>
                  </a:ext>
                </a:extLst>
              </p:cNvPr>
              <p:cNvSpPr/>
              <p:nvPr/>
            </p:nvSpPr>
            <p:spPr>
              <a:xfrm>
                <a:off x="3698125" y="401879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84" name="Cube 83">
                <a:extLst>
                  <a:ext uri="{FF2B5EF4-FFF2-40B4-BE49-F238E27FC236}">
                    <a16:creationId xmlns:a16="http://schemas.microsoft.com/office/drawing/2014/main" id="{87C6F264-3A44-84A5-EB4A-5A85132D8DC0}"/>
                  </a:ext>
                </a:extLst>
              </p:cNvPr>
              <p:cNvSpPr/>
              <p:nvPr/>
            </p:nvSpPr>
            <p:spPr>
              <a:xfrm>
                <a:off x="3698125" y="344839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85" name="Cube 84">
                <a:extLst>
                  <a:ext uri="{FF2B5EF4-FFF2-40B4-BE49-F238E27FC236}">
                    <a16:creationId xmlns:a16="http://schemas.microsoft.com/office/drawing/2014/main" id="{74CABBAA-5981-3FAC-DC03-F5A6494C08A6}"/>
                  </a:ext>
                </a:extLst>
              </p:cNvPr>
              <p:cNvSpPr/>
              <p:nvPr/>
            </p:nvSpPr>
            <p:spPr>
              <a:xfrm>
                <a:off x="3698125" y="287798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86" name="Cube 85">
                <a:extLst>
                  <a:ext uri="{FF2B5EF4-FFF2-40B4-BE49-F238E27FC236}">
                    <a16:creationId xmlns:a16="http://schemas.microsoft.com/office/drawing/2014/main" id="{8C58ABA6-D2D8-BA9D-92A3-7ED6FEAA2561}"/>
                  </a:ext>
                </a:extLst>
              </p:cNvPr>
              <p:cNvSpPr/>
              <p:nvPr/>
            </p:nvSpPr>
            <p:spPr>
              <a:xfrm>
                <a:off x="3698125" y="230758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87" name="Cube 86">
                <a:extLst>
                  <a:ext uri="{FF2B5EF4-FFF2-40B4-BE49-F238E27FC236}">
                    <a16:creationId xmlns:a16="http://schemas.microsoft.com/office/drawing/2014/main" id="{2FF2E52D-EFBB-FEF4-3820-99E564DB1830}"/>
                  </a:ext>
                </a:extLst>
              </p:cNvPr>
              <p:cNvSpPr/>
              <p:nvPr/>
            </p:nvSpPr>
            <p:spPr>
              <a:xfrm>
                <a:off x="3698125" y="173718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88" name="Cube 87">
                <a:extLst>
                  <a:ext uri="{FF2B5EF4-FFF2-40B4-BE49-F238E27FC236}">
                    <a16:creationId xmlns:a16="http://schemas.microsoft.com/office/drawing/2014/main" id="{D10ADCF5-A0E9-CF37-1A40-8448991E1C50}"/>
                  </a:ext>
                </a:extLst>
              </p:cNvPr>
              <p:cNvSpPr/>
              <p:nvPr/>
            </p:nvSpPr>
            <p:spPr>
              <a:xfrm>
                <a:off x="3698125" y="116677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89" name="Cube 88">
                <a:extLst>
                  <a:ext uri="{FF2B5EF4-FFF2-40B4-BE49-F238E27FC236}">
                    <a16:creationId xmlns:a16="http://schemas.microsoft.com/office/drawing/2014/main" id="{A349A523-0EF6-3FA3-3598-7FF04DBAFCF0}"/>
                  </a:ext>
                </a:extLst>
              </p:cNvPr>
              <p:cNvSpPr/>
              <p:nvPr/>
            </p:nvSpPr>
            <p:spPr>
              <a:xfrm>
                <a:off x="3698125" y="59637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</p:grpSp>
        <p:grpSp>
          <p:nvGrpSpPr>
            <p:cNvPr id="25" name="Group 24">
              <a:extLst>
                <a:ext uri="{FF2B5EF4-FFF2-40B4-BE49-F238E27FC236}">
                  <a16:creationId xmlns:a16="http://schemas.microsoft.com/office/drawing/2014/main" id="{818FDE33-8B49-E4CF-544D-0B9123BBC108}"/>
                </a:ext>
              </a:extLst>
            </p:cNvPr>
            <p:cNvGrpSpPr/>
            <p:nvPr/>
          </p:nvGrpSpPr>
          <p:grpSpPr>
            <a:xfrm>
              <a:off x="3240923" y="546495"/>
              <a:ext cx="764771" cy="5898407"/>
              <a:chOff x="3698125" y="596372"/>
              <a:chExt cx="764771" cy="5898407"/>
            </a:xfrm>
            <a:solidFill>
              <a:srgbClr val="3786CD"/>
            </a:solidFill>
          </p:grpSpPr>
          <p:sp>
            <p:nvSpPr>
              <p:cNvPr id="70" name="Cube 69">
                <a:extLst>
                  <a:ext uri="{FF2B5EF4-FFF2-40B4-BE49-F238E27FC236}">
                    <a16:creationId xmlns:a16="http://schemas.microsoft.com/office/drawing/2014/main" id="{E57C5DE1-AF6D-C100-2C43-4E3FCDE3868A}"/>
                  </a:ext>
                </a:extLst>
              </p:cNvPr>
              <p:cNvSpPr/>
              <p:nvPr/>
            </p:nvSpPr>
            <p:spPr>
              <a:xfrm>
                <a:off x="3698125" y="573000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71" name="Cube 70">
                <a:extLst>
                  <a:ext uri="{FF2B5EF4-FFF2-40B4-BE49-F238E27FC236}">
                    <a16:creationId xmlns:a16="http://schemas.microsoft.com/office/drawing/2014/main" id="{AC3BB8C0-F82F-C77A-56D6-B68A55618186}"/>
                  </a:ext>
                </a:extLst>
              </p:cNvPr>
              <p:cNvSpPr/>
              <p:nvPr/>
            </p:nvSpPr>
            <p:spPr>
              <a:xfrm>
                <a:off x="3698125" y="515960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72" name="Cube 71">
                <a:extLst>
                  <a:ext uri="{FF2B5EF4-FFF2-40B4-BE49-F238E27FC236}">
                    <a16:creationId xmlns:a16="http://schemas.microsoft.com/office/drawing/2014/main" id="{9EF20678-F13A-6F70-6F81-6AECA897AA06}"/>
                  </a:ext>
                </a:extLst>
              </p:cNvPr>
              <p:cNvSpPr/>
              <p:nvPr/>
            </p:nvSpPr>
            <p:spPr>
              <a:xfrm>
                <a:off x="3698125" y="458920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73" name="Cube 72">
                <a:extLst>
                  <a:ext uri="{FF2B5EF4-FFF2-40B4-BE49-F238E27FC236}">
                    <a16:creationId xmlns:a16="http://schemas.microsoft.com/office/drawing/2014/main" id="{7D86907D-78B4-CC9E-D820-3024C36A5A55}"/>
                  </a:ext>
                </a:extLst>
              </p:cNvPr>
              <p:cNvSpPr/>
              <p:nvPr/>
            </p:nvSpPr>
            <p:spPr>
              <a:xfrm>
                <a:off x="3698125" y="401879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74" name="Cube 73">
                <a:extLst>
                  <a:ext uri="{FF2B5EF4-FFF2-40B4-BE49-F238E27FC236}">
                    <a16:creationId xmlns:a16="http://schemas.microsoft.com/office/drawing/2014/main" id="{811CC0C2-36A2-F9E4-34A8-54F98FFAC8D0}"/>
                  </a:ext>
                </a:extLst>
              </p:cNvPr>
              <p:cNvSpPr/>
              <p:nvPr/>
            </p:nvSpPr>
            <p:spPr>
              <a:xfrm>
                <a:off x="3698125" y="344839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75" name="Cube 74">
                <a:extLst>
                  <a:ext uri="{FF2B5EF4-FFF2-40B4-BE49-F238E27FC236}">
                    <a16:creationId xmlns:a16="http://schemas.microsoft.com/office/drawing/2014/main" id="{BBAFE56F-0A6D-F6A3-E421-EAC99A313F16}"/>
                  </a:ext>
                </a:extLst>
              </p:cNvPr>
              <p:cNvSpPr/>
              <p:nvPr/>
            </p:nvSpPr>
            <p:spPr>
              <a:xfrm>
                <a:off x="3698125" y="287798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76" name="Cube 75">
                <a:extLst>
                  <a:ext uri="{FF2B5EF4-FFF2-40B4-BE49-F238E27FC236}">
                    <a16:creationId xmlns:a16="http://schemas.microsoft.com/office/drawing/2014/main" id="{69B38554-1895-E9B2-BEE8-A50752609A5C}"/>
                  </a:ext>
                </a:extLst>
              </p:cNvPr>
              <p:cNvSpPr/>
              <p:nvPr/>
            </p:nvSpPr>
            <p:spPr>
              <a:xfrm>
                <a:off x="3698125" y="230758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77" name="Cube 76">
                <a:extLst>
                  <a:ext uri="{FF2B5EF4-FFF2-40B4-BE49-F238E27FC236}">
                    <a16:creationId xmlns:a16="http://schemas.microsoft.com/office/drawing/2014/main" id="{10AD94DC-1A3A-602F-FA2D-FA62CF6430AC}"/>
                  </a:ext>
                </a:extLst>
              </p:cNvPr>
              <p:cNvSpPr/>
              <p:nvPr/>
            </p:nvSpPr>
            <p:spPr>
              <a:xfrm>
                <a:off x="3698125" y="173718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78" name="Cube 77">
                <a:extLst>
                  <a:ext uri="{FF2B5EF4-FFF2-40B4-BE49-F238E27FC236}">
                    <a16:creationId xmlns:a16="http://schemas.microsoft.com/office/drawing/2014/main" id="{E7BA5F0C-03DD-609E-4ECE-6CC6ED6B14C0}"/>
                  </a:ext>
                </a:extLst>
              </p:cNvPr>
              <p:cNvSpPr/>
              <p:nvPr/>
            </p:nvSpPr>
            <p:spPr>
              <a:xfrm>
                <a:off x="3698125" y="116677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79" name="Cube 78">
                <a:extLst>
                  <a:ext uri="{FF2B5EF4-FFF2-40B4-BE49-F238E27FC236}">
                    <a16:creationId xmlns:a16="http://schemas.microsoft.com/office/drawing/2014/main" id="{85BE7D37-1BA7-EBDE-DC7F-9F37F257B151}"/>
                  </a:ext>
                </a:extLst>
              </p:cNvPr>
              <p:cNvSpPr/>
              <p:nvPr/>
            </p:nvSpPr>
            <p:spPr>
              <a:xfrm>
                <a:off x="3698125" y="59637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</p:grpSp>
        <p:grpSp>
          <p:nvGrpSpPr>
            <p:cNvPr id="26" name="Group 25">
              <a:extLst>
                <a:ext uri="{FF2B5EF4-FFF2-40B4-BE49-F238E27FC236}">
                  <a16:creationId xmlns:a16="http://schemas.microsoft.com/office/drawing/2014/main" id="{68062829-0BFC-B054-A3F9-9E35FE94D946}"/>
                </a:ext>
              </a:extLst>
            </p:cNvPr>
            <p:cNvGrpSpPr/>
            <p:nvPr/>
          </p:nvGrpSpPr>
          <p:grpSpPr>
            <a:xfrm>
              <a:off x="3806188" y="546495"/>
              <a:ext cx="764771" cy="5898407"/>
              <a:chOff x="3698125" y="596372"/>
              <a:chExt cx="764771" cy="5898407"/>
            </a:xfrm>
            <a:solidFill>
              <a:srgbClr val="3786CD"/>
            </a:solidFill>
          </p:grpSpPr>
          <p:sp>
            <p:nvSpPr>
              <p:cNvPr id="60" name="Cube 59">
                <a:extLst>
                  <a:ext uri="{FF2B5EF4-FFF2-40B4-BE49-F238E27FC236}">
                    <a16:creationId xmlns:a16="http://schemas.microsoft.com/office/drawing/2014/main" id="{1FFE4EDB-6E39-1266-6F64-9866187CF801}"/>
                  </a:ext>
                </a:extLst>
              </p:cNvPr>
              <p:cNvSpPr/>
              <p:nvPr/>
            </p:nvSpPr>
            <p:spPr>
              <a:xfrm>
                <a:off x="3698125" y="573000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61" name="Cube 60">
                <a:extLst>
                  <a:ext uri="{FF2B5EF4-FFF2-40B4-BE49-F238E27FC236}">
                    <a16:creationId xmlns:a16="http://schemas.microsoft.com/office/drawing/2014/main" id="{D175A350-AA5E-5427-77AE-F5E1D472DA2E}"/>
                  </a:ext>
                </a:extLst>
              </p:cNvPr>
              <p:cNvSpPr/>
              <p:nvPr/>
            </p:nvSpPr>
            <p:spPr>
              <a:xfrm>
                <a:off x="3698125" y="515960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62" name="Cube 61">
                <a:extLst>
                  <a:ext uri="{FF2B5EF4-FFF2-40B4-BE49-F238E27FC236}">
                    <a16:creationId xmlns:a16="http://schemas.microsoft.com/office/drawing/2014/main" id="{5758F6F2-22EF-AC3B-A0C5-D640C274F8F5}"/>
                  </a:ext>
                </a:extLst>
              </p:cNvPr>
              <p:cNvSpPr/>
              <p:nvPr/>
            </p:nvSpPr>
            <p:spPr>
              <a:xfrm>
                <a:off x="3698125" y="458920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63" name="Cube 62">
                <a:extLst>
                  <a:ext uri="{FF2B5EF4-FFF2-40B4-BE49-F238E27FC236}">
                    <a16:creationId xmlns:a16="http://schemas.microsoft.com/office/drawing/2014/main" id="{2DF6720A-FC50-A351-DF28-FE583D2B5A7B}"/>
                  </a:ext>
                </a:extLst>
              </p:cNvPr>
              <p:cNvSpPr/>
              <p:nvPr/>
            </p:nvSpPr>
            <p:spPr>
              <a:xfrm>
                <a:off x="3698125" y="401879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64" name="Cube 63">
                <a:extLst>
                  <a:ext uri="{FF2B5EF4-FFF2-40B4-BE49-F238E27FC236}">
                    <a16:creationId xmlns:a16="http://schemas.microsoft.com/office/drawing/2014/main" id="{2EE3C6AB-9808-89FA-4B64-000D4E3E5D5D}"/>
                  </a:ext>
                </a:extLst>
              </p:cNvPr>
              <p:cNvSpPr/>
              <p:nvPr/>
            </p:nvSpPr>
            <p:spPr>
              <a:xfrm>
                <a:off x="3698125" y="344839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65" name="Cube 64">
                <a:extLst>
                  <a:ext uri="{FF2B5EF4-FFF2-40B4-BE49-F238E27FC236}">
                    <a16:creationId xmlns:a16="http://schemas.microsoft.com/office/drawing/2014/main" id="{741F8380-0614-B6F6-349E-69E2C1250DC3}"/>
                  </a:ext>
                </a:extLst>
              </p:cNvPr>
              <p:cNvSpPr/>
              <p:nvPr/>
            </p:nvSpPr>
            <p:spPr>
              <a:xfrm>
                <a:off x="3698125" y="287798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66" name="Cube 65">
                <a:extLst>
                  <a:ext uri="{FF2B5EF4-FFF2-40B4-BE49-F238E27FC236}">
                    <a16:creationId xmlns:a16="http://schemas.microsoft.com/office/drawing/2014/main" id="{8CEA6C36-DC59-26B9-C88B-D4BFB3A6597A}"/>
                  </a:ext>
                </a:extLst>
              </p:cNvPr>
              <p:cNvSpPr/>
              <p:nvPr/>
            </p:nvSpPr>
            <p:spPr>
              <a:xfrm>
                <a:off x="3698125" y="230758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67" name="Cube 66">
                <a:extLst>
                  <a:ext uri="{FF2B5EF4-FFF2-40B4-BE49-F238E27FC236}">
                    <a16:creationId xmlns:a16="http://schemas.microsoft.com/office/drawing/2014/main" id="{5E2B7AE6-72BC-4244-A059-55239C25BAE7}"/>
                  </a:ext>
                </a:extLst>
              </p:cNvPr>
              <p:cNvSpPr/>
              <p:nvPr/>
            </p:nvSpPr>
            <p:spPr>
              <a:xfrm>
                <a:off x="3698125" y="173718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68" name="Cube 67">
                <a:extLst>
                  <a:ext uri="{FF2B5EF4-FFF2-40B4-BE49-F238E27FC236}">
                    <a16:creationId xmlns:a16="http://schemas.microsoft.com/office/drawing/2014/main" id="{4DDA583C-CC83-5BC5-82E0-8BFF233503B6}"/>
                  </a:ext>
                </a:extLst>
              </p:cNvPr>
              <p:cNvSpPr/>
              <p:nvPr/>
            </p:nvSpPr>
            <p:spPr>
              <a:xfrm>
                <a:off x="3698125" y="116677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69" name="Cube 68">
                <a:extLst>
                  <a:ext uri="{FF2B5EF4-FFF2-40B4-BE49-F238E27FC236}">
                    <a16:creationId xmlns:a16="http://schemas.microsoft.com/office/drawing/2014/main" id="{883A5636-1140-10DF-AE60-905835BEDFB8}"/>
                  </a:ext>
                </a:extLst>
              </p:cNvPr>
              <p:cNvSpPr/>
              <p:nvPr/>
            </p:nvSpPr>
            <p:spPr>
              <a:xfrm>
                <a:off x="3698125" y="59637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</p:grpSp>
        <p:grpSp>
          <p:nvGrpSpPr>
            <p:cNvPr id="27" name="Group 26">
              <a:extLst>
                <a:ext uri="{FF2B5EF4-FFF2-40B4-BE49-F238E27FC236}">
                  <a16:creationId xmlns:a16="http://schemas.microsoft.com/office/drawing/2014/main" id="{561CB6B2-DD10-6EC4-8921-3A205D07449E}"/>
                </a:ext>
              </a:extLst>
            </p:cNvPr>
            <p:cNvGrpSpPr/>
            <p:nvPr/>
          </p:nvGrpSpPr>
          <p:grpSpPr>
            <a:xfrm>
              <a:off x="4371453" y="546495"/>
              <a:ext cx="764771" cy="5898407"/>
              <a:chOff x="3698125" y="596372"/>
              <a:chExt cx="764771" cy="5898407"/>
            </a:xfrm>
            <a:solidFill>
              <a:srgbClr val="3786CD"/>
            </a:solidFill>
          </p:grpSpPr>
          <p:sp>
            <p:nvSpPr>
              <p:cNvPr id="50" name="Cube 49">
                <a:extLst>
                  <a:ext uri="{FF2B5EF4-FFF2-40B4-BE49-F238E27FC236}">
                    <a16:creationId xmlns:a16="http://schemas.microsoft.com/office/drawing/2014/main" id="{DDCD29FC-3203-9EE8-E497-9FE2746A4814}"/>
                  </a:ext>
                </a:extLst>
              </p:cNvPr>
              <p:cNvSpPr/>
              <p:nvPr/>
            </p:nvSpPr>
            <p:spPr>
              <a:xfrm>
                <a:off x="3698125" y="573000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51" name="Cube 50">
                <a:extLst>
                  <a:ext uri="{FF2B5EF4-FFF2-40B4-BE49-F238E27FC236}">
                    <a16:creationId xmlns:a16="http://schemas.microsoft.com/office/drawing/2014/main" id="{110FCBA0-115D-AE34-6C31-68CFF681A474}"/>
                  </a:ext>
                </a:extLst>
              </p:cNvPr>
              <p:cNvSpPr/>
              <p:nvPr/>
            </p:nvSpPr>
            <p:spPr>
              <a:xfrm>
                <a:off x="3698125" y="515960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52" name="Cube 51">
                <a:extLst>
                  <a:ext uri="{FF2B5EF4-FFF2-40B4-BE49-F238E27FC236}">
                    <a16:creationId xmlns:a16="http://schemas.microsoft.com/office/drawing/2014/main" id="{A18BB897-6234-A519-2BB2-9871B9D17A58}"/>
                  </a:ext>
                </a:extLst>
              </p:cNvPr>
              <p:cNvSpPr/>
              <p:nvPr/>
            </p:nvSpPr>
            <p:spPr>
              <a:xfrm>
                <a:off x="3698125" y="458920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53" name="Cube 52">
                <a:extLst>
                  <a:ext uri="{FF2B5EF4-FFF2-40B4-BE49-F238E27FC236}">
                    <a16:creationId xmlns:a16="http://schemas.microsoft.com/office/drawing/2014/main" id="{A8E8BFF1-6BDB-8940-8393-435E62A321F5}"/>
                  </a:ext>
                </a:extLst>
              </p:cNvPr>
              <p:cNvSpPr/>
              <p:nvPr/>
            </p:nvSpPr>
            <p:spPr>
              <a:xfrm>
                <a:off x="3698125" y="401879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54" name="Cube 53">
                <a:extLst>
                  <a:ext uri="{FF2B5EF4-FFF2-40B4-BE49-F238E27FC236}">
                    <a16:creationId xmlns:a16="http://schemas.microsoft.com/office/drawing/2014/main" id="{785E480C-D5C0-984E-0EDB-E0CEC267D235}"/>
                  </a:ext>
                </a:extLst>
              </p:cNvPr>
              <p:cNvSpPr/>
              <p:nvPr/>
            </p:nvSpPr>
            <p:spPr>
              <a:xfrm>
                <a:off x="3698125" y="344839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55" name="Cube 54">
                <a:extLst>
                  <a:ext uri="{FF2B5EF4-FFF2-40B4-BE49-F238E27FC236}">
                    <a16:creationId xmlns:a16="http://schemas.microsoft.com/office/drawing/2014/main" id="{EC282A25-B369-AD26-F760-82FE0E31D7C0}"/>
                  </a:ext>
                </a:extLst>
              </p:cNvPr>
              <p:cNvSpPr/>
              <p:nvPr/>
            </p:nvSpPr>
            <p:spPr>
              <a:xfrm>
                <a:off x="3698125" y="287798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56" name="Cube 55">
                <a:extLst>
                  <a:ext uri="{FF2B5EF4-FFF2-40B4-BE49-F238E27FC236}">
                    <a16:creationId xmlns:a16="http://schemas.microsoft.com/office/drawing/2014/main" id="{C64AC073-CC01-C995-9F69-90358E447DC8}"/>
                  </a:ext>
                </a:extLst>
              </p:cNvPr>
              <p:cNvSpPr/>
              <p:nvPr/>
            </p:nvSpPr>
            <p:spPr>
              <a:xfrm>
                <a:off x="3698125" y="230758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57" name="Cube 56">
                <a:extLst>
                  <a:ext uri="{FF2B5EF4-FFF2-40B4-BE49-F238E27FC236}">
                    <a16:creationId xmlns:a16="http://schemas.microsoft.com/office/drawing/2014/main" id="{32B715EC-7C4A-7BBD-E3DE-68D439A7CD30}"/>
                  </a:ext>
                </a:extLst>
              </p:cNvPr>
              <p:cNvSpPr/>
              <p:nvPr/>
            </p:nvSpPr>
            <p:spPr>
              <a:xfrm>
                <a:off x="3698125" y="173718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58" name="Cube 57">
                <a:extLst>
                  <a:ext uri="{FF2B5EF4-FFF2-40B4-BE49-F238E27FC236}">
                    <a16:creationId xmlns:a16="http://schemas.microsoft.com/office/drawing/2014/main" id="{471DB6C3-1914-9179-CF0C-0290E89AFCE2}"/>
                  </a:ext>
                </a:extLst>
              </p:cNvPr>
              <p:cNvSpPr/>
              <p:nvPr/>
            </p:nvSpPr>
            <p:spPr>
              <a:xfrm>
                <a:off x="3698125" y="116677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59" name="Cube 58">
                <a:extLst>
                  <a:ext uri="{FF2B5EF4-FFF2-40B4-BE49-F238E27FC236}">
                    <a16:creationId xmlns:a16="http://schemas.microsoft.com/office/drawing/2014/main" id="{D4E552B2-DE15-9303-C30F-C1E621604A85}"/>
                  </a:ext>
                </a:extLst>
              </p:cNvPr>
              <p:cNvSpPr/>
              <p:nvPr/>
            </p:nvSpPr>
            <p:spPr>
              <a:xfrm>
                <a:off x="3698125" y="59637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</p:grpSp>
        <p:grpSp>
          <p:nvGrpSpPr>
            <p:cNvPr id="28" name="Group 27">
              <a:extLst>
                <a:ext uri="{FF2B5EF4-FFF2-40B4-BE49-F238E27FC236}">
                  <a16:creationId xmlns:a16="http://schemas.microsoft.com/office/drawing/2014/main" id="{51B264CC-1C4D-39C8-1C9B-7F8C841ACFB9}"/>
                </a:ext>
              </a:extLst>
            </p:cNvPr>
            <p:cNvGrpSpPr/>
            <p:nvPr/>
          </p:nvGrpSpPr>
          <p:grpSpPr>
            <a:xfrm>
              <a:off x="4936718" y="546495"/>
              <a:ext cx="764771" cy="5898407"/>
              <a:chOff x="3698125" y="596372"/>
              <a:chExt cx="764771" cy="5898407"/>
            </a:xfrm>
            <a:solidFill>
              <a:srgbClr val="3786CD"/>
            </a:solidFill>
          </p:grpSpPr>
          <p:sp>
            <p:nvSpPr>
              <p:cNvPr id="40" name="Cube 39">
                <a:extLst>
                  <a:ext uri="{FF2B5EF4-FFF2-40B4-BE49-F238E27FC236}">
                    <a16:creationId xmlns:a16="http://schemas.microsoft.com/office/drawing/2014/main" id="{1F9B5FA5-4A42-0059-C2D0-20A891C01136}"/>
                  </a:ext>
                </a:extLst>
              </p:cNvPr>
              <p:cNvSpPr/>
              <p:nvPr/>
            </p:nvSpPr>
            <p:spPr>
              <a:xfrm>
                <a:off x="3698125" y="573000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41" name="Cube 40">
                <a:extLst>
                  <a:ext uri="{FF2B5EF4-FFF2-40B4-BE49-F238E27FC236}">
                    <a16:creationId xmlns:a16="http://schemas.microsoft.com/office/drawing/2014/main" id="{5E20FA54-C4BF-C66F-0EEE-EBCA42E10C4D}"/>
                  </a:ext>
                </a:extLst>
              </p:cNvPr>
              <p:cNvSpPr/>
              <p:nvPr/>
            </p:nvSpPr>
            <p:spPr>
              <a:xfrm>
                <a:off x="3698125" y="515960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42" name="Cube 41">
                <a:extLst>
                  <a:ext uri="{FF2B5EF4-FFF2-40B4-BE49-F238E27FC236}">
                    <a16:creationId xmlns:a16="http://schemas.microsoft.com/office/drawing/2014/main" id="{9F99D1D7-062A-184F-B17E-5EC7948FDC8E}"/>
                  </a:ext>
                </a:extLst>
              </p:cNvPr>
              <p:cNvSpPr/>
              <p:nvPr/>
            </p:nvSpPr>
            <p:spPr>
              <a:xfrm>
                <a:off x="3698125" y="458920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43" name="Cube 42">
                <a:extLst>
                  <a:ext uri="{FF2B5EF4-FFF2-40B4-BE49-F238E27FC236}">
                    <a16:creationId xmlns:a16="http://schemas.microsoft.com/office/drawing/2014/main" id="{1656B0D0-9769-D343-080D-639AD5A882FF}"/>
                  </a:ext>
                </a:extLst>
              </p:cNvPr>
              <p:cNvSpPr/>
              <p:nvPr/>
            </p:nvSpPr>
            <p:spPr>
              <a:xfrm>
                <a:off x="3698125" y="401879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44" name="Cube 43">
                <a:extLst>
                  <a:ext uri="{FF2B5EF4-FFF2-40B4-BE49-F238E27FC236}">
                    <a16:creationId xmlns:a16="http://schemas.microsoft.com/office/drawing/2014/main" id="{DA64F743-FE61-8B30-3A53-876C3E34F423}"/>
                  </a:ext>
                </a:extLst>
              </p:cNvPr>
              <p:cNvSpPr/>
              <p:nvPr/>
            </p:nvSpPr>
            <p:spPr>
              <a:xfrm>
                <a:off x="3698125" y="344839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45" name="Cube 44">
                <a:extLst>
                  <a:ext uri="{FF2B5EF4-FFF2-40B4-BE49-F238E27FC236}">
                    <a16:creationId xmlns:a16="http://schemas.microsoft.com/office/drawing/2014/main" id="{CE0DC233-4477-129C-F643-30B7EB1DEF9E}"/>
                  </a:ext>
                </a:extLst>
              </p:cNvPr>
              <p:cNvSpPr/>
              <p:nvPr/>
            </p:nvSpPr>
            <p:spPr>
              <a:xfrm>
                <a:off x="3698125" y="287798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46" name="Cube 45">
                <a:extLst>
                  <a:ext uri="{FF2B5EF4-FFF2-40B4-BE49-F238E27FC236}">
                    <a16:creationId xmlns:a16="http://schemas.microsoft.com/office/drawing/2014/main" id="{DBB3BDBC-ACE2-9E12-1401-C1EF9EF7218A}"/>
                  </a:ext>
                </a:extLst>
              </p:cNvPr>
              <p:cNvSpPr/>
              <p:nvPr/>
            </p:nvSpPr>
            <p:spPr>
              <a:xfrm>
                <a:off x="3698125" y="230758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47" name="Cube 46">
                <a:extLst>
                  <a:ext uri="{FF2B5EF4-FFF2-40B4-BE49-F238E27FC236}">
                    <a16:creationId xmlns:a16="http://schemas.microsoft.com/office/drawing/2014/main" id="{5DB1A9E5-1B14-3C43-D418-467B2FD13D20}"/>
                  </a:ext>
                </a:extLst>
              </p:cNvPr>
              <p:cNvSpPr/>
              <p:nvPr/>
            </p:nvSpPr>
            <p:spPr>
              <a:xfrm>
                <a:off x="3698125" y="173718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48" name="Cube 47">
                <a:extLst>
                  <a:ext uri="{FF2B5EF4-FFF2-40B4-BE49-F238E27FC236}">
                    <a16:creationId xmlns:a16="http://schemas.microsoft.com/office/drawing/2014/main" id="{EF040A31-4600-03FC-CEDA-D960CD2FC8AE}"/>
                  </a:ext>
                </a:extLst>
              </p:cNvPr>
              <p:cNvSpPr/>
              <p:nvPr/>
            </p:nvSpPr>
            <p:spPr>
              <a:xfrm>
                <a:off x="3698125" y="116677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49" name="Cube 48">
                <a:extLst>
                  <a:ext uri="{FF2B5EF4-FFF2-40B4-BE49-F238E27FC236}">
                    <a16:creationId xmlns:a16="http://schemas.microsoft.com/office/drawing/2014/main" id="{C6FB9DBF-5A76-FC41-90F1-80B5D40068E8}"/>
                  </a:ext>
                </a:extLst>
              </p:cNvPr>
              <p:cNvSpPr/>
              <p:nvPr/>
            </p:nvSpPr>
            <p:spPr>
              <a:xfrm>
                <a:off x="3698125" y="59637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</p:grpSp>
        <p:grpSp>
          <p:nvGrpSpPr>
            <p:cNvPr id="29" name="Group 28">
              <a:extLst>
                <a:ext uri="{FF2B5EF4-FFF2-40B4-BE49-F238E27FC236}">
                  <a16:creationId xmlns:a16="http://schemas.microsoft.com/office/drawing/2014/main" id="{9E354686-C8C4-6EBF-653E-874CF68DBC20}"/>
                </a:ext>
              </a:extLst>
            </p:cNvPr>
            <p:cNvGrpSpPr/>
            <p:nvPr/>
          </p:nvGrpSpPr>
          <p:grpSpPr>
            <a:xfrm>
              <a:off x="5501983" y="546495"/>
              <a:ext cx="764771" cy="5898407"/>
              <a:chOff x="3698125" y="596372"/>
              <a:chExt cx="764771" cy="5898407"/>
            </a:xfrm>
            <a:solidFill>
              <a:srgbClr val="3786CD"/>
            </a:solidFill>
          </p:grpSpPr>
          <p:sp>
            <p:nvSpPr>
              <p:cNvPr id="30" name="Cube 29">
                <a:extLst>
                  <a:ext uri="{FF2B5EF4-FFF2-40B4-BE49-F238E27FC236}">
                    <a16:creationId xmlns:a16="http://schemas.microsoft.com/office/drawing/2014/main" id="{B1822CDE-F240-C040-F777-67246C3D60D7}"/>
                  </a:ext>
                </a:extLst>
              </p:cNvPr>
              <p:cNvSpPr/>
              <p:nvPr/>
            </p:nvSpPr>
            <p:spPr>
              <a:xfrm>
                <a:off x="3698125" y="573000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1" name="Cube 30">
                <a:extLst>
                  <a:ext uri="{FF2B5EF4-FFF2-40B4-BE49-F238E27FC236}">
                    <a16:creationId xmlns:a16="http://schemas.microsoft.com/office/drawing/2014/main" id="{104B9787-736B-4A34-5681-A89B305BBB02}"/>
                  </a:ext>
                </a:extLst>
              </p:cNvPr>
              <p:cNvSpPr/>
              <p:nvPr/>
            </p:nvSpPr>
            <p:spPr>
              <a:xfrm>
                <a:off x="3698125" y="515960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2" name="Cube 31">
                <a:extLst>
                  <a:ext uri="{FF2B5EF4-FFF2-40B4-BE49-F238E27FC236}">
                    <a16:creationId xmlns:a16="http://schemas.microsoft.com/office/drawing/2014/main" id="{77240130-EF10-22FA-3D64-B920789B8187}"/>
                  </a:ext>
                </a:extLst>
              </p:cNvPr>
              <p:cNvSpPr/>
              <p:nvPr/>
            </p:nvSpPr>
            <p:spPr>
              <a:xfrm>
                <a:off x="3698125" y="458920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3" name="Cube 32">
                <a:extLst>
                  <a:ext uri="{FF2B5EF4-FFF2-40B4-BE49-F238E27FC236}">
                    <a16:creationId xmlns:a16="http://schemas.microsoft.com/office/drawing/2014/main" id="{03F337E6-7056-815C-ECB7-786E61912FF8}"/>
                  </a:ext>
                </a:extLst>
              </p:cNvPr>
              <p:cNvSpPr/>
              <p:nvPr/>
            </p:nvSpPr>
            <p:spPr>
              <a:xfrm>
                <a:off x="3698125" y="401879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4" name="Cube 33">
                <a:extLst>
                  <a:ext uri="{FF2B5EF4-FFF2-40B4-BE49-F238E27FC236}">
                    <a16:creationId xmlns:a16="http://schemas.microsoft.com/office/drawing/2014/main" id="{CE37AFEA-54DE-681A-600A-3C9003CA9A66}"/>
                  </a:ext>
                </a:extLst>
              </p:cNvPr>
              <p:cNvSpPr/>
              <p:nvPr/>
            </p:nvSpPr>
            <p:spPr>
              <a:xfrm>
                <a:off x="3698125" y="344839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5" name="Cube 34">
                <a:extLst>
                  <a:ext uri="{FF2B5EF4-FFF2-40B4-BE49-F238E27FC236}">
                    <a16:creationId xmlns:a16="http://schemas.microsoft.com/office/drawing/2014/main" id="{DFE572B6-6AA6-89A6-BB7A-CDE155F094DB}"/>
                  </a:ext>
                </a:extLst>
              </p:cNvPr>
              <p:cNvSpPr/>
              <p:nvPr/>
            </p:nvSpPr>
            <p:spPr>
              <a:xfrm>
                <a:off x="3698125" y="287798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6" name="Cube 35">
                <a:extLst>
                  <a:ext uri="{FF2B5EF4-FFF2-40B4-BE49-F238E27FC236}">
                    <a16:creationId xmlns:a16="http://schemas.microsoft.com/office/drawing/2014/main" id="{6CE02682-7DDC-D8DE-20B1-2024A33F38BD}"/>
                  </a:ext>
                </a:extLst>
              </p:cNvPr>
              <p:cNvSpPr/>
              <p:nvPr/>
            </p:nvSpPr>
            <p:spPr>
              <a:xfrm>
                <a:off x="3698125" y="230758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7" name="Cube 36">
                <a:extLst>
                  <a:ext uri="{FF2B5EF4-FFF2-40B4-BE49-F238E27FC236}">
                    <a16:creationId xmlns:a16="http://schemas.microsoft.com/office/drawing/2014/main" id="{77624897-DC51-0519-350F-BD862390657F}"/>
                  </a:ext>
                </a:extLst>
              </p:cNvPr>
              <p:cNvSpPr/>
              <p:nvPr/>
            </p:nvSpPr>
            <p:spPr>
              <a:xfrm>
                <a:off x="3698125" y="173718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8" name="Cube 37">
                <a:extLst>
                  <a:ext uri="{FF2B5EF4-FFF2-40B4-BE49-F238E27FC236}">
                    <a16:creationId xmlns:a16="http://schemas.microsoft.com/office/drawing/2014/main" id="{29FF2263-BB7C-9A0C-18A6-4A95420B6985}"/>
                  </a:ext>
                </a:extLst>
              </p:cNvPr>
              <p:cNvSpPr/>
              <p:nvPr/>
            </p:nvSpPr>
            <p:spPr>
              <a:xfrm>
                <a:off x="3698125" y="116677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9" name="Cube 38">
                <a:extLst>
                  <a:ext uri="{FF2B5EF4-FFF2-40B4-BE49-F238E27FC236}">
                    <a16:creationId xmlns:a16="http://schemas.microsoft.com/office/drawing/2014/main" id="{021331B5-1148-17A1-27CE-68D1B5CDFD73}"/>
                  </a:ext>
                </a:extLst>
              </p:cNvPr>
              <p:cNvSpPr/>
              <p:nvPr/>
            </p:nvSpPr>
            <p:spPr>
              <a:xfrm>
                <a:off x="3698125" y="59637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</p:grpSp>
      </p:grpSp>
      <p:sp>
        <p:nvSpPr>
          <p:cNvPr id="131" name="Cube 130">
            <a:extLst>
              <a:ext uri="{FF2B5EF4-FFF2-40B4-BE49-F238E27FC236}">
                <a16:creationId xmlns:a16="http://schemas.microsoft.com/office/drawing/2014/main" id="{A931EBFE-8840-4803-84E1-DE179BCFF14F}"/>
              </a:ext>
            </a:extLst>
          </p:cNvPr>
          <p:cNvSpPr/>
          <p:nvPr/>
        </p:nvSpPr>
        <p:spPr>
          <a:xfrm>
            <a:off x="8075531" y="4362720"/>
            <a:ext cx="315285" cy="310879"/>
          </a:xfrm>
          <a:prstGeom prst="cube">
            <a:avLst/>
          </a:prstGeom>
          <a:solidFill>
            <a:srgbClr val="FFFF0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32" name="Cube 131">
            <a:extLst>
              <a:ext uri="{FF2B5EF4-FFF2-40B4-BE49-F238E27FC236}">
                <a16:creationId xmlns:a16="http://schemas.microsoft.com/office/drawing/2014/main" id="{F8905E10-CDBC-1311-771A-E53E2DCCFAD3}"/>
              </a:ext>
            </a:extLst>
          </p:cNvPr>
          <p:cNvSpPr/>
          <p:nvPr/>
        </p:nvSpPr>
        <p:spPr>
          <a:xfrm>
            <a:off x="8075531" y="4130850"/>
            <a:ext cx="315285" cy="310879"/>
          </a:xfrm>
          <a:prstGeom prst="cube">
            <a:avLst/>
          </a:prstGeom>
          <a:solidFill>
            <a:srgbClr val="FFFF0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33" name="Cube 132">
            <a:extLst>
              <a:ext uri="{FF2B5EF4-FFF2-40B4-BE49-F238E27FC236}">
                <a16:creationId xmlns:a16="http://schemas.microsoft.com/office/drawing/2014/main" id="{77A05E53-FCF7-9B3E-3B51-C6A3AA6550CF}"/>
              </a:ext>
            </a:extLst>
          </p:cNvPr>
          <p:cNvSpPr/>
          <p:nvPr/>
        </p:nvSpPr>
        <p:spPr>
          <a:xfrm>
            <a:off x="8075531" y="3898981"/>
            <a:ext cx="315285" cy="310879"/>
          </a:xfrm>
          <a:prstGeom prst="cube">
            <a:avLst/>
          </a:prstGeom>
          <a:solidFill>
            <a:srgbClr val="FFFF0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34" name="Cube 133">
            <a:extLst>
              <a:ext uri="{FF2B5EF4-FFF2-40B4-BE49-F238E27FC236}">
                <a16:creationId xmlns:a16="http://schemas.microsoft.com/office/drawing/2014/main" id="{6BA396C0-6031-7BE0-819D-C8097BC44A30}"/>
              </a:ext>
            </a:extLst>
          </p:cNvPr>
          <p:cNvSpPr/>
          <p:nvPr/>
        </p:nvSpPr>
        <p:spPr>
          <a:xfrm>
            <a:off x="8075531" y="3667112"/>
            <a:ext cx="315285" cy="310879"/>
          </a:xfrm>
          <a:prstGeom prst="cube">
            <a:avLst/>
          </a:prstGeom>
          <a:solidFill>
            <a:srgbClr val="FFFF0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grpSp>
        <p:nvGrpSpPr>
          <p:cNvPr id="141" name="Group 140">
            <a:extLst>
              <a:ext uri="{FF2B5EF4-FFF2-40B4-BE49-F238E27FC236}">
                <a16:creationId xmlns:a16="http://schemas.microsoft.com/office/drawing/2014/main" id="{FEB08508-96B7-283B-3324-7CA51BED9195}"/>
              </a:ext>
            </a:extLst>
          </p:cNvPr>
          <p:cNvGrpSpPr/>
          <p:nvPr/>
        </p:nvGrpSpPr>
        <p:grpSpPr>
          <a:xfrm>
            <a:off x="1584795" y="3207760"/>
            <a:ext cx="315285" cy="2397703"/>
            <a:chOff x="3698125" y="596372"/>
            <a:chExt cx="764771" cy="5898407"/>
          </a:xfrm>
          <a:solidFill>
            <a:srgbClr val="00C85A"/>
          </a:solidFill>
        </p:grpSpPr>
        <p:sp>
          <p:nvSpPr>
            <p:cNvPr id="142" name="Cube 141">
              <a:extLst>
                <a:ext uri="{FF2B5EF4-FFF2-40B4-BE49-F238E27FC236}">
                  <a16:creationId xmlns:a16="http://schemas.microsoft.com/office/drawing/2014/main" id="{A8097821-8E3D-3B35-DC99-96ED1C4CC936}"/>
                </a:ext>
              </a:extLst>
            </p:cNvPr>
            <p:cNvSpPr/>
            <p:nvPr/>
          </p:nvSpPr>
          <p:spPr>
            <a:xfrm>
              <a:off x="3698125" y="5730008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43" name="Cube 142">
              <a:extLst>
                <a:ext uri="{FF2B5EF4-FFF2-40B4-BE49-F238E27FC236}">
                  <a16:creationId xmlns:a16="http://schemas.microsoft.com/office/drawing/2014/main" id="{D30232D1-8E88-0A01-BEE9-4D50004D9C47}"/>
                </a:ext>
              </a:extLst>
            </p:cNvPr>
            <p:cNvSpPr/>
            <p:nvPr/>
          </p:nvSpPr>
          <p:spPr>
            <a:xfrm>
              <a:off x="3698125" y="5159604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44" name="Cube 143">
              <a:extLst>
                <a:ext uri="{FF2B5EF4-FFF2-40B4-BE49-F238E27FC236}">
                  <a16:creationId xmlns:a16="http://schemas.microsoft.com/office/drawing/2014/main" id="{B44A3FAD-D23B-759B-7D67-06DE089F0AE6}"/>
                </a:ext>
              </a:extLst>
            </p:cNvPr>
            <p:cNvSpPr/>
            <p:nvPr/>
          </p:nvSpPr>
          <p:spPr>
            <a:xfrm>
              <a:off x="3698125" y="4589200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45" name="Cube 144">
              <a:extLst>
                <a:ext uri="{FF2B5EF4-FFF2-40B4-BE49-F238E27FC236}">
                  <a16:creationId xmlns:a16="http://schemas.microsoft.com/office/drawing/2014/main" id="{D027D7E3-343D-9211-CE65-28BEB2506FCE}"/>
                </a:ext>
              </a:extLst>
            </p:cNvPr>
            <p:cNvSpPr/>
            <p:nvPr/>
          </p:nvSpPr>
          <p:spPr>
            <a:xfrm>
              <a:off x="3698125" y="4018796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46" name="Cube 145">
              <a:extLst>
                <a:ext uri="{FF2B5EF4-FFF2-40B4-BE49-F238E27FC236}">
                  <a16:creationId xmlns:a16="http://schemas.microsoft.com/office/drawing/2014/main" id="{AD0A4A08-EAD5-F848-4A65-44C5C5D1A183}"/>
                </a:ext>
              </a:extLst>
            </p:cNvPr>
            <p:cNvSpPr/>
            <p:nvPr/>
          </p:nvSpPr>
          <p:spPr>
            <a:xfrm>
              <a:off x="3698125" y="3448392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47" name="Cube 146">
              <a:extLst>
                <a:ext uri="{FF2B5EF4-FFF2-40B4-BE49-F238E27FC236}">
                  <a16:creationId xmlns:a16="http://schemas.microsoft.com/office/drawing/2014/main" id="{CB9EDB77-8308-1723-44CF-28ED3F8F4B32}"/>
                </a:ext>
              </a:extLst>
            </p:cNvPr>
            <p:cNvSpPr/>
            <p:nvPr/>
          </p:nvSpPr>
          <p:spPr>
            <a:xfrm>
              <a:off x="3698125" y="2877988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48" name="Cube 147">
              <a:extLst>
                <a:ext uri="{FF2B5EF4-FFF2-40B4-BE49-F238E27FC236}">
                  <a16:creationId xmlns:a16="http://schemas.microsoft.com/office/drawing/2014/main" id="{15E0B74A-513A-000B-B49B-A66FDE97A94B}"/>
                </a:ext>
              </a:extLst>
            </p:cNvPr>
            <p:cNvSpPr/>
            <p:nvPr/>
          </p:nvSpPr>
          <p:spPr>
            <a:xfrm>
              <a:off x="3698125" y="2307584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49" name="Cube 148">
              <a:extLst>
                <a:ext uri="{FF2B5EF4-FFF2-40B4-BE49-F238E27FC236}">
                  <a16:creationId xmlns:a16="http://schemas.microsoft.com/office/drawing/2014/main" id="{EA1030EA-5E04-B7A2-5862-08CFC8B640FF}"/>
                </a:ext>
              </a:extLst>
            </p:cNvPr>
            <p:cNvSpPr/>
            <p:nvPr/>
          </p:nvSpPr>
          <p:spPr>
            <a:xfrm>
              <a:off x="3698125" y="1737180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50" name="Cube 149">
              <a:extLst>
                <a:ext uri="{FF2B5EF4-FFF2-40B4-BE49-F238E27FC236}">
                  <a16:creationId xmlns:a16="http://schemas.microsoft.com/office/drawing/2014/main" id="{7663B8D2-DEFD-882B-3646-7D8F32F919DB}"/>
                </a:ext>
              </a:extLst>
            </p:cNvPr>
            <p:cNvSpPr/>
            <p:nvPr/>
          </p:nvSpPr>
          <p:spPr>
            <a:xfrm>
              <a:off x="3698125" y="1166776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51" name="Cube 150">
              <a:extLst>
                <a:ext uri="{FF2B5EF4-FFF2-40B4-BE49-F238E27FC236}">
                  <a16:creationId xmlns:a16="http://schemas.microsoft.com/office/drawing/2014/main" id="{AD25BE94-89A2-BFFD-602B-80AF47216C16}"/>
                </a:ext>
              </a:extLst>
            </p:cNvPr>
            <p:cNvSpPr/>
            <p:nvPr/>
          </p:nvSpPr>
          <p:spPr>
            <a:xfrm>
              <a:off x="3698125" y="596372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</p:grpSp>
      <p:sp>
        <p:nvSpPr>
          <p:cNvPr id="152" name="TextBox 151">
            <a:extLst>
              <a:ext uri="{FF2B5EF4-FFF2-40B4-BE49-F238E27FC236}">
                <a16:creationId xmlns:a16="http://schemas.microsoft.com/office/drawing/2014/main" id="{81DA2D93-BB10-C33F-368C-2DD412583608}"/>
              </a:ext>
            </a:extLst>
          </p:cNvPr>
          <p:cNvSpPr txBox="1"/>
          <p:nvPr/>
        </p:nvSpPr>
        <p:spPr>
          <a:xfrm>
            <a:off x="3056683" y="1299039"/>
            <a:ext cx="62869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800" dirty="0"/>
              <a:t>= 1</a:t>
            </a:r>
          </a:p>
        </p:txBody>
      </p:sp>
      <p:sp>
        <p:nvSpPr>
          <p:cNvPr id="164" name="TextBox 163">
            <a:extLst>
              <a:ext uri="{FF2B5EF4-FFF2-40B4-BE49-F238E27FC236}">
                <a16:creationId xmlns:a16="http://schemas.microsoft.com/office/drawing/2014/main" id="{93B7A31B-9032-7BFD-E306-F9016DCB90D4}"/>
              </a:ext>
            </a:extLst>
          </p:cNvPr>
          <p:cNvSpPr txBox="1"/>
          <p:nvPr/>
        </p:nvSpPr>
        <p:spPr>
          <a:xfrm>
            <a:off x="6589573" y="1176932"/>
            <a:ext cx="182614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0.3 + 0.04</a:t>
            </a:r>
          </a:p>
        </p:txBody>
      </p:sp>
      <p:sp>
        <p:nvSpPr>
          <p:cNvPr id="165" name="Cube 164">
            <a:extLst>
              <a:ext uri="{FF2B5EF4-FFF2-40B4-BE49-F238E27FC236}">
                <a16:creationId xmlns:a16="http://schemas.microsoft.com/office/drawing/2014/main" id="{DE882D38-C32D-4822-58A4-12FFDB66C05E}"/>
              </a:ext>
            </a:extLst>
          </p:cNvPr>
          <p:cNvSpPr/>
          <p:nvPr/>
        </p:nvSpPr>
        <p:spPr>
          <a:xfrm>
            <a:off x="1584795" y="6031921"/>
            <a:ext cx="315285" cy="310879"/>
          </a:xfrm>
          <a:prstGeom prst="cube">
            <a:avLst/>
          </a:prstGeom>
          <a:solidFill>
            <a:srgbClr val="FFFF0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66" name="TextBox 165">
            <a:extLst>
              <a:ext uri="{FF2B5EF4-FFF2-40B4-BE49-F238E27FC236}">
                <a16:creationId xmlns:a16="http://schemas.microsoft.com/office/drawing/2014/main" id="{7B273F84-13D9-3A5C-8DB3-5D557B8FC68E}"/>
              </a:ext>
            </a:extLst>
          </p:cNvPr>
          <p:cNvSpPr txBox="1"/>
          <p:nvPr/>
        </p:nvSpPr>
        <p:spPr>
          <a:xfrm>
            <a:off x="3056683" y="4145001"/>
            <a:ext cx="90281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800" dirty="0"/>
              <a:t>= 0.1</a:t>
            </a:r>
          </a:p>
        </p:txBody>
      </p:sp>
      <p:sp>
        <p:nvSpPr>
          <p:cNvPr id="167" name="TextBox 166">
            <a:extLst>
              <a:ext uri="{FF2B5EF4-FFF2-40B4-BE49-F238E27FC236}">
                <a16:creationId xmlns:a16="http://schemas.microsoft.com/office/drawing/2014/main" id="{200B87F2-7D06-6901-5F4E-C4ABD007DBF1}"/>
              </a:ext>
            </a:extLst>
          </p:cNvPr>
          <p:cNvSpPr txBox="1"/>
          <p:nvPr/>
        </p:nvSpPr>
        <p:spPr>
          <a:xfrm>
            <a:off x="3056683" y="5890089"/>
            <a:ext cx="108555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800" dirty="0"/>
              <a:t>= 0.01</a:t>
            </a:r>
          </a:p>
        </p:txBody>
      </p:sp>
      <p:cxnSp>
        <p:nvCxnSpPr>
          <p:cNvPr id="169" name="Straight Connector 168">
            <a:extLst>
              <a:ext uri="{FF2B5EF4-FFF2-40B4-BE49-F238E27FC236}">
                <a16:creationId xmlns:a16="http://schemas.microsoft.com/office/drawing/2014/main" id="{C3FBD059-E9A0-6FCC-5ED1-E402E022D28D}"/>
              </a:ext>
            </a:extLst>
          </p:cNvPr>
          <p:cNvCxnSpPr>
            <a:cxnSpLocks/>
          </p:cNvCxnSpPr>
          <p:nvPr/>
        </p:nvCxnSpPr>
        <p:spPr>
          <a:xfrm>
            <a:off x="4943475" y="266700"/>
            <a:ext cx="0" cy="6400800"/>
          </a:xfrm>
          <a:prstGeom prst="line">
            <a:avLst/>
          </a:prstGeom>
          <a:ln w="28575">
            <a:solidFill>
              <a:schemeClr val="bg1">
                <a:lumMod val="50000"/>
              </a:schemeClr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2" name="TextBox 171">
            <a:extLst>
              <a:ext uri="{FF2B5EF4-FFF2-40B4-BE49-F238E27FC236}">
                <a16:creationId xmlns:a16="http://schemas.microsoft.com/office/drawing/2014/main" id="{58CE4CC8-C8C7-A9D1-74F4-64877DD5079F}"/>
              </a:ext>
            </a:extLst>
          </p:cNvPr>
          <p:cNvSpPr txBox="1"/>
          <p:nvPr/>
        </p:nvSpPr>
        <p:spPr>
          <a:xfrm>
            <a:off x="5318577" y="383599"/>
            <a:ext cx="4466158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Төмөнкүлөрдү билдирүү үчүн </a:t>
            </a:r>
          </a:p>
          <a:p>
            <a:pPr algn="ctr"/>
            <a:r>
              <a:rPr lang="ru-RU" sz="2000" dirty="0"/>
              <a:t>блокторду жана сандарды колдонуңуз:</a:t>
            </a:r>
            <a:endParaRPr lang="en-GB" sz="2000" dirty="0"/>
          </a:p>
        </p:txBody>
      </p:sp>
      <p:sp>
        <p:nvSpPr>
          <p:cNvPr id="181" name="TextBox 180">
            <a:extLst>
              <a:ext uri="{FF2B5EF4-FFF2-40B4-BE49-F238E27FC236}">
                <a16:creationId xmlns:a16="http://schemas.microsoft.com/office/drawing/2014/main" id="{39297C88-EE68-78F2-1426-892862AE853A}"/>
              </a:ext>
            </a:extLst>
          </p:cNvPr>
          <p:cNvSpPr txBox="1"/>
          <p:nvPr/>
        </p:nvSpPr>
        <p:spPr>
          <a:xfrm>
            <a:off x="7045626" y="5444132"/>
            <a:ext cx="91403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0.34</a:t>
            </a: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37869448-3CBC-5389-58DE-53E709E95E0F}"/>
              </a:ext>
            </a:extLst>
          </p:cNvPr>
          <p:cNvGrpSpPr/>
          <p:nvPr/>
        </p:nvGrpSpPr>
        <p:grpSpPr>
          <a:xfrm>
            <a:off x="7551656" y="2275896"/>
            <a:ext cx="315285" cy="2397703"/>
            <a:chOff x="3698125" y="596372"/>
            <a:chExt cx="764771" cy="5898407"/>
          </a:xfrm>
          <a:solidFill>
            <a:srgbClr val="00C85A"/>
          </a:solidFill>
        </p:grpSpPr>
        <p:sp>
          <p:nvSpPr>
            <p:cNvPr id="3" name="Cube 2">
              <a:extLst>
                <a:ext uri="{FF2B5EF4-FFF2-40B4-BE49-F238E27FC236}">
                  <a16:creationId xmlns:a16="http://schemas.microsoft.com/office/drawing/2014/main" id="{59BFCA73-7DAF-1F86-B173-E72784514E88}"/>
                </a:ext>
              </a:extLst>
            </p:cNvPr>
            <p:cNvSpPr/>
            <p:nvPr/>
          </p:nvSpPr>
          <p:spPr>
            <a:xfrm>
              <a:off x="3698125" y="5730008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4" name="Cube 3">
              <a:extLst>
                <a:ext uri="{FF2B5EF4-FFF2-40B4-BE49-F238E27FC236}">
                  <a16:creationId xmlns:a16="http://schemas.microsoft.com/office/drawing/2014/main" id="{D741D149-3E82-4D2D-9387-84926B0A72EF}"/>
                </a:ext>
              </a:extLst>
            </p:cNvPr>
            <p:cNvSpPr/>
            <p:nvPr/>
          </p:nvSpPr>
          <p:spPr>
            <a:xfrm>
              <a:off x="3698125" y="5159604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5" name="Cube 4">
              <a:extLst>
                <a:ext uri="{FF2B5EF4-FFF2-40B4-BE49-F238E27FC236}">
                  <a16:creationId xmlns:a16="http://schemas.microsoft.com/office/drawing/2014/main" id="{996B0C78-1018-C0BB-767C-F701BB3B0D30}"/>
                </a:ext>
              </a:extLst>
            </p:cNvPr>
            <p:cNvSpPr/>
            <p:nvPr/>
          </p:nvSpPr>
          <p:spPr>
            <a:xfrm>
              <a:off x="3698125" y="4589200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6" name="Cube 5">
              <a:extLst>
                <a:ext uri="{FF2B5EF4-FFF2-40B4-BE49-F238E27FC236}">
                  <a16:creationId xmlns:a16="http://schemas.microsoft.com/office/drawing/2014/main" id="{F15CEDDF-B20A-7125-3764-90BE2FD297B8}"/>
                </a:ext>
              </a:extLst>
            </p:cNvPr>
            <p:cNvSpPr/>
            <p:nvPr/>
          </p:nvSpPr>
          <p:spPr>
            <a:xfrm>
              <a:off x="3698125" y="4018796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7" name="Cube 6">
              <a:extLst>
                <a:ext uri="{FF2B5EF4-FFF2-40B4-BE49-F238E27FC236}">
                  <a16:creationId xmlns:a16="http://schemas.microsoft.com/office/drawing/2014/main" id="{5D004E4A-20BE-2902-0BCB-EE32C18953AF}"/>
                </a:ext>
              </a:extLst>
            </p:cNvPr>
            <p:cNvSpPr/>
            <p:nvPr/>
          </p:nvSpPr>
          <p:spPr>
            <a:xfrm>
              <a:off x="3698125" y="3448392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8" name="Cube 7">
              <a:extLst>
                <a:ext uri="{FF2B5EF4-FFF2-40B4-BE49-F238E27FC236}">
                  <a16:creationId xmlns:a16="http://schemas.microsoft.com/office/drawing/2014/main" id="{E7F95168-16D0-00DE-1842-4B7CC5B7F958}"/>
                </a:ext>
              </a:extLst>
            </p:cNvPr>
            <p:cNvSpPr/>
            <p:nvPr/>
          </p:nvSpPr>
          <p:spPr>
            <a:xfrm>
              <a:off x="3698125" y="2877988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9" name="Cube 8">
              <a:extLst>
                <a:ext uri="{FF2B5EF4-FFF2-40B4-BE49-F238E27FC236}">
                  <a16:creationId xmlns:a16="http://schemas.microsoft.com/office/drawing/2014/main" id="{30293281-C6D2-A803-A7A0-E447F01BF856}"/>
                </a:ext>
              </a:extLst>
            </p:cNvPr>
            <p:cNvSpPr/>
            <p:nvPr/>
          </p:nvSpPr>
          <p:spPr>
            <a:xfrm>
              <a:off x="3698125" y="2307584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0" name="Cube 9">
              <a:extLst>
                <a:ext uri="{FF2B5EF4-FFF2-40B4-BE49-F238E27FC236}">
                  <a16:creationId xmlns:a16="http://schemas.microsoft.com/office/drawing/2014/main" id="{EBF2FA1E-F297-A0A9-ED41-6B7A5187582C}"/>
                </a:ext>
              </a:extLst>
            </p:cNvPr>
            <p:cNvSpPr/>
            <p:nvPr/>
          </p:nvSpPr>
          <p:spPr>
            <a:xfrm>
              <a:off x="3698125" y="1737180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1" name="Cube 10">
              <a:extLst>
                <a:ext uri="{FF2B5EF4-FFF2-40B4-BE49-F238E27FC236}">
                  <a16:creationId xmlns:a16="http://schemas.microsoft.com/office/drawing/2014/main" id="{D0EFCD7A-D958-E566-0F08-04D3DC97B1FB}"/>
                </a:ext>
              </a:extLst>
            </p:cNvPr>
            <p:cNvSpPr/>
            <p:nvPr/>
          </p:nvSpPr>
          <p:spPr>
            <a:xfrm>
              <a:off x="3698125" y="1166776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2" name="Cube 11">
              <a:extLst>
                <a:ext uri="{FF2B5EF4-FFF2-40B4-BE49-F238E27FC236}">
                  <a16:creationId xmlns:a16="http://schemas.microsoft.com/office/drawing/2014/main" id="{C932D695-F134-3BB2-FD23-4CE9972949E8}"/>
                </a:ext>
              </a:extLst>
            </p:cNvPr>
            <p:cNvSpPr/>
            <p:nvPr/>
          </p:nvSpPr>
          <p:spPr>
            <a:xfrm>
              <a:off x="3698125" y="596372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</p:grpSp>
      <p:grpSp>
        <p:nvGrpSpPr>
          <p:cNvPr id="13" name="Group 12">
            <a:extLst>
              <a:ext uri="{FF2B5EF4-FFF2-40B4-BE49-F238E27FC236}">
                <a16:creationId xmlns:a16="http://schemas.microsoft.com/office/drawing/2014/main" id="{8E40F731-50BE-02FA-421C-E928E9C60C2B}"/>
              </a:ext>
            </a:extLst>
          </p:cNvPr>
          <p:cNvGrpSpPr/>
          <p:nvPr/>
        </p:nvGrpSpPr>
        <p:grpSpPr>
          <a:xfrm>
            <a:off x="7027781" y="2275896"/>
            <a:ext cx="315285" cy="2397703"/>
            <a:chOff x="3698125" y="596372"/>
            <a:chExt cx="764771" cy="5898407"/>
          </a:xfrm>
          <a:solidFill>
            <a:srgbClr val="00C85A"/>
          </a:solidFill>
        </p:grpSpPr>
        <p:sp>
          <p:nvSpPr>
            <p:cNvPr id="14" name="Cube 13">
              <a:extLst>
                <a:ext uri="{FF2B5EF4-FFF2-40B4-BE49-F238E27FC236}">
                  <a16:creationId xmlns:a16="http://schemas.microsoft.com/office/drawing/2014/main" id="{CD6BA7A1-A9BB-A194-5E1E-CE00626628DA}"/>
                </a:ext>
              </a:extLst>
            </p:cNvPr>
            <p:cNvSpPr/>
            <p:nvPr/>
          </p:nvSpPr>
          <p:spPr>
            <a:xfrm>
              <a:off x="3698125" y="5730008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5" name="Cube 14">
              <a:extLst>
                <a:ext uri="{FF2B5EF4-FFF2-40B4-BE49-F238E27FC236}">
                  <a16:creationId xmlns:a16="http://schemas.microsoft.com/office/drawing/2014/main" id="{38E11C3D-A8C7-7660-62F4-A3F152223961}"/>
                </a:ext>
              </a:extLst>
            </p:cNvPr>
            <p:cNvSpPr/>
            <p:nvPr/>
          </p:nvSpPr>
          <p:spPr>
            <a:xfrm>
              <a:off x="3698125" y="5159604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6" name="Cube 15">
              <a:extLst>
                <a:ext uri="{FF2B5EF4-FFF2-40B4-BE49-F238E27FC236}">
                  <a16:creationId xmlns:a16="http://schemas.microsoft.com/office/drawing/2014/main" id="{7CF8A9A2-8FA9-8C6C-E653-5ECE48302BD5}"/>
                </a:ext>
              </a:extLst>
            </p:cNvPr>
            <p:cNvSpPr/>
            <p:nvPr/>
          </p:nvSpPr>
          <p:spPr>
            <a:xfrm>
              <a:off x="3698125" y="4589200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7" name="Cube 16">
              <a:extLst>
                <a:ext uri="{FF2B5EF4-FFF2-40B4-BE49-F238E27FC236}">
                  <a16:creationId xmlns:a16="http://schemas.microsoft.com/office/drawing/2014/main" id="{4D8B8916-31D2-4D55-6E1A-5604C50BD207}"/>
                </a:ext>
              </a:extLst>
            </p:cNvPr>
            <p:cNvSpPr/>
            <p:nvPr/>
          </p:nvSpPr>
          <p:spPr>
            <a:xfrm>
              <a:off x="3698125" y="4018796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8" name="Cube 17">
              <a:extLst>
                <a:ext uri="{FF2B5EF4-FFF2-40B4-BE49-F238E27FC236}">
                  <a16:creationId xmlns:a16="http://schemas.microsoft.com/office/drawing/2014/main" id="{4F4E6E6C-95AD-DF81-B6FC-59BBAB8D82AC}"/>
                </a:ext>
              </a:extLst>
            </p:cNvPr>
            <p:cNvSpPr/>
            <p:nvPr/>
          </p:nvSpPr>
          <p:spPr>
            <a:xfrm>
              <a:off x="3698125" y="3448392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53" name="Cube 152">
              <a:extLst>
                <a:ext uri="{FF2B5EF4-FFF2-40B4-BE49-F238E27FC236}">
                  <a16:creationId xmlns:a16="http://schemas.microsoft.com/office/drawing/2014/main" id="{B2683A5D-C227-0130-1AF6-3CEEB6335447}"/>
                </a:ext>
              </a:extLst>
            </p:cNvPr>
            <p:cNvSpPr/>
            <p:nvPr/>
          </p:nvSpPr>
          <p:spPr>
            <a:xfrm>
              <a:off x="3698125" y="2877988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68" name="Cube 167">
              <a:extLst>
                <a:ext uri="{FF2B5EF4-FFF2-40B4-BE49-F238E27FC236}">
                  <a16:creationId xmlns:a16="http://schemas.microsoft.com/office/drawing/2014/main" id="{7870B28A-EE92-0C60-8D7E-BDFC0B292D3D}"/>
                </a:ext>
              </a:extLst>
            </p:cNvPr>
            <p:cNvSpPr/>
            <p:nvPr/>
          </p:nvSpPr>
          <p:spPr>
            <a:xfrm>
              <a:off x="3698125" y="2307584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70" name="Cube 169">
              <a:extLst>
                <a:ext uri="{FF2B5EF4-FFF2-40B4-BE49-F238E27FC236}">
                  <a16:creationId xmlns:a16="http://schemas.microsoft.com/office/drawing/2014/main" id="{7F90DE28-B3F1-FCE9-1502-625F7198B372}"/>
                </a:ext>
              </a:extLst>
            </p:cNvPr>
            <p:cNvSpPr/>
            <p:nvPr/>
          </p:nvSpPr>
          <p:spPr>
            <a:xfrm>
              <a:off x="3698125" y="1737180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71" name="Cube 170">
              <a:extLst>
                <a:ext uri="{FF2B5EF4-FFF2-40B4-BE49-F238E27FC236}">
                  <a16:creationId xmlns:a16="http://schemas.microsoft.com/office/drawing/2014/main" id="{1EC8529B-CA3B-45D2-B994-AAB47868A851}"/>
                </a:ext>
              </a:extLst>
            </p:cNvPr>
            <p:cNvSpPr/>
            <p:nvPr/>
          </p:nvSpPr>
          <p:spPr>
            <a:xfrm>
              <a:off x="3698125" y="1166776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73" name="Cube 172">
              <a:extLst>
                <a:ext uri="{FF2B5EF4-FFF2-40B4-BE49-F238E27FC236}">
                  <a16:creationId xmlns:a16="http://schemas.microsoft.com/office/drawing/2014/main" id="{E871F236-B375-386F-B3F8-5B8BF7E8F9F6}"/>
                </a:ext>
              </a:extLst>
            </p:cNvPr>
            <p:cNvSpPr/>
            <p:nvPr/>
          </p:nvSpPr>
          <p:spPr>
            <a:xfrm>
              <a:off x="3698125" y="596372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</p:grpSp>
      <p:grpSp>
        <p:nvGrpSpPr>
          <p:cNvPr id="189" name="Group 188">
            <a:extLst>
              <a:ext uri="{FF2B5EF4-FFF2-40B4-BE49-F238E27FC236}">
                <a16:creationId xmlns:a16="http://schemas.microsoft.com/office/drawing/2014/main" id="{FAB020A4-30DF-1BB3-BDCD-DF763C2B239C}"/>
              </a:ext>
            </a:extLst>
          </p:cNvPr>
          <p:cNvGrpSpPr/>
          <p:nvPr/>
        </p:nvGrpSpPr>
        <p:grpSpPr>
          <a:xfrm>
            <a:off x="6494381" y="2275896"/>
            <a:ext cx="315285" cy="2397703"/>
            <a:chOff x="3698125" y="596372"/>
            <a:chExt cx="764771" cy="5898407"/>
          </a:xfrm>
          <a:solidFill>
            <a:srgbClr val="00C85A"/>
          </a:solidFill>
        </p:grpSpPr>
        <p:sp>
          <p:nvSpPr>
            <p:cNvPr id="190" name="Cube 189">
              <a:extLst>
                <a:ext uri="{FF2B5EF4-FFF2-40B4-BE49-F238E27FC236}">
                  <a16:creationId xmlns:a16="http://schemas.microsoft.com/office/drawing/2014/main" id="{85D6967C-DFB7-7C13-5690-82E58CC2AE10}"/>
                </a:ext>
              </a:extLst>
            </p:cNvPr>
            <p:cNvSpPr/>
            <p:nvPr/>
          </p:nvSpPr>
          <p:spPr>
            <a:xfrm>
              <a:off x="3698125" y="5730008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91" name="Cube 190">
              <a:extLst>
                <a:ext uri="{FF2B5EF4-FFF2-40B4-BE49-F238E27FC236}">
                  <a16:creationId xmlns:a16="http://schemas.microsoft.com/office/drawing/2014/main" id="{2DBF9ACF-54D3-0BD8-3D12-EDBD8772A2E6}"/>
                </a:ext>
              </a:extLst>
            </p:cNvPr>
            <p:cNvSpPr/>
            <p:nvPr/>
          </p:nvSpPr>
          <p:spPr>
            <a:xfrm>
              <a:off x="3698125" y="5159604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92" name="Cube 191">
              <a:extLst>
                <a:ext uri="{FF2B5EF4-FFF2-40B4-BE49-F238E27FC236}">
                  <a16:creationId xmlns:a16="http://schemas.microsoft.com/office/drawing/2014/main" id="{13916E32-5510-5953-B052-EFBD045A5507}"/>
                </a:ext>
              </a:extLst>
            </p:cNvPr>
            <p:cNvSpPr/>
            <p:nvPr/>
          </p:nvSpPr>
          <p:spPr>
            <a:xfrm>
              <a:off x="3698125" y="4589200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93" name="Cube 192">
              <a:extLst>
                <a:ext uri="{FF2B5EF4-FFF2-40B4-BE49-F238E27FC236}">
                  <a16:creationId xmlns:a16="http://schemas.microsoft.com/office/drawing/2014/main" id="{A9CB3C94-6DD8-38A6-E041-11A87C191C1B}"/>
                </a:ext>
              </a:extLst>
            </p:cNvPr>
            <p:cNvSpPr/>
            <p:nvPr/>
          </p:nvSpPr>
          <p:spPr>
            <a:xfrm>
              <a:off x="3698125" y="4018796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94" name="Cube 193">
              <a:extLst>
                <a:ext uri="{FF2B5EF4-FFF2-40B4-BE49-F238E27FC236}">
                  <a16:creationId xmlns:a16="http://schemas.microsoft.com/office/drawing/2014/main" id="{4C65EC46-EF0F-F20F-6D36-003BEF7F982F}"/>
                </a:ext>
              </a:extLst>
            </p:cNvPr>
            <p:cNvSpPr/>
            <p:nvPr/>
          </p:nvSpPr>
          <p:spPr>
            <a:xfrm>
              <a:off x="3698125" y="3448392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95" name="Cube 194">
              <a:extLst>
                <a:ext uri="{FF2B5EF4-FFF2-40B4-BE49-F238E27FC236}">
                  <a16:creationId xmlns:a16="http://schemas.microsoft.com/office/drawing/2014/main" id="{5460A670-E2E2-C6E1-6400-039411D8520E}"/>
                </a:ext>
              </a:extLst>
            </p:cNvPr>
            <p:cNvSpPr/>
            <p:nvPr/>
          </p:nvSpPr>
          <p:spPr>
            <a:xfrm>
              <a:off x="3698125" y="2877988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96" name="Cube 195">
              <a:extLst>
                <a:ext uri="{FF2B5EF4-FFF2-40B4-BE49-F238E27FC236}">
                  <a16:creationId xmlns:a16="http://schemas.microsoft.com/office/drawing/2014/main" id="{AD188C87-5715-415B-388F-5A526D865EB1}"/>
                </a:ext>
              </a:extLst>
            </p:cNvPr>
            <p:cNvSpPr/>
            <p:nvPr/>
          </p:nvSpPr>
          <p:spPr>
            <a:xfrm>
              <a:off x="3698125" y="2307584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97" name="Cube 196">
              <a:extLst>
                <a:ext uri="{FF2B5EF4-FFF2-40B4-BE49-F238E27FC236}">
                  <a16:creationId xmlns:a16="http://schemas.microsoft.com/office/drawing/2014/main" id="{9B469D0C-5044-190C-9FA6-EE5AD9D3C7CF}"/>
                </a:ext>
              </a:extLst>
            </p:cNvPr>
            <p:cNvSpPr/>
            <p:nvPr/>
          </p:nvSpPr>
          <p:spPr>
            <a:xfrm>
              <a:off x="3698125" y="1737180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98" name="Cube 197">
              <a:extLst>
                <a:ext uri="{FF2B5EF4-FFF2-40B4-BE49-F238E27FC236}">
                  <a16:creationId xmlns:a16="http://schemas.microsoft.com/office/drawing/2014/main" id="{498E3F81-DFE3-99ED-A5B4-AE18DDF38EA3}"/>
                </a:ext>
              </a:extLst>
            </p:cNvPr>
            <p:cNvSpPr/>
            <p:nvPr/>
          </p:nvSpPr>
          <p:spPr>
            <a:xfrm>
              <a:off x="3698125" y="1166776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99" name="Cube 198">
              <a:extLst>
                <a:ext uri="{FF2B5EF4-FFF2-40B4-BE49-F238E27FC236}">
                  <a16:creationId xmlns:a16="http://schemas.microsoft.com/office/drawing/2014/main" id="{08EBC045-124D-A0A4-4D1E-765ACFE25F34}"/>
                </a:ext>
              </a:extLst>
            </p:cNvPr>
            <p:cNvSpPr/>
            <p:nvPr/>
          </p:nvSpPr>
          <p:spPr>
            <a:xfrm>
              <a:off x="3698125" y="596372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</p:grpSp>
    </p:spTree>
    <p:extLst>
      <p:ext uri="{BB962C8B-B14F-4D97-AF65-F5344CB8AC3E}">
        <p14:creationId xmlns:p14="http://schemas.microsoft.com/office/powerpoint/2010/main" val="316517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1" grpId="0" animBg="1"/>
      <p:bldP spid="132" grpId="0" animBg="1"/>
      <p:bldP spid="133" grpId="0" animBg="1"/>
      <p:bldP spid="134" grpId="0" animBg="1"/>
      <p:bldP spid="181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" name="Group 18">
            <a:extLst>
              <a:ext uri="{FF2B5EF4-FFF2-40B4-BE49-F238E27FC236}">
                <a16:creationId xmlns:a16="http://schemas.microsoft.com/office/drawing/2014/main" id="{33F81F98-E0AD-C3B4-5711-2F7F4F9B7A6E}"/>
              </a:ext>
            </a:extLst>
          </p:cNvPr>
          <p:cNvGrpSpPr/>
          <p:nvPr/>
        </p:nvGrpSpPr>
        <p:grpSpPr>
          <a:xfrm>
            <a:off x="543586" y="383599"/>
            <a:ext cx="2397702" cy="2397702"/>
            <a:chOff x="414598" y="546495"/>
            <a:chExt cx="5852156" cy="5898407"/>
          </a:xfrm>
        </p:grpSpPr>
        <p:grpSp>
          <p:nvGrpSpPr>
            <p:cNvPr id="20" name="Group 19">
              <a:extLst>
                <a:ext uri="{FF2B5EF4-FFF2-40B4-BE49-F238E27FC236}">
                  <a16:creationId xmlns:a16="http://schemas.microsoft.com/office/drawing/2014/main" id="{CEF52D27-F39A-D244-BEE8-1CE5FFD3B62A}"/>
                </a:ext>
              </a:extLst>
            </p:cNvPr>
            <p:cNvGrpSpPr/>
            <p:nvPr/>
          </p:nvGrpSpPr>
          <p:grpSpPr>
            <a:xfrm>
              <a:off x="414598" y="546495"/>
              <a:ext cx="764771" cy="5898407"/>
              <a:chOff x="3698125" y="596372"/>
              <a:chExt cx="764771" cy="5898407"/>
            </a:xfrm>
            <a:solidFill>
              <a:srgbClr val="3786CD"/>
            </a:solidFill>
          </p:grpSpPr>
          <p:sp>
            <p:nvSpPr>
              <p:cNvPr id="120" name="Cube 119">
                <a:extLst>
                  <a:ext uri="{FF2B5EF4-FFF2-40B4-BE49-F238E27FC236}">
                    <a16:creationId xmlns:a16="http://schemas.microsoft.com/office/drawing/2014/main" id="{90475A5E-0146-75AA-626B-D765BF456A60}"/>
                  </a:ext>
                </a:extLst>
              </p:cNvPr>
              <p:cNvSpPr/>
              <p:nvPr/>
            </p:nvSpPr>
            <p:spPr>
              <a:xfrm>
                <a:off x="3698125" y="573000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21" name="Cube 120">
                <a:extLst>
                  <a:ext uri="{FF2B5EF4-FFF2-40B4-BE49-F238E27FC236}">
                    <a16:creationId xmlns:a16="http://schemas.microsoft.com/office/drawing/2014/main" id="{C11B39BD-D440-1662-FA5D-DEA99D695162}"/>
                  </a:ext>
                </a:extLst>
              </p:cNvPr>
              <p:cNvSpPr/>
              <p:nvPr/>
            </p:nvSpPr>
            <p:spPr>
              <a:xfrm>
                <a:off x="3698125" y="515960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22" name="Cube 121">
                <a:extLst>
                  <a:ext uri="{FF2B5EF4-FFF2-40B4-BE49-F238E27FC236}">
                    <a16:creationId xmlns:a16="http://schemas.microsoft.com/office/drawing/2014/main" id="{B1572F7C-578A-4BDB-47F8-537D19C40E61}"/>
                  </a:ext>
                </a:extLst>
              </p:cNvPr>
              <p:cNvSpPr/>
              <p:nvPr/>
            </p:nvSpPr>
            <p:spPr>
              <a:xfrm>
                <a:off x="3698125" y="458920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23" name="Cube 122">
                <a:extLst>
                  <a:ext uri="{FF2B5EF4-FFF2-40B4-BE49-F238E27FC236}">
                    <a16:creationId xmlns:a16="http://schemas.microsoft.com/office/drawing/2014/main" id="{8B4589C2-04B1-9BD4-7CD5-95CF0ECEAA89}"/>
                  </a:ext>
                </a:extLst>
              </p:cNvPr>
              <p:cNvSpPr/>
              <p:nvPr/>
            </p:nvSpPr>
            <p:spPr>
              <a:xfrm>
                <a:off x="3698125" y="401879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24" name="Cube 123">
                <a:extLst>
                  <a:ext uri="{FF2B5EF4-FFF2-40B4-BE49-F238E27FC236}">
                    <a16:creationId xmlns:a16="http://schemas.microsoft.com/office/drawing/2014/main" id="{7128ECFD-C326-03B6-32F0-C6E54DBFE518}"/>
                  </a:ext>
                </a:extLst>
              </p:cNvPr>
              <p:cNvSpPr/>
              <p:nvPr/>
            </p:nvSpPr>
            <p:spPr>
              <a:xfrm>
                <a:off x="3698125" y="344839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25" name="Cube 124">
                <a:extLst>
                  <a:ext uri="{FF2B5EF4-FFF2-40B4-BE49-F238E27FC236}">
                    <a16:creationId xmlns:a16="http://schemas.microsoft.com/office/drawing/2014/main" id="{D54A0F0B-A7B3-197F-60AB-7EAB0F8C56CD}"/>
                  </a:ext>
                </a:extLst>
              </p:cNvPr>
              <p:cNvSpPr/>
              <p:nvPr/>
            </p:nvSpPr>
            <p:spPr>
              <a:xfrm>
                <a:off x="3698125" y="287798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26" name="Cube 125">
                <a:extLst>
                  <a:ext uri="{FF2B5EF4-FFF2-40B4-BE49-F238E27FC236}">
                    <a16:creationId xmlns:a16="http://schemas.microsoft.com/office/drawing/2014/main" id="{0624E7C6-A732-8176-39C6-61963B94CFA6}"/>
                  </a:ext>
                </a:extLst>
              </p:cNvPr>
              <p:cNvSpPr/>
              <p:nvPr/>
            </p:nvSpPr>
            <p:spPr>
              <a:xfrm>
                <a:off x="3698125" y="230758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27" name="Cube 126">
                <a:extLst>
                  <a:ext uri="{FF2B5EF4-FFF2-40B4-BE49-F238E27FC236}">
                    <a16:creationId xmlns:a16="http://schemas.microsoft.com/office/drawing/2014/main" id="{9A29BE40-1442-DAEE-B5DD-88FD6D8F6E78}"/>
                  </a:ext>
                </a:extLst>
              </p:cNvPr>
              <p:cNvSpPr/>
              <p:nvPr/>
            </p:nvSpPr>
            <p:spPr>
              <a:xfrm>
                <a:off x="3698125" y="173718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28" name="Cube 127">
                <a:extLst>
                  <a:ext uri="{FF2B5EF4-FFF2-40B4-BE49-F238E27FC236}">
                    <a16:creationId xmlns:a16="http://schemas.microsoft.com/office/drawing/2014/main" id="{7E9A4BDD-AF89-FB88-51AD-DAF6531D49BF}"/>
                  </a:ext>
                </a:extLst>
              </p:cNvPr>
              <p:cNvSpPr/>
              <p:nvPr/>
            </p:nvSpPr>
            <p:spPr>
              <a:xfrm>
                <a:off x="3698125" y="116677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29" name="Cube 128">
                <a:extLst>
                  <a:ext uri="{FF2B5EF4-FFF2-40B4-BE49-F238E27FC236}">
                    <a16:creationId xmlns:a16="http://schemas.microsoft.com/office/drawing/2014/main" id="{42F6D745-6E75-D5BD-3E3F-A00D89396F80}"/>
                  </a:ext>
                </a:extLst>
              </p:cNvPr>
              <p:cNvSpPr/>
              <p:nvPr/>
            </p:nvSpPr>
            <p:spPr>
              <a:xfrm>
                <a:off x="3698125" y="59637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</p:grpSp>
        <p:grpSp>
          <p:nvGrpSpPr>
            <p:cNvPr id="21" name="Group 20">
              <a:extLst>
                <a:ext uri="{FF2B5EF4-FFF2-40B4-BE49-F238E27FC236}">
                  <a16:creationId xmlns:a16="http://schemas.microsoft.com/office/drawing/2014/main" id="{CFF8AC8C-D445-4328-22B1-A0720714DE94}"/>
                </a:ext>
              </a:extLst>
            </p:cNvPr>
            <p:cNvGrpSpPr/>
            <p:nvPr/>
          </p:nvGrpSpPr>
          <p:grpSpPr>
            <a:xfrm>
              <a:off x="979863" y="546495"/>
              <a:ext cx="764771" cy="5898407"/>
              <a:chOff x="3698125" y="596372"/>
              <a:chExt cx="764771" cy="5898407"/>
            </a:xfrm>
            <a:solidFill>
              <a:srgbClr val="3786CD"/>
            </a:solidFill>
          </p:grpSpPr>
          <p:sp>
            <p:nvSpPr>
              <p:cNvPr id="110" name="Cube 109">
                <a:extLst>
                  <a:ext uri="{FF2B5EF4-FFF2-40B4-BE49-F238E27FC236}">
                    <a16:creationId xmlns:a16="http://schemas.microsoft.com/office/drawing/2014/main" id="{8580828C-A1CA-E458-1B0C-2D8DDDCDF0EF}"/>
                  </a:ext>
                </a:extLst>
              </p:cNvPr>
              <p:cNvSpPr/>
              <p:nvPr/>
            </p:nvSpPr>
            <p:spPr>
              <a:xfrm>
                <a:off x="3698125" y="573000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11" name="Cube 110">
                <a:extLst>
                  <a:ext uri="{FF2B5EF4-FFF2-40B4-BE49-F238E27FC236}">
                    <a16:creationId xmlns:a16="http://schemas.microsoft.com/office/drawing/2014/main" id="{58A542E7-4FE7-5A65-98D1-C5CAF8ED0754}"/>
                  </a:ext>
                </a:extLst>
              </p:cNvPr>
              <p:cNvSpPr/>
              <p:nvPr/>
            </p:nvSpPr>
            <p:spPr>
              <a:xfrm>
                <a:off x="3698125" y="515960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12" name="Cube 111">
                <a:extLst>
                  <a:ext uri="{FF2B5EF4-FFF2-40B4-BE49-F238E27FC236}">
                    <a16:creationId xmlns:a16="http://schemas.microsoft.com/office/drawing/2014/main" id="{3EDE662D-F765-D15A-81A1-A67D669D9E18}"/>
                  </a:ext>
                </a:extLst>
              </p:cNvPr>
              <p:cNvSpPr/>
              <p:nvPr/>
            </p:nvSpPr>
            <p:spPr>
              <a:xfrm>
                <a:off x="3698125" y="458920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13" name="Cube 112">
                <a:extLst>
                  <a:ext uri="{FF2B5EF4-FFF2-40B4-BE49-F238E27FC236}">
                    <a16:creationId xmlns:a16="http://schemas.microsoft.com/office/drawing/2014/main" id="{11AB2AAD-F6BC-1844-9F5D-FA20EA100E8D}"/>
                  </a:ext>
                </a:extLst>
              </p:cNvPr>
              <p:cNvSpPr/>
              <p:nvPr/>
            </p:nvSpPr>
            <p:spPr>
              <a:xfrm>
                <a:off x="3698125" y="401879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14" name="Cube 113">
                <a:extLst>
                  <a:ext uri="{FF2B5EF4-FFF2-40B4-BE49-F238E27FC236}">
                    <a16:creationId xmlns:a16="http://schemas.microsoft.com/office/drawing/2014/main" id="{BA0E7A14-BC8D-8A63-BE26-BA41693F7CFA}"/>
                  </a:ext>
                </a:extLst>
              </p:cNvPr>
              <p:cNvSpPr/>
              <p:nvPr/>
            </p:nvSpPr>
            <p:spPr>
              <a:xfrm>
                <a:off x="3698125" y="344839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15" name="Cube 114">
                <a:extLst>
                  <a:ext uri="{FF2B5EF4-FFF2-40B4-BE49-F238E27FC236}">
                    <a16:creationId xmlns:a16="http://schemas.microsoft.com/office/drawing/2014/main" id="{0446070D-0D2F-8DCE-8086-8939CCF760AE}"/>
                  </a:ext>
                </a:extLst>
              </p:cNvPr>
              <p:cNvSpPr/>
              <p:nvPr/>
            </p:nvSpPr>
            <p:spPr>
              <a:xfrm>
                <a:off x="3698125" y="287798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16" name="Cube 115">
                <a:extLst>
                  <a:ext uri="{FF2B5EF4-FFF2-40B4-BE49-F238E27FC236}">
                    <a16:creationId xmlns:a16="http://schemas.microsoft.com/office/drawing/2014/main" id="{7D62F309-FF5B-7112-DE09-389E06C4F1AB}"/>
                  </a:ext>
                </a:extLst>
              </p:cNvPr>
              <p:cNvSpPr/>
              <p:nvPr/>
            </p:nvSpPr>
            <p:spPr>
              <a:xfrm>
                <a:off x="3698125" y="230758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17" name="Cube 116">
                <a:extLst>
                  <a:ext uri="{FF2B5EF4-FFF2-40B4-BE49-F238E27FC236}">
                    <a16:creationId xmlns:a16="http://schemas.microsoft.com/office/drawing/2014/main" id="{7ACF99C6-9F39-5FE1-CFCD-E56A03A12C25}"/>
                  </a:ext>
                </a:extLst>
              </p:cNvPr>
              <p:cNvSpPr/>
              <p:nvPr/>
            </p:nvSpPr>
            <p:spPr>
              <a:xfrm>
                <a:off x="3698125" y="173718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18" name="Cube 117">
                <a:extLst>
                  <a:ext uri="{FF2B5EF4-FFF2-40B4-BE49-F238E27FC236}">
                    <a16:creationId xmlns:a16="http://schemas.microsoft.com/office/drawing/2014/main" id="{F0241333-D6FE-0C42-F6F7-E7C56171D395}"/>
                  </a:ext>
                </a:extLst>
              </p:cNvPr>
              <p:cNvSpPr/>
              <p:nvPr/>
            </p:nvSpPr>
            <p:spPr>
              <a:xfrm>
                <a:off x="3698125" y="116677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19" name="Cube 118">
                <a:extLst>
                  <a:ext uri="{FF2B5EF4-FFF2-40B4-BE49-F238E27FC236}">
                    <a16:creationId xmlns:a16="http://schemas.microsoft.com/office/drawing/2014/main" id="{4050B0F7-0155-023A-459D-E3BD67D9A6EE}"/>
                  </a:ext>
                </a:extLst>
              </p:cNvPr>
              <p:cNvSpPr/>
              <p:nvPr/>
            </p:nvSpPr>
            <p:spPr>
              <a:xfrm>
                <a:off x="3698125" y="59637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</p:grpSp>
        <p:grpSp>
          <p:nvGrpSpPr>
            <p:cNvPr id="22" name="Group 21">
              <a:extLst>
                <a:ext uri="{FF2B5EF4-FFF2-40B4-BE49-F238E27FC236}">
                  <a16:creationId xmlns:a16="http://schemas.microsoft.com/office/drawing/2014/main" id="{C2A5A257-E09A-6113-280D-264B82F2DC0E}"/>
                </a:ext>
              </a:extLst>
            </p:cNvPr>
            <p:cNvGrpSpPr/>
            <p:nvPr/>
          </p:nvGrpSpPr>
          <p:grpSpPr>
            <a:xfrm>
              <a:off x="1545128" y="546495"/>
              <a:ext cx="764771" cy="5898407"/>
              <a:chOff x="3698125" y="596372"/>
              <a:chExt cx="764771" cy="5898407"/>
            </a:xfrm>
            <a:solidFill>
              <a:srgbClr val="3786CD"/>
            </a:solidFill>
          </p:grpSpPr>
          <p:sp>
            <p:nvSpPr>
              <p:cNvPr id="100" name="Cube 99">
                <a:extLst>
                  <a:ext uri="{FF2B5EF4-FFF2-40B4-BE49-F238E27FC236}">
                    <a16:creationId xmlns:a16="http://schemas.microsoft.com/office/drawing/2014/main" id="{E818AC96-5AE7-F468-B742-1D7FABA4BFA9}"/>
                  </a:ext>
                </a:extLst>
              </p:cNvPr>
              <p:cNvSpPr/>
              <p:nvPr/>
            </p:nvSpPr>
            <p:spPr>
              <a:xfrm>
                <a:off x="3698125" y="573000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01" name="Cube 100">
                <a:extLst>
                  <a:ext uri="{FF2B5EF4-FFF2-40B4-BE49-F238E27FC236}">
                    <a16:creationId xmlns:a16="http://schemas.microsoft.com/office/drawing/2014/main" id="{A7A77CA9-3CB4-1930-D8D7-1A25471E07D0}"/>
                  </a:ext>
                </a:extLst>
              </p:cNvPr>
              <p:cNvSpPr/>
              <p:nvPr/>
            </p:nvSpPr>
            <p:spPr>
              <a:xfrm>
                <a:off x="3698125" y="515960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02" name="Cube 101">
                <a:extLst>
                  <a:ext uri="{FF2B5EF4-FFF2-40B4-BE49-F238E27FC236}">
                    <a16:creationId xmlns:a16="http://schemas.microsoft.com/office/drawing/2014/main" id="{1C60FB66-F5C7-3B11-8408-B936C84FA8C2}"/>
                  </a:ext>
                </a:extLst>
              </p:cNvPr>
              <p:cNvSpPr/>
              <p:nvPr/>
            </p:nvSpPr>
            <p:spPr>
              <a:xfrm>
                <a:off x="3698125" y="458920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03" name="Cube 102">
                <a:extLst>
                  <a:ext uri="{FF2B5EF4-FFF2-40B4-BE49-F238E27FC236}">
                    <a16:creationId xmlns:a16="http://schemas.microsoft.com/office/drawing/2014/main" id="{AFD96860-E27D-9E0A-F485-7317021ACB32}"/>
                  </a:ext>
                </a:extLst>
              </p:cNvPr>
              <p:cNvSpPr/>
              <p:nvPr/>
            </p:nvSpPr>
            <p:spPr>
              <a:xfrm>
                <a:off x="3698125" y="401879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04" name="Cube 103">
                <a:extLst>
                  <a:ext uri="{FF2B5EF4-FFF2-40B4-BE49-F238E27FC236}">
                    <a16:creationId xmlns:a16="http://schemas.microsoft.com/office/drawing/2014/main" id="{367EF773-45E1-D7FF-056A-88D76C4CD196}"/>
                  </a:ext>
                </a:extLst>
              </p:cNvPr>
              <p:cNvSpPr/>
              <p:nvPr/>
            </p:nvSpPr>
            <p:spPr>
              <a:xfrm>
                <a:off x="3698125" y="344839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05" name="Cube 104">
                <a:extLst>
                  <a:ext uri="{FF2B5EF4-FFF2-40B4-BE49-F238E27FC236}">
                    <a16:creationId xmlns:a16="http://schemas.microsoft.com/office/drawing/2014/main" id="{8AA82940-B2D3-AE8B-618A-E34C30B379D4}"/>
                  </a:ext>
                </a:extLst>
              </p:cNvPr>
              <p:cNvSpPr/>
              <p:nvPr/>
            </p:nvSpPr>
            <p:spPr>
              <a:xfrm>
                <a:off x="3698125" y="287798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06" name="Cube 105">
                <a:extLst>
                  <a:ext uri="{FF2B5EF4-FFF2-40B4-BE49-F238E27FC236}">
                    <a16:creationId xmlns:a16="http://schemas.microsoft.com/office/drawing/2014/main" id="{9E315387-9828-D2B0-CDAC-5637FD02824A}"/>
                  </a:ext>
                </a:extLst>
              </p:cNvPr>
              <p:cNvSpPr/>
              <p:nvPr/>
            </p:nvSpPr>
            <p:spPr>
              <a:xfrm>
                <a:off x="3698125" y="230758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07" name="Cube 106">
                <a:extLst>
                  <a:ext uri="{FF2B5EF4-FFF2-40B4-BE49-F238E27FC236}">
                    <a16:creationId xmlns:a16="http://schemas.microsoft.com/office/drawing/2014/main" id="{9A1CA2A8-D86C-ED0C-9C4A-7E1225B0FDD0}"/>
                  </a:ext>
                </a:extLst>
              </p:cNvPr>
              <p:cNvSpPr/>
              <p:nvPr/>
            </p:nvSpPr>
            <p:spPr>
              <a:xfrm>
                <a:off x="3698125" y="173718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08" name="Cube 107">
                <a:extLst>
                  <a:ext uri="{FF2B5EF4-FFF2-40B4-BE49-F238E27FC236}">
                    <a16:creationId xmlns:a16="http://schemas.microsoft.com/office/drawing/2014/main" id="{50FD2978-2104-7136-8879-0695C2304B32}"/>
                  </a:ext>
                </a:extLst>
              </p:cNvPr>
              <p:cNvSpPr/>
              <p:nvPr/>
            </p:nvSpPr>
            <p:spPr>
              <a:xfrm>
                <a:off x="3698125" y="116677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09" name="Cube 108">
                <a:extLst>
                  <a:ext uri="{FF2B5EF4-FFF2-40B4-BE49-F238E27FC236}">
                    <a16:creationId xmlns:a16="http://schemas.microsoft.com/office/drawing/2014/main" id="{D5E18AD6-1296-0DE0-3098-20FC6A1C449C}"/>
                  </a:ext>
                </a:extLst>
              </p:cNvPr>
              <p:cNvSpPr/>
              <p:nvPr/>
            </p:nvSpPr>
            <p:spPr>
              <a:xfrm>
                <a:off x="3698125" y="59637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</p:grpSp>
        <p:grpSp>
          <p:nvGrpSpPr>
            <p:cNvPr id="23" name="Group 22">
              <a:extLst>
                <a:ext uri="{FF2B5EF4-FFF2-40B4-BE49-F238E27FC236}">
                  <a16:creationId xmlns:a16="http://schemas.microsoft.com/office/drawing/2014/main" id="{C9AF6598-6CE6-6A37-E71B-4FB325CAC86E}"/>
                </a:ext>
              </a:extLst>
            </p:cNvPr>
            <p:cNvGrpSpPr/>
            <p:nvPr/>
          </p:nvGrpSpPr>
          <p:grpSpPr>
            <a:xfrm>
              <a:off x="2110393" y="546495"/>
              <a:ext cx="764771" cy="5898407"/>
              <a:chOff x="3698125" y="596372"/>
              <a:chExt cx="764771" cy="5898407"/>
            </a:xfrm>
            <a:solidFill>
              <a:srgbClr val="3786CD"/>
            </a:solidFill>
          </p:grpSpPr>
          <p:sp>
            <p:nvSpPr>
              <p:cNvPr id="90" name="Cube 89">
                <a:extLst>
                  <a:ext uri="{FF2B5EF4-FFF2-40B4-BE49-F238E27FC236}">
                    <a16:creationId xmlns:a16="http://schemas.microsoft.com/office/drawing/2014/main" id="{4C4D3346-9A55-3865-8EA5-8F620A557CD3}"/>
                  </a:ext>
                </a:extLst>
              </p:cNvPr>
              <p:cNvSpPr/>
              <p:nvPr/>
            </p:nvSpPr>
            <p:spPr>
              <a:xfrm>
                <a:off x="3698125" y="573000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91" name="Cube 90">
                <a:extLst>
                  <a:ext uri="{FF2B5EF4-FFF2-40B4-BE49-F238E27FC236}">
                    <a16:creationId xmlns:a16="http://schemas.microsoft.com/office/drawing/2014/main" id="{13CF11F9-A389-2B64-C71E-12E0F69E92EB}"/>
                  </a:ext>
                </a:extLst>
              </p:cNvPr>
              <p:cNvSpPr/>
              <p:nvPr/>
            </p:nvSpPr>
            <p:spPr>
              <a:xfrm>
                <a:off x="3698125" y="515960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92" name="Cube 91">
                <a:extLst>
                  <a:ext uri="{FF2B5EF4-FFF2-40B4-BE49-F238E27FC236}">
                    <a16:creationId xmlns:a16="http://schemas.microsoft.com/office/drawing/2014/main" id="{380C3706-5F61-86FC-7842-77C123456ECA}"/>
                  </a:ext>
                </a:extLst>
              </p:cNvPr>
              <p:cNvSpPr/>
              <p:nvPr/>
            </p:nvSpPr>
            <p:spPr>
              <a:xfrm>
                <a:off x="3698125" y="458920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93" name="Cube 92">
                <a:extLst>
                  <a:ext uri="{FF2B5EF4-FFF2-40B4-BE49-F238E27FC236}">
                    <a16:creationId xmlns:a16="http://schemas.microsoft.com/office/drawing/2014/main" id="{2C54A134-5316-6452-CE95-60BC0790B68A}"/>
                  </a:ext>
                </a:extLst>
              </p:cNvPr>
              <p:cNvSpPr/>
              <p:nvPr/>
            </p:nvSpPr>
            <p:spPr>
              <a:xfrm>
                <a:off x="3698125" y="401879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94" name="Cube 93">
                <a:extLst>
                  <a:ext uri="{FF2B5EF4-FFF2-40B4-BE49-F238E27FC236}">
                    <a16:creationId xmlns:a16="http://schemas.microsoft.com/office/drawing/2014/main" id="{6904AFE9-E2EE-7915-7074-9C1F7673E463}"/>
                  </a:ext>
                </a:extLst>
              </p:cNvPr>
              <p:cNvSpPr/>
              <p:nvPr/>
            </p:nvSpPr>
            <p:spPr>
              <a:xfrm>
                <a:off x="3698125" y="344839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95" name="Cube 94">
                <a:extLst>
                  <a:ext uri="{FF2B5EF4-FFF2-40B4-BE49-F238E27FC236}">
                    <a16:creationId xmlns:a16="http://schemas.microsoft.com/office/drawing/2014/main" id="{688B5012-5400-DC07-25A8-6C521CA2D89C}"/>
                  </a:ext>
                </a:extLst>
              </p:cNvPr>
              <p:cNvSpPr/>
              <p:nvPr/>
            </p:nvSpPr>
            <p:spPr>
              <a:xfrm>
                <a:off x="3698125" y="287798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96" name="Cube 95">
                <a:extLst>
                  <a:ext uri="{FF2B5EF4-FFF2-40B4-BE49-F238E27FC236}">
                    <a16:creationId xmlns:a16="http://schemas.microsoft.com/office/drawing/2014/main" id="{90741A23-9662-142A-2619-F33E68109DD0}"/>
                  </a:ext>
                </a:extLst>
              </p:cNvPr>
              <p:cNvSpPr/>
              <p:nvPr/>
            </p:nvSpPr>
            <p:spPr>
              <a:xfrm>
                <a:off x="3698125" y="230758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97" name="Cube 96">
                <a:extLst>
                  <a:ext uri="{FF2B5EF4-FFF2-40B4-BE49-F238E27FC236}">
                    <a16:creationId xmlns:a16="http://schemas.microsoft.com/office/drawing/2014/main" id="{B69A6256-2AD1-C652-FEC8-F09723DD82DF}"/>
                  </a:ext>
                </a:extLst>
              </p:cNvPr>
              <p:cNvSpPr/>
              <p:nvPr/>
            </p:nvSpPr>
            <p:spPr>
              <a:xfrm>
                <a:off x="3698125" y="173718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98" name="Cube 97">
                <a:extLst>
                  <a:ext uri="{FF2B5EF4-FFF2-40B4-BE49-F238E27FC236}">
                    <a16:creationId xmlns:a16="http://schemas.microsoft.com/office/drawing/2014/main" id="{933213EA-BE34-08AD-7310-76678800E98D}"/>
                  </a:ext>
                </a:extLst>
              </p:cNvPr>
              <p:cNvSpPr/>
              <p:nvPr/>
            </p:nvSpPr>
            <p:spPr>
              <a:xfrm>
                <a:off x="3698125" y="116677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99" name="Cube 98">
                <a:extLst>
                  <a:ext uri="{FF2B5EF4-FFF2-40B4-BE49-F238E27FC236}">
                    <a16:creationId xmlns:a16="http://schemas.microsoft.com/office/drawing/2014/main" id="{EB6990E3-86FF-F149-9609-8DA4650A507C}"/>
                  </a:ext>
                </a:extLst>
              </p:cNvPr>
              <p:cNvSpPr/>
              <p:nvPr/>
            </p:nvSpPr>
            <p:spPr>
              <a:xfrm>
                <a:off x="3698125" y="59637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</p:grpSp>
        <p:grpSp>
          <p:nvGrpSpPr>
            <p:cNvPr id="24" name="Group 23">
              <a:extLst>
                <a:ext uri="{FF2B5EF4-FFF2-40B4-BE49-F238E27FC236}">
                  <a16:creationId xmlns:a16="http://schemas.microsoft.com/office/drawing/2014/main" id="{11FA7CFA-E724-B0E3-F1E7-6327AA6AE749}"/>
                </a:ext>
              </a:extLst>
            </p:cNvPr>
            <p:cNvGrpSpPr/>
            <p:nvPr/>
          </p:nvGrpSpPr>
          <p:grpSpPr>
            <a:xfrm>
              <a:off x="2675658" y="546495"/>
              <a:ext cx="764771" cy="5898407"/>
              <a:chOff x="3698125" y="596372"/>
              <a:chExt cx="764771" cy="5898407"/>
            </a:xfrm>
            <a:solidFill>
              <a:srgbClr val="3786CD"/>
            </a:solidFill>
          </p:grpSpPr>
          <p:sp>
            <p:nvSpPr>
              <p:cNvPr id="80" name="Cube 79">
                <a:extLst>
                  <a:ext uri="{FF2B5EF4-FFF2-40B4-BE49-F238E27FC236}">
                    <a16:creationId xmlns:a16="http://schemas.microsoft.com/office/drawing/2014/main" id="{7FC86115-491E-5BA4-A709-C6E38F07D80B}"/>
                  </a:ext>
                </a:extLst>
              </p:cNvPr>
              <p:cNvSpPr/>
              <p:nvPr/>
            </p:nvSpPr>
            <p:spPr>
              <a:xfrm>
                <a:off x="3698125" y="573000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81" name="Cube 80">
                <a:extLst>
                  <a:ext uri="{FF2B5EF4-FFF2-40B4-BE49-F238E27FC236}">
                    <a16:creationId xmlns:a16="http://schemas.microsoft.com/office/drawing/2014/main" id="{A160A3FE-9056-0509-C67C-D679ABF6EEF1}"/>
                  </a:ext>
                </a:extLst>
              </p:cNvPr>
              <p:cNvSpPr/>
              <p:nvPr/>
            </p:nvSpPr>
            <p:spPr>
              <a:xfrm>
                <a:off x="3698125" y="515960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82" name="Cube 81">
                <a:extLst>
                  <a:ext uri="{FF2B5EF4-FFF2-40B4-BE49-F238E27FC236}">
                    <a16:creationId xmlns:a16="http://schemas.microsoft.com/office/drawing/2014/main" id="{EF94039B-0A72-17A5-5290-9E33AC6CE6B0}"/>
                  </a:ext>
                </a:extLst>
              </p:cNvPr>
              <p:cNvSpPr/>
              <p:nvPr/>
            </p:nvSpPr>
            <p:spPr>
              <a:xfrm>
                <a:off x="3698125" y="458920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83" name="Cube 82">
                <a:extLst>
                  <a:ext uri="{FF2B5EF4-FFF2-40B4-BE49-F238E27FC236}">
                    <a16:creationId xmlns:a16="http://schemas.microsoft.com/office/drawing/2014/main" id="{85709010-B534-6D10-86C1-EB13F6163839}"/>
                  </a:ext>
                </a:extLst>
              </p:cNvPr>
              <p:cNvSpPr/>
              <p:nvPr/>
            </p:nvSpPr>
            <p:spPr>
              <a:xfrm>
                <a:off x="3698125" y="401879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84" name="Cube 83">
                <a:extLst>
                  <a:ext uri="{FF2B5EF4-FFF2-40B4-BE49-F238E27FC236}">
                    <a16:creationId xmlns:a16="http://schemas.microsoft.com/office/drawing/2014/main" id="{87C6F264-3A44-84A5-EB4A-5A85132D8DC0}"/>
                  </a:ext>
                </a:extLst>
              </p:cNvPr>
              <p:cNvSpPr/>
              <p:nvPr/>
            </p:nvSpPr>
            <p:spPr>
              <a:xfrm>
                <a:off x="3698125" y="344839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85" name="Cube 84">
                <a:extLst>
                  <a:ext uri="{FF2B5EF4-FFF2-40B4-BE49-F238E27FC236}">
                    <a16:creationId xmlns:a16="http://schemas.microsoft.com/office/drawing/2014/main" id="{74CABBAA-5981-3FAC-DC03-F5A6494C08A6}"/>
                  </a:ext>
                </a:extLst>
              </p:cNvPr>
              <p:cNvSpPr/>
              <p:nvPr/>
            </p:nvSpPr>
            <p:spPr>
              <a:xfrm>
                <a:off x="3698125" y="287798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86" name="Cube 85">
                <a:extLst>
                  <a:ext uri="{FF2B5EF4-FFF2-40B4-BE49-F238E27FC236}">
                    <a16:creationId xmlns:a16="http://schemas.microsoft.com/office/drawing/2014/main" id="{8C58ABA6-D2D8-BA9D-92A3-7ED6FEAA2561}"/>
                  </a:ext>
                </a:extLst>
              </p:cNvPr>
              <p:cNvSpPr/>
              <p:nvPr/>
            </p:nvSpPr>
            <p:spPr>
              <a:xfrm>
                <a:off x="3698125" y="230758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87" name="Cube 86">
                <a:extLst>
                  <a:ext uri="{FF2B5EF4-FFF2-40B4-BE49-F238E27FC236}">
                    <a16:creationId xmlns:a16="http://schemas.microsoft.com/office/drawing/2014/main" id="{2FF2E52D-EFBB-FEF4-3820-99E564DB1830}"/>
                  </a:ext>
                </a:extLst>
              </p:cNvPr>
              <p:cNvSpPr/>
              <p:nvPr/>
            </p:nvSpPr>
            <p:spPr>
              <a:xfrm>
                <a:off x="3698125" y="173718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88" name="Cube 87">
                <a:extLst>
                  <a:ext uri="{FF2B5EF4-FFF2-40B4-BE49-F238E27FC236}">
                    <a16:creationId xmlns:a16="http://schemas.microsoft.com/office/drawing/2014/main" id="{D10ADCF5-A0E9-CF37-1A40-8448991E1C50}"/>
                  </a:ext>
                </a:extLst>
              </p:cNvPr>
              <p:cNvSpPr/>
              <p:nvPr/>
            </p:nvSpPr>
            <p:spPr>
              <a:xfrm>
                <a:off x="3698125" y="116677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89" name="Cube 88">
                <a:extLst>
                  <a:ext uri="{FF2B5EF4-FFF2-40B4-BE49-F238E27FC236}">
                    <a16:creationId xmlns:a16="http://schemas.microsoft.com/office/drawing/2014/main" id="{A349A523-0EF6-3FA3-3598-7FF04DBAFCF0}"/>
                  </a:ext>
                </a:extLst>
              </p:cNvPr>
              <p:cNvSpPr/>
              <p:nvPr/>
            </p:nvSpPr>
            <p:spPr>
              <a:xfrm>
                <a:off x="3698125" y="59637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</p:grpSp>
        <p:grpSp>
          <p:nvGrpSpPr>
            <p:cNvPr id="25" name="Group 24">
              <a:extLst>
                <a:ext uri="{FF2B5EF4-FFF2-40B4-BE49-F238E27FC236}">
                  <a16:creationId xmlns:a16="http://schemas.microsoft.com/office/drawing/2014/main" id="{818FDE33-8B49-E4CF-544D-0B9123BBC108}"/>
                </a:ext>
              </a:extLst>
            </p:cNvPr>
            <p:cNvGrpSpPr/>
            <p:nvPr/>
          </p:nvGrpSpPr>
          <p:grpSpPr>
            <a:xfrm>
              <a:off x="3240923" y="546495"/>
              <a:ext cx="764771" cy="5898407"/>
              <a:chOff x="3698125" y="596372"/>
              <a:chExt cx="764771" cy="5898407"/>
            </a:xfrm>
            <a:solidFill>
              <a:srgbClr val="3786CD"/>
            </a:solidFill>
          </p:grpSpPr>
          <p:sp>
            <p:nvSpPr>
              <p:cNvPr id="70" name="Cube 69">
                <a:extLst>
                  <a:ext uri="{FF2B5EF4-FFF2-40B4-BE49-F238E27FC236}">
                    <a16:creationId xmlns:a16="http://schemas.microsoft.com/office/drawing/2014/main" id="{E57C5DE1-AF6D-C100-2C43-4E3FCDE3868A}"/>
                  </a:ext>
                </a:extLst>
              </p:cNvPr>
              <p:cNvSpPr/>
              <p:nvPr/>
            </p:nvSpPr>
            <p:spPr>
              <a:xfrm>
                <a:off x="3698125" y="573000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71" name="Cube 70">
                <a:extLst>
                  <a:ext uri="{FF2B5EF4-FFF2-40B4-BE49-F238E27FC236}">
                    <a16:creationId xmlns:a16="http://schemas.microsoft.com/office/drawing/2014/main" id="{AC3BB8C0-F82F-C77A-56D6-B68A55618186}"/>
                  </a:ext>
                </a:extLst>
              </p:cNvPr>
              <p:cNvSpPr/>
              <p:nvPr/>
            </p:nvSpPr>
            <p:spPr>
              <a:xfrm>
                <a:off x="3698125" y="515960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72" name="Cube 71">
                <a:extLst>
                  <a:ext uri="{FF2B5EF4-FFF2-40B4-BE49-F238E27FC236}">
                    <a16:creationId xmlns:a16="http://schemas.microsoft.com/office/drawing/2014/main" id="{9EF20678-F13A-6F70-6F81-6AECA897AA06}"/>
                  </a:ext>
                </a:extLst>
              </p:cNvPr>
              <p:cNvSpPr/>
              <p:nvPr/>
            </p:nvSpPr>
            <p:spPr>
              <a:xfrm>
                <a:off x="3698125" y="458920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73" name="Cube 72">
                <a:extLst>
                  <a:ext uri="{FF2B5EF4-FFF2-40B4-BE49-F238E27FC236}">
                    <a16:creationId xmlns:a16="http://schemas.microsoft.com/office/drawing/2014/main" id="{7D86907D-78B4-CC9E-D820-3024C36A5A55}"/>
                  </a:ext>
                </a:extLst>
              </p:cNvPr>
              <p:cNvSpPr/>
              <p:nvPr/>
            </p:nvSpPr>
            <p:spPr>
              <a:xfrm>
                <a:off x="3698125" y="401879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74" name="Cube 73">
                <a:extLst>
                  <a:ext uri="{FF2B5EF4-FFF2-40B4-BE49-F238E27FC236}">
                    <a16:creationId xmlns:a16="http://schemas.microsoft.com/office/drawing/2014/main" id="{811CC0C2-36A2-F9E4-34A8-54F98FFAC8D0}"/>
                  </a:ext>
                </a:extLst>
              </p:cNvPr>
              <p:cNvSpPr/>
              <p:nvPr/>
            </p:nvSpPr>
            <p:spPr>
              <a:xfrm>
                <a:off x="3698125" y="344839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75" name="Cube 74">
                <a:extLst>
                  <a:ext uri="{FF2B5EF4-FFF2-40B4-BE49-F238E27FC236}">
                    <a16:creationId xmlns:a16="http://schemas.microsoft.com/office/drawing/2014/main" id="{BBAFE56F-0A6D-F6A3-E421-EAC99A313F16}"/>
                  </a:ext>
                </a:extLst>
              </p:cNvPr>
              <p:cNvSpPr/>
              <p:nvPr/>
            </p:nvSpPr>
            <p:spPr>
              <a:xfrm>
                <a:off x="3698125" y="287798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76" name="Cube 75">
                <a:extLst>
                  <a:ext uri="{FF2B5EF4-FFF2-40B4-BE49-F238E27FC236}">
                    <a16:creationId xmlns:a16="http://schemas.microsoft.com/office/drawing/2014/main" id="{69B38554-1895-E9B2-BEE8-A50752609A5C}"/>
                  </a:ext>
                </a:extLst>
              </p:cNvPr>
              <p:cNvSpPr/>
              <p:nvPr/>
            </p:nvSpPr>
            <p:spPr>
              <a:xfrm>
                <a:off x="3698125" y="230758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77" name="Cube 76">
                <a:extLst>
                  <a:ext uri="{FF2B5EF4-FFF2-40B4-BE49-F238E27FC236}">
                    <a16:creationId xmlns:a16="http://schemas.microsoft.com/office/drawing/2014/main" id="{10AD94DC-1A3A-602F-FA2D-FA62CF6430AC}"/>
                  </a:ext>
                </a:extLst>
              </p:cNvPr>
              <p:cNvSpPr/>
              <p:nvPr/>
            </p:nvSpPr>
            <p:spPr>
              <a:xfrm>
                <a:off x="3698125" y="173718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78" name="Cube 77">
                <a:extLst>
                  <a:ext uri="{FF2B5EF4-FFF2-40B4-BE49-F238E27FC236}">
                    <a16:creationId xmlns:a16="http://schemas.microsoft.com/office/drawing/2014/main" id="{E7BA5F0C-03DD-609E-4ECE-6CC6ED6B14C0}"/>
                  </a:ext>
                </a:extLst>
              </p:cNvPr>
              <p:cNvSpPr/>
              <p:nvPr/>
            </p:nvSpPr>
            <p:spPr>
              <a:xfrm>
                <a:off x="3698125" y="116677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79" name="Cube 78">
                <a:extLst>
                  <a:ext uri="{FF2B5EF4-FFF2-40B4-BE49-F238E27FC236}">
                    <a16:creationId xmlns:a16="http://schemas.microsoft.com/office/drawing/2014/main" id="{85BE7D37-1BA7-EBDE-DC7F-9F37F257B151}"/>
                  </a:ext>
                </a:extLst>
              </p:cNvPr>
              <p:cNvSpPr/>
              <p:nvPr/>
            </p:nvSpPr>
            <p:spPr>
              <a:xfrm>
                <a:off x="3698125" y="59637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</p:grpSp>
        <p:grpSp>
          <p:nvGrpSpPr>
            <p:cNvPr id="26" name="Group 25">
              <a:extLst>
                <a:ext uri="{FF2B5EF4-FFF2-40B4-BE49-F238E27FC236}">
                  <a16:creationId xmlns:a16="http://schemas.microsoft.com/office/drawing/2014/main" id="{68062829-0BFC-B054-A3F9-9E35FE94D946}"/>
                </a:ext>
              </a:extLst>
            </p:cNvPr>
            <p:cNvGrpSpPr/>
            <p:nvPr/>
          </p:nvGrpSpPr>
          <p:grpSpPr>
            <a:xfrm>
              <a:off x="3806188" y="546495"/>
              <a:ext cx="764771" cy="5898407"/>
              <a:chOff x="3698125" y="596372"/>
              <a:chExt cx="764771" cy="5898407"/>
            </a:xfrm>
            <a:solidFill>
              <a:srgbClr val="3786CD"/>
            </a:solidFill>
          </p:grpSpPr>
          <p:sp>
            <p:nvSpPr>
              <p:cNvPr id="60" name="Cube 59">
                <a:extLst>
                  <a:ext uri="{FF2B5EF4-FFF2-40B4-BE49-F238E27FC236}">
                    <a16:creationId xmlns:a16="http://schemas.microsoft.com/office/drawing/2014/main" id="{1FFE4EDB-6E39-1266-6F64-9866187CF801}"/>
                  </a:ext>
                </a:extLst>
              </p:cNvPr>
              <p:cNvSpPr/>
              <p:nvPr/>
            </p:nvSpPr>
            <p:spPr>
              <a:xfrm>
                <a:off x="3698125" y="573000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61" name="Cube 60">
                <a:extLst>
                  <a:ext uri="{FF2B5EF4-FFF2-40B4-BE49-F238E27FC236}">
                    <a16:creationId xmlns:a16="http://schemas.microsoft.com/office/drawing/2014/main" id="{D175A350-AA5E-5427-77AE-F5E1D472DA2E}"/>
                  </a:ext>
                </a:extLst>
              </p:cNvPr>
              <p:cNvSpPr/>
              <p:nvPr/>
            </p:nvSpPr>
            <p:spPr>
              <a:xfrm>
                <a:off x="3698125" y="515960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62" name="Cube 61">
                <a:extLst>
                  <a:ext uri="{FF2B5EF4-FFF2-40B4-BE49-F238E27FC236}">
                    <a16:creationId xmlns:a16="http://schemas.microsoft.com/office/drawing/2014/main" id="{5758F6F2-22EF-AC3B-A0C5-D640C274F8F5}"/>
                  </a:ext>
                </a:extLst>
              </p:cNvPr>
              <p:cNvSpPr/>
              <p:nvPr/>
            </p:nvSpPr>
            <p:spPr>
              <a:xfrm>
                <a:off x="3698125" y="458920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63" name="Cube 62">
                <a:extLst>
                  <a:ext uri="{FF2B5EF4-FFF2-40B4-BE49-F238E27FC236}">
                    <a16:creationId xmlns:a16="http://schemas.microsoft.com/office/drawing/2014/main" id="{2DF6720A-FC50-A351-DF28-FE583D2B5A7B}"/>
                  </a:ext>
                </a:extLst>
              </p:cNvPr>
              <p:cNvSpPr/>
              <p:nvPr/>
            </p:nvSpPr>
            <p:spPr>
              <a:xfrm>
                <a:off x="3698125" y="401879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64" name="Cube 63">
                <a:extLst>
                  <a:ext uri="{FF2B5EF4-FFF2-40B4-BE49-F238E27FC236}">
                    <a16:creationId xmlns:a16="http://schemas.microsoft.com/office/drawing/2014/main" id="{2EE3C6AB-9808-89FA-4B64-000D4E3E5D5D}"/>
                  </a:ext>
                </a:extLst>
              </p:cNvPr>
              <p:cNvSpPr/>
              <p:nvPr/>
            </p:nvSpPr>
            <p:spPr>
              <a:xfrm>
                <a:off x="3698125" y="344839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65" name="Cube 64">
                <a:extLst>
                  <a:ext uri="{FF2B5EF4-FFF2-40B4-BE49-F238E27FC236}">
                    <a16:creationId xmlns:a16="http://schemas.microsoft.com/office/drawing/2014/main" id="{741F8380-0614-B6F6-349E-69E2C1250DC3}"/>
                  </a:ext>
                </a:extLst>
              </p:cNvPr>
              <p:cNvSpPr/>
              <p:nvPr/>
            </p:nvSpPr>
            <p:spPr>
              <a:xfrm>
                <a:off x="3698125" y="287798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66" name="Cube 65">
                <a:extLst>
                  <a:ext uri="{FF2B5EF4-FFF2-40B4-BE49-F238E27FC236}">
                    <a16:creationId xmlns:a16="http://schemas.microsoft.com/office/drawing/2014/main" id="{8CEA6C36-DC59-26B9-C88B-D4BFB3A6597A}"/>
                  </a:ext>
                </a:extLst>
              </p:cNvPr>
              <p:cNvSpPr/>
              <p:nvPr/>
            </p:nvSpPr>
            <p:spPr>
              <a:xfrm>
                <a:off x="3698125" y="230758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67" name="Cube 66">
                <a:extLst>
                  <a:ext uri="{FF2B5EF4-FFF2-40B4-BE49-F238E27FC236}">
                    <a16:creationId xmlns:a16="http://schemas.microsoft.com/office/drawing/2014/main" id="{5E2B7AE6-72BC-4244-A059-55239C25BAE7}"/>
                  </a:ext>
                </a:extLst>
              </p:cNvPr>
              <p:cNvSpPr/>
              <p:nvPr/>
            </p:nvSpPr>
            <p:spPr>
              <a:xfrm>
                <a:off x="3698125" y="173718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68" name="Cube 67">
                <a:extLst>
                  <a:ext uri="{FF2B5EF4-FFF2-40B4-BE49-F238E27FC236}">
                    <a16:creationId xmlns:a16="http://schemas.microsoft.com/office/drawing/2014/main" id="{4DDA583C-CC83-5BC5-82E0-8BFF233503B6}"/>
                  </a:ext>
                </a:extLst>
              </p:cNvPr>
              <p:cNvSpPr/>
              <p:nvPr/>
            </p:nvSpPr>
            <p:spPr>
              <a:xfrm>
                <a:off x="3698125" y="116677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69" name="Cube 68">
                <a:extLst>
                  <a:ext uri="{FF2B5EF4-FFF2-40B4-BE49-F238E27FC236}">
                    <a16:creationId xmlns:a16="http://schemas.microsoft.com/office/drawing/2014/main" id="{883A5636-1140-10DF-AE60-905835BEDFB8}"/>
                  </a:ext>
                </a:extLst>
              </p:cNvPr>
              <p:cNvSpPr/>
              <p:nvPr/>
            </p:nvSpPr>
            <p:spPr>
              <a:xfrm>
                <a:off x="3698125" y="59637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</p:grpSp>
        <p:grpSp>
          <p:nvGrpSpPr>
            <p:cNvPr id="27" name="Group 26">
              <a:extLst>
                <a:ext uri="{FF2B5EF4-FFF2-40B4-BE49-F238E27FC236}">
                  <a16:creationId xmlns:a16="http://schemas.microsoft.com/office/drawing/2014/main" id="{561CB6B2-DD10-6EC4-8921-3A205D07449E}"/>
                </a:ext>
              </a:extLst>
            </p:cNvPr>
            <p:cNvGrpSpPr/>
            <p:nvPr/>
          </p:nvGrpSpPr>
          <p:grpSpPr>
            <a:xfrm>
              <a:off x="4371453" y="546495"/>
              <a:ext cx="764771" cy="5898407"/>
              <a:chOff x="3698125" y="596372"/>
              <a:chExt cx="764771" cy="5898407"/>
            </a:xfrm>
            <a:solidFill>
              <a:srgbClr val="3786CD"/>
            </a:solidFill>
          </p:grpSpPr>
          <p:sp>
            <p:nvSpPr>
              <p:cNvPr id="50" name="Cube 49">
                <a:extLst>
                  <a:ext uri="{FF2B5EF4-FFF2-40B4-BE49-F238E27FC236}">
                    <a16:creationId xmlns:a16="http://schemas.microsoft.com/office/drawing/2014/main" id="{DDCD29FC-3203-9EE8-E497-9FE2746A4814}"/>
                  </a:ext>
                </a:extLst>
              </p:cNvPr>
              <p:cNvSpPr/>
              <p:nvPr/>
            </p:nvSpPr>
            <p:spPr>
              <a:xfrm>
                <a:off x="3698125" y="573000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51" name="Cube 50">
                <a:extLst>
                  <a:ext uri="{FF2B5EF4-FFF2-40B4-BE49-F238E27FC236}">
                    <a16:creationId xmlns:a16="http://schemas.microsoft.com/office/drawing/2014/main" id="{110FCBA0-115D-AE34-6C31-68CFF681A474}"/>
                  </a:ext>
                </a:extLst>
              </p:cNvPr>
              <p:cNvSpPr/>
              <p:nvPr/>
            </p:nvSpPr>
            <p:spPr>
              <a:xfrm>
                <a:off x="3698125" y="515960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52" name="Cube 51">
                <a:extLst>
                  <a:ext uri="{FF2B5EF4-FFF2-40B4-BE49-F238E27FC236}">
                    <a16:creationId xmlns:a16="http://schemas.microsoft.com/office/drawing/2014/main" id="{A18BB897-6234-A519-2BB2-9871B9D17A58}"/>
                  </a:ext>
                </a:extLst>
              </p:cNvPr>
              <p:cNvSpPr/>
              <p:nvPr/>
            </p:nvSpPr>
            <p:spPr>
              <a:xfrm>
                <a:off x="3698125" y="458920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53" name="Cube 52">
                <a:extLst>
                  <a:ext uri="{FF2B5EF4-FFF2-40B4-BE49-F238E27FC236}">
                    <a16:creationId xmlns:a16="http://schemas.microsoft.com/office/drawing/2014/main" id="{A8E8BFF1-6BDB-8940-8393-435E62A321F5}"/>
                  </a:ext>
                </a:extLst>
              </p:cNvPr>
              <p:cNvSpPr/>
              <p:nvPr/>
            </p:nvSpPr>
            <p:spPr>
              <a:xfrm>
                <a:off x="3698125" y="401879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54" name="Cube 53">
                <a:extLst>
                  <a:ext uri="{FF2B5EF4-FFF2-40B4-BE49-F238E27FC236}">
                    <a16:creationId xmlns:a16="http://schemas.microsoft.com/office/drawing/2014/main" id="{785E480C-D5C0-984E-0EDB-E0CEC267D235}"/>
                  </a:ext>
                </a:extLst>
              </p:cNvPr>
              <p:cNvSpPr/>
              <p:nvPr/>
            </p:nvSpPr>
            <p:spPr>
              <a:xfrm>
                <a:off x="3698125" y="344839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55" name="Cube 54">
                <a:extLst>
                  <a:ext uri="{FF2B5EF4-FFF2-40B4-BE49-F238E27FC236}">
                    <a16:creationId xmlns:a16="http://schemas.microsoft.com/office/drawing/2014/main" id="{EC282A25-B369-AD26-F760-82FE0E31D7C0}"/>
                  </a:ext>
                </a:extLst>
              </p:cNvPr>
              <p:cNvSpPr/>
              <p:nvPr/>
            </p:nvSpPr>
            <p:spPr>
              <a:xfrm>
                <a:off x="3698125" y="287798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56" name="Cube 55">
                <a:extLst>
                  <a:ext uri="{FF2B5EF4-FFF2-40B4-BE49-F238E27FC236}">
                    <a16:creationId xmlns:a16="http://schemas.microsoft.com/office/drawing/2014/main" id="{C64AC073-CC01-C995-9F69-90358E447DC8}"/>
                  </a:ext>
                </a:extLst>
              </p:cNvPr>
              <p:cNvSpPr/>
              <p:nvPr/>
            </p:nvSpPr>
            <p:spPr>
              <a:xfrm>
                <a:off x="3698125" y="230758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57" name="Cube 56">
                <a:extLst>
                  <a:ext uri="{FF2B5EF4-FFF2-40B4-BE49-F238E27FC236}">
                    <a16:creationId xmlns:a16="http://schemas.microsoft.com/office/drawing/2014/main" id="{32B715EC-7C4A-7BBD-E3DE-68D439A7CD30}"/>
                  </a:ext>
                </a:extLst>
              </p:cNvPr>
              <p:cNvSpPr/>
              <p:nvPr/>
            </p:nvSpPr>
            <p:spPr>
              <a:xfrm>
                <a:off x="3698125" y="173718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58" name="Cube 57">
                <a:extLst>
                  <a:ext uri="{FF2B5EF4-FFF2-40B4-BE49-F238E27FC236}">
                    <a16:creationId xmlns:a16="http://schemas.microsoft.com/office/drawing/2014/main" id="{471DB6C3-1914-9179-CF0C-0290E89AFCE2}"/>
                  </a:ext>
                </a:extLst>
              </p:cNvPr>
              <p:cNvSpPr/>
              <p:nvPr/>
            </p:nvSpPr>
            <p:spPr>
              <a:xfrm>
                <a:off x="3698125" y="116677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59" name="Cube 58">
                <a:extLst>
                  <a:ext uri="{FF2B5EF4-FFF2-40B4-BE49-F238E27FC236}">
                    <a16:creationId xmlns:a16="http://schemas.microsoft.com/office/drawing/2014/main" id="{D4E552B2-DE15-9303-C30F-C1E621604A85}"/>
                  </a:ext>
                </a:extLst>
              </p:cNvPr>
              <p:cNvSpPr/>
              <p:nvPr/>
            </p:nvSpPr>
            <p:spPr>
              <a:xfrm>
                <a:off x="3698125" y="59637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</p:grpSp>
        <p:grpSp>
          <p:nvGrpSpPr>
            <p:cNvPr id="28" name="Group 27">
              <a:extLst>
                <a:ext uri="{FF2B5EF4-FFF2-40B4-BE49-F238E27FC236}">
                  <a16:creationId xmlns:a16="http://schemas.microsoft.com/office/drawing/2014/main" id="{51B264CC-1C4D-39C8-1C9B-7F8C841ACFB9}"/>
                </a:ext>
              </a:extLst>
            </p:cNvPr>
            <p:cNvGrpSpPr/>
            <p:nvPr/>
          </p:nvGrpSpPr>
          <p:grpSpPr>
            <a:xfrm>
              <a:off x="4936718" y="546495"/>
              <a:ext cx="764771" cy="5898407"/>
              <a:chOff x="3698125" y="596372"/>
              <a:chExt cx="764771" cy="5898407"/>
            </a:xfrm>
            <a:solidFill>
              <a:srgbClr val="3786CD"/>
            </a:solidFill>
          </p:grpSpPr>
          <p:sp>
            <p:nvSpPr>
              <p:cNvPr id="40" name="Cube 39">
                <a:extLst>
                  <a:ext uri="{FF2B5EF4-FFF2-40B4-BE49-F238E27FC236}">
                    <a16:creationId xmlns:a16="http://schemas.microsoft.com/office/drawing/2014/main" id="{1F9B5FA5-4A42-0059-C2D0-20A891C01136}"/>
                  </a:ext>
                </a:extLst>
              </p:cNvPr>
              <p:cNvSpPr/>
              <p:nvPr/>
            </p:nvSpPr>
            <p:spPr>
              <a:xfrm>
                <a:off x="3698125" y="573000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41" name="Cube 40">
                <a:extLst>
                  <a:ext uri="{FF2B5EF4-FFF2-40B4-BE49-F238E27FC236}">
                    <a16:creationId xmlns:a16="http://schemas.microsoft.com/office/drawing/2014/main" id="{5E20FA54-C4BF-C66F-0EEE-EBCA42E10C4D}"/>
                  </a:ext>
                </a:extLst>
              </p:cNvPr>
              <p:cNvSpPr/>
              <p:nvPr/>
            </p:nvSpPr>
            <p:spPr>
              <a:xfrm>
                <a:off x="3698125" y="515960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42" name="Cube 41">
                <a:extLst>
                  <a:ext uri="{FF2B5EF4-FFF2-40B4-BE49-F238E27FC236}">
                    <a16:creationId xmlns:a16="http://schemas.microsoft.com/office/drawing/2014/main" id="{9F99D1D7-062A-184F-B17E-5EC7948FDC8E}"/>
                  </a:ext>
                </a:extLst>
              </p:cNvPr>
              <p:cNvSpPr/>
              <p:nvPr/>
            </p:nvSpPr>
            <p:spPr>
              <a:xfrm>
                <a:off x="3698125" y="458920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43" name="Cube 42">
                <a:extLst>
                  <a:ext uri="{FF2B5EF4-FFF2-40B4-BE49-F238E27FC236}">
                    <a16:creationId xmlns:a16="http://schemas.microsoft.com/office/drawing/2014/main" id="{1656B0D0-9769-D343-080D-639AD5A882FF}"/>
                  </a:ext>
                </a:extLst>
              </p:cNvPr>
              <p:cNvSpPr/>
              <p:nvPr/>
            </p:nvSpPr>
            <p:spPr>
              <a:xfrm>
                <a:off x="3698125" y="401879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44" name="Cube 43">
                <a:extLst>
                  <a:ext uri="{FF2B5EF4-FFF2-40B4-BE49-F238E27FC236}">
                    <a16:creationId xmlns:a16="http://schemas.microsoft.com/office/drawing/2014/main" id="{DA64F743-FE61-8B30-3A53-876C3E34F423}"/>
                  </a:ext>
                </a:extLst>
              </p:cNvPr>
              <p:cNvSpPr/>
              <p:nvPr/>
            </p:nvSpPr>
            <p:spPr>
              <a:xfrm>
                <a:off x="3698125" y="344839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45" name="Cube 44">
                <a:extLst>
                  <a:ext uri="{FF2B5EF4-FFF2-40B4-BE49-F238E27FC236}">
                    <a16:creationId xmlns:a16="http://schemas.microsoft.com/office/drawing/2014/main" id="{CE0DC233-4477-129C-F643-30B7EB1DEF9E}"/>
                  </a:ext>
                </a:extLst>
              </p:cNvPr>
              <p:cNvSpPr/>
              <p:nvPr/>
            </p:nvSpPr>
            <p:spPr>
              <a:xfrm>
                <a:off x="3698125" y="287798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46" name="Cube 45">
                <a:extLst>
                  <a:ext uri="{FF2B5EF4-FFF2-40B4-BE49-F238E27FC236}">
                    <a16:creationId xmlns:a16="http://schemas.microsoft.com/office/drawing/2014/main" id="{DBB3BDBC-ACE2-9E12-1401-C1EF9EF7218A}"/>
                  </a:ext>
                </a:extLst>
              </p:cNvPr>
              <p:cNvSpPr/>
              <p:nvPr/>
            </p:nvSpPr>
            <p:spPr>
              <a:xfrm>
                <a:off x="3698125" y="230758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47" name="Cube 46">
                <a:extLst>
                  <a:ext uri="{FF2B5EF4-FFF2-40B4-BE49-F238E27FC236}">
                    <a16:creationId xmlns:a16="http://schemas.microsoft.com/office/drawing/2014/main" id="{5DB1A9E5-1B14-3C43-D418-467B2FD13D20}"/>
                  </a:ext>
                </a:extLst>
              </p:cNvPr>
              <p:cNvSpPr/>
              <p:nvPr/>
            </p:nvSpPr>
            <p:spPr>
              <a:xfrm>
                <a:off x="3698125" y="173718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48" name="Cube 47">
                <a:extLst>
                  <a:ext uri="{FF2B5EF4-FFF2-40B4-BE49-F238E27FC236}">
                    <a16:creationId xmlns:a16="http://schemas.microsoft.com/office/drawing/2014/main" id="{EF040A31-4600-03FC-CEDA-D960CD2FC8AE}"/>
                  </a:ext>
                </a:extLst>
              </p:cNvPr>
              <p:cNvSpPr/>
              <p:nvPr/>
            </p:nvSpPr>
            <p:spPr>
              <a:xfrm>
                <a:off x="3698125" y="116677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49" name="Cube 48">
                <a:extLst>
                  <a:ext uri="{FF2B5EF4-FFF2-40B4-BE49-F238E27FC236}">
                    <a16:creationId xmlns:a16="http://schemas.microsoft.com/office/drawing/2014/main" id="{C6FB9DBF-5A76-FC41-90F1-80B5D40068E8}"/>
                  </a:ext>
                </a:extLst>
              </p:cNvPr>
              <p:cNvSpPr/>
              <p:nvPr/>
            </p:nvSpPr>
            <p:spPr>
              <a:xfrm>
                <a:off x="3698125" y="59637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</p:grpSp>
        <p:grpSp>
          <p:nvGrpSpPr>
            <p:cNvPr id="29" name="Group 28">
              <a:extLst>
                <a:ext uri="{FF2B5EF4-FFF2-40B4-BE49-F238E27FC236}">
                  <a16:creationId xmlns:a16="http://schemas.microsoft.com/office/drawing/2014/main" id="{9E354686-C8C4-6EBF-653E-874CF68DBC20}"/>
                </a:ext>
              </a:extLst>
            </p:cNvPr>
            <p:cNvGrpSpPr/>
            <p:nvPr/>
          </p:nvGrpSpPr>
          <p:grpSpPr>
            <a:xfrm>
              <a:off x="5501983" y="546495"/>
              <a:ext cx="764771" cy="5898407"/>
              <a:chOff x="3698125" y="596372"/>
              <a:chExt cx="764771" cy="5898407"/>
            </a:xfrm>
            <a:solidFill>
              <a:srgbClr val="3786CD"/>
            </a:solidFill>
          </p:grpSpPr>
          <p:sp>
            <p:nvSpPr>
              <p:cNvPr id="30" name="Cube 29">
                <a:extLst>
                  <a:ext uri="{FF2B5EF4-FFF2-40B4-BE49-F238E27FC236}">
                    <a16:creationId xmlns:a16="http://schemas.microsoft.com/office/drawing/2014/main" id="{B1822CDE-F240-C040-F777-67246C3D60D7}"/>
                  </a:ext>
                </a:extLst>
              </p:cNvPr>
              <p:cNvSpPr/>
              <p:nvPr/>
            </p:nvSpPr>
            <p:spPr>
              <a:xfrm>
                <a:off x="3698125" y="573000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1" name="Cube 30">
                <a:extLst>
                  <a:ext uri="{FF2B5EF4-FFF2-40B4-BE49-F238E27FC236}">
                    <a16:creationId xmlns:a16="http://schemas.microsoft.com/office/drawing/2014/main" id="{104B9787-736B-4A34-5681-A89B305BBB02}"/>
                  </a:ext>
                </a:extLst>
              </p:cNvPr>
              <p:cNvSpPr/>
              <p:nvPr/>
            </p:nvSpPr>
            <p:spPr>
              <a:xfrm>
                <a:off x="3698125" y="515960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2" name="Cube 31">
                <a:extLst>
                  <a:ext uri="{FF2B5EF4-FFF2-40B4-BE49-F238E27FC236}">
                    <a16:creationId xmlns:a16="http://schemas.microsoft.com/office/drawing/2014/main" id="{77240130-EF10-22FA-3D64-B920789B8187}"/>
                  </a:ext>
                </a:extLst>
              </p:cNvPr>
              <p:cNvSpPr/>
              <p:nvPr/>
            </p:nvSpPr>
            <p:spPr>
              <a:xfrm>
                <a:off x="3698125" y="458920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3" name="Cube 32">
                <a:extLst>
                  <a:ext uri="{FF2B5EF4-FFF2-40B4-BE49-F238E27FC236}">
                    <a16:creationId xmlns:a16="http://schemas.microsoft.com/office/drawing/2014/main" id="{03F337E6-7056-815C-ECB7-786E61912FF8}"/>
                  </a:ext>
                </a:extLst>
              </p:cNvPr>
              <p:cNvSpPr/>
              <p:nvPr/>
            </p:nvSpPr>
            <p:spPr>
              <a:xfrm>
                <a:off x="3698125" y="401879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4" name="Cube 33">
                <a:extLst>
                  <a:ext uri="{FF2B5EF4-FFF2-40B4-BE49-F238E27FC236}">
                    <a16:creationId xmlns:a16="http://schemas.microsoft.com/office/drawing/2014/main" id="{CE37AFEA-54DE-681A-600A-3C9003CA9A66}"/>
                  </a:ext>
                </a:extLst>
              </p:cNvPr>
              <p:cNvSpPr/>
              <p:nvPr/>
            </p:nvSpPr>
            <p:spPr>
              <a:xfrm>
                <a:off x="3698125" y="344839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5" name="Cube 34">
                <a:extLst>
                  <a:ext uri="{FF2B5EF4-FFF2-40B4-BE49-F238E27FC236}">
                    <a16:creationId xmlns:a16="http://schemas.microsoft.com/office/drawing/2014/main" id="{DFE572B6-6AA6-89A6-BB7A-CDE155F094DB}"/>
                  </a:ext>
                </a:extLst>
              </p:cNvPr>
              <p:cNvSpPr/>
              <p:nvPr/>
            </p:nvSpPr>
            <p:spPr>
              <a:xfrm>
                <a:off x="3698125" y="287798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6" name="Cube 35">
                <a:extLst>
                  <a:ext uri="{FF2B5EF4-FFF2-40B4-BE49-F238E27FC236}">
                    <a16:creationId xmlns:a16="http://schemas.microsoft.com/office/drawing/2014/main" id="{6CE02682-7DDC-D8DE-20B1-2024A33F38BD}"/>
                  </a:ext>
                </a:extLst>
              </p:cNvPr>
              <p:cNvSpPr/>
              <p:nvPr/>
            </p:nvSpPr>
            <p:spPr>
              <a:xfrm>
                <a:off x="3698125" y="230758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7" name="Cube 36">
                <a:extLst>
                  <a:ext uri="{FF2B5EF4-FFF2-40B4-BE49-F238E27FC236}">
                    <a16:creationId xmlns:a16="http://schemas.microsoft.com/office/drawing/2014/main" id="{77624897-DC51-0519-350F-BD862390657F}"/>
                  </a:ext>
                </a:extLst>
              </p:cNvPr>
              <p:cNvSpPr/>
              <p:nvPr/>
            </p:nvSpPr>
            <p:spPr>
              <a:xfrm>
                <a:off x="3698125" y="173718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8" name="Cube 37">
                <a:extLst>
                  <a:ext uri="{FF2B5EF4-FFF2-40B4-BE49-F238E27FC236}">
                    <a16:creationId xmlns:a16="http://schemas.microsoft.com/office/drawing/2014/main" id="{29FF2263-BB7C-9A0C-18A6-4A95420B6985}"/>
                  </a:ext>
                </a:extLst>
              </p:cNvPr>
              <p:cNvSpPr/>
              <p:nvPr/>
            </p:nvSpPr>
            <p:spPr>
              <a:xfrm>
                <a:off x="3698125" y="116677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9" name="Cube 38">
                <a:extLst>
                  <a:ext uri="{FF2B5EF4-FFF2-40B4-BE49-F238E27FC236}">
                    <a16:creationId xmlns:a16="http://schemas.microsoft.com/office/drawing/2014/main" id="{021331B5-1148-17A1-27CE-68D1B5CDFD73}"/>
                  </a:ext>
                </a:extLst>
              </p:cNvPr>
              <p:cNvSpPr/>
              <p:nvPr/>
            </p:nvSpPr>
            <p:spPr>
              <a:xfrm>
                <a:off x="3698125" y="59637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</p:grpSp>
      </p:grpSp>
      <p:sp>
        <p:nvSpPr>
          <p:cNvPr id="131" name="Cube 130">
            <a:extLst>
              <a:ext uri="{FF2B5EF4-FFF2-40B4-BE49-F238E27FC236}">
                <a16:creationId xmlns:a16="http://schemas.microsoft.com/office/drawing/2014/main" id="{A931EBFE-8840-4803-84E1-DE179BCFF14F}"/>
              </a:ext>
            </a:extLst>
          </p:cNvPr>
          <p:cNvSpPr/>
          <p:nvPr/>
        </p:nvSpPr>
        <p:spPr>
          <a:xfrm>
            <a:off x="7837406" y="4362720"/>
            <a:ext cx="315285" cy="310879"/>
          </a:xfrm>
          <a:prstGeom prst="cube">
            <a:avLst/>
          </a:prstGeom>
          <a:solidFill>
            <a:srgbClr val="FFFF0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32" name="Cube 131">
            <a:extLst>
              <a:ext uri="{FF2B5EF4-FFF2-40B4-BE49-F238E27FC236}">
                <a16:creationId xmlns:a16="http://schemas.microsoft.com/office/drawing/2014/main" id="{F8905E10-CDBC-1311-771A-E53E2DCCFAD3}"/>
              </a:ext>
            </a:extLst>
          </p:cNvPr>
          <p:cNvSpPr/>
          <p:nvPr/>
        </p:nvSpPr>
        <p:spPr>
          <a:xfrm>
            <a:off x="7837406" y="4130850"/>
            <a:ext cx="315285" cy="310879"/>
          </a:xfrm>
          <a:prstGeom prst="cube">
            <a:avLst/>
          </a:prstGeom>
          <a:solidFill>
            <a:srgbClr val="FFFF0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33" name="Cube 132">
            <a:extLst>
              <a:ext uri="{FF2B5EF4-FFF2-40B4-BE49-F238E27FC236}">
                <a16:creationId xmlns:a16="http://schemas.microsoft.com/office/drawing/2014/main" id="{77A05E53-FCF7-9B3E-3B51-C6A3AA6550CF}"/>
              </a:ext>
            </a:extLst>
          </p:cNvPr>
          <p:cNvSpPr/>
          <p:nvPr/>
        </p:nvSpPr>
        <p:spPr>
          <a:xfrm>
            <a:off x="7837406" y="3898981"/>
            <a:ext cx="315285" cy="310879"/>
          </a:xfrm>
          <a:prstGeom prst="cube">
            <a:avLst/>
          </a:prstGeom>
          <a:solidFill>
            <a:srgbClr val="FFFF0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34" name="Cube 133">
            <a:extLst>
              <a:ext uri="{FF2B5EF4-FFF2-40B4-BE49-F238E27FC236}">
                <a16:creationId xmlns:a16="http://schemas.microsoft.com/office/drawing/2014/main" id="{6BA396C0-6031-7BE0-819D-C8097BC44A30}"/>
              </a:ext>
            </a:extLst>
          </p:cNvPr>
          <p:cNvSpPr/>
          <p:nvPr/>
        </p:nvSpPr>
        <p:spPr>
          <a:xfrm>
            <a:off x="7837406" y="3667112"/>
            <a:ext cx="315285" cy="310879"/>
          </a:xfrm>
          <a:prstGeom prst="cube">
            <a:avLst/>
          </a:prstGeom>
          <a:solidFill>
            <a:srgbClr val="FFFF0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35" name="Cube 134">
            <a:extLst>
              <a:ext uri="{FF2B5EF4-FFF2-40B4-BE49-F238E27FC236}">
                <a16:creationId xmlns:a16="http://schemas.microsoft.com/office/drawing/2014/main" id="{50817266-AC98-4F0B-AF67-5A942149F45C}"/>
              </a:ext>
            </a:extLst>
          </p:cNvPr>
          <p:cNvSpPr/>
          <p:nvPr/>
        </p:nvSpPr>
        <p:spPr>
          <a:xfrm>
            <a:off x="7837406" y="3435242"/>
            <a:ext cx="315285" cy="310879"/>
          </a:xfrm>
          <a:prstGeom prst="cube">
            <a:avLst/>
          </a:prstGeom>
          <a:solidFill>
            <a:srgbClr val="FFFF0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grpSp>
        <p:nvGrpSpPr>
          <p:cNvPr id="141" name="Group 140">
            <a:extLst>
              <a:ext uri="{FF2B5EF4-FFF2-40B4-BE49-F238E27FC236}">
                <a16:creationId xmlns:a16="http://schemas.microsoft.com/office/drawing/2014/main" id="{FEB08508-96B7-283B-3324-7CA51BED9195}"/>
              </a:ext>
            </a:extLst>
          </p:cNvPr>
          <p:cNvGrpSpPr/>
          <p:nvPr/>
        </p:nvGrpSpPr>
        <p:grpSpPr>
          <a:xfrm>
            <a:off x="1584795" y="3207760"/>
            <a:ext cx="315285" cy="2397703"/>
            <a:chOff x="3698125" y="596372"/>
            <a:chExt cx="764771" cy="5898407"/>
          </a:xfrm>
          <a:solidFill>
            <a:srgbClr val="00C85A"/>
          </a:solidFill>
        </p:grpSpPr>
        <p:sp>
          <p:nvSpPr>
            <p:cNvPr id="142" name="Cube 141">
              <a:extLst>
                <a:ext uri="{FF2B5EF4-FFF2-40B4-BE49-F238E27FC236}">
                  <a16:creationId xmlns:a16="http://schemas.microsoft.com/office/drawing/2014/main" id="{A8097821-8E3D-3B35-DC99-96ED1C4CC936}"/>
                </a:ext>
              </a:extLst>
            </p:cNvPr>
            <p:cNvSpPr/>
            <p:nvPr/>
          </p:nvSpPr>
          <p:spPr>
            <a:xfrm>
              <a:off x="3698125" y="5730008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43" name="Cube 142">
              <a:extLst>
                <a:ext uri="{FF2B5EF4-FFF2-40B4-BE49-F238E27FC236}">
                  <a16:creationId xmlns:a16="http://schemas.microsoft.com/office/drawing/2014/main" id="{D30232D1-8E88-0A01-BEE9-4D50004D9C47}"/>
                </a:ext>
              </a:extLst>
            </p:cNvPr>
            <p:cNvSpPr/>
            <p:nvPr/>
          </p:nvSpPr>
          <p:spPr>
            <a:xfrm>
              <a:off x="3698125" y="5159604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44" name="Cube 143">
              <a:extLst>
                <a:ext uri="{FF2B5EF4-FFF2-40B4-BE49-F238E27FC236}">
                  <a16:creationId xmlns:a16="http://schemas.microsoft.com/office/drawing/2014/main" id="{B44A3FAD-D23B-759B-7D67-06DE089F0AE6}"/>
                </a:ext>
              </a:extLst>
            </p:cNvPr>
            <p:cNvSpPr/>
            <p:nvPr/>
          </p:nvSpPr>
          <p:spPr>
            <a:xfrm>
              <a:off x="3698125" y="4589200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45" name="Cube 144">
              <a:extLst>
                <a:ext uri="{FF2B5EF4-FFF2-40B4-BE49-F238E27FC236}">
                  <a16:creationId xmlns:a16="http://schemas.microsoft.com/office/drawing/2014/main" id="{D027D7E3-343D-9211-CE65-28BEB2506FCE}"/>
                </a:ext>
              </a:extLst>
            </p:cNvPr>
            <p:cNvSpPr/>
            <p:nvPr/>
          </p:nvSpPr>
          <p:spPr>
            <a:xfrm>
              <a:off x="3698125" y="4018796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46" name="Cube 145">
              <a:extLst>
                <a:ext uri="{FF2B5EF4-FFF2-40B4-BE49-F238E27FC236}">
                  <a16:creationId xmlns:a16="http://schemas.microsoft.com/office/drawing/2014/main" id="{AD0A4A08-EAD5-F848-4A65-44C5C5D1A183}"/>
                </a:ext>
              </a:extLst>
            </p:cNvPr>
            <p:cNvSpPr/>
            <p:nvPr/>
          </p:nvSpPr>
          <p:spPr>
            <a:xfrm>
              <a:off x="3698125" y="3448392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47" name="Cube 146">
              <a:extLst>
                <a:ext uri="{FF2B5EF4-FFF2-40B4-BE49-F238E27FC236}">
                  <a16:creationId xmlns:a16="http://schemas.microsoft.com/office/drawing/2014/main" id="{CB9EDB77-8308-1723-44CF-28ED3F8F4B32}"/>
                </a:ext>
              </a:extLst>
            </p:cNvPr>
            <p:cNvSpPr/>
            <p:nvPr/>
          </p:nvSpPr>
          <p:spPr>
            <a:xfrm>
              <a:off x="3698125" y="2877988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48" name="Cube 147">
              <a:extLst>
                <a:ext uri="{FF2B5EF4-FFF2-40B4-BE49-F238E27FC236}">
                  <a16:creationId xmlns:a16="http://schemas.microsoft.com/office/drawing/2014/main" id="{15E0B74A-513A-000B-B49B-A66FDE97A94B}"/>
                </a:ext>
              </a:extLst>
            </p:cNvPr>
            <p:cNvSpPr/>
            <p:nvPr/>
          </p:nvSpPr>
          <p:spPr>
            <a:xfrm>
              <a:off x="3698125" y="2307584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49" name="Cube 148">
              <a:extLst>
                <a:ext uri="{FF2B5EF4-FFF2-40B4-BE49-F238E27FC236}">
                  <a16:creationId xmlns:a16="http://schemas.microsoft.com/office/drawing/2014/main" id="{EA1030EA-5E04-B7A2-5862-08CFC8B640FF}"/>
                </a:ext>
              </a:extLst>
            </p:cNvPr>
            <p:cNvSpPr/>
            <p:nvPr/>
          </p:nvSpPr>
          <p:spPr>
            <a:xfrm>
              <a:off x="3698125" y="1737180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50" name="Cube 149">
              <a:extLst>
                <a:ext uri="{FF2B5EF4-FFF2-40B4-BE49-F238E27FC236}">
                  <a16:creationId xmlns:a16="http://schemas.microsoft.com/office/drawing/2014/main" id="{7663B8D2-DEFD-882B-3646-7D8F32F919DB}"/>
                </a:ext>
              </a:extLst>
            </p:cNvPr>
            <p:cNvSpPr/>
            <p:nvPr/>
          </p:nvSpPr>
          <p:spPr>
            <a:xfrm>
              <a:off x="3698125" y="1166776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51" name="Cube 150">
              <a:extLst>
                <a:ext uri="{FF2B5EF4-FFF2-40B4-BE49-F238E27FC236}">
                  <a16:creationId xmlns:a16="http://schemas.microsoft.com/office/drawing/2014/main" id="{AD25BE94-89A2-BFFD-602B-80AF47216C16}"/>
                </a:ext>
              </a:extLst>
            </p:cNvPr>
            <p:cNvSpPr/>
            <p:nvPr/>
          </p:nvSpPr>
          <p:spPr>
            <a:xfrm>
              <a:off x="3698125" y="596372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</p:grpSp>
      <p:sp>
        <p:nvSpPr>
          <p:cNvPr id="152" name="TextBox 151">
            <a:extLst>
              <a:ext uri="{FF2B5EF4-FFF2-40B4-BE49-F238E27FC236}">
                <a16:creationId xmlns:a16="http://schemas.microsoft.com/office/drawing/2014/main" id="{81DA2D93-BB10-C33F-368C-2DD412583608}"/>
              </a:ext>
            </a:extLst>
          </p:cNvPr>
          <p:cNvSpPr txBox="1"/>
          <p:nvPr/>
        </p:nvSpPr>
        <p:spPr>
          <a:xfrm>
            <a:off x="3056683" y="1299039"/>
            <a:ext cx="62869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800" dirty="0"/>
              <a:t>= 1</a:t>
            </a:r>
          </a:p>
        </p:txBody>
      </p:sp>
      <p:sp>
        <p:nvSpPr>
          <p:cNvPr id="164" name="TextBox 163">
            <a:extLst>
              <a:ext uri="{FF2B5EF4-FFF2-40B4-BE49-F238E27FC236}">
                <a16:creationId xmlns:a16="http://schemas.microsoft.com/office/drawing/2014/main" id="{93B7A31B-9032-7BFD-E306-F9016DCB90D4}"/>
              </a:ext>
            </a:extLst>
          </p:cNvPr>
          <p:cNvSpPr txBox="1"/>
          <p:nvPr/>
        </p:nvSpPr>
        <p:spPr>
          <a:xfrm>
            <a:off x="6485378" y="1176932"/>
            <a:ext cx="203453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0.13 + 0.12</a:t>
            </a:r>
          </a:p>
        </p:txBody>
      </p:sp>
      <p:sp>
        <p:nvSpPr>
          <p:cNvPr id="165" name="Cube 164">
            <a:extLst>
              <a:ext uri="{FF2B5EF4-FFF2-40B4-BE49-F238E27FC236}">
                <a16:creationId xmlns:a16="http://schemas.microsoft.com/office/drawing/2014/main" id="{DE882D38-C32D-4822-58A4-12FFDB66C05E}"/>
              </a:ext>
            </a:extLst>
          </p:cNvPr>
          <p:cNvSpPr/>
          <p:nvPr/>
        </p:nvSpPr>
        <p:spPr>
          <a:xfrm>
            <a:off x="1584795" y="6031921"/>
            <a:ext cx="315285" cy="310879"/>
          </a:xfrm>
          <a:prstGeom prst="cube">
            <a:avLst/>
          </a:prstGeom>
          <a:solidFill>
            <a:srgbClr val="FFFF0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66" name="TextBox 165">
            <a:extLst>
              <a:ext uri="{FF2B5EF4-FFF2-40B4-BE49-F238E27FC236}">
                <a16:creationId xmlns:a16="http://schemas.microsoft.com/office/drawing/2014/main" id="{7B273F84-13D9-3A5C-8DB3-5D557B8FC68E}"/>
              </a:ext>
            </a:extLst>
          </p:cNvPr>
          <p:cNvSpPr txBox="1"/>
          <p:nvPr/>
        </p:nvSpPr>
        <p:spPr>
          <a:xfrm>
            <a:off x="3056683" y="4145001"/>
            <a:ext cx="90281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800" dirty="0"/>
              <a:t>= 0.1</a:t>
            </a:r>
          </a:p>
        </p:txBody>
      </p:sp>
      <p:sp>
        <p:nvSpPr>
          <p:cNvPr id="167" name="TextBox 166">
            <a:extLst>
              <a:ext uri="{FF2B5EF4-FFF2-40B4-BE49-F238E27FC236}">
                <a16:creationId xmlns:a16="http://schemas.microsoft.com/office/drawing/2014/main" id="{200B87F2-7D06-6901-5F4E-C4ABD007DBF1}"/>
              </a:ext>
            </a:extLst>
          </p:cNvPr>
          <p:cNvSpPr txBox="1"/>
          <p:nvPr/>
        </p:nvSpPr>
        <p:spPr>
          <a:xfrm>
            <a:off x="3056683" y="5890089"/>
            <a:ext cx="108555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800" dirty="0"/>
              <a:t>= 0.01</a:t>
            </a:r>
          </a:p>
        </p:txBody>
      </p:sp>
      <p:cxnSp>
        <p:nvCxnSpPr>
          <p:cNvPr id="169" name="Straight Connector 168">
            <a:extLst>
              <a:ext uri="{FF2B5EF4-FFF2-40B4-BE49-F238E27FC236}">
                <a16:creationId xmlns:a16="http://schemas.microsoft.com/office/drawing/2014/main" id="{C3FBD059-E9A0-6FCC-5ED1-E402E022D28D}"/>
              </a:ext>
            </a:extLst>
          </p:cNvPr>
          <p:cNvCxnSpPr>
            <a:cxnSpLocks/>
          </p:cNvCxnSpPr>
          <p:nvPr/>
        </p:nvCxnSpPr>
        <p:spPr>
          <a:xfrm>
            <a:off x="4943475" y="266700"/>
            <a:ext cx="0" cy="6400800"/>
          </a:xfrm>
          <a:prstGeom prst="line">
            <a:avLst/>
          </a:prstGeom>
          <a:ln w="28575">
            <a:solidFill>
              <a:schemeClr val="bg1">
                <a:lumMod val="50000"/>
              </a:schemeClr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2" name="TextBox 171">
            <a:extLst>
              <a:ext uri="{FF2B5EF4-FFF2-40B4-BE49-F238E27FC236}">
                <a16:creationId xmlns:a16="http://schemas.microsoft.com/office/drawing/2014/main" id="{58CE4CC8-C8C7-A9D1-74F4-64877DD5079F}"/>
              </a:ext>
            </a:extLst>
          </p:cNvPr>
          <p:cNvSpPr txBox="1"/>
          <p:nvPr/>
        </p:nvSpPr>
        <p:spPr>
          <a:xfrm>
            <a:off x="5262283" y="546564"/>
            <a:ext cx="4466159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Төмөнкүлөрдү билдирүү үчүн </a:t>
            </a:r>
          </a:p>
          <a:p>
            <a:pPr algn="ctr"/>
            <a:r>
              <a:rPr lang="ru-RU" sz="2000" dirty="0"/>
              <a:t>блокторду жана сандарды колдонуңуз:</a:t>
            </a:r>
            <a:endParaRPr lang="en-GB" sz="2000" dirty="0"/>
          </a:p>
        </p:txBody>
      </p:sp>
      <p:sp>
        <p:nvSpPr>
          <p:cNvPr id="181" name="TextBox 180">
            <a:extLst>
              <a:ext uri="{FF2B5EF4-FFF2-40B4-BE49-F238E27FC236}">
                <a16:creationId xmlns:a16="http://schemas.microsoft.com/office/drawing/2014/main" id="{39297C88-EE68-78F2-1426-892862AE853A}"/>
              </a:ext>
            </a:extLst>
          </p:cNvPr>
          <p:cNvSpPr txBox="1"/>
          <p:nvPr/>
        </p:nvSpPr>
        <p:spPr>
          <a:xfrm>
            <a:off x="7045626" y="5444132"/>
            <a:ext cx="91403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0.25</a:t>
            </a: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37869448-3CBC-5389-58DE-53E709E95E0F}"/>
              </a:ext>
            </a:extLst>
          </p:cNvPr>
          <p:cNvGrpSpPr/>
          <p:nvPr/>
        </p:nvGrpSpPr>
        <p:grpSpPr>
          <a:xfrm>
            <a:off x="7313531" y="2275896"/>
            <a:ext cx="315285" cy="2397703"/>
            <a:chOff x="3698125" y="596372"/>
            <a:chExt cx="764771" cy="5898407"/>
          </a:xfrm>
          <a:solidFill>
            <a:srgbClr val="00C85A"/>
          </a:solidFill>
        </p:grpSpPr>
        <p:sp>
          <p:nvSpPr>
            <p:cNvPr id="3" name="Cube 2">
              <a:extLst>
                <a:ext uri="{FF2B5EF4-FFF2-40B4-BE49-F238E27FC236}">
                  <a16:creationId xmlns:a16="http://schemas.microsoft.com/office/drawing/2014/main" id="{59BFCA73-7DAF-1F86-B173-E72784514E88}"/>
                </a:ext>
              </a:extLst>
            </p:cNvPr>
            <p:cNvSpPr/>
            <p:nvPr/>
          </p:nvSpPr>
          <p:spPr>
            <a:xfrm>
              <a:off x="3698125" y="5730008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4" name="Cube 3">
              <a:extLst>
                <a:ext uri="{FF2B5EF4-FFF2-40B4-BE49-F238E27FC236}">
                  <a16:creationId xmlns:a16="http://schemas.microsoft.com/office/drawing/2014/main" id="{D741D149-3E82-4D2D-9387-84926B0A72EF}"/>
                </a:ext>
              </a:extLst>
            </p:cNvPr>
            <p:cNvSpPr/>
            <p:nvPr/>
          </p:nvSpPr>
          <p:spPr>
            <a:xfrm>
              <a:off x="3698125" y="5159604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5" name="Cube 4">
              <a:extLst>
                <a:ext uri="{FF2B5EF4-FFF2-40B4-BE49-F238E27FC236}">
                  <a16:creationId xmlns:a16="http://schemas.microsoft.com/office/drawing/2014/main" id="{996B0C78-1018-C0BB-767C-F701BB3B0D30}"/>
                </a:ext>
              </a:extLst>
            </p:cNvPr>
            <p:cNvSpPr/>
            <p:nvPr/>
          </p:nvSpPr>
          <p:spPr>
            <a:xfrm>
              <a:off x="3698125" y="4589200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6" name="Cube 5">
              <a:extLst>
                <a:ext uri="{FF2B5EF4-FFF2-40B4-BE49-F238E27FC236}">
                  <a16:creationId xmlns:a16="http://schemas.microsoft.com/office/drawing/2014/main" id="{F15CEDDF-B20A-7125-3764-90BE2FD297B8}"/>
                </a:ext>
              </a:extLst>
            </p:cNvPr>
            <p:cNvSpPr/>
            <p:nvPr/>
          </p:nvSpPr>
          <p:spPr>
            <a:xfrm>
              <a:off x="3698125" y="4018796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7" name="Cube 6">
              <a:extLst>
                <a:ext uri="{FF2B5EF4-FFF2-40B4-BE49-F238E27FC236}">
                  <a16:creationId xmlns:a16="http://schemas.microsoft.com/office/drawing/2014/main" id="{5D004E4A-20BE-2902-0BCB-EE32C18953AF}"/>
                </a:ext>
              </a:extLst>
            </p:cNvPr>
            <p:cNvSpPr/>
            <p:nvPr/>
          </p:nvSpPr>
          <p:spPr>
            <a:xfrm>
              <a:off x="3698125" y="3448392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8" name="Cube 7">
              <a:extLst>
                <a:ext uri="{FF2B5EF4-FFF2-40B4-BE49-F238E27FC236}">
                  <a16:creationId xmlns:a16="http://schemas.microsoft.com/office/drawing/2014/main" id="{E7F95168-16D0-00DE-1842-4B7CC5B7F958}"/>
                </a:ext>
              </a:extLst>
            </p:cNvPr>
            <p:cNvSpPr/>
            <p:nvPr/>
          </p:nvSpPr>
          <p:spPr>
            <a:xfrm>
              <a:off x="3698125" y="2877988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9" name="Cube 8">
              <a:extLst>
                <a:ext uri="{FF2B5EF4-FFF2-40B4-BE49-F238E27FC236}">
                  <a16:creationId xmlns:a16="http://schemas.microsoft.com/office/drawing/2014/main" id="{30293281-C6D2-A803-A7A0-E447F01BF856}"/>
                </a:ext>
              </a:extLst>
            </p:cNvPr>
            <p:cNvSpPr/>
            <p:nvPr/>
          </p:nvSpPr>
          <p:spPr>
            <a:xfrm>
              <a:off x="3698125" y="2307584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0" name="Cube 9">
              <a:extLst>
                <a:ext uri="{FF2B5EF4-FFF2-40B4-BE49-F238E27FC236}">
                  <a16:creationId xmlns:a16="http://schemas.microsoft.com/office/drawing/2014/main" id="{EBF2FA1E-F297-A0A9-ED41-6B7A5187582C}"/>
                </a:ext>
              </a:extLst>
            </p:cNvPr>
            <p:cNvSpPr/>
            <p:nvPr/>
          </p:nvSpPr>
          <p:spPr>
            <a:xfrm>
              <a:off x="3698125" y="1737180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1" name="Cube 10">
              <a:extLst>
                <a:ext uri="{FF2B5EF4-FFF2-40B4-BE49-F238E27FC236}">
                  <a16:creationId xmlns:a16="http://schemas.microsoft.com/office/drawing/2014/main" id="{D0EFCD7A-D958-E566-0F08-04D3DC97B1FB}"/>
                </a:ext>
              </a:extLst>
            </p:cNvPr>
            <p:cNvSpPr/>
            <p:nvPr/>
          </p:nvSpPr>
          <p:spPr>
            <a:xfrm>
              <a:off x="3698125" y="1166776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2" name="Cube 11">
              <a:extLst>
                <a:ext uri="{FF2B5EF4-FFF2-40B4-BE49-F238E27FC236}">
                  <a16:creationId xmlns:a16="http://schemas.microsoft.com/office/drawing/2014/main" id="{C932D695-F134-3BB2-FD23-4CE9972949E8}"/>
                </a:ext>
              </a:extLst>
            </p:cNvPr>
            <p:cNvSpPr/>
            <p:nvPr/>
          </p:nvSpPr>
          <p:spPr>
            <a:xfrm>
              <a:off x="3698125" y="596372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</p:grpSp>
      <p:grpSp>
        <p:nvGrpSpPr>
          <p:cNvPr id="13" name="Group 12">
            <a:extLst>
              <a:ext uri="{FF2B5EF4-FFF2-40B4-BE49-F238E27FC236}">
                <a16:creationId xmlns:a16="http://schemas.microsoft.com/office/drawing/2014/main" id="{8E40F731-50BE-02FA-421C-E928E9C60C2B}"/>
              </a:ext>
            </a:extLst>
          </p:cNvPr>
          <p:cNvGrpSpPr/>
          <p:nvPr/>
        </p:nvGrpSpPr>
        <p:grpSpPr>
          <a:xfrm>
            <a:off x="6789656" y="2275896"/>
            <a:ext cx="315285" cy="2397703"/>
            <a:chOff x="3698125" y="596372"/>
            <a:chExt cx="764771" cy="5898407"/>
          </a:xfrm>
          <a:solidFill>
            <a:srgbClr val="00C85A"/>
          </a:solidFill>
        </p:grpSpPr>
        <p:sp>
          <p:nvSpPr>
            <p:cNvPr id="14" name="Cube 13">
              <a:extLst>
                <a:ext uri="{FF2B5EF4-FFF2-40B4-BE49-F238E27FC236}">
                  <a16:creationId xmlns:a16="http://schemas.microsoft.com/office/drawing/2014/main" id="{CD6BA7A1-A9BB-A194-5E1E-CE00626628DA}"/>
                </a:ext>
              </a:extLst>
            </p:cNvPr>
            <p:cNvSpPr/>
            <p:nvPr/>
          </p:nvSpPr>
          <p:spPr>
            <a:xfrm>
              <a:off x="3698125" y="5730008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5" name="Cube 14">
              <a:extLst>
                <a:ext uri="{FF2B5EF4-FFF2-40B4-BE49-F238E27FC236}">
                  <a16:creationId xmlns:a16="http://schemas.microsoft.com/office/drawing/2014/main" id="{38E11C3D-A8C7-7660-62F4-A3F152223961}"/>
                </a:ext>
              </a:extLst>
            </p:cNvPr>
            <p:cNvSpPr/>
            <p:nvPr/>
          </p:nvSpPr>
          <p:spPr>
            <a:xfrm>
              <a:off x="3698125" y="5159604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6" name="Cube 15">
              <a:extLst>
                <a:ext uri="{FF2B5EF4-FFF2-40B4-BE49-F238E27FC236}">
                  <a16:creationId xmlns:a16="http://schemas.microsoft.com/office/drawing/2014/main" id="{7CF8A9A2-8FA9-8C6C-E653-5ECE48302BD5}"/>
                </a:ext>
              </a:extLst>
            </p:cNvPr>
            <p:cNvSpPr/>
            <p:nvPr/>
          </p:nvSpPr>
          <p:spPr>
            <a:xfrm>
              <a:off x="3698125" y="4589200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7" name="Cube 16">
              <a:extLst>
                <a:ext uri="{FF2B5EF4-FFF2-40B4-BE49-F238E27FC236}">
                  <a16:creationId xmlns:a16="http://schemas.microsoft.com/office/drawing/2014/main" id="{4D8B8916-31D2-4D55-6E1A-5604C50BD207}"/>
                </a:ext>
              </a:extLst>
            </p:cNvPr>
            <p:cNvSpPr/>
            <p:nvPr/>
          </p:nvSpPr>
          <p:spPr>
            <a:xfrm>
              <a:off x="3698125" y="4018796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8" name="Cube 17">
              <a:extLst>
                <a:ext uri="{FF2B5EF4-FFF2-40B4-BE49-F238E27FC236}">
                  <a16:creationId xmlns:a16="http://schemas.microsoft.com/office/drawing/2014/main" id="{4F4E6E6C-95AD-DF81-B6FC-59BBAB8D82AC}"/>
                </a:ext>
              </a:extLst>
            </p:cNvPr>
            <p:cNvSpPr/>
            <p:nvPr/>
          </p:nvSpPr>
          <p:spPr>
            <a:xfrm>
              <a:off x="3698125" y="3448392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53" name="Cube 152">
              <a:extLst>
                <a:ext uri="{FF2B5EF4-FFF2-40B4-BE49-F238E27FC236}">
                  <a16:creationId xmlns:a16="http://schemas.microsoft.com/office/drawing/2014/main" id="{B2683A5D-C227-0130-1AF6-3CEEB6335447}"/>
                </a:ext>
              </a:extLst>
            </p:cNvPr>
            <p:cNvSpPr/>
            <p:nvPr/>
          </p:nvSpPr>
          <p:spPr>
            <a:xfrm>
              <a:off x="3698125" y="2877988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68" name="Cube 167">
              <a:extLst>
                <a:ext uri="{FF2B5EF4-FFF2-40B4-BE49-F238E27FC236}">
                  <a16:creationId xmlns:a16="http://schemas.microsoft.com/office/drawing/2014/main" id="{7870B28A-EE92-0C60-8D7E-BDFC0B292D3D}"/>
                </a:ext>
              </a:extLst>
            </p:cNvPr>
            <p:cNvSpPr/>
            <p:nvPr/>
          </p:nvSpPr>
          <p:spPr>
            <a:xfrm>
              <a:off x="3698125" y="2307584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70" name="Cube 169">
              <a:extLst>
                <a:ext uri="{FF2B5EF4-FFF2-40B4-BE49-F238E27FC236}">
                  <a16:creationId xmlns:a16="http://schemas.microsoft.com/office/drawing/2014/main" id="{7F90DE28-B3F1-FCE9-1502-625F7198B372}"/>
                </a:ext>
              </a:extLst>
            </p:cNvPr>
            <p:cNvSpPr/>
            <p:nvPr/>
          </p:nvSpPr>
          <p:spPr>
            <a:xfrm>
              <a:off x="3698125" y="1737180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71" name="Cube 170">
              <a:extLst>
                <a:ext uri="{FF2B5EF4-FFF2-40B4-BE49-F238E27FC236}">
                  <a16:creationId xmlns:a16="http://schemas.microsoft.com/office/drawing/2014/main" id="{1EC8529B-CA3B-45D2-B994-AAB47868A851}"/>
                </a:ext>
              </a:extLst>
            </p:cNvPr>
            <p:cNvSpPr/>
            <p:nvPr/>
          </p:nvSpPr>
          <p:spPr>
            <a:xfrm>
              <a:off x="3698125" y="1166776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73" name="Cube 172">
              <a:extLst>
                <a:ext uri="{FF2B5EF4-FFF2-40B4-BE49-F238E27FC236}">
                  <a16:creationId xmlns:a16="http://schemas.microsoft.com/office/drawing/2014/main" id="{E871F236-B375-386F-B3F8-5B8BF7E8F9F6}"/>
                </a:ext>
              </a:extLst>
            </p:cNvPr>
            <p:cNvSpPr/>
            <p:nvPr/>
          </p:nvSpPr>
          <p:spPr>
            <a:xfrm>
              <a:off x="3698125" y="596372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</p:grpSp>
    </p:spTree>
    <p:extLst>
      <p:ext uri="{BB962C8B-B14F-4D97-AF65-F5344CB8AC3E}">
        <p14:creationId xmlns:p14="http://schemas.microsoft.com/office/powerpoint/2010/main" val="11391265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1" grpId="0" animBg="1"/>
      <p:bldP spid="132" grpId="0" animBg="1"/>
      <p:bldP spid="133" grpId="0" animBg="1"/>
      <p:bldP spid="134" grpId="0" animBg="1"/>
      <p:bldP spid="135" grpId="0" animBg="1"/>
      <p:bldP spid="181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" name="Group 18">
            <a:extLst>
              <a:ext uri="{FF2B5EF4-FFF2-40B4-BE49-F238E27FC236}">
                <a16:creationId xmlns:a16="http://schemas.microsoft.com/office/drawing/2014/main" id="{33F81F98-E0AD-C3B4-5711-2F7F4F9B7A6E}"/>
              </a:ext>
            </a:extLst>
          </p:cNvPr>
          <p:cNvGrpSpPr/>
          <p:nvPr/>
        </p:nvGrpSpPr>
        <p:grpSpPr>
          <a:xfrm>
            <a:off x="543586" y="383599"/>
            <a:ext cx="2397702" cy="2397702"/>
            <a:chOff x="414598" y="546495"/>
            <a:chExt cx="5852156" cy="5898407"/>
          </a:xfrm>
        </p:grpSpPr>
        <p:grpSp>
          <p:nvGrpSpPr>
            <p:cNvPr id="20" name="Group 19">
              <a:extLst>
                <a:ext uri="{FF2B5EF4-FFF2-40B4-BE49-F238E27FC236}">
                  <a16:creationId xmlns:a16="http://schemas.microsoft.com/office/drawing/2014/main" id="{CEF52D27-F39A-D244-BEE8-1CE5FFD3B62A}"/>
                </a:ext>
              </a:extLst>
            </p:cNvPr>
            <p:cNvGrpSpPr/>
            <p:nvPr/>
          </p:nvGrpSpPr>
          <p:grpSpPr>
            <a:xfrm>
              <a:off x="414598" y="546495"/>
              <a:ext cx="764771" cy="5898407"/>
              <a:chOff x="3698125" y="596372"/>
              <a:chExt cx="764771" cy="5898407"/>
            </a:xfrm>
            <a:solidFill>
              <a:srgbClr val="3786CD"/>
            </a:solidFill>
          </p:grpSpPr>
          <p:sp>
            <p:nvSpPr>
              <p:cNvPr id="120" name="Cube 119">
                <a:extLst>
                  <a:ext uri="{FF2B5EF4-FFF2-40B4-BE49-F238E27FC236}">
                    <a16:creationId xmlns:a16="http://schemas.microsoft.com/office/drawing/2014/main" id="{90475A5E-0146-75AA-626B-D765BF456A60}"/>
                  </a:ext>
                </a:extLst>
              </p:cNvPr>
              <p:cNvSpPr/>
              <p:nvPr/>
            </p:nvSpPr>
            <p:spPr>
              <a:xfrm>
                <a:off x="3698125" y="573000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21" name="Cube 120">
                <a:extLst>
                  <a:ext uri="{FF2B5EF4-FFF2-40B4-BE49-F238E27FC236}">
                    <a16:creationId xmlns:a16="http://schemas.microsoft.com/office/drawing/2014/main" id="{C11B39BD-D440-1662-FA5D-DEA99D695162}"/>
                  </a:ext>
                </a:extLst>
              </p:cNvPr>
              <p:cNvSpPr/>
              <p:nvPr/>
            </p:nvSpPr>
            <p:spPr>
              <a:xfrm>
                <a:off x="3698125" y="515960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22" name="Cube 121">
                <a:extLst>
                  <a:ext uri="{FF2B5EF4-FFF2-40B4-BE49-F238E27FC236}">
                    <a16:creationId xmlns:a16="http://schemas.microsoft.com/office/drawing/2014/main" id="{B1572F7C-578A-4BDB-47F8-537D19C40E61}"/>
                  </a:ext>
                </a:extLst>
              </p:cNvPr>
              <p:cNvSpPr/>
              <p:nvPr/>
            </p:nvSpPr>
            <p:spPr>
              <a:xfrm>
                <a:off x="3698125" y="458920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23" name="Cube 122">
                <a:extLst>
                  <a:ext uri="{FF2B5EF4-FFF2-40B4-BE49-F238E27FC236}">
                    <a16:creationId xmlns:a16="http://schemas.microsoft.com/office/drawing/2014/main" id="{8B4589C2-04B1-9BD4-7CD5-95CF0ECEAA89}"/>
                  </a:ext>
                </a:extLst>
              </p:cNvPr>
              <p:cNvSpPr/>
              <p:nvPr/>
            </p:nvSpPr>
            <p:spPr>
              <a:xfrm>
                <a:off x="3698125" y="401879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24" name="Cube 123">
                <a:extLst>
                  <a:ext uri="{FF2B5EF4-FFF2-40B4-BE49-F238E27FC236}">
                    <a16:creationId xmlns:a16="http://schemas.microsoft.com/office/drawing/2014/main" id="{7128ECFD-C326-03B6-32F0-C6E54DBFE518}"/>
                  </a:ext>
                </a:extLst>
              </p:cNvPr>
              <p:cNvSpPr/>
              <p:nvPr/>
            </p:nvSpPr>
            <p:spPr>
              <a:xfrm>
                <a:off x="3698125" y="344839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25" name="Cube 124">
                <a:extLst>
                  <a:ext uri="{FF2B5EF4-FFF2-40B4-BE49-F238E27FC236}">
                    <a16:creationId xmlns:a16="http://schemas.microsoft.com/office/drawing/2014/main" id="{D54A0F0B-A7B3-197F-60AB-7EAB0F8C56CD}"/>
                  </a:ext>
                </a:extLst>
              </p:cNvPr>
              <p:cNvSpPr/>
              <p:nvPr/>
            </p:nvSpPr>
            <p:spPr>
              <a:xfrm>
                <a:off x="3698125" y="287798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26" name="Cube 125">
                <a:extLst>
                  <a:ext uri="{FF2B5EF4-FFF2-40B4-BE49-F238E27FC236}">
                    <a16:creationId xmlns:a16="http://schemas.microsoft.com/office/drawing/2014/main" id="{0624E7C6-A732-8176-39C6-61963B94CFA6}"/>
                  </a:ext>
                </a:extLst>
              </p:cNvPr>
              <p:cNvSpPr/>
              <p:nvPr/>
            </p:nvSpPr>
            <p:spPr>
              <a:xfrm>
                <a:off x="3698125" y="230758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27" name="Cube 126">
                <a:extLst>
                  <a:ext uri="{FF2B5EF4-FFF2-40B4-BE49-F238E27FC236}">
                    <a16:creationId xmlns:a16="http://schemas.microsoft.com/office/drawing/2014/main" id="{9A29BE40-1442-DAEE-B5DD-88FD6D8F6E78}"/>
                  </a:ext>
                </a:extLst>
              </p:cNvPr>
              <p:cNvSpPr/>
              <p:nvPr/>
            </p:nvSpPr>
            <p:spPr>
              <a:xfrm>
                <a:off x="3698125" y="173718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28" name="Cube 127">
                <a:extLst>
                  <a:ext uri="{FF2B5EF4-FFF2-40B4-BE49-F238E27FC236}">
                    <a16:creationId xmlns:a16="http://schemas.microsoft.com/office/drawing/2014/main" id="{7E9A4BDD-AF89-FB88-51AD-DAF6531D49BF}"/>
                  </a:ext>
                </a:extLst>
              </p:cNvPr>
              <p:cNvSpPr/>
              <p:nvPr/>
            </p:nvSpPr>
            <p:spPr>
              <a:xfrm>
                <a:off x="3698125" y="116677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29" name="Cube 128">
                <a:extLst>
                  <a:ext uri="{FF2B5EF4-FFF2-40B4-BE49-F238E27FC236}">
                    <a16:creationId xmlns:a16="http://schemas.microsoft.com/office/drawing/2014/main" id="{42F6D745-6E75-D5BD-3E3F-A00D89396F80}"/>
                  </a:ext>
                </a:extLst>
              </p:cNvPr>
              <p:cNvSpPr/>
              <p:nvPr/>
            </p:nvSpPr>
            <p:spPr>
              <a:xfrm>
                <a:off x="3698125" y="59637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</p:grpSp>
        <p:grpSp>
          <p:nvGrpSpPr>
            <p:cNvPr id="21" name="Group 20">
              <a:extLst>
                <a:ext uri="{FF2B5EF4-FFF2-40B4-BE49-F238E27FC236}">
                  <a16:creationId xmlns:a16="http://schemas.microsoft.com/office/drawing/2014/main" id="{CFF8AC8C-D445-4328-22B1-A0720714DE94}"/>
                </a:ext>
              </a:extLst>
            </p:cNvPr>
            <p:cNvGrpSpPr/>
            <p:nvPr/>
          </p:nvGrpSpPr>
          <p:grpSpPr>
            <a:xfrm>
              <a:off x="979863" y="546495"/>
              <a:ext cx="764771" cy="5898407"/>
              <a:chOff x="3698125" y="596372"/>
              <a:chExt cx="764771" cy="5898407"/>
            </a:xfrm>
            <a:solidFill>
              <a:srgbClr val="3786CD"/>
            </a:solidFill>
          </p:grpSpPr>
          <p:sp>
            <p:nvSpPr>
              <p:cNvPr id="110" name="Cube 109">
                <a:extLst>
                  <a:ext uri="{FF2B5EF4-FFF2-40B4-BE49-F238E27FC236}">
                    <a16:creationId xmlns:a16="http://schemas.microsoft.com/office/drawing/2014/main" id="{8580828C-A1CA-E458-1B0C-2D8DDDCDF0EF}"/>
                  </a:ext>
                </a:extLst>
              </p:cNvPr>
              <p:cNvSpPr/>
              <p:nvPr/>
            </p:nvSpPr>
            <p:spPr>
              <a:xfrm>
                <a:off x="3698125" y="573000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11" name="Cube 110">
                <a:extLst>
                  <a:ext uri="{FF2B5EF4-FFF2-40B4-BE49-F238E27FC236}">
                    <a16:creationId xmlns:a16="http://schemas.microsoft.com/office/drawing/2014/main" id="{58A542E7-4FE7-5A65-98D1-C5CAF8ED0754}"/>
                  </a:ext>
                </a:extLst>
              </p:cNvPr>
              <p:cNvSpPr/>
              <p:nvPr/>
            </p:nvSpPr>
            <p:spPr>
              <a:xfrm>
                <a:off x="3698125" y="515960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12" name="Cube 111">
                <a:extLst>
                  <a:ext uri="{FF2B5EF4-FFF2-40B4-BE49-F238E27FC236}">
                    <a16:creationId xmlns:a16="http://schemas.microsoft.com/office/drawing/2014/main" id="{3EDE662D-F765-D15A-81A1-A67D669D9E18}"/>
                  </a:ext>
                </a:extLst>
              </p:cNvPr>
              <p:cNvSpPr/>
              <p:nvPr/>
            </p:nvSpPr>
            <p:spPr>
              <a:xfrm>
                <a:off x="3698125" y="458920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13" name="Cube 112">
                <a:extLst>
                  <a:ext uri="{FF2B5EF4-FFF2-40B4-BE49-F238E27FC236}">
                    <a16:creationId xmlns:a16="http://schemas.microsoft.com/office/drawing/2014/main" id="{11AB2AAD-F6BC-1844-9F5D-FA20EA100E8D}"/>
                  </a:ext>
                </a:extLst>
              </p:cNvPr>
              <p:cNvSpPr/>
              <p:nvPr/>
            </p:nvSpPr>
            <p:spPr>
              <a:xfrm>
                <a:off x="3698125" y="401879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14" name="Cube 113">
                <a:extLst>
                  <a:ext uri="{FF2B5EF4-FFF2-40B4-BE49-F238E27FC236}">
                    <a16:creationId xmlns:a16="http://schemas.microsoft.com/office/drawing/2014/main" id="{BA0E7A14-BC8D-8A63-BE26-BA41693F7CFA}"/>
                  </a:ext>
                </a:extLst>
              </p:cNvPr>
              <p:cNvSpPr/>
              <p:nvPr/>
            </p:nvSpPr>
            <p:spPr>
              <a:xfrm>
                <a:off x="3698125" y="344839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15" name="Cube 114">
                <a:extLst>
                  <a:ext uri="{FF2B5EF4-FFF2-40B4-BE49-F238E27FC236}">
                    <a16:creationId xmlns:a16="http://schemas.microsoft.com/office/drawing/2014/main" id="{0446070D-0D2F-8DCE-8086-8939CCF760AE}"/>
                  </a:ext>
                </a:extLst>
              </p:cNvPr>
              <p:cNvSpPr/>
              <p:nvPr/>
            </p:nvSpPr>
            <p:spPr>
              <a:xfrm>
                <a:off x="3698125" y="287798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16" name="Cube 115">
                <a:extLst>
                  <a:ext uri="{FF2B5EF4-FFF2-40B4-BE49-F238E27FC236}">
                    <a16:creationId xmlns:a16="http://schemas.microsoft.com/office/drawing/2014/main" id="{7D62F309-FF5B-7112-DE09-389E06C4F1AB}"/>
                  </a:ext>
                </a:extLst>
              </p:cNvPr>
              <p:cNvSpPr/>
              <p:nvPr/>
            </p:nvSpPr>
            <p:spPr>
              <a:xfrm>
                <a:off x="3698125" y="230758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17" name="Cube 116">
                <a:extLst>
                  <a:ext uri="{FF2B5EF4-FFF2-40B4-BE49-F238E27FC236}">
                    <a16:creationId xmlns:a16="http://schemas.microsoft.com/office/drawing/2014/main" id="{7ACF99C6-9F39-5FE1-CFCD-E56A03A12C25}"/>
                  </a:ext>
                </a:extLst>
              </p:cNvPr>
              <p:cNvSpPr/>
              <p:nvPr/>
            </p:nvSpPr>
            <p:spPr>
              <a:xfrm>
                <a:off x="3698125" y="173718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18" name="Cube 117">
                <a:extLst>
                  <a:ext uri="{FF2B5EF4-FFF2-40B4-BE49-F238E27FC236}">
                    <a16:creationId xmlns:a16="http://schemas.microsoft.com/office/drawing/2014/main" id="{F0241333-D6FE-0C42-F6F7-E7C56171D395}"/>
                  </a:ext>
                </a:extLst>
              </p:cNvPr>
              <p:cNvSpPr/>
              <p:nvPr/>
            </p:nvSpPr>
            <p:spPr>
              <a:xfrm>
                <a:off x="3698125" y="116677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19" name="Cube 118">
                <a:extLst>
                  <a:ext uri="{FF2B5EF4-FFF2-40B4-BE49-F238E27FC236}">
                    <a16:creationId xmlns:a16="http://schemas.microsoft.com/office/drawing/2014/main" id="{4050B0F7-0155-023A-459D-E3BD67D9A6EE}"/>
                  </a:ext>
                </a:extLst>
              </p:cNvPr>
              <p:cNvSpPr/>
              <p:nvPr/>
            </p:nvSpPr>
            <p:spPr>
              <a:xfrm>
                <a:off x="3698125" y="59637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</p:grpSp>
        <p:grpSp>
          <p:nvGrpSpPr>
            <p:cNvPr id="22" name="Group 21">
              <a:extLst>
                <a:ext uri="{FF2B5EF4-FFF2-40B4-BE49-F238E27FC236}">
                  <a16:creationId xmlns:a16="http://schemas.microsoft.com/office/drawing/2014/main" id="{C2A5A257-E09A-6113-280D-264B82F2DC0E}"/>
                </a:ext>
              </a:extLst>
            </p:cNvPr>
            <p:cNvGrpSpPr/>
            <p:nvPr/>
          </p:nvGrpSpPr>
          <p:grpSpPr>
            <a:xfrm>
              <a:off x="1545128" y="546495"/>
              <a:ext cx="764771" cy="5898407"/>
              <a:chOff x="3698125" y="596372"/>
              <a:chExt cx="764771" cy="5898407"/>
            </a:xfrm>
            <a:solidFill>
              <a:srgbClr val="3786CD"/>
            </a:solidFill>
          </p:grpSpPr>
          <p:sp>
            <p:nvSpPr>
              <p:cNvPr id="100" name="Cube 99">
                <a:extLst>
                  <a:ext uri="{FF2B5EF4-FFF2-40B4-BE49-F238E27FC236}">
                    <a16:creationId xmlns:a16="http://schemas.microsoft.com/office/drawing/2014/main" id="{E818AC96-5AE7-F468-B742-1D7FABA4BFA9}"/>
                  </a:ext>
                </a:extLst>
              </p:cNvPr>
              <p:cNvSpPr/>
              <p:nvPr/>
            </p:nvSpPr>
            <p:spPr>
              <a:xfrm>
                <a:off x="3698125" y="573000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01" name="Cube 100">
                <a:extLst>
                  <a:ext uri="{FF2B5EF4-FFF2-40B4-BE49-F238E27FC236}">
                    <a16:creationId xmlns:a16="http://schemas.microsoft.com/office/drawing/2014/main" id="{A7A77CA9-3CB4-1930-D8D7-1A25471E07D0}"/>
                  </a:ext>
                </a:extLst>
              </p:cNvPr>
              <p:cNvSpPr/>
              <p:nvPr/>
            </p:nvSpPr>
            <p:spPr>
              <a:xfrm>
                <a:off x="3698125" y="515960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02" name="Cube 101">
                <a:extLst>
                  <a:ext uri="{FF2B5EF4-FFF2-40B4-BE49-F238E27FC236}">
                    <a16:creationId xmlns:a16="http://schemas.microsoft.com/office/drawing/2014/main" id="{1C60FB66-F5C7-3B11-8408-B936C84FA8C2}"/>
                  </a:ext>
                </a:extLst>
              </p:cNvPr>
              <p:cNvSpPr/>
              <p:nvPr/>
            </p:nvSpPr>
            <p:spPr>
              <a:xfrm>
                <a:off x="3698125" y="458920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03" name="Cube 102">
                <a:extLst>
                  <a:ext uri="{FF2B5EF4-FFF2-40B4-BE49-F238E27FC236}">
                    <a16:creationId xmlns:a16="http://schemas.microsoft.com/office/drawing/2014/main" id="{AFD96860-E27D-9E0A-F485-7317021ACB32}"/>
                  </a:ext>
                </a:extLst>
              </p:cNvPr>
              <p:cNvSpPr/>
              <p:nvPr/>
            </p:nvSpPr>
            <p:spPr>
              <a:xfrm>
                <a:off x="3698125" y="401879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04" name="Cube 103">
                <a:extLst>
                  <a:ext uri="{FF2B5EF4-FFF2-40B4-BE49-F238E27FC236}">
                    <a16:creationId xmlns:a16="http://schemas.microsoft.com/office/drawing/2014/main" id="{367EF773-45E1-D7FF-056A-88D76C4CD196}"/>
                  </a:ext>
                </a:extLst>
              </p:cNvPr>
              <p:cNvSpPr/>
              <p:nvPr/>
            </p:nvSpPr>
            <p:spPr>
              <a:xfrm>
                <a:off x="3698125" y="344839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05" name="Cube 104">
                <a:extLst>
                  <a:ext uri="{FF2B5EF4-FFF2-40B4-BE49-F238E27FC236}">
                    <a16:creationId xmlns:a16="http://schemas.microsoft.com/office/drawing/2014/main" id="{8AA82940-B2D3-AE8B-618A-E34C30B379D4}"/>
                  </a:ext>
                </a:extLst>
              </p:cNvPr>
              <p:cNvSpPr/>
              <p:nvPr/>
            </p:nvSpPr>
            <p:spPr>
              <a:xfrm>
                <a:off x="3698125" y="287798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06" name="Cube 105">
                <a:extLst>
                  <a:ext uri="{FF2B5EF4-FFF2-40B4-BE49-F238E27FC236}">
                    <a16:creationId xmlns:a16="http://schemas.microsoft.com/office/drawing/2014/main" id="{9E315387-9828-D2B0-CDAC-5637FD02824A}"/>
                  </a:ext>
                </a:extLst>
              </p:cNvPr>
              <p:cNvSpPr/>
              <p:nvPr/>
            </p:nvSpPr>
            <p:spPr>
              <a:xfrm>
                <a:off x="3698125" y="230758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07" name="Cube 106">
                <a:extLst>
                  <a:ext uri="{FF2B5EF4-FFF2-40B4-BE49-F238E27FC236}">
                    <a16:creationId xmlns:a16="http://schemas.microsoft.com/office/drawing/2014/main" id="{9A1CA2A8-D86C-ED0C-9C4A-7E1225B0FDD0}"/>
                  </a:ext>
                </a:extLst>
              </p:cNvPr>
              <p:cNvSpPr/>
              <p:nvPr/>
            </p:nvSpPr>
            <p:spPr>
              <a:xfrm>
                <a:off x="3698125" y="173718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08" name="Cube 107">
                <a:extLst>
                  <a:ext uri="{FF2B5EF4-FFF2-40B4-BE49-F238E27FC236}">
                    <a16:creationId xmlns:a16="http://schemas.microsoft.com/office/drawing/2014/main" id="{50FD2978-2104-7136-8879-0695C2304B32}"/>
                  </a:ext>
                </a:extLst>
              </p:cNvPr>
              <p:cNvSpPr/>
              <p:nvPr/>
            </p:nvSpPr>
            <p:spPr>
              <a:xfrm>
                <a:off x="3698125" y="116677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09" name="Cube 108">
                <a:extLst>
                  <a:ext uri="{FF2B5EF4-FFF2-40B4-BE49-F238E27FC236}">
                    <a16:creationId xmlns:a16="http://schemas.microsoft.com/office/drawing/2014/main" id="{D5E18AD6-1296-0DE0-3098-20FC6A1C449C}"/>
                  </a:ext>
                </a:extLst>
              </p:cNvPr>
              <p:cNvSpPr/>
              <p:nvPr/>
            </p:nvSpPr>
            <p:spPr>
              <a:xfrm>
                <a:off x="3698125" y="59637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</p:grpSp>
        <p:grpSp>
          <p:nvGrpSpPr>
            <p:cNvPr id="23" name="Group 22">
              <a:extLst>
                <a:ext uri="{FF2B5EF4-FFF2-40B4-BE49-F238E27FC236}">
                  <a16:creationId xmlns:a16="http://schemas.microsoft.com/office/drawing/2014/main" id="{C9AF6598-6CE6-6A37-E71B-4FB325CAC86E}"/>
                </a:ext>
              </a:extLst>
            </p:cNvPr>
            <p:cNvGrpSpPr/>
            <p:nvPr/>
          </p:nvGrpSpPr>
          <p:grpSpPr>
            <a:xfrm>
              <a:off x="2110393" y="546495"/>
              <a:ext cx="764771" cy="5898407"/>
              <a:chOff x="3698125" y="596372"/>
              <a:chExt cx="764771" cy="5898407"/>
            </a:xfrm>
            <a:solidFill>
              <a:srgbClr val="3786CD"/>
            </a:solidFill>
          </p:grpSpPr>
          <p:sp>
            <p:nvSpPr>
              <p:cNvPr id="90" name="Cube 89">
                <a:extLst>
                  <a:ext uri="{FF2B5EF4-FFF2-40B4-BE49-F238E27FC236}">
                    <a16:creationId xmlns:a16="http://schemas.microsoft.com/office/drawing/2014/main" id="{4C4D3346-9A55-3865-8EA5-8F620A557CD3}"/>
                  </a:ext>
                </a:extLst>
              </p:cNvPr>
              <p:cNvSpPr/>
              <p:nvPr/>
            </p:nvSpPr>
            <p:spPr>
              <a:xfrm>
                <a:off x="3698125" y="573000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91" name="Cube 90">
                <a:extLst>
                  <a:ext uri="{FF2B5EF4-FFF2-40B4-BE49-F238E27FC236}">
                    <a16:creationId xmlns:a16="http://schemas.microsoft.com/office/drawing/2014/main" id="{13CF11F9-A389-2B64-C71E-12E0F69E92EB}"/>
                  </a:ext>
                </a:extLst>
              </p:cNvPr>
              <p:cNvSpPr/>
              <p:nvPr/>
            </p:nvSpPr>
            <p:spPr>
              <a:xfrm>
                <a:off x="3698125" y="515960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92" name="Cube 91">
                <a:extLst>
                  <a:ext uri="{FF2B5EF4-FFF2-40B4-BE49-F238E27FC236}">
                    <a16:creationId xmlns:a16="http://schemas.microsoft.com/office/drawing/2014/main" id="{380C3706-5F61-86FC-7842-77C123456ECA}"/>
                  </a:ext>
                </a:extLst>
              </p:cNvPr>
              <p:cNvSpPr/>
              <p:nvPr/>
            </p:nvSpPr>
            <p:spPr>
              <a:xfrm>
                <a:off x="3698125" y="458920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93" name="Cube 92">
                <a:extLst>
                  <a:ext uri="{FF2B5EF4-FFF2-40B4-BE49-F238E27FC236}">
                    <a16:creationId xmlns:a16="http://schemas.microsoft.com/office/drawing/2014/main" id="{2C54A134-5316-6452-CE95-60BC0790B68A}"/>
                  </a:ext>
                </a:extLst>
              </p:cNvPr>
              <p:cNvSpPr/>
              <p:nvPr/>
            </p:nvSpPr>
            <p:spPr>
              <a:xfrm>
                <a:off x="3698125" y="401879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94" name="Cube 93">
                <a:extLst>
                  <a:ext uri="{FF2B5EF4-FFF2-40B4-BE49-F238E27FC236}">
                    <a16:creationId xmlns:a16="http://schemas.microsoft.com/office/drawing/2014/main" id="{6904AFE9-E2EE-7915-7074-9C1F7673E463}"/>
                  </a:ext>
                </a:extLst>
              </p:cNvPr>
              <p:cNvSpPr/>
              <p:nvPr/>
            </p:nvSpPr>
            <p:spPr>
              <a:xfrm>
                <a:off x="3698125" y="344839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95" name="Cube 94">
                <a:extLst>
                  <a:ext uri="{FF2B5EF4-FFF2-40B4-BE49-F238E27FC236}">
                    <a16:creationId xmlns:a16="http://schemas.microsoft.com/office/drawing/2014/main" id="{688B5012-5400-DC07-25A8-6C521CA2D89C}"/>
                  </a:ext>
                </a:extLst>
              </p:cNvPr>
              <p:cNvSpPr/>
              <p:nvPr/>
            </p:nvSpPr>
            <p:spPr>
              <a:xfrm>
                <a:off x="3698125" y="287798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96" name="Cube 95">
                <a:extLst>
                  <a:ext uri="{FF2B5EF4-FFF2-40B4-BE49-F238E27FC236}">
                    <a16:creationId xmlns:a16="http://schemas.microsoft.com/office/drawing/2014/main" id="{90741A23-9662-142A-2619-F33E68109DD0}"/>
                  </a:ext>
                </a:extLst>
              </p:cNvPr>
              <p:cNvSpPr/>
              <p:nvPr/>
            </p:nvSpPr>
            <p:spPr>
              <a:xfrm>
                <a:off x="3698125" y="230758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97" name="Cube 96">
                <a:extLst>
                  <a:ext uri="{FF2B5EF4-FFF2-40B4-BE49-F238E27FC236}">
                    <a16:creationId xmlns:a16="http://schemas.microsoft.com/office/drawing/2014/main" id="{B69A6256-2AD1-C652-FEC8-F09723DD82DF}"/>
                  </a:ext>
                </a:extLst>
              </p:cNvPr>
              <p:cNvSpPr/>
              <p:nvPr/>
            </p:nvSpPr>
            <p:spPr>
              <a:xfrm>
                <a:off x="3698125" y="173718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98" name="Cube 97">
                <a:extLst>
                  <a:ext uri="{FF2B5EF4-FFF2-40B4-BE49-F238E27FC236}">
                    <a16:creationId xmlns:a16="http://schemas.microsoft.com/office/drawing/2014/main" id="{933213EA-BE34-08AD-7310-76678800E98D}"/>
                  </a:ext>
                </a:extLst>
              </p:cNvPr>
              <p:cNvSpPr/>
              <p:nvPr/>
            </p:nvSpPr>
            <p:spPr>
              <a:xfrm>
                <a:off x="3698125" y="116677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99" name="Cube 98">
                <a:extLst>
                  <a:ext uri="{FF2B5EF4-FFF2-40B4-BE49-F238E27FC236}">
                    <a16:creationId xmlns:a16="http://schemas.microsoft.com/office/drawing/2014/main" id="{EB6990E3-86FF-F149-9609-8DA4650A507C}"/>
                  </a:ext>
                </a:extLst>
              </p:cNvPr>
              <p:cNvSpPr/>
              <p:nvPr/>
            </p:nvSpPr>
            <p:spPr>
              <a:xfrm>
                <a:off x="3698125" y="59637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</p:grpSp>
        <p:grpSp>
          <p:nvGrpSpPr>
            <p:cNvPr id="24" name="Group 23">
              <a:extLst>
                <a:ext uri="{FF2B5EF4-FFF2-40B4-BE49-F238E27FC236}">
                  <a16:creationId xmlns:a16="http://schemas.microsoft.com/office/drawing/2014/main" id="{11FA7CFA-E724-B0E3-F1E7-6327AA6AE749}"/>
                </a:ext>
              </a:extLst>
            </p:cNvPr>
            <p:cNvGrpSpPr/>
            <p:nvPr/>
          </p:nvGrpSpPr>
          <p:grpSpPr>
            <a:xfrm>
              <a:off x="2675658" y="546495"/>
              <a:ext cx="764771" cy="5898407"/>
              <a:chOff x="3698125" y="596372"/>
              <a:chExt cx="764771" cy="5898407"/>
            </a:xfrm>
            <a:solidFill>
              <a:srgbClr val="3786CD"/>
            </a:solidFill>
          </p:grpSpPr>
          <p:sp>
            <p:nvSpPr>
              <p:cNvPr id="80" name="Cube 79">
                <a:extLst>
                  <a:ext uri="{FF2B5EF4-FFF2-40B4-BE49-F238E27FC236}">
                    <a16:creationId xmlns:a16="http://schemas.microsoft.com/office/drawing/2014/main" id="{7FC86115-491E-5BA4-A709-C6E38F07D80B}"/>
                  </a:ext>
                </a:extLst>
              </p:cNvPr>
              <p:cNvSpPr/>
              <p:nvPr/>
            </p:nvSpPr>
            <p:spPr>
              <a:xfrm>
                <a:off x="3698125" y="573000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81" name="Cube 80">
                <a:extLst>
                  <a:ext uri="{FF2B5EF4-FFF2-40B4-BE49-F238E27FC236}">
                    <a16:creationId xmlns:a16="http://schemas.microsoft.com/office/drawing/2014/main" id="{A160A3FE-9056-0509-C67C-D679ABF6EEF1}"/>
                  </a:ext>
                </a:extLst>
              </p:cNvPr>
              <p:cNvSpPr/>
              <p:nvPr/>
            </p:nvSpPr>
            <p:spPr>
              <a:xfrm>
                <a:off x="3698125" y="515960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82" name="Cube 81">
                <a:extLst>
                  <a:ext uri="{FF2B5EF4-FFF2-40B4-BE49-F238E27FC236}">
                    <a16:creationId xmlns:a16="http://schemas.microsoft.com/office/drawing/2014/main" id="{EF94039B-0A72-17A5-5290-9E33AC6CE6B0}"/>
                  </a:ext>
                </a:extLst>
              </p:cNvPr>
              <p:cNvSpPr/>
              <p:nvPr/>
            </p:nvSpPr>
            <p:spPr>
              <a:xfrm>
                <a:off x="3698125" y="458920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83" name="Cube 82">
                <a:extLst>
                  <a:ext uri="{FF2B5EF4-FFF2-40B4-BE49-F238E27FC236}">
                    <a16:creationId xmlns:a16="http://schemas.microsoft.com/office/drawing/2014/main" id="{85709010-B534-6D10-86C1-EB13F6163839}"/>
                  </a:ext>
                </a:extLst>
              </p:cNvPr>
              <p:cNvSpPr/>
              <p:nvPr/>
            </p:nvSpPr>
            <p:spPr>
              <a:xfrm>
                <a:off x="3698125" y="401879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84" name="Cube 83">
                <a:extLst>
                  <a:ext uri="{FF2B5EF4-FFF2-40B4-BE49-F238E27FC236}">
                    <a16:creationId xmlns:a16="http://schemas.microsoft.com/office/drawing/2014/main" id="{87C6F264-3A44-84A5-EB4A-5A85132D8DC0}"/>
                  </a:ext>
                </a:extLst>
              </p:cNvPr>
              <p:cNvSpPr/>
              <p:nvPr/>
            </p:nvSpPr>
            <p:spPr>
              <a:xfrm>
                <a:off x="3698125" y="344839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85" name="Cube 84">
                <a:extLst>
                  <a:ext uri="{FF2B5EF4-FFF2-40B4-BE49-F238E27FC236}">
                    <a16:creationId xmlns:a16="http://schemas.microsoft.com/office/drawing/2014/main" id="{74CABBAA-5981-3FAC-DC03-F5A6494C08A6}"/>
                  </a:ext>
                </a:extLst>
              </p:cNvPr>
              <p:cNvSpPr/>
              <p:nvPr/>
            </p:nvSpPr>
            <p:spPr>
              <a:xfrm>
                <a:off x="3698125" y="287798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86" name="Cube 85">
                <a:extLst>
                  <a:ext uri="{FF2B5EF4-FFF2-40B4-BE49-F238E27FC236}">
                    <a16:creationId xmlns:a16="http://schemas.microsoft.com/office/drawing/2014/main" id="{8C58ABA6-D2D8-BA9D-92A3-7ED6FEAA2561}"/>
                  </a:ext>
                </a:extLst>
              </p:cNvPr>
              <p:cNvSpPr/>
              <p:nvPr/>
            </p:nvSpPr>
            <p:spPr>
              <a:xfrm>
                <a:off x="3698125" y="230758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87" name="Cube 86">
                <a:extLst>
                  <a:ext uri="{FF2B5EF4-FFF2-40B4-BE49-F238E27FC236}">
                    <a16:creationId xmlns:a16="http://schemas.microsoft.com/office/drawing/2014/main" id="{2FF2E52D-EFBB-FEF4-3820-99E564DB1830}"/>
                  </a:ext>
                </a:extLst>
              </p:cNvPr>
              <p:cNvSpPr/>
              <p:nvPr/>
            </p:nvSpPr>
            <p:spPr>
              <a:xfrm>
                <a:off x="3698125" y="173718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88" name="Cube 87">
                <a:extLst>
                  <a:ext uri="{FF2B5EF4-FFF2-40B4-BE49-F238E27FC236}">
                    <a16:creationId xmlns:a16="http://schemas.microsoft.com/office/drawing/2014/main" id="{D10ADCF5-A0E9-CF37-1A40-8448991E1C50}"/>
                  </a:ext>
                </a:extLst>
              </p:cNvPr>
              <p:cNvSpPr/>
              <p:nvPr/>
            </p:nvSpPr>
            <p:spPr>
              <a:xfrm>
                <a:off x="3698125" y="116677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89" name="Cube 88">
                <a:extLst>
                  <a:ext uri="{FF2B5EF4-FFF2-40B4-BE49-F238E27FC236}">
                    <a16:creationId xmlns:a16="http://schemas.microsoft.com/office/drawing/2014/main" id="{A349A523-0EF6-3FA3-3598-7FF04DBAFCF0}"/>
                  </a:ext>
                </a:extLst>
              </p:cNvPr>
              <p:cNvSpPr/>
              <p:nvPr/>
            </p:nvSpPr>
            <p:spPr>
              <a:xfrm>
                <a:off x="3698125" y="59637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</p:grpSp>
        <p:grpSp>
          <p:nvGrpSpPr>
            <p:cNvPr id="25" name="Group 24">
              <a:extLst>
                <a:ext uri="{FF2B5EF4-FFF2-40B4-BE49-F238E27FC236}">
                  <a16:creationId xmlns:a16="http://schemas.microsoft.com/office/drawing/2014/main" id="{818FDE33-8B49-E4CF-544D-0B9123BBC108}"/>
                </a:ext>
              </a:extLst>
            </p:cNvPr>
            <p:cNvGrpSpPr/>
            <p:nvPr/>
          </p:nvGrpSpPr>
          <p:grpSpPr>
            <a:xfrm>
              <a:off x="3240923" y="546495"/>
              <a:ext cx="764771" cy="5898407"/>
              <a:chOff x="3698125" y="596372"/>
              <a:chExt cx="764771" cy="5898407"/>
            </a:xfrm>
            <a:solidFill>
              <a:srgbClr val="3786CD"/>
            </a:solidFill>
          </p:grpSpPr>
          <p:sp>
            <p:nvSpPr>
              <p:cNvPr id="70" name="Cube 69">
                <a:extLst>
                  <a:ext uri="{FF2B5EF4-FFF2-40B4-BE49-F238E27FC236}">
                    <a16:creationId xmlns:a16="http://schemas.microsoft.com/office/drawing/2014/main" id="{E57C5DE1-AF6D-C100-2C43-4E3FCDE3868A}"/>
                  </a:ext>
                </a:extLst>
              </p:cNvPr>
              <p:cNvSpPr/>
              <p:nvPr/>
            </p:nvSpPr>
            <p:spPr>
              <a:xfrm>
                <a:off x="3698125" y="573000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71" name="Cube 70">
                <a:extLst>
                  <a:ext uri="{FF2B5EF4-FFF2-40B4-BE49-F238E27FC236}">
                    <a16:creationId xmlns:a16="http://schemas.microsoft.com/office/drawing/2014/main" id="{AC3BB8C0-F82F-C77A-56D6-B68A55618186}"/>
                  </a:ext>
                </a:extLst>
              </p:cNvPr>
              <p:cNvSpPr/>
              <p:nvPr/>
            </p:nvSpPr>
            <p:spPr>
              <a:xfrm>
                <a:off x="3698125" y="515960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72" name="Cube 71">
                <a:extLst>
                  <a:ext uri="{FF2B5EF4-FFF2-40B4-BE49-F238E27FC236}">
                    <a16:creationId xmlns:a16="http://schemas.microsoft.com/office/drawing/2014/main" id="{9EF20678-F13A-6F70-6F81-6AECA897AA06}"/>
                  </a:ext>
                </a:extLst>
              </p:cNvPr>
              <p:cNvSpPr/>
              <p:nvPr/>
            </p:nvSpPr>
            <p:spPr>
              <a:xfrm>
                <a:off x="3698125" y="458920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73" name="Cube 72">
                <a:extLst>
                  <a:ext uri="{FF2B5EF4-FFF2-40B4-BE49-F238E27FC236}">
                    <a16:creationId xmlns:a16="http://schemas.microsoft.com/office/drawing/2014/main" id="{7D86907D-78B4-CC9E-D820-3024C36A5A55}"/>
                  </a:ext>
                </a:extLst>
              </p:cNvPr>
              <p:cNvSpPr/>
              <p:nvPr/>
            </p:nvSpPr>
            <p:spPr>
              <a:xfrm>
                <a:off x="3698125" y="401879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74" name="Cube 73">
                <a:extLst>
                  <a:ext uri="{FF2B5EF4-FFF2-40B4-BE49-F238E27FC236}">
                    <a16:creationId xmlns:a16="http://schemas.microsoft.com/office/drawing/2014/main" id="{811CC0C2-36A2-F9E4-34A8-54F98FFAC8D0}"/>
                  </a:ext>
                </a:extLst>
              </p:cNvPr>
              <p:cNvSpPr/>
              <p:nvPr/>
            </p:nvSpPr>
            <p:spPr>
              <a:xfrm>
                <a:off x="3698125" y="344839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75" name="Cube 74">
                <a:extLst>
                  <a:ext uri="{FF2B5EF4-FFF2-40B4-BE49-F238E27FC236}">
                    <a16:creationId xmlns:a16="http://schemas.microsoft.com/office/drawing/2014/main" id="{BBAFE56F-0A6D-F6A3-E421-EAC99A313F16}"/>
                  </a:ext>
                </a:extLst>
              </p:cNvPr>
              <p:cNvSpPr/>
              <p:nvPr/>
            </p:nvSpPr>
            <p:spPr>
              <a:xfrm>
                <a:off x="3698125" y="287798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76" name="Cube 75">
                <a:extLst>
                  <a:ext uri="{FF2B5EF4-FFF2-40B4-BE49-F238E27FC236}">
                    <a16:creationId xmlns:a16="http://schemas.microsoft.com/office/drawing/2014/main" id="{69B38554-1895-E9B2-BEE8-A50752609A5C}"/>
                  </a:ext>
                </a:extLst>
              </p:cNvPr>
              <p:cNvSpPr/>
              <p:nvPr/>
            </p:nvSpPr>
            <p:spPr>
              <a:xfrm>
                <a:off x="3698125" y="230758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77" name="Cube 76">
                <a:extLst>
                  <a:ext uri="{FF2B5EF4-FFF2-40B4-BE49-F238E27FC236}">
                    <a16:creationId xmlns:a16="http://schemas.microsoft.com/office/drawing/2014/main" id="{10AD94DC-1A3A-602F-FA2D-FA62CF6430AC}"/>
                  </a:ext>
                </a:extLst>
              </p:cNvPr>
              <p:cNvSpPr/>
              <p:nvPr/>
            </p:nvSpPr>
            <p:spPr>
              <a:xfrm>
                <a:off x="3698125" y="173718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78" name="Cube 77">
                <a:extLst>
                  <a:ext uri="{FF2B5EF4-FFF2-40B4-BE49-F238E27FC236}">
                    <a16:creationId xmlns:a16="http://schemas.microsoft.com/office/drawing/2014/main" id="{E7BA5F0C-03DD-609E-4ECE-6CC6ED6B14C0}"/>
                  </a:ext>
                </a:extLst>
              </p:cNvPr>
              <p:cNvSpPr/>
              <p:nvPr/>
            </p:nvSpPr>
            <p:spPr>
              <a:xfrm>
                <a:off x="3698125" y="116677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79" name="Cube 78">
                <a:extLst>
                  <a:ext uri="{FF2B5EF4-FFF2-40B4-BE49-F238E27FC236}">
                    <a16:creationId xmlns:a16="http://schemas.microsoft.com/office/drawing/2014/main" id="{85BE7D37-1BA7-EBDE-DC7F-9F37F257B151}"/>
                  </a:ext>
                </a:extLst>
              </p:cNvPr>
              <p:cNvSpPr/>
              <p:nvPr/>
            </p:nvSpPr>
            <p:spPr>
              <a:xfrm>
                <a:off x="3698125" y="59637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</p:grpSp>
        <p:grpSp>
          <p:nvGrpSpPr>
            <p:cNvPr id="26" name="Group 25">
              <a:extLst>
                <a:ext uri="{FF2B5EF4-FFF2-40B4-BE49-F238E27FC236}">
                  <a16:creationId xmlns:a16="http://schemas.microsoft.com/office/drawing/2014/main" id="{68062829-0BFC-B054-A3F9-9E35FE94D946}"/>
                </a:ext>
              </a:extLst>
            </p:cNvPr>
            <p:cNvGrpSpPr/>
            <p:nvPr/>
          </p:nvGrpSpPr>
          <p:grpSpPr>
            <a:xfrm>
              <a:off x="3806188" y="546495"/>
              <a:ext cx="764771" cy="5898407"/>
              <a:chOff x="3698125" y="596372"/>
              <a:chExt cx="764771" cy="5898407"/>
            </a:xfrm>
            <a:solidFill>
              <a:srgbClr val="3786CD"/>
            </a:solidFill>
          </p:grpSpPr>
          <p:sp>
            <p:nvSpPr>
              <p:cNvPr id="60" name="Cube 59">
                <a:extLst>
                  <a:ext uri="{FF2B5EF4-FFF2-40B4-BE49-F238E27FC236}">
                    <a16:creationId xmlns:a16="http://schemas.microsoft.com/office/drawing/2014/main" id="{1FFE4EDB-6E39-1266-6F64-9866187CF801}"/>
                  </a:ext>
                </a:extLst>
              </p:cNvPr>
              <p:cNvSpPr/>
              <p:nvPr/>
            </p:nvSpPr>
            <p:spPr>
              <a:xfrm>
                <a:off x="3698125" y="573000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61" name="Cube 60">
                <a:extLst>
                  <a:ext uri="{FF2B5EF4-FFF2-40B4-BE49-F238E27FC236}">
                    <a16:creationId xmlns:a16="http://schemas.microsoft.com/office/drawing/2014/main" id="{D175A350-AA5E-5427-77AE-F5E1D472DA2E}"/>
                  </a:ext>
                </a:extLst>
              </p:cNvPr>
              <p:cNvSpPr/>
              <p:nvPr/>
            </p:nvSpPr>
            <p:spPr>
              <a:xfrm>
                <a:off x="3698125" y="515960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62" name="Cube 61">
                <a:extLst>
                  <a:ext uri="{FF2B5EF4-FFF2-40B4-BE49-F238E27FC236}">
                    <a16:creationId xmlns:a16="http://schemas.microsoft.com/office/drawing/2014/main" id="{5758F6F2-22EF-AC3B-A0C5-D640C274F8F5}"/>
                  </a:ext>
                </a:extLst>
              </p:cNvPr>
              <p:cNvSpPr/>
              <p:nvPr/>
            </p:nvSpPr>
            <p:spPr>
              <a:xfrm>
                <a:off x="3698125" y="458920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63" name="Cube 62">
                <a:extLst>
                  <a:ext uri="{FF2B5EF4-FFF2-40B4-BE49-F238E27FC236}">
                    <a16:creationId xmlns:a16="http://schemas.microsoft.com/office/drawing/2014/main" id="{2DF6720A-FC50-A351-DF28-FE583D2B5A7B}"/>
                  </a:ext>
                </a:extLst>
              </p:cNvPr>
              <p:cNvSpPr/>
              <p:nvPr/>
            </p:nvSpPr>
            <p:spPr>
              <a:xfrm>
                <a:off x="3698125" y="401879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64" name="Cube 63">
                <a:extLst>
                  <a:ext uri="{FF2B5EF4-FFF2-40B4-BE49-F238E27FC236}">
                    <a16:creationId xmlns:a16="http://schemas.microsoft.com/office/drawing/2014/main" id="{2EE3C6AB-9808-89FA-4B64-000D4E3E5D5D}"/>
                  </a:ext>
                </a:extLst>
              </p:cNvPr>
              <p:cNvSpPr/>
              <p:nvPr/>
            </p:nvSpPr>
            <p:spPr>
              <a:xfrm>
                <a:off x="3698125" y="344839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65" name="Cube 64">
                <a:extLst>
                  <a:ext uri="{FF2B5EF4-FFF2-40B4-BE49-F238E27FC236}">
                    <a16:creationId xmlns:a16="http://schemas.microsoft.com/office/drawing/2014/main" id="{741F8380-0614-B6F6-349E-69E2C1250DC3}"/>
                  </a:ext>
                </a:extLst>
              </p:cNvPr>
              <p:cNvSpPr/>
              <p:nvPr/>
            </p:nvSpPr>
            <p:spPr>
              <a:xfrm>
                <a:off x="3698125" y="287798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66" name="Cube 65">
                <a:extLst>
                  <a:ext uri="{FF2B5EF4-FFF2-40B4-BE49-F238E27FC236}">
                    <a16:creationId xmlns:a16="http://schemas.microsoft.com/office/drawing/2014/main" id="{8CEA6C36-DC59-26B9-C88B-D4BFB3A6597A}"/>
                  </a:ext>
                </a:extLst>
              </p:cNvPr>
              <p:cNvSpPr/>
              <p:nvPr/>
            </p:nvSpPr>
            <p:spPr>
              <a:xfrm>
                <a:off x="3698125" y="230758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67" name="Cube 66">
                <a:extLst>
                  <a:ext uri="{FF2B5EF4-FFF2-40B4-BE49-F238E27FC236}">
                    <a16:creationId xmlns:a16="http://schemas.microsoft.com/office/drawing/2014/main" id="{5E2B7AE6-72BC-4244-A059-55239C25BAE7}"/>
                  </a:ext>
                </a:extLst>
              </p:cNvPr>
              <p:cNvSpPr/>
              <p:nvPr/>
            </p:nvSpPr>
            <p:spPr>
              <a:xfrm>
                <a:off x="3698125" y="173718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68" name="Cube 67">
                <a:extLst>
                  <a:ext uri="{FF2B5EF4-FFF2-40B4-BE49-F238E27FC236}">
                    <a16:creationId xmlns:a16="http://schemas.microsoft.com/office/drawing/2014/main" id="{4DDA583C-CC83-5BC5-82E0-8BFF233503B6}"/>
                  </a:ext>
                </a:extLst>
              </p:cNvPr>
              <p:cNvSpPr/>
              <p:nvPr/>
            </p:nvSpPr>
            <p:spPr>
              <a:xfrm>
                <a:off x="3698125" y="116677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69" name="Cube 68">
                <a:extLst>
                  <a:ext uri="{FF2B5EF4-FFF2-40B4-BE49-F238E27FC236}">
                    <a16:creationId xmlns:a16="http://schemas.microsoft.com/office/drawing/2014/main" id="{883A5636-1140-10DF-AE60-905835BEDFB8}"/>
                  </a:ext>
                </a:extLst>
              </p:cNvPr>
              <p:cNvSpPr/>
              <p:nvPr/>
            </p:nvSpPr>
            <p:spPr>
              <a:xfrm>
                <a:off x="3698125" y="59637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</p:grpSp>
        <p:grpSp>
          <p:nvGrpSpPr>
            <p:cNvPr id="27" name="Group 26">
              <a:extLst>
                <a:ext uri="{FF2B5EF4-FFF2-40B4-BE49-F238E27FC236}">
                  <a16:creationId xmlns:a16="http://schemas.microsoft.com/office/drawing/2014/main" id="{561CB6B2-DD10-6EC4-8921-3A205D07449E}"/>
                </a:ext>
              </a:extLst>
            </p:cNvPr>
            <p:cNvGrpSpPr/>
            <p:nvPr/>
          </p:nvGrpSpPr>
          <p:grpSpPr>
            <a:xfrm>
              <a:off x="4371453" y="546495"/>
              <a:ext cx="764771" cy="5898407"/>
              <a:chOff x="3698125" y="596372"/>
              <a:chExt cx="764771" cy="5898407"/>
            </a:xfrm>
            <a:solidFill>
              <a:srgbClr val="3786CD"/>
            </a:solidFill>
          </p:grpSpPr>
          <p:sp>
            <p:nvSpPr>
              <p:cNvPr id="50" name="Cube 49">
                <a:extLst>
                  <a:ext uri="{FF2B5EF4-FFF2-40B4-BE49-F238E27FC236}">
                    <a16:creationId xmlns:a16="http://schemas.microsoft.com/office/drawing/2014/main" id="{DDCD29FC-3203-9EE8-E497-9FE2746A4814}"/>
                  </a:ext>
                </a:extLst>
              </p:cNvPr>
              <p:cNvSpPr/>
              <p:nvPr/>
            </p:nvSpPr>
            <p:spPr>
              <a:xfrm>
                <a:off x="3698125" y="573000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51" name="Cube 50">
                <a:extLst>
                  <a:ext uri="{FF2B5EF4-FFF2-40B4-BE49-F238E27FC236}">
                    <a16:creationId xmlns:a16="http://schemas.microsoft.com/office/drawing/2014/main" id="{110FCBA0-115D-AE34-6C31-68CFF681A474}"/>
                  </a:ext>
                </a:extLst>
              </p:cNvPr>
              <p:cNvSpPr/>
              <p:nvPr/>
            </p:nvSpPr>
            <p:spPr>
              <a:xfrm>
                <a:off x="3698125" y="515960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52" name="Cube 51">
                <a:extLst>
                  <a:ext uri="{FF2B5EF4-FFF2-40B4-BE49-F238E27FC236}">
                    <a16:creationId xmlns:a16="http://schemas.microsoft.com/office/drawing/2014/main" id="{A18BB897-6234-A519-2BB2-9871B9D17A58}"/>
                  </a:ext>
                </a:extLst>
              </p:cNvPr>
              <p:cNvSpPr/>
              <p:nvPr/>
            </p:nvSpPr>
            <p:spPr>
              <a:xfrm>
                <a:off x="3698125" y="458920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53" name="Cube 52">
                <a:extLst>
                  <a:ext uri="{FF2B5EF4-FFF2-40B4-BE49-F238E27FC236}">
                    <a16:creationId xmlns:a16="http://schemas.microsoft.com/office/drawing/2014/main" id="{A8E8BFF1-6BDB-8940-8393-435E62A321F5}"/>
                  </a:ext>
                </a:extLst>
              </p:cNvPr>
              <p:cNvSpPr/>
              <p:nvPr/>
            </p:nvSpPr>
            <p:spPr>
              <a:xfrm>
                <a:off x="3698125" y="401879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54" name="Cube 53">
                <a:extLst>
                  <a:ext uri="{FF2B5EF4-FFF2-40B4-BE49-F238E27FC236}">
                    <a16:creationId xmlns:a16="http://schemas.microsoft.com/office/drawing/2014/main" id="{785E480C-D5C0-984E-0EDB-E0CEC267D235}"/>
                  </a:ext>
                </a:extLst>
              </p:cNvPr>
              <p:cNvSpPr/>
              <p:nvPr/>
            </p:nvSpPr>
            <p:spPr>
              <a:xfrm>
                <a:off x="3698125" y="344839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55" name="Cube 54">
                <a:extLst>
                  <a:ext uri="{FF2B5EF4-FFF2-40B4-BE49-F238E27FC236}">
                    <a16:creationId xmlns:a16="http://schemas.microsoft.com/office/drawing/2014/main" id="{EC282A25-B369-AD26-F760-82FE0E31D7C0}"/>
                  </a:ext>
                </a:extLst>
              </p:cNvPr>
              <p:cNvSpPr/>
              <p:nvPr/>
            </p:nvSpPr>
            <p:spPr>
              <a:xfrm>
                <a:off x="3698125" y="287798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56" name="Cube 55">
                <a:extLst>
                  <a:ext uri="{FF2B5EF4-FFF2-40B4-BE49-F238E27FC236}">
                    <a16:creationId xmlns:a16="http://schemas.microsoft.com/office/drawing/2014/main" id="{C64AC073-CC01-C995-9F69-90358E447DC8}"/>
                  </a:ext>
                </a:extLst>
              </p:cNvPr>
              <p:cNvSpPr/>
              <p:nvPr/>
            </p:nvSpPr>
            <p:spPr>
              <a:xfrm>
                <a:off x="3698125" y="230758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57" name="Cube 56">
                <a:extLst>
                  <a:ext uri="{FF2B5EF4-FFF2-40B4-BE49-F238E27FC236}">
                    <a16:creationId xmlns:a16="http://schemas.microsoft.com/office/drawing/2014/main" id="{32B715EC-7C4A-7BBD-E3DE-68D439A7CD30}"/>
                  </a:ext>
                </a:extLst>
              </p:cNvPr>
              <p:cNvSpPr/>
              <p:nvPr/>
            </p:nvSpPr>
            <p:spPr>
              <a:xfrm>
                <a:off x="3698125" y="173718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58" name="Cube 57">
                <a:extLst>
                  <a:ext uri="{FF2B5EF4-FFF2-40B4-BE49-F238E27FC236}">
                    <a16:creationId xmlns:a16="http://schemas.microsoft.com/office/drawing/2014/main" id="{471DB6C3-1914-9179-CF0C-0290E89AFCE2}"/>
                  </a:ext>
                </a:extLst>
              </p:cNvPr>
              <p:cNvSpPr/>
              <p:nvPr/>
            </p:nvSpPr>
            <p:spPr>
              <a:xfrm>
                <a:off x="3698125" y="116677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59" name="Cube 58">
                <a:extLst>
                  <a:ext uri="{FF2B5EF4-FFF2-40B4-BE49-F238E27FC236}">
                    <a16:creationId xmlns:a16="http://schemas.microsoft.com/office/drawing/2014/main" id="{D4E552B2-DE15-9303-C30F-C1E621604A85}"/>
                  </a:ext>
                </a:extLst>
              </p:cNvPr>
              <p:cNvSpPr/>
              <p:nvPr/>
            </p:nvSpPr>
            <p:spPr>
              <a:xfrm>
                <a:off x="3698125" y="59637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</p:grpSp>
        <p:grpSp>
          <p:nvGrpSpPr>
            <p:cNvPr id="28" name="Group 27">
              <a:extLst>
                <a:ext uri="{FF2B5EF4-FFF2-40B4-BE49-F238E27FC236}">
                  <a16:creationId xmlns:a16="http://schemas.microsoft.com/office/drawing/2014/main" id="{51B264CC-1C4D-39C8-1C9B-7F8C841ACFB9}"/>
                </a:ext>
              </a:extLst>
            </p:cNvPr>
            <p:cNvGrpSpPr/>
            <p:nvPr/>
          </p:nvGrpSpPr>
          <p:grpSpPr>
            <a:xfrm>
              <a:off x="4936718" y="546495"/>
              <a:ext cx="764771" cy="5898407"/>
              <a:chOff x="3698125" y="596372"/>
              <a:chExt cx="764771" cy="5898407"/>
            </a:xfrm>
            <a:solidFill>
              <a:srgbClr val="3786CD"/>
            </a:solidFill>
          </p:grpSpPr>
          <p:sp>
            <p:nvSpPr>
              <p:cNvPr id="40" name="Cube 39">
                <a:extLst>
                  <a:ext uri="{FF2B5EF4-FFF2-40B4-BE49-F238E27FC236}">
                    <a16:creationId xmlns:a16="http://schemas.microsoft.com/office/drawing/2014/main" id="{1F9B5FA5-4A42-0059-C2D0-20A891C01136}"/>
                  </a:ext>
                </a:extLst>
              </p:cNvPr>
              <p:cNvSpPr/>
              <p:nvPr/>
            </p:nvSpPr>
            <p:spPr>
              <a:xfrm>
                <a:off x="3698125" y="573000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41" name="Cube 40">
                <a:extLst>
                  <a:ext uri="{FF2B5EF4-FFF2-40B4-BE49-F238E27FC236}">
                    <a16:creationId xmlns:a16="http://schemas.microsoft.com/office/drawing/2014/main" id="{5E20FA54-C4BF-C66F-0EEE-EBCA42E10C4D}"/>
                  </a:ext>
                </a:extLst>
              </p:cNvPr>
              <p:cNvSpPr/>
              <p:nvPr/>
            </p:nvSpPr>
            <p:spPr>
              <a:xfrm>
                <a:off x="3698125" y="515960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42" name="Cube 41">
                <a:extLst>
                  <a:ext uri="{FF2B5EF4-FFF2-40B4-BE49-F238E27FC236}">
                    <a16:creationId xmlns:a16="http://schemas.microsoft.com/office/drawing/2014/main" id="{9F99D1D7-062A-184F-B17E-5EC7948FDC8E}"/>
                  </a:ext>
                </a:extLst>
              </p:cNvPr>
              <p:cNvSpPr/>
              <p:nvPr/>
            </p:nvSpPr>
            <p:spPr>
              <a:xfrm>
                <a:off x="3698125" y="458920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43" name="Cube 42">
                <a:extLst>
                  <a:ext uri="{FF2B5EF4-FFF2-40B4-BE49-F238E27FC236}">
                    <a16:creationId xmlns:a16="http://schemas.microsoft.com/office/drawing/2014/main" id="{1656B0D0-9769-D343-080D-639AD5A882FF}"/>
                  </a:ext>
                </a:extLst>
              </p:cNvPr>
              <p:cNvSpPr/>
              <p:nvPr/>
            </p:nvSpPr>
            <p:spPr>
              <a:xfrm>
                <a:off x="3698125" y="401879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44" name="Cube 43">
                <a:extLst>
                  <a:ext uri="{FF2B5EF4-FFF2-40B4-BE49-F238E27FC236}">
                    <a16:creationId xmlns:a16="http://schemas.microsoft.com/office/drawing/2014/main" id="{DA64F743-FE61-8B30-3A53-876C3E34F423}"/>
                  </a:ext>
                </a:extLst>
              </p:cNvPr>
              <p:cNvSpPr/>
              <p:nvPr/>
            </p:nvSpPr>
            <p:spPr>
              <a:xfrm>
                <a:off x="3698125" y="344839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45" name="Cube 44">
                <a:extLst>
                  <a:ext uri="{FF2B5EF4-FFF2-40B4-BE49-F238E27FC236}">
                    <a16:creationId xmlns:a16="http://schemas.microsoft.com/office/drawing/2014/main" id="{CE0DC233-4477-129C-F643-30B7EB1DEF9E}"/>
                  </a:ext>
                </a:extLst>
              </p:cNvPr>
              <p:cNvSpPr/>
              <p:nvPr/>
            </p:nvSpPr>
            <p:spPr>
              <a:xfrm>
                <a:off x="3698125" y="287798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46" name="Cube 45">
                <a:extLst>
                  <a:ext uri="{FF2B5EF4-FFF2-40B4-BE49-F238E27FC236}">
                    <a16:creationId xmlns:a16="http://schemas.microsoft.com/office/drawing/2014/main" id="{DBB3BDBC-ACE2-9E12-1401-C1EF9EF7218A}"/>
                  </a:ext>
                </a:extLst>
              </p:cNvPr>
              <p:cNvSpPr/>
              <p:nvPr/>
            </p:nvSpPr>
            <p:spPr>
              <a:xfrm>
                <a:off x="3698125" y="230758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47" name="Cube 46">
                <a:extLst>
                  <a:ext uri="{FF2B5EF4-FFF2-40B4-BE49-F238E27FC236}">
                    <a16:creationId xmlns:a16="http://schemas.microsoft.com/office/drawing/2014/main" id="{5DB1A9E5-1B14-3C43-D418-467B2FD13D20}"/>
                  </a:ext>
                </a:extLst>
              </p:cNvPr>
              <p:cNvSpPr/>
              <p:nvPr/>
            </p:nvSpPr>
            <p:spPr>
              <a:xfrm>
                <a:off x="3698125" y="173718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48" name="Cube 47">
                <a:extLst>
                  <a:ext uri="{FF2B5EF4-FFF2-40B4-BE49-F238E27FC236}">
                    <a16:creationId xmlns:a16="http://schemas.microsoft.com/office/drawing/2014/main" id="{EF040A31-4600-03FC-CEDA-D960CD2FC8AE}"/>
                  </a:ext>
                </a:extLst>
              </p:cNvPr>
              <p:cNvSpPr/>
              <p:nvPr/>
            </p:nvSpPr>
            <p:spPr>
              <a:xfrm>
                <a:off x="3698125" y="116677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49" name="Cube 48">
                <a:extLst>
                  <a:ext uri="{FF2B5EF4-FFF2-40B4-BE49-F238E27FC236}">
                    <a16:creationId xmlns:a16="http://schemas.microsoft.com/office/drawing/2014/main" id="{C6FB9DBF-5A76-FC41-90F1-80B5D40068E8}"/>
                  </a:ext>
                </a:extLst>
              </p:cNvPr>
              <p:cNvSpPr/>
              <p:nvPr/>
            </p:nvSpPr>
            <p:spPr>
              <a:xfrm>
                <a:off x="3698125" y="59637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</p:grpSp>
        <p:grpSp>
          <p:nvGrpSpPr>
            <p:cNvPr id="29" name="Group 28">
              <a:extLst>
                <a:ext uri="{FF2B5EF4-FFF2-40B4-BE49-F238E27FC236}">
                  <a16:creationId xmlns:a16="http://schemas.microsoft.com/office/drawing/2014/main" id="{9E354686-C8C4-6EBF-653E-874CF68DBC20}"/>
                </a:ext>
              </a:extLst>
            </p:cNvPr>
            <p:cNvGrpSpPr/>
            <p:nvPr/>
          </p:nvGrpSpPr>
          <p:grpSpPr>
            <a:xfrm>
              <a:off x="5501983" y="546495"/>
              <a:ext cx="764771" cy="5898407"/>
              <a:chOff x="3698125" y="596372"/>
              <a:chExt cx="764771" cy="5898407"/>
            </a:xfrm>
            <a:solidFill>
              <a:srgbClr val="3786CD"/>
            </a:solidFill>
          </p:grpSpPr>
          <p:sp>
            <p:nvSpPr>
              <p:cNvPr id="30" name="Cube 29">
                <a:extLst>
                  <a:ext uri="{FF2B5EF4-FFF2-40B4-BE49-F238E27FC236}">
                    <a16:creationId xmlns:a16="http://schemas.microsoft.com/office/drawing/2014/main" id="{B1822CDE-F240-C040-F777-67246C3D60D7}"/>
                  </a:ext>
                </a:extLst>
              </p:cNvPr>
              <p:cNvSpPr/>
              <p:nvPr/>
            </p:nvSpPr>
            <p:spPr>
              <a:xfrm>
                <a:off x="3698125" y="573000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1" name="Cube 30">
                <a:extLst>
                  <a:ext uri="{FF2B5EF4-FFF2-40B4-BE49-F238E27FC236}">
                    <a16:creationId xmlns:a16="http://schemas.microsoft.com/office/drawing/2014/main" id="{104B9787-736B-4A34-5681-A89B305BBB02}"/>
                  </a:ext>
                </a:extLst>
              </p:cNvPr>
              <p:cNvSpPr/>
              <p:nvPr/>
            </p:nvSpPr>
            <p:spPr>
              <a:xfrm>
                <a:off x="3698125" y="515960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2" name="Cube 31">
                <a:extLst>
                  <a:ext uri="{FF2B5EF4-FFF2-40B4-BE49-F238E27FC236}">
                    <a16:creationId xmlns:a16="http://schemas.microsoft.com/office/drawing/2014/main" id="{77240130-EF10-22FA-3D64-B920789B8187}"/>
                  </a:ext>
                </a:extLst>
              </p:cNvPr>
              <p:cNvSpPr/>
              <p:nvPr/>
            </p:nvSpPr>
            <p:spPr>
              <a:xfrm>
                <a:off x="3698125" y="458920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3" name="Cube 32">
                <a:extLst>
                  <a:ext uri="{FF2B5EF4-FFF2-40B4-BE49-F238E27FC236}">
                    <a16:creationId xmlns:a16="http://schemas.microsoft.com/office/drawing/2014/main" id="{03F337E6-7056-815C-ECB7-786E61912FF8}"/>
                  </a:ext>
                </a:extLst>
              </p:cNvPr>
              <p:cNvSpPr/>
              <p:nvPr/>
            </p:nvSpPr>
            <p:spPr>
              <a:xfrm>
                <a:off x="3698125" y="401879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4" name="Cube 33">
                <a:extLst>
                  <a:ext uri="{FF2B5EF4-FFF2-40B4-BE49-F238E27FC236}">
                    <a16:creationId xmlns:a16="http://schemas.microsoft.com/office/drawing/2014/main" id="{CE37AFEA-54DE-681A-600A-3C9003CA9A66}"/>
                  </a:ext>
                </a:extLst>
              </p:cNvPr>
              <p:cNvSpPr/>
              <p:nvPr/>
            </p:nvSpPr>
            <p:spPr>
              <a:xfrm>
                <a:off x="3698125" y="344839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5" name="Cube 34">
                <a:extLst>
                  <a:ext uri="{FF2B5EF4-FFF2-40B4-BE49-F238E27FC236}">
                    <a16:creationId xmlns:a16="http://schemas.microsoft.com/office/drawing/2014/main" id="{DFE572B6-6AA6-89A6-BB7A-CDE155F094DB}"/>
                  </a:ext>
                </a:extLst>
              </p:cNvPr>
              <p:cNvSpPr/>
              <p:nvPr/>
            </p:nvSpPr>
            <p:spPr>
              <a:xfrm>
                <a:off x="3698125" y="287798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6" name="Cube 35">
                <a:extLst>
                  <a:ext uri="{FF2B5EF4-FFF2-40B4-BE49-F238E27FC236}">
                    <a16:creationId xmlns:a16="http://schemas.microsoft.com/office/drawing/2014/main" id="{6CE02682-7DDC-D8DE-20B1-2024A33F38BD}"/>
                  </a:ext>
                </a:extLst>
              </p:cNvPr>
              <p:cNvSpPr/>
              <p:nvPr/>
            </p:nvSpPr>
            <p:spPr>
              <a:xfrm>
                <a:off x="3698125" y="230758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7" name="Cube 36">
                <a:extLst>
                  <a:ext uri="{FF2B5EF4-FFF2-40B4-BE49-F238E27FC236}">
                    <a16:creationId xmlns:a16="http://schemas.microsoft.com/office/drawing/2014/main" id="{77624897-DC51-0519-350F-BD862390657F}"/>
                  </a:ext>
                </a:extLst>
              </p:cNvPr>
              <p:cNvSpPr/>
              <p:nvPr/>
            </p:nvSpPr>
            <p:spPr>
              <a:xfrm>
                <a:off x="3698125" y="173718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8" name="Cube 37">
                <a:extLst>
                  <a:ext uri="{FF2B5EF4-FFF2-40B4-BE49-F238E27FC236}">
                    <a16:creationId xmlns:a16="http://schemas.microsoft.com/office/drawing/2014/main" id="{29FF2263-BB7C-9A0C-18A6-4A95420B6985}"/>
                  </a:ext>
                </a:extLst>
              </p:cNvPr>
              <p:cNvSpPr/>
              <p:nvPr/>
            </p:nvSpPr>
            <p:spPr>
              <a:xfrm>
                <a:off x="3698125" y="116677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9" name="Cube 38">
                <a:extLst>
                  <a:ext uri="{FF2B5EF4-FFF2-40B4-BE49-F238E27FC236}">
                    <a16:creationId xmlns:a16="http://schemas.microsoft.com/office/drawing/2014/main" id="{021331B5-1148-17A1-27CE-68D1B5CDFD73}"/>
                  </a:ext>
                </a:extLst>
              </p:cNvPr>
              <p:cNvSpPr/>
              <p:nvPr/>
            </p:nvSpPr>
            <p:spPr>
              <a:xfrm>
                <a:off x="3698125" y="59637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</p:grpSp>
      </p:grpSp>
      <p:grpSp>
        <p:nvGrpSpPr>
          <p:cNvPr id="130" name="Group 129">
            <a:extLst>
              <a:ext uri="{FF2B5EF4-FFF2-40B4-BE49-F238E27FC236}">
                <a16:creationId xmlns:a16="http://schemas.microsoft.com/office/drawing/2014/main" id="{52E2E781-A4F7-721E-2822-D3B145FE1C5B}"/>
              </a:ext>
            </a:extLst>
          </p:cNvPr>
          <p:cNvGrpSpPr/>
          <p:nvPr/>
        </p:nvGrpSpPr>
        <p:grpSpPr>
          <a:xfrm>
            <a:off x="8389856" y="2275896"/>
            <a:ext cx="315285" cy="2397703"/>
            <a:chOff x="3698125" y="596372"/>
            <a:chExt cx="764771" cy="5898407"/>
          </a:xfrm>
          <a:solidFill>
            <a:srgbClr val="00C85A"/>
          </a:solidFill>
        </p:grpSpPr>
        <p:sp>
          <p:nvSpPr>
            <p:cNvPr id="131" name="Cube 130">
              <a:extLst>
                <a:ext uri="{FF2B5EF4-FFF2-40B4-BE49-F238E27FC236}">
                  <a16:creationId xmlns:a16="http://schemas.microsoft.com/office/drawing/2014/main" id="{A931EBFE-8840-4803-84E1-DE179BCFF14F}"/>
                </a:ext>
              </a:extLst>
            </p:cNvPr>
            <p:cNvSpPr/>
            <p:nvPr/>
          </p:nvSpPr>
          <p:spPr>
            <a:xfrm>
              <a:off x="3698125" y="5730008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32" name="Cube 131">
              <a:extLst>
                <a:ext uri="{FF2B5EF4-FFF2-40B4-BE49-F238E27FC236}">
                  <a16:creationId xmlns:a16="http://schemas.microsoft.com/office/drawing/2014/main" id="{F8905E10-CDBC-1311-771A-E53E2DCCFAD3}"/>
                </a:ext>
              </a:extLst>
            </p:cNvPr>
            <p:cNvSpPr/>
            <p:nvPr/>
          </p:nvSpPr>
          <p:spPr>
            <a:xfrm>
              <a:off x="3698125" y="5159604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33" name="Cube 132">
              <a:extLst>
                <a:ext uri="{FF2B5EF4-FFF2-40B4-BE49-F238E27FC236}">
                  <a16:creationId xmlns:a16="http://schemas.microsoft.com/office/drawing/2014/main" id="{77A05E53-FCF7-9B3E-3B51-C6A3AA6550CF}"/>
                </a:ext>
              </a:extLst>
            </p:cNvPr>
            <p:cNvSpPr/>
            <p:nvPr/>
          </p:nvSpPr>
          <p:spPr>
            <a:xfrm>
              <a:off x="3698125" y="4589200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34" name="Cube 133">
              <a:extLst>
                <a:ext uri="{FF2B5EF4-FFF2-40B4-BE49-F238E27FC236}">
                  <a16:creationId xmlns:a16="http://schemas.microsoft.com/office/drawing/2014/main" id="{6BA396C0-6031-7BE0-819D-C8097BC44A30}"/>
                </a:ext>
              </a:extLst>
            </p:cNvPr>
            <p:cNvSpPr/>
            <p:nvPr/>
          </p:nvSpPr>
          <p:spPr>
            <a:xfrm>
              <a:off x="3698125" y="4018796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35" name="Cube 134">
              <a:extLst>
                <a:ext uri="{FF2B5EF4-FFF2-40B4-BE49-F238E27FC236}">
                  <a16:creationId xmlns:a16="http://schemas.microsoft.com/office/drawing/2014/main" id="{50817266-AC98-4F0B-AF67-5A942149F45C}"/>
                </a:ext>
              </a:extLst>
            </p:cNvPr>
            <p:cNvSpPr/>
            <p:nvPr/>
          </p:nvSpPr>
          <p:spPr>
            <a:xfrm>
              <a:off x="3698125" y="3448392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36" name="Cube 135">
              <a:extLst>
                <a:ext uri="{FF2B5EF4-FFF2-40B4-BE49-F238E27FC236}">
                  <a16:creationId xmlns:a16="http://schemas.microsoft.com/office/drawing/2014/main" id="{071D1917-8B4E-BCFD-9FDD-AA42079C6454}"/>
                </a:ext>
              </a:extLst>
            </p:cNvPr>
            <p:cNvSpPr/>
            <p:nvPr/>
          </p:nvSpPr>
          <p:spPr>
            <a:xfrm>
              <a:off x="3698125" y="2877988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37" name="Cube 136">
              <a:extLst>
                <a:ext uri="{FF2B5EF4-FFF2-40B4-BE49-F238E27FC236}">
                  <a16:creationId xmlns:a16="http://schemas.microsoft.com/office/drawing/2014/main" id="{0998CAA4-5D08-376E-C520-85FBDFD346BE}"/>
                </a:ext>
              </a:extLst>
            </p:cNvPr>
            <p:cNvSpPr/>
            <p:nvPr/>
          </p:nvSpPr>
          <p:spPr>
            <a:xfrm>
              <a:off x="3698125" y="2307584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38" name="Cube 137">
              <a:extLst>
                <a:ext uri="{FF2B5EF4-FFF2-40B4-BE49-F238E27FC236}">
                  <a16:creationId xmlns:a16="http://schemas.microsoft.com/office/drawing/2014/main" id="{7DF5C160-6965-1198-C3DA-2462C8FC05D4}"/>
                </a:ext>
              </a:extLst>
            </p:cNvPr>
            <p:cNvSpPr/>
            <p:nvPr/>
          </p:nvSpPr>
          <p:spPr>
            <a:xfrm>
              <a:off x="3698125" y="1737180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39" name="Cube 138">
              <a:extLst>
                <a:ext uri="{FF2B5EF4-FFF2-40B4-BE49-F238E27FC236}">
                  <a16:creationId xmlns:a16="http://schemas.microsoft.com/office/drawing/2014/main" id="{E0EEBD8E-0FF9-9A57-A395-87B638249A04}"/>
                </a:ext>
              </a:extLst>
            </p:cNvPr>
            <p:cNvSpPr/>
            <p:nvPr/>
          </p:nvSpPr>
          <p:spPr>
            <a:xfrm>
              <a:off x="3698125" y="1166776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40" name="Cube 139">
              <a:extLst>
                <a:ext uri="{FF2B5EF4-FFF2-40B4-BE49-F238E27FC236}">
                  <a16:creationId xmlns:a16="http://schemas.microsoft.com/office/drawing/2014/main" id="{47DBC678-F3AB-73CA-D1BF-EE32BC5FCFBB}"/>
                </a:ext>
              </a:extLst>
            </p:cNvPr>
            <p:cNvSpPr/>
            <p:nvPr/>
          </p:nvSpPr>
          <p:spPr>
            <a:xfrm>
              <a:off x="3698125" y="596372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</p:grpSp>
      <p:grpSp>
        <p:nvGrpSpPr>
          <p:cNvPr id="141" name="Group 140">
            <a:extLst>
              <a:ext uri="{FF2B5EF4-FFF2-40B4-BE49-F238E27FC236}">
                <a16:creationId xmlns:a16="http://schemas.microsoft.com/office/drawing/2014/main" id="{FEB08508-96B7-283B-3324-7CA51BED9195}"/>
              </a:ext>
            </a:extLst>
          </p:cNvPr>
          <p:cNvGrpSpPr/>
          <p:nvPr/>
        </p:nvGrpSpPr>
        <p:grpSpPr>
          <a:xfrm>
            <a:off x="1584795" y="3207760"/>
            <a:ext cx="315285" cy="2397703"/>
            <a:chOff x="3698125" y="596372"/>
            <a:chExt cx="764771" cy="5898407"/>
          </a:xfrm>
          <a:solidFill>
            <a:srgbClr val="00C85A"/>
          </a:solidFill>
        </p:grpSpPr>
        <p:sp>
          <p:nvSpPr>
            <p:cNvPr id="142" name="Cube 141">
              <a:extLst>
                <a:ext uri="{FF2B5EF4-FFF2-40B4-BE49-F238E27FC236}">
                  <a16:creationId xmlns:a16="http://schemas.microsoft.com/office/drawing/2014/main" id="{A8097821-8E3D-3B35-DC99-96ED1C4CC936}"/>
                </a:ext>
              </a:extLst>
            </p:cNvPr>
            <p:cNvSpPr/>
            <p:nvPr/>
          </p:nvSpPr>
          <p:spPr>
            <a:xfrm>
              <a:off x="3698125" y="5730008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43" name="Cube 142">
              <a:extLst>
                <a:ext uri="{FF2B5EF4-FFF2-40B4-BE49-F238E27FC236}">
                  <a16:creationId xmlns:a16="http://schemas.microsoft.com/office/drawing/2014/main" id="{D30232D1-8E88-0A01-BEE9-4D50004D9C47}"/>
                </a:ext>
              </a:extLst>
            </p:cNvPr>
            <p:cNvSpPr/>
            <p:nvPr/>
          </p:nvSpPr>
          <p:spPr>
            <a:xfrm>
              <a:off x="3698125" y="5159604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44" name="Cube 143">
              <a:extLst>
                <a:ext uri="{FF2B5EF4-FFF2-40B4-BE49-F238E27FC236}">
                  <a16:creationId xmlns:a16="http://schemas.microsoft.com/office/drawing/2014/main" id="{B44A3FAD-D23B-759B-7D67-06DE089F0AE6}"/>
                </a:ext>
              </a:extLst>
            </p:cNvPr>
            <p:cNvSpPr/>
            <p:nvPr/>
          </p:nvSpPr>
          <p:spPr>
            <a:xfrm>
              <a:off x="3698125" y="4589200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45" name="Cube 144">
              <a:extLst>
                <a:ext uri="{FF2B5EF4-FFF2-40B4-BE49-F238E27FC236}">
                  <a16:creationId xmlns:a16="http://schemas.microsoft.com/office/drawing/2014/main" id="{D027D7E3-343D-9211-CE65-28BEB2506FCE}"/>
                </a:ext>
              </a:extLst>
            </p:cNvPr>
            <p:cNvSpPr/>
            <p:nvPr/>
          </p:nvSpPr>
          <p:spPr>
            <a:xfrm>
              <a:off x="3698125" y="4018796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46" name="Cube 145">
              <a:extLst>
                <a:ext uri="{FF2B5EF4-FFF2-40B4-BE49-F238E27FC236}">
                  <a16:creationId xmlns:a16="http://schemas.microsoft.com/office/drawing/2014/main" id="{AD0A4A08-EAD5-F848-4A65-44C5C5D1A183}"/>
                </a:ext>
              </a:extLst>
            </p:cNvPr>
            <p:cNvSpPr/>
            <p:nvPr/>
          </p:nvSpPr>
          <p:spPr>
            <a:xfrm>
              <a:off x="3698125" y="3448392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47" name="Cube 146">
              <a:extLst>
                <a:ext uri="{FF2B5EF4-FFF2-40B4-BE49-F238E27FC236}">
                  <a16:creationId xmlns:a16="http://schemas.microsoft.com/office/drawing/2014/main" id="{CB9EDB77-8308-1723-44CF-28ED3F8F4B32}"/>
                </a:ext>
              </a:extLst>
            </p:cNvPr>
            <p:cNvSpPr/>
            <p:nvPr/>
          </p:nvSpPr>
          <p:spPr>
            <a:xfrm>
              <a:off x="3698125" y="2877988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48" name="Cube 147">
              <a:extLst>
                <a:ext uri="{FF2B5EF4-FFF2-40B4-BE49-F238E27FC236}">
                  <a16:creationId xmlns:a16="http://schemas.microsoft.com/office/drawing/2014/main" id="{15E0B74A-513A-000B-B49B-A66FDE97A94B}"/>
                </a:ext>
              </a:extLst>
            </p:cNvPr>
            <p:cNvSpPr/>
            <p:nvPr/>
          </p:nvSpPr>
          <p:spPr>
            <a:xfrm>
              <a:off x="3698125" y="2307584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49" name="Cube 148">
              <a:extLst>
                <a:ext uri="{FF2B5EF4-FFF2-40B4-BE49-F238E27FC236}">
                  <a16:creationId xmlns:a16="http://schemas.microsoft.com/office/drawing/2014/main" id="{EA1030EA-5E04-B7A2-5862-08CFC8B640FF}"/>
                </a:ext>
              </a:extLst>
            </p:cNvPr>
            <p:cNvSpPr/>
            <p:nvPr/>
          </p:nvSpPr>
          <p:spPr>
            <a:xfrm>
              <a:off x="3698125" y="1737180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50" name="Cube 149">
              <a:extLst>
                <a:ext uri="{FF2B5EF4-FFF2-40B4-BE49-F238E27FC236}">
                  <a16:creationId xmlns:a16="http://schemas.microsoft.com/office/drawing/2014/main" id="{7663B8D2-DEFD-882B-3646-7D8F32F919DB}"/>
                </a:ext>
              </a:extLst>
            </p:cNvPr>
            <p:cNvSpPr/>
            <p:nvPr/>
          </p:nvSpPr>
          <p:spPr>
            <a:xfrm>
              <a:off x="3698125" y="1166776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51" name="Cube 150">
              <a:extLst>
                <a:ext uri="{FF2B5EF4-FFF2-40B4-BE49-F238E27FC236}">
                  <a16:creationId xmlns:a16="http://schemas.microsoft.com/office/drawing/2014/main" id="{AD25BE94-89A2-BFFD-602B-80AF47216C16}"/>
                </a:ext>
              </a:extLst>
            </p:cNvPr>
            <p:cNvSpPr/>
            <p:nvPr/>
          </p:nvSpPr>
          <p:spPr>
            <a:xfrm>
              <a:off x="3698125" y="596372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</p:grpSp>
      <p:sp>
        <p:nvSpPr>
          <p:cNvPr id="152" name="TextBox 151">
            <a:extLst>
              <a:ext uri="{FF2B5EF4-FFF2-40B4-BE49-F238E27FC236}">
                <a16:creationId xmlns:a16="http://schemas.microsoft.com/office/drawing/2014/main" id="{81DA2D93-BB10-C33F-368C-2DD412583608}"/>
              </a:ext>
            </a:extLst>
          </p:cNvPr>
          <p:cNvSpPr txBox="1"/>
          <p:nvPr/>
        </p:nvSpPr>
        <p:spPr>
          <a:xfrm>
            <a:off x="3056683" y="1299039"/>
            <a:ext cx="62869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800" dirty="0"/>
              <a:t>= 1</a:t>
            </a:r>
          </a:p>
        </p:txBody>
      </p:sp>
      <p:sp>
        <p:nvSpPr>
          <p:cNvPr id="154" name="Cube 153">
            <a:extLst>
              <a:ext uri="{FF2B5EF4-FFF2-40B4-BE49-F238E27FC236}">
                <a16:creationId xmlns:a16="http://schemas.microsoft.com/office/drawing/2014/main" id="{6788DA91-B4F6-B037-A016-75EA09DA6D29}"/>
              </a:ext>
            </a:extLst>
          </p:cNvPr>
          <p:cNvSpPr/>
          <p:nvPr/>
        </p:nvSpPr>
        <p:spPr>
          <a:xfrm>
            <a:off x="5803501" y="4362720"/>
            <a:ext cx="315285" cy="310879"/>
          </a:xfrm>
          <a:prstGeom prst="cube">
            <a:avLst/>
          </a:prstGeom>
          <a:solidFill>
            <a:srgbClr val="FFFF0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55" name="Cube 154">
            <a:extLst>
              <a:ext uri="{FF2B5EF4-FFF2-40B4-BE49-F238E27FC236}">
                <a16:creationId xmlns:a16="http://schemas.microsoft.com/office/drawing/2014/main" id="{A7419D23-E0B9-29FA-731E-B28778713181}"/>
              </a:ext>
            </a:extLst>
          </p:cNvPr>
          <p:cNvSpPr/>
          <p:nvPr/>
        </p:nvSpPr>
        <p:spPr>
          <a:xfrm>
            <a:off x="5803501" y="4130850"/>
            <a:ext cx="315285" cy="310879"/>
          </a:xfrm>
          <a:prstGeom prst="cube">
            <a:avLst/>
          </a:prstGeom>
          <a:solidFill>
            <a:srgbClr val="FFFF0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56" name="Cube 155">
            <a:extLst>
              <a:ext uri="{FF2B5EF4-FFF2-40B4-BE49-F238E27FC236}">
                <a16:creationId xmlns:a16="http://schemas.microsoft.com/office/drawing/2014/main" id="{2586F591-979B-F166-B2B2-C660F3FF09E9}"/>
              </a:ext>
            </a:extLst>
          </p:cNvPr>
          <p:cNvSpPr/>
          <p:nvPr/>
        </p:nvSpPr>
        <p:spPr>
          <a:xfrm>
            <a:off x="5803501" y="3898981"/>
            <a:ext cx="315285" cy="310879"/>
          </a:xfrm>
          <a:prstGeom prst="cube">
            <a:avLst/>
          </a:prstGeom>
          <a:solidFill>
            <a:srgbClr val="FFFF0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57" name="Cube 156">
            <a:extLst>
              <a:ext uri="{FF2B5EF4-FFF2-40B4-BE49-F238E27FC236}">
                <a16:creationId xmlns:a16="http://schemas.microsoft.com/office/drawing/2014/main" id="{F706F98D-BE7A-A21E-09E5-AC3CD615A000}"/>
              </a:ext>
            </a:extLst>
          </p:cNvPr>
          <p:cNvSpPr/>
          <p:nvPr/>
        </p:nvSpPr>
        <p:spPr>
          <a:xfrm>
            <a:off x="5803501" y="3667112"/>
            <a:ext cx="315285" cy="310879"/>
          </a:xfrm>
          <a:prstGeom prst="cube">
            <a:avLst/>
          </a:prstGeom>
          <a:solidFill>
            <a:srgbClr val="FFFF0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58" name="Cube 157">
            <a:extLst>
              <a:ext uri="{FF2B5EF4-FFF2-40B4-BE49-F238E27FC236}">
                <a16:creationId xmlns:a16="http://schemas.microsoft.com/office/drawing/2014/main" id="{DC8FFDF5-349C-BFB8-1B2C-29DFB486FFBE}"/>
              </a:ext>
            </a:extLst>
          </p:cNvPr>
          <p:cNvSpPr/>
          <p:nvPr/>
        </p:nvSpPr>
        <p:spPr>
          <a:xfrm>
            <a:off x="5803501" y="3435242"/>
            <a:ext cx="315285" cy="310879"/>
          </a:xfrm>
          <a:prstGeom prst="cube">
            <a:avLst/>
          </a:prstGeom>
          <a:solidFill>
            <a:srgbClr val="FFFF0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59" name="Cube 158">
            <a:extLst>
              <a:ext uri="{FF2B5EF4-FFF2-40B4-BE49-F238E27FC236}">
                <a16:creationId xmlns:a16="http://schemas.microsoft.com/office/drawing/2014/main" id="{714656B7-996C-7E73-BA60-EC3F7A6809DF}"/>
              </a:ext>
            </a:extLst>
          </p:cNvPr>
          <p:cNvSpPr/>
          <p:nvPr/>
        </p:nvSpPr>
        <p:spPr>
          <a:xfrm>
            <a:off x="6365476" y="4345447"/>
            <a:ext cx="315285" cy="310879"/>
          </a:xfrm>
          <a:prstGeom prst="cube">
            <a:avLst/>
          </a:prstGeom>
          <a:solidFill>
            <a:srgbClr val="FFFF0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60" name="Cube 159">
            <a:extLst>
              <a:ext uri="{FF2B5EF4-FFF2-40B4-BE49-F238E27FC236}">
                <a16:creationId xmlns:a16="http://schemas.microsoft.com/office/drawing/2014/main" id="{D0FF92C1-8F8E-42B4-953C-3CD2BF62ED0B}"/>
              </a:ext>
            </a:extLst>
          </p:cNvPr>
          <p:cNvSpPr/>
          <p:nvPr/>
        </p:nvSpPr>
        <p:spPr>
          <a:xfrm>
            <a:off x="6365476" y="4113578"/>
            <a:ext cx="315285" cy="310879"/>
          </a:xfrm>
          <a:prstGeom prst="cube">
            <a:avLst/>
          </a:prstGeom>
          <a:solidFill>
            <a:srgbClr val="FFFF0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61" name="Cube 160">
            <a:extLst>
              <a:ext uri="{FF2B5EF4-FFF2-40B4-BE49-F238E27FC236}">
                <a16:creationId xmlns:a16="http://schemas.microsoft.com/office/drawing/2014/main" id="{A17B8B1A-ECF3-B24C-1DBA-34C38895AF1E}"/>
              </a:ext>
            </a:extLst>
          </p:cNvPr>
          <p:cNvSpPr/>
          <p:nvPr/>
        </p:nvSpPr>
        <p:spPr>
          <a:xfrm>
            <a:off x="6365476" y="3881709"/>
            <a:ext cx="315285" cy="310879"/>
          </a:xfrm>
          <a:prstGeom prst="cube">
            <a:avLst/>
          </a:prstGeom>
          <a:solidFill>
            <a:srgbClr val="FFFF0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62" name="Cube 161">
            <a:extLst>
              <a:ext uri="{FF2B5EF4-FFF2-40B4-BE49-F238E27FC236}">
                <a16:creationId xmlns:a16="http://schemas.microsoft.com/office/drawing/2014/main" id="{7A10849A-8EF5-7E2B-A6E1-EFAE42752202}"/>
              </a:ext>
            </a:extLst>
          </p:cNvPr>
          <p:cNvSpPr/>
          <p:nvPr/>
        </p:nvSpPr>
        <p:spPr>
          <a:xfrm>
            <a:off x="6365476" y="3649839"/>
            <a:ext cx="315285" cy="310879"/>
          </a:xfrm>
          <a:prstGeom prst="cube">
            <a:avLst/>
          </a:prstGeom>
          <a:solidFill>
            <a:srgbClr val="FFFF0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63" name="Cube 162">
            <a:extLst>
              <a:ext uri="{FF2B5EF4-FFF2-40B4-BE49-F238E27FC236}">
                <a16:creationId xmlns:a16="http://schemas.microsoft.com/office/drawing/2014/main" id="{0916CD1F-66E6-32C6-5466-6224F3A17B8A}"/>
              </a:ext>
            </a:extLst>
          </p:cNvPr>
          <p:cNvSpPr/>
          <p:nvPr/>
        </p:nvSpPr>
        <p:spPr>
          <a:xfrm>
            <a:off x="6365476" y="3417970"/>
            <a:ext cx="315285" cy="310879"/>
          </a:xfrm>
          <a:prstGeom prst="cube">
            <a:avLst/>
          </a:prstGeom>
          <a:solidFill>
            <a:srgbClr val="FFFF0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64" name="TextBox 163">
            <a:extLst>
              <a:ext uri="{FF2B5EF4-FFF2-40B4-BE49-F238E27FC236}">
                <a16:creationId xmlns:a16="http://schemas.microsoft.com/office/drawing/2014/main" id="{93B7A31B-9032-7BFD-E306-F9016DCB90D4}"/>
              </a:ext>
            </a:extLst>
          </p:cNvPr>
          <p:cNvSpPr txBox="1"/>
          <p:nvPr/>
        </p:nvSpPr>
        <p:spPr>
          <a:xfrm>
            <a:off x="6485377" y="1176932"/>
            <a:ext cx="203453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0.05 + 0.06</a:t>
            </a:r>
          </a:p>
        </p:txBody>
      </p:sp>
      <p:sp>
        <p:nvSpPr>
          <p:cNvPr id="165" name="Cube 164">
            <a:extLst>
              <a:ext uri="{FF2B5EF4-FFF2-40B4-BE49-F238E27FC236}">
                <a16:creationId xmlns:a16="http://schemas.microsoft.com/office/drawing/2014/main" id="{DE882D38-C32D-4822-58A4-12FFDB66C05E}"/>
              </a:ext>
            </a:extLst>
          </p:cNvPr>
          <p:cNvSpPr/>
          <p:nvPr/>
        </p:nvSpPr>
        <p:spPr>
          <a:xfrm>
            <a:off x="1584795" y="6031921"/>
            <a:ext cx="315285" cy="310879"/>
          </a:xfrm>
          <a:prstGeom prst="cube">
            <a:avLst/>
          </a:prstGeom>
          <a:solidFill>
            <a:srgbClr val="FFFF0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66" name="TextBox 165">
            <a:extLst>
              <a:ext uri="{FF2B5EF4-FFF2-40B4-BE49-F238E27FC236}">
                <a16:creationId xmlns:a16="http://schemas.microsoft.com/office/drawing/2014/main" id="{7B273F84-13D9-3A5C-8DB3-5D557B8FC68E}"/>
              </a:ext>
            </a:extLst>
          </p:cNvPr>
          <p:cNvSpPr txBox="1"/>
          <p:nvPr/>
        </p:nvSpPr>
        <p:spPr>
          <a:xfrm>
            <a:off x="3056683" y="4145001"/>
            <a:ext cx="90281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800" dirty="0"/>
              <a:t>= 0.1</a:t>
            </a:r>
          </a:p>
        </p:txBody>
      </p:sp>
      <p:sp>
        <p:nvSpPr>
          <p:cNvPr id="167" name="TextBox 166">
            <a:extLst>
              <a:ext uri="{FF2B5EF4-FFF2-40B4-BE49-F238E27FC236}">
                <a16:creationId xmlns:a16="http://schemas.microsoft.com/office/drawing/2014/main" id="{200B87F2-7D06-6901-5F4E-C4ABD007DBF1}"/>
              </a:ext>
            </a:extLst>
          </p:cNvPr>
          <p:cNvSpPr txBox="1"/>
          <p:nvPr/>
        </p:nvSpPr>
        <p:spPr>
          <a:xfrm>
            <a:off x="3056683" y="5890089"/>
            <a:ext cx="108555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800" dirty="0"/>
              <a:t>= 0.01</a:t>
            </a:r>
          </a:p>
        </p:txBody>
      </p:sp>
      <p:cxnSp>
        <p:nvCxnSpPr>
          <p:cNvPr id="169" name="Straight Connector 168">
            <a:extLst>
              <a:ext uri="{FF2B5EF4-FFF2-40B4-BE49-F238E27FC236}">
                <a16:creationId xmlns:a16="http://schemas.microsoft.com/office/drawing/2014/main" id="{C3FBD059-E9A0-6FCC-5ED1-E402E022D28D}"/>
              </a:ext>
            </a:extLst>
          </p:cNvPr>
          <p:cNvCxnSpPr>
            <a:cxnSpLocks/>
          </p:cNvCxnSpPr>
          <p:nvPr/>
        </p:nvCxnSpPr>
        <p:spPr>
          <a:xfrm>
            <a:off x="4943475" y="266700"/>
            <a:ext cx="0" cy="6400800"/>
          </a:xfrm>
          <a:prstGeom prst="line">
            <a:avLst/>
          </a:prstGeom>
          <a:ln w="28575">
            <a:solidFill>
              <a:schemeClr val="bg1">
                <a:lumMod val="50000"/>
              </a:schemeClr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2" name="TextBox 171">
            <a:extLst>
              <a:ext uri="{FF2B5EF4-FFF2-40B4-BE49-F238E27FC236}">
                <a16:creationId xmlns:a16="http://schemas.microsoft.com/office/drawing/2014/main" id="{58CE4CC8-C8C7-A9D1-74F4-64877DD5079F}"/>
              </a:ext>
            </a:extLst>
          </p:cNvPr>
          <p:cNvSpPr txBox="1"/>
          <p:nvPr/>
        </p:nvSpPr>
        <p:spPr>
          <a:xfrm>
            <a:off x="5262283" y="546564"/>
            <a:ext cx="4466159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Төмөнкүлөрдү билдирүү үчүн </a:t>
            </a:r>
          </a:p>
          <a:p>
            <a:pPr algn="ctr"/>
            <a:r>
              <a:rPr lang="ru-RU" sz="2000" dirty="0"/>
              <a:t>блокторду жана сандарды колдонуңуз:</a:t>
            </a:r>
            <a:endParaRPr lang="en-GB" sz="2000" dirty="0"/>
          </a:p>
        </p:txBody>
      </p:sp>
      <p:sp>
        <p:nvSpPr>
          <p:cNvPr id="178" name="Cube 177">
            <a:extLst>
              <a:ext uri="{FF2B5EF4-FFF2-40B4-BE49-F238E27FC236}">
                <a16:creationId xmlns:a16="http://schemas.microsoft.com/office/drawing/2014/main" id="{50A8DD0F-CB6C-5DFF-82B7-3FD9969524A5}"/>
              </a:ext>
            </a:extLst>
          </p:cNvPr>
          <p:cNvSpPr/>
          <p:nvPr/>
        </p:nvSpPr>
        <p:spPr>
          <a:xfrm>
            <a:off x="6365476" y="3186101"/>
            <a:ext cx="315285" cy="310879"/>
          </a:xfrm>
          <a:prstGeom prst="cube">
            <a:avLst/>
          </a:prstGeom>
          <a:solidFill>
            <a:srgbClr val="FFFF0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79" name="Cube 178">
            <a:extLst>
              <a:ext uri="{FF2B5EF4-FFF2-40B4-BE49-F238E27FC236}">
                <a16:creationId xmlns:a16="http://schemas.microsoft.com/office/drawing/2014/main" id="{B95876E3-6262-F9A6-E36E-AF476A1CCCF1}"/>
              </a:ext>
            </a:extLst>
          </p:cNvPr>
          <p:cNvSpPr/>
          <p:nvPr/>
        </p:nvSpPr>
        <p:spPr>
          <a:xfrm>
            <a:off x="9045176" y="4345447"/>
            <a:ext cx="315285" cy="310879"/>
          </a:xfrm>
          <a:prstGeom prst="cube">
            <a:avLst/>
          </a:prstGeom>
          <a:solidFill>
            <a:srgbClr val="FFFF0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80" name="Arrow: Left-Right 179">
            <a:extLst>
              <a:ext uri="{FF2B5EF4-FFF2-40B4-BE49-F238E27FC236}">
                <a16:creationId xmlns:a16="http://schemas.microsoft.com/office/drawing/2014/main" id="{DC99C4A2-B790-7864-D3AE-95333D5B40F0}"/>
              </a:ext>
            </a:extLst>
          </p:cNvPr>
          <p:cNvSpPr/>
          <p:nvPr/>
        </p:nvSpPr>
        <p:spPr>
          <a:xfrm>
            <a:off x="7101322" y="3670818"/>
            <a:ext cx="737753" cy="301751"/>
          </a:xfrm>
          <a:prstGeom prst="leftRightArrow">
            <a:avLst>
              <a:gd name="adj1" fmla="val 50000"/>
              <a:gd name="adj2" fmla="val 58576"/>
            </a:avLst>
          </a:prstGeom>
          <a:solidFill>
            <a:schemeClr val="accent5">
              <a:lumMod val="40000"/>
              <a:lumOff val="60000"/>
            </a:schemeClr>
          </a:solidFill>
          <a:ln w="12700"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81" name="TextBox 180">
            <a:extLst>
              <a:ext uri="{FF2B5EF4-FFF2-40B4-BE49-F238E27FC236}">
                <a16:creationId xmlns:a16="http://schemas.microsoft.com/office/drawing/2014/main" id="{39297C88-EE68-78F2-1426-892862AE853A}"/>
              </a:ext>
            </a:extLst>
          </p:cNvPr>
          <p:cNvSpPr txBox="1"/>
          <p:nvPr/>
        </p:nvSpPr>
        <p:spPr>
          <a:xfrm>
            <a:off x="7045626" y="5444132"/>
            <a:ext cx="91403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0.11</a:t>
            </a:r>
          </a:p>
        </p:txBody>
      </p:sp>
    </p:spTree>
    <p:extLst>
      <p:ext uri="{BB962C8B-B14F-4D97-AF65-F5344CB8AC3E}">
        <p14:creationId xmlns:p14="http://schemas.microsoft.com/office/powerpoint/2010/main" val="1184406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1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1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1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1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1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4" grpId="0" animBg="1"/>
      <p:bldP spid="155" grpId="0" animBg="1"/>
      <p:bldP spid="156" grpId="0" animBg="1"/>
      <p:bldP spid="157" grpId="0" animBg="1"/>
      <p:bldP spid="158" grpId="0" animBg="1"/>
      <p:bldP spid="159" grpId="0" animBg="1"/>
      <p:bldP spid="160" grpId="0" animBg="1"/>
      <p:bldP spid="161" grpId="0" animBg="1"/>
      <p:bldP spid="162" grpId="0" animBg="1"/>
      <p:bldP spid="163" grpId="0" animBg="1"/>
      <p:bldP spid="178" grpId="0" animBg="1"/>
      <p:bldP spid="179" grpId="0" animBg="1"/>
      <p:bldP spid="180" grpId="0" animBg="1"/>
      <p:bldP spid="181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" name="Group 18">
            <a:extLst>
              <a:ext uri="{FF2B5EF4-FFF2-40B4-BE49-F238E27FC236}">
                <a16:creationId xmlns:a16="http://schemas.microsoft.com/office/drawing/2014/main" id="{33F81F98-E0AD-C3B4-5711-2F7F4F9B7A6E}"/>
              </a:ext>
            </a:extLst>
          </p:cNvPr>
          <p:cNvGrpSpPr/>
          <p:nvPr/>
        </p:nvGrpSpPr>
        <p:grpSpPr>
          <a:xfrm>
            <a:off x="543586" y="383599"/>
            <a:ext cx="2397702" cy="2397702"/>
            <a:chOff x="414598" y="546495"/>
            <a:chExt cx="5852156" cy="5898407"/>
          </a:xfrm>
        </p:grpSpPr>
        <p:grpSp>
          <p:nvGrpSpPr>
            <p:cNvPr id="20" name="Group 19">
              <a:extLst>
                <a:ext uri="{FF2B5EF4-FFF2-40B4-BE49-F238E27FC236}">
                  <a16:creationId xmlns:a16="http://schemas.microsoft.com/office/drawing/2014/main" id="{CEF52D27-F39A-D244-BEE8-1CE5FFD3B62A}"/>
                </a:ext>
              </a:extLst>
            </p:cNvPr>
            <p:cNvGrpSpPr/>
            <p:nvPr/>
          </p:nvGrpSpPr>
          <p:grpSpPr>
            <a:xfrm>
              <a:off x="414598" y="546495"/>
              <a:ext cx="764771" cy="5898407"/>
              <a:chOff x="3698125" y="596372"/>
              <a:chExt cx="764771" cy="5898407"/>
            </a:xfrm>
            <a:solidFill>
              <a:srgbClr val="3786CD"/>
            </a:solidFill>
          </p:grpSpPr>
          <p:sp>
            <p:nvSpPr>
              <p:cNvPr id="120" name="Cube 119">
                <a:extLst>
                  <a:ext uri="{FF2B5EF4-FFF2-40B4-BE49-F238E27FC236}">
                    <a16:creationId xmlns:a16="http://schemas.microsoft.com/office/drawing/2014/main" id="{90475A5E-0146-75AA-626B-D765BF456A60}"/>
                  </a:ext>
                </a:extLst>
              </p:cNvPr>
              <p:cNvSpPr/>
              <p:nvPr/>
            </p:nvSpPr>
            <p:spPr>
              <a:xfrm>
                <a:off x="3698125" y="573000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21" name="Cube 120">
                <a:extLst>
                  <a:ext uri="{FF2B5EF4-FFF2-40B4-BE49-F238E27FC236}">
                    <a16:creationId xmlns:a16="http://schemas.microsoft.com/office/drawing/2014/main" id="{C11B39BD-D440-1662-FA5D-DEA99D695162}"/>
                  </a:ext>
                </a:extLst>
              </p:cNvPr>
              <p:cNvSpPr/>
              <p:nvPr/>
            </p:nvSpPr>
            <p:spPr>
              <a:xfrm>
                <a:off x="3698125" y="515960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22" name="Cube 121">
                <a:extLst>
                  <a:ext uri="{FF2B5EF4-FFF2-40B4-BE49-F238E27FC236}">
                    <a16:creationId xmlns:a16="http://schemas.microsoft.com/office/drawing/2014/main" id="{B1572F7C-578A-4BDB-47F8-537D19C40E61}"/>
                  </a:ext>
                </a:extLst>
              </p:cNvPr>
              <p:cNvSpPr/>
              <p:nvPr/>
            </p:nvSpPr>
            <p:spPr>
              <a:xfrm>
                <a:off x="3698125" y="458920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23" name="Cube 122">
                <a:extLst>
                  <a:ext uri="{FF2B5EF4-FFF2-40B4-BE49-F238E27FC236}">
                    <a16:creationId xmlns:a16="http://schemas.microsoft.com/office/drawing/2014/main" id="{8B4589C2-04B1-9BD4-7CD5-95CF0ECEAA89}"/>
                  </a:ext>
                </a:extLst>
              </p:cNvPr>
              <p:cNvSpPr/>
              <p:nvPr/>
            </p:nvSpPr>
            <p:spPr>
              <a:xfrm>
                <a:off x="3698125" y="401879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24" name="Cube 123">
                <a:extLst>
                  <a:ext uri="{FF2B5EF4-FFF2-40B4-BE49-F238E27FC236}">
                    <a16:creationId xmlns:a16="http://schemas.microsoft.com/office/drawing/2014/main" id="{7128ECFD-C326-03B6-32F0-C6E54DBFE518}"/>
                  </a:ext>
                </a:extLst>
              </p:cNvPr>
              <p:cNvSpPr/>
              <p:nvPr/>
            </p:nvSpPr>
            <p:spPr>
              <a:xfrm>
                <a:off x="3698125" y="344839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25" name="Cube 124">
                <a:extLst>
                  <a:ext uri="{FF2B5EF4-FFF2-40B4-BE49-F238E27FC236}">
                    <a16:creationId xmlns:a16="http://schemas.microsoft.com/office/drawing/2014/main" id="{D54A0F0B-A7B3-197F-60AB-7EAB0F8C56CD}"/>
                  </a:ext>
                </a:extLst>
              </p:cNvPr>
              <p:cNvSpPr/>
              <p:nvPr/>
            </p:nvSpPr>
            <p:spPr>
              <a:xfrm>
                <a:off x="3698125" y="287798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26" name="Cube 125">
                <a:extLst>
                  <a:ext uri="{FF2B5EF4-FFF2-40B4-BE49-F238E27FC236}">
                    <a16:creationId xmlns:a16="http://schemas.microsoft.com/office/drawing/2014/main" id="{0624E7C6-A732-8176-39C6-61963B94CFA6}"/>
                  </a:ext>
                </a:extLst>
              </p:cNvPr>
              <p:cNvSpPr/>
              <p:nvPr/>
            </p:nvSpPr>
            <p:spPr>
              <a:xfrm>
                <a:off x="3698125" y="230758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27" name="Cube 126">
                <a:extLst>
                  <a:ext uri="{FF2B5EF4-FFF2-40B4-BE49-F238E27FC236}">
                    <a16:creationId xmlns:a16="http://schemas.microsoft.com/office/drawing/2014/main" id="{9A29BE40-1442-DAEE-B5DD-88FD6D8F6E78}"/>
                  </a:ext>
                </a:extLst>
              </p:cNvPr>
              <p:cNvSpPr/>
              <p:nvPr/>
            </p:nvSpPr>
            <p:spPr>
              <a:xfrm>
                <a:off x="3698125" y="173718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28" name="Cube 127">
                <a:extLst>
                  <a:ext uri="{FF2B5EF4-FFF2-40B4-BE49-F238E27FC236}">
                    <a16:creationId xmlns:a16="http://schemas.microsoft.com/office/drawing/2014/main" id="{7E9A4BDD-AF89-FB88-51AD-DAF6531D49BF}"/>
                  </a:ext>
                </a:extLst>
              </p:cNvPr>
              <p:cNvSpPr/>
              <p:nvPr/>
            </p:nvSpPr>
            <p:spPr>
              <a:xfrm>
                <a:off x="3698125" y="116677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29" name="Cube 128">
                <a:extLst>
                  <a:ext uri="{FF2B5EF4-FFF2-40B4-BE49-F238E27FC236}">
                    <a16:creationId xmlns:a16="http://schemas.microsoft.com/office/drawing/2014/main" id="{42F6D745-6E75-D5BD-3E3F-A00D89396F80}"/>
                  </a:ext>
                </a:extLst>
              </p:cNvPr>
              <p:cNvSpPr/>
              <p:nvPr/>
            </p:nvSpPr>
            <p:spPr>
              <a:xfrm>
                <a:off x="3698125" y="59637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</p:grpSp>
        <p:grpSp>
          <p:nvGrpSpPr>
            <p:cNvPr id="21" name="Group 20">
              <a:extLst>
                <a:ext uri="{FF2B5EF4-FFF2-40B4-BE49-F238E27FC236}">
                  <a16:creationId xmlns:a16="http://schemas.microsoft.com/office/drawing/2014/main" id="{CFF8AC8C-D445-4328-22B1-A0720714DE94}"/>
                </a:ext>
              </a:extLst>
            </p:cNvPr>
            <p:cNvGrpSpPr/>
            <p:nvPr/>
          </p:nvGrpSpPr>
          <p:grpSpPr>
            <a:xfrm>
              <a:off x="979863" y="546495"/>
              <a:ext cx="764771" cy="5898407"/>
              <a:chOff x="3698125" y="596372"/>
              <a:chExt cx="764771" cy="5898407"/>
            </a:xfrm>
            <a:solidFill>
              <a:srgbClr val="3786CD"/>
            </a:solidFill>
          </p:grpSpPr>
          <p:sp>
            <p:nvSpPr>
              <p:cNvPr id="110" name="Cube 109">
                <a:extLst>
                  <a:ext uri="{FF2B5EF4-FFF2-40B4-BE49-F238E27FC236}">
                    <a16:creationId xmlns:a16="http://schemas.microsoft.com/office/drawing/2014/main" id="{8580828C-A1CA-E458-1B0C-2D8DDDCDF0EF}"/>
                  </a:ext>
                </a:extLst>
              </p:cNvPr>
              <p:cNvSpPr/>
              <p:nvPr/>
            </p:nvSpPr>
            <p:spPr>
              <a:xfrm>
                <a:off x="3698125" y="573000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11" name="Cube 110">
                <a:extLst>
                  <a:ext uri="{FF2B5EF4-FFF2-40B4-BE49-F238E27FC236}">
                    <a16:creationId xmlns:a16="http://schemas.microsoft.com/office/drawing/2014/main" id="{58A542E7-4FE7-5A65-98D1-C5CAF8ED0754}"/>
                  </a:ext>
                </a:extLst>
              </p:cNvPr>
              <p:cNvSpPr/>
              <p:nvPr/>
            </p:nvSpPr>
            <p:spPr>
              <a:xfrm>
                <a:off x="3698125" y="515960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12" name="Cube 111">
                <a:extLst>
                  <a:ext uri="{FF2B5EF4-FFF2-40B4-BE49-F238E27FC236}">
                    <a16:creationId xmlns:a16="http://schemas.microsoft.com/office/drawing/2014/main" id="{3EDE662D-F765-D15A-81A1-A67D669D9E18}"/>
                  </a:ext>
                </a:extLst>
              </p:cNvPr>
              <p:cNvSpPr/>
              <p:nvPr/>
            </p:nvSpPr>
            <p:spPr>
              <a:xfrm>
                <a:off x="3698125" y="458920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13" name="Cube 112">
                <a:extLst>
                  <a:ext uri="{FF2B5EF4-FFF2-40B4-BE49-F238E27FC236}">
                    <a16:creationId xmlns:a16="http://schemas.microsoft.com/office/drawing/2014/main" id="{11AB2AAD-F6BC-1844-9F5D-FA20EA100E8D}"/>
                  </a:ext>
                </a:extLst>
              </p:cNvPr>
              <p:cNvSpPr/>
              <p:nvPr/>
            </p:nvSpPr>
            <p:spPr>
              <a:xfrm>
                <a:off x="3698125" y="401879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14" name="Cube 113">
                <a:extLst>
                  <a:ext uri="{FF2B5EF4-FFF2-40B4-BE49-F238E27FC236}">
                    <a16:creationId xmlns:a16="http://schemas.microsoft.com/office/drawing/2014/main" id="{BA0E7A14-BC8D-8A63-BE26-BA41693F7CFA}"/>
                  </a:ext>
                </a:extLst>
              </p:cNvPr>
              <p:cNvSpPr/>
              <p:nvPr/>
            </p:nvSpPr>
            <p:spPr>
              <a:xfrm>
                <a:off x="3698125" y="344839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15" name="Cube 114">
                <a:extLst>
                  <a:ext uri="{FF2B5EF4-FFF2-40B4-BE49-F238E27FC236}">
                    <a16:creationId xmlns:a16="http://schemas.microsoft.com/office/drawing/2014/main" id="{0446070D-0D2F-8DCE-8086-8939CCF760AE}"/>
                  </a:ext>
                </a:extLst>
              </p:cNvPr>
              <p:cNvSpPr/>
              <p:nvPr/>
            </p:nvSpPr>
            <p:spPr>
              <a:xfrm>
                <a:off x="3698125" y="287798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16" name="Cube 115">
                <a:extLst>
                  <a:ext uri="{FF2B5EF4-FFF2-40B4-BE49-F238E27FC236}">
                    <a16:creationId xmlns:a16="http://schemas.microsoft.com/office/drawing/2014/main" id="{7D62F309-FF5B-7112-DE09-389E06C4F1AB}"/>
                  </a:ext>
                </a:extLst>
              </p:cNvPr>
              <p:cNvSpPr/>
              <p:nvPr/>
            </p:nvSpPr>
            <p:spPr>
              <a:xfrm>
                <a:off x="3698125" y="230758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17" name="Cube 116">
                <a:extLst>
                  <a:ext uri="{FF2B5EF4-FFF2-40B4-BE49-F238E27FC236}">
                    <a16:creationId xmlns:a16="http://schemas.microsoft.com/office/drawing/2014/main" id="{7ACF99C6-9F39-5FE1-CFCD-E56A03A12C25}"/>
                  </a:ext>
                </a:extLst>
              </p:cNvPr>
              <p:cNvSpPr/>
              <p:nvPr/>
            </p:nvSpPr>
            <p:spPr>
              <a:xfrm>
                <a:off x="3698125" y="173718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18" name="Cube 117">
                <a:extLst>
                  <a:ext uri="{FF2B5EF4-FFF2-40B4-BE49-F238E27FC236}">
                    <a16:creationId xmlns:a16="http://schemas.microsoft.com/office/drawing/2014/main" id="{F0241333-D6FE-0C42-F6F7-E7C56171D395}"/>
                  </a:ext>
                </a:extLst>
              </p:cNvPr>
              <p:cNvSpPr/>
              <p:nvPr/>
            </p:nvSpPr>
            <p:spPr>
              <a:xfrm>
                <a:off x="3698125" y="116677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19" name="Cube 118">
                <a:extLst>
                  <a:ext uri="{FF2B5EF4-FFF2-40B4-BE49-F238E27FC236}">
                    <a16:creationId xmlns:a16="http://schemas.microsoft.com/office/drawing/2014/main" id="{4050B0F7-0155-023A-459D-E3BD67D9A6EE}"/>
                  </a:ext>
                </a:extLst>
              </p:cNvPr>
              <p:cNvSpPr/>
              <p:nvPr/>
            </p:nvSpPr>
            <p:spPr>
              <a:xfrm>
                <a:off x="3698125" y="59637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</p:grpSp>
        <p:grpSp>
          <p:nvGrpSpPr>
            <p:cNvPr id="22" name="Group 21">
              <a:extLst>
                <a:ext uri="{FF2B5EF4-FFF2-40B4-BE49-F238E27FC236}">
                  <a16:creationId xmlns:a16="http://schemas.microsoft.com/office/drawing/2014/main" id="{C2A5A257-E09A-6113-280D-264B82F2DC0E}"/>
                </a:ext>
              </a:extLst>
            </p:cNvPr>
            <p:cNvGrpSpPr/>
            <p:nvPr/>
          </p:nvGrpSpPr>
          <p:grpSpPr>
            <a:xfrm>
              <a:off x="1545128" y="546495"/>
              <a:ext cx="764771" cy="5898407"/>
              <a:chOff x="3698125" y="596372"/>
              <a:chExt cx="764771" cy="5898407"/>
            </a:xfrm>
            <a:solidFill>
              <a:srgbClr val="3786CD"/>
            </a:solidFill>
          </p:grpSpPr>
          <p:sp>
            <p:nvSpPr>
              <p:cNvPr id="100" name="Cube 99">
                <a:extLst>
                  <a:ext uri="{FF2B5EF4-FFF2-40B4-BE49-F238E27FC236}">
                    <a16:creationId xmlns:a16="http://schemas.microsoft.com/office/drawing/2014/main" id="{E818AC96-5AE7-F468-B742-1D7FABA4BFA9}"/>
                  </a:ext>
                </a:extLst>
              </p:cNvPr>
              <p:cNvSpPr/>
              <p:nvPr/>
            </p:nvSpPr>
            <p:spPr>
              <a:xfrm>
                <a:off x="3698125" y="573000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01" name="Cube 100">
                <a:extLst>
                  <a:ext uri="{FF2B5EF4-FFF2-40B4-BE49-F238E27FC236}">
                    <a16:creationId xmlns:a16="http://schemas.microsoft.com/office/drawing/2014/main" id="{A7A77CA9-3CB4-1930-D8D7-1A25471E07D0}"/>
                  </a:ext>
                </a:extLst>
              </p:cNvPr>
              <p:cNvSpPr/>
              <p:nvPr/>
            </p:nvSpPr>
            <p:spPr>
              <a:xfrm>
                <a:off x="3698125" y="515960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02" name="Cube 101">
                <a:extLst>
                  <a:ext uri="{FF2B5EF4-FFF2-40B4-BE49-F238E27FC236}">
                    <a16:creationId xmlns:a16="http://schemas.microsoft.com/office/drawing/2014/main" id="{1C60FB66-F5C7-3B11-8408-B936C84FA8C2}"/>
                  </a:ext>
                </a:extLst>
              </p:cNvPr>
              <p:cNvSpPr/>
              <p:nvPr/>
            </p:nvSpPr>
            <p:spPr>
              <a:xfrm>
                <a:off x="3698125" y="458920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03" name="Cube 102">
                <a:extLst>
                  <a:ext uri="{FF2B5EF4-FFF2-40B4-BE49-F238E27FC236}">
                    <a16:creationId xmlns:a16="http://schemas.microsoft.com/office/drawing/2014/main" id="{AFD96860-E27D-9E0A-F485-7317021ACB32}"/>
                  </a:ext>
                </a:extLst>
              </p:cNvPr>
              <p:cNvSpPr/>
              <p:nvPr/>
            </p:nvSpPr>
            <p:spPr>
              <a:xfrm>
                <a:off x="3698125" y="401879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04" name="Cube 103">
                <a:extLst>
                  <a:ext uri="{FF2B5EF4-FFF2-40B4-BE49-F238E27FC236}">
                    <a16:creationId xmlns:a16="http://schemas.microsoft.com/office/drawing/2014/main" id="{367EF773-45E1-D7FF-056A-88D76C4CD196}"/>
                  </a:ext>
                </a:extLst>
              </p:cNvPr>
              <p:cNvSpPr/>
              <p:nvPr/>
            </p:nvSpPr>
            <p:spPr>
              <a:xfrm>
                <a:off x="3698125" y="344839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05" name="Cube 104">
                <a:extLst>
                  <a:ext uri="{FF2B5EF4-FFF2-40B4-BE49-F238E27FC236}">
                    <a16:creationId xmlns:a16="http://schemas.microsoft.com/office/drawing/2014/main" id="{8AA82940-B2D3-AE8B-618A-E34C30B379D4}"/>
                  </a:ext>
                </a:extLst>
              </p:cNvPr>
              <p:cNvSpPr/>
              <p:nvPr/>
            </p:nvSpPr>
            <p:spPr>
              <a:xfrm>
                <a:off x="3698125" y="287798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06" name="Cube 105">
                <a:extLst>
                  <a:ext uri="{FF2B5EF4-FFF2-40B4-BE49-F238E27FC236}">
                    <a16:creationId xmlns:a16="http://schemas.microsoft.com/office/drawing/2014/main" id="{9E315387-9828-D2B0-CDAC-5637FD02824A}"/>
                  </a:ext>
                </a:extLst>
              </p:cNvPr>
              <p:cNvSpPr/>
              <p:nvPr/>
            </p:nvSpPr>
            <p:spPr>
              <a:xfrm>
                <a:off x="3698125" y="230758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07" name="Cube 106">
                <a:extLst>
                  <a:ext uri="{FF2B5EF4-FFF2-40B4-BE49-F238E27FC236}">
                    <a16:creationId xmlns:a16="http://schemas.microsoft.com/office/drawing/2014/main" id="{9A1CA2A8-D86C-ED0C-9C4A-7E1225B0FDD0}"/>
                  </a:ext>
                </a:extLst>
              </p:cNvPr>
              <p:cNvSpPr/>
              <p:nvPr/>
            </p:nvSpPr>
            <p:spPr>
              <a:xfrm>
                <a:off x="3698125" y="173718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08" name="Cube 107">
                <a:extLst>
                  <a:ext uri="{FF2B5EF4-FFF2-40B4-BE49-F238E27FC236}">
                    <a16:creationId xmlns:a16="http://schemas.microsoft.com/office/drawing/2014/main" id="{50FD2978-2104-7136-8879-0695C2304B32}"/>
                  </a:ext>
                </a:extLst>
              </p:cNvPr>
              <p:cNvSpPr/>
              <p:nvPr/>
            </p:nvSpPr>
            <p:spPr>
              <a:xfrm>
                <a:off x="3698125" y="116677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09" name="Cube 108">
                <a:extLst>
                  <a:ext uri="{FF2B5EF4-FFF2-40B4-BE49-F238E27FC236}">
                    <a16:creationId xmlns:a16="http://schemas.microsoft.com/office/drawing/2014/main" id="{D5E18AD6-1296-0DE0-3098-20FC6A1C449C}"/>
                  </a:ext>
                </a:extLst>
              </p:cNvPr>
              <p:cNvSpPr/>
              <p:nvPr/>
            </p:nvSpPr>
            <p:spPr>
              <a:xfrm>
                <a:off x="3698125" y="59637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</p:grpSp>
        <p:grpSp>
          <p:nvGrpSpPr>
            <p:cNvPr id="23" name="Group 22">
              <a:extLst>
                <a:ext uri="{FF2B5EF4-FFF2-40B4-BE49-F238E27FC236}">
                  <a16:creationId xmlns:a16="http://schemas.microsoft.com/office/drawing/2014/main" id="{C9AF6598-6CE6-6A37-E71B-4FB325CAC86E}"/>
                </a:ext>
              </a:extLst>
            </p:cNvPr>
            <p:cNvGrpSpPr/>
            <p:nvPr/>
          </p:nvGrpSpPr>
          <p:grpSpPr>
            <a:xfrm>
              <a:off x="2110393" y="546495"/>
              <a:ext cx="764771" cy="5898407"/>
              <a:chOff x="3698125" y="596372"/>
              <a:chExt cx="764771" cy="5898407"/>
            </a:xfrm>
            <a:solidFill>
              <a:srgbClr val="3786CD"/>
            </a:solidFill>
          </p:grpSpPr>
          <p:sp>
            <p:nvSpPr>
              <p:cNvPr id="90" name="Cube 89">
                <a:extLst>
                  <a:ext uri="{FF2B5EF4-FFF2-40B4-BE49-F238E27FC236}">
                    <a16:creationId xmlns:a16="http://schemas.microsoft.com/office/drawing/2014/main" id="{4C4D3346-9A55-3865-8EA5-8F620A557CD3}"/>
                  </a:ext>
                </a:extLst>
              </p:cNvPr>
              <p:cNvSpPr/>
              <p:nvPr/>
            </p:nvSpPr>
            <p:spPr>
              <a:xfrm>
                <a:off x="3698125" y="573000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91" name="Cube 90">
                <a:extLst>
                  <a:ext uri="{FF2B5EF4-FFF2-40B4-BE49-F238E27FC236}">
                    <a16:creationId xmlns:a16="http://schemas.microsoft.com/office/drawing/2014/main" id="{13CF11F9-A389-2B64-C71E-12E0F69E92EB}"/>
                  </a:ext>
                </a:extLst>
              </p:cNvPr>
              <p:cNvSpPr/>
              <p:nvPr/>
            </p:nvSpPr>
            <p:spPr>
              <a:xfrm>
                <a:off x="3698125" y="515960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92" name="Cube 91">
                <a:extLst>
                  <a:ext uri="{FF2B5EF4-FFF2-40B4-BE49-F238E27FC236}">
                    <a16:creationId xmlns:a16="http://schemas.microsoft.com/office/drawing/2014/main" id="{380C3706-5F61-86FC-7842-77C123456ECA}"/>
                  </a:ext>
                </a:extLst>
              </p:cNvPr>
              <p:cNvSpPr/>
              <p:nvPr/>
            </p:nvSpPr>
            <p:spPr>
              <a:xfrm>
                <a:off x="3698125" y="458920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93" name="Cube 92">
                <a:extLst>
                  <a:ext uri="{FF2B5EF4-FFF2-40B4-BE49-F238E27FC236}">
                    <a16:creationId xmlns:a16="http://schemas.microsoft.com/office/drawing/2014/main" id="{2C54A134-5316-6452-CE95-60BC0790B68A}"/>
                  </a:ext>
                </a:extLst>
              </p:cNvPr>
              <p:cNvSpPr/>
              <p:nvPr/>
            </p:nvSpPr>
            <p:spPr>
              <a:xfrm>
                <a:off x="3698125" y="401879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94" name="Cube 93">
                <a:extLst>
                  <a:ext uri="{FF2B5EF4-FFF2-40B4-BE49-F238E27FC236}">
                    <a16:creationId xmlns:a16="http://schemas.microsoft.com/office/drawing/2014/main" id="{6904AFE9-E2EE-7915-7074-9C1F7673E463}"/>
                  </a:ext>
                </a:extLst>
              </p:cNvPr>
              <p:cNvSpPr/>
              <p:nvPr/>
            </p:nvSpPr>
            <p:spPr>
              <a:xfrm>
                <a:off x="3698125" y="344839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95" name="Cube 94">
                <a:extLst>
                  <a:ext uri="{FF2B5EF4-FFF2-40B4-BE49-F238E27FC236}">
                    <a16:creationId xmlns:a16="http://schemas.microsoft.com/office/drawing/2014/main" id="{688B5012-5400-DC07-25A8-6C521CA2D89C}"/>
                  </a:ext>
                </a:extLst>
              </p:cNvPr>
              <p:cNvSpPr/>
              <p:nvPr/>
            </p:nvSpPr>
            <p:spPr>
              <a:xfrm>
                <a:off x="3698125" y="287798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96" name="Cube 95">
                <a:extLst>
                  <a:ext uri="{FF2B5EF4-FFF2-40B4-BE49-F238E27FC236}">
                    <a16:creationId xmlns:a16="http://schemas.microsoft.com/office/drawing/2014/main" id="{90741A23-9662-142A-2619-F33E68109DD0}"/>
                  </a:ext>
                </a:extLst>
              </p:cNvPr>
              <p:cNvSpPr/>
              <p:nvPr/>
            </p:nvSpPr>
            <p:spPr>
              <a:xfrm>
                <a:off x="3698125" y="230758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97" name="Cube 96">
                <a:extLst>
                  <a:ext uri="{FF2B5EF4-FFF2-40B4-BE49-F238E27FC236}">
                    <a16:creationId xmlns:a16="http://schemas.microsoft.com/office/drawing/2014/main" id="{B69A6256-2AD1-C652-FEC8-F09723DD82DF}"/>
                  </a:ext>
                </a:extLst>
              </p:cNvPr>
              <p:cNvSpPr/>
              <p:nvPr/>
            </p:nvSpPr>
            <p:spPr>
              <a:xfrm>
                <a:off x="3698125" y="173718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98" name="Cube 97">
                <a:extLst>
                  <a:ext uri="{FF2B5EF4-FFF2-40B4-BE49-F238E27FC236}">
                    <a16:creationId xmlns:a16="http://schemas.microsoft.com/office/drawing/2014/main" id="{933213EA-BE34-08AD-7310-76678800E98D}"/>
                  </a:ext>
                </a:extLst>
              </p:cNvPr>
              <p:cNvSpPr/>
              <p:nvPr/>
            </p:nvSpPr>
            <p:spPr>
              <a:xfrm>
                <a:off x="3698125" y="116677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99" name="Cube 98">
                <a:extLst>
                  <a:ext uri="{FF2B5EF4-FFF2-40B4-BE49-F238E27FC236}">
                    <a16:creationId xmlns:a16="http://schemas.microsoft.com/office/drawing/2014/main" id="{EB6990E3-86FF-F149-9609-8DA4650A507C}"/>
                  </a:ext>
                </a:extLst>
              </p:cNvPr>
              <p:cNvSpPr/>
              <p:nvPr/>
            </p:nvSpPr>
            <p:spPr>
              <a:xfrm>
                <a:off x="3698125" y="59637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</p:grpSp>
        <p:grpSp>
          <p:nvGrpSpPr>
            <p:cNvPr id="24" name="Group 23">
              <a:extLst>
                <a:ext uri="{FF2B5EF4-FFF2-40B4-BE49-F238E27FC236}">
                  <a16:creationId xmlns:a16="http://schemas.microsoft.com/office/drawing/2014/main" id="{11FA7CFA-E724-B0E3-F1E7-6327AA6AE749}"/>
                </a:ext>
              </a:extLst>
            </p:cNvPr>
            <p:cNvGrpSpPr/>
            <p:nvPr/>
          </p:nvGrpSpPr>
          <p:grpSpPr>
            <a:xfrm>
              <a:off x="2675658" y="546495"/>
              <a:ext cx="764771" cy="5898407"/>
              <a:chOff x="3698125" y="596372"/>
              <a:chExt cx="764771" cy="5898407"/>
            </a:xfrm>
            <a:solidFill>
              <a:srgbClr val="3786CD"/>
            </a:solidFill>
          </p:grpSpPr>
          <p:sp>
            <p:nvSpPr>
              <p:cNvPr id="80" name="Cube 79">
                <a:extLst>
                  <a:ext uri="{FF2B5EF4-FFF2-40B4-BE49-F238E27FC236}">
                    <a16:creationId xmlns:a16="http://schemas.microsoft.com/office/drawing/2014/main" id="{7FC86115-491E-5BA4-A709-C6E38F07D80B}"/>
                  </a:ext>
                </a:extLst>
              </p:cNvPr>
              <p:cNvSpPr/>
              <p:nvPr/>
            </p:nvSpPr>
            <p:spPr>
              <a:xfrm>
                <a:off x="3698125" y="573000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81" name="Cube 80">
                <a:extLst>
                  <a:ext uri="{FF2B5EF4-FFF2-40B4-BE49-F238E27FC236}">
                    <a16:creationId xmlns:a16="http://schemas.microsoft.com/office/drawing/2014/main" id="{A160A3FE-9056-0509-C67C-D679ABF6EEF1}"/>
                  </a:ext>
                </a:extLst>
              </p:cNvPr>
              <p:cNvSpPr/>
              <p:nvPr/>
            </p:nvSpPr>
            <p:spPr>
              <a:xfrm>
                <a:off x="3698125" y="515960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82" name="Cube 81">
                <a:extLst>
                  <a:ext uri="{FF2B5EF4-FFF2-40B4-BE49-F238E27FC236}">
                    <a16:creationId xmlns:a16="http://schemas.microsoft.com/office/drawing/2014/main" id="{EF94039B-0A72-17A5-5290-9E33AC6CE6B0}"/>
                  </a:ext>
                </a:extLst>
              </p:cNvPr>
              <p:cNvSpPr/>
              <p:nvPr/>
            </p:nvSpPr>
            <p:spPr>
              <a:xfrm>
                <a:off x="3698125" y="458920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83" name="Cube 82">
                <a:extLst>
                  <a:ext uri="{FF2B5EF4-FFF2-40B4-BE49-F238E27FC236}">
                    <a16:creationId xmlns:a16="http://schemas.microsoft.com/office/drawing/2014/main" id="{85709010-B534-6D10-86C1-EB13F6163839}"/>
                  </a:ext>
                </a:extLst>
              </p:cNvPr>
              <p:cNvSpPr/>
              <p:nvPr/>
            </p:nvSpPr>
            <p:spPr>
              <a:xfrm>
                <a:off x="3698125" y="401879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84" name="Cube 83">
                <a:extLst>
                  <a:ext uri="{FF2B5EF4-FFF2-40B4-BE49-F238E27FC236}">
                    <a16:creationId xmlns:a16="http://schemas.microsoft.com/office/drawing/2014/main" id="{87C6F264-3A44-84A5-EB4A-5A85132D8DC0}"/>
                  </a:ext>
                </a:extLst>
              </p:cNvPr>
              <p:cNvSpPr/>
              <p:nvPr/>
            </p:nvSpPr>
            <p:spPr>
              <a:xfrm>
                <a:off x="3698125" y="344839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85" name="Cube 84">
                <a:extLst>
                  <a:ext uri="{FF2B5EF4-FFF2-40B4-BE49-F238E27FC236}">
                    <a16:creationId xmlns:a16="http://schemas.microsoft.com/office/drawing/2014/main" id="{74CABBAA-5981-3FAC-DC03-F5A6494C08A6}"/>
                  </a:ext>
                </a:extLst>
              </p:cNvPr>
              <p:cNvSpPr/>
              <p:nvPr/>
            </p:nvSpPr>
            <p:spPr>
              <a:xfrm>
                <a:off x="3698125" y="287798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86" name="Cube 85">
                <a:extLst>
                  <a:ext uri="{FF2B5EF4-FFF2-40B4-BE49-F238E27FC236}">
                    <a16:creationId xmlns:a16="http://schemas.microsoft.com/office/drawing/2014/main" id="{8C58ABA6-D2D8-BA9D-92A3-7ED6FEAA2561}"/>
                  </a:ext>
                </a:extLst>
              </p:cNvPr>
              <p:cNvSpPr/>
              <p:nvPr/>
            </p:nvSpPr>
            <p:spPr>
              <a:xfrm>
                <a:off x="3698125" y="230758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87" name="Cube 86">
                <a:extLst>
                  <a:ext uri="{FF2B5EF4-FFF2-40B4-BE49-F238E27FC236}">
                    <a16:creationId xmlns:a16="http://schemas.microsoft.com/office/drawing/2014/main" id="{2FF2E52D-EFBB-FEF4-3820-99E564DB1830}"/>
                  </a:ext>
                </a:extLst>
              </p:cNvPr>
              <p:cNvSpPr/>
              <p:nvPr/>
            </p:nvSpPr>
            <p:spPr>
              <a:xfrm>
                <a:off x="3698125" y="173718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88" name="Cube 87">
                <a:extLst>
                  <a:ext uri="{FF2B5EF4-FFF2-40B4-BE49-F238E27FC236}">
                    <a16:creationId xmlns:a16="http://schemas.microsoft.com/office/drawing/2014/main" id="{D10ADCF5-A0E9-CF37-1A40-8448991E1C50}"/>
                  </a:ext>
                </a:extLst>
              </p:cNvPr>
              <p:cNvSpPr/>
              <p:nvPr/>
            </p:nvSpPr>
            <p:spPr>
              <a:xfrm>
                <a:off x="3698125" y="116677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89" name="Cube 88">
                <a:extLst>
                  <a:ext uri="{FF2B5EF4-FFF2-40B4-BE49-F238E27FC236}">
                    <a16:creationId xmlns:a16="http://schemas.microsoft.com/office/drawing/2014/main" id="{A349A523-0EF6-3FA3-3598-7FF04DBAFCF0}"/>
                  </a:ext>
                </a:extLst>
              </p:cNvPr>
              <p:cNvSpPr/>
              <p:nvPr/>
            </p:nvSpPr>
            <p:spPr>
              <a:xfrm>
                <a:off x="3698125" y="59637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</p:grpSp>
        <p:grpSp>
          <p:nvGrpSpPr>
            <p:cNvPr id="25" name="Group 24">
              <a:extLst>
                <a:ext uri="{FF2B5EF4-FFF2-40B4-BE49-F238E27FC236}">
                  <a16:creationId xmlns:a16="http://schemas.microsoft.com/office/drawing/2014/main" id="{818FDE33-8B49-E4CF-544D-0B9123BBC108}"/>
                </a:ext>
              </a:extLst>
            </p:cNvPr>
            <p:cNvGrpSpPr/>
            <p:nvPr/>
          </p:nvGrpSpPr>
          <p:grpSpPr>
            <a:xfrm>
              <a:off x="3240923" y="546495"/>
              <a:ext cx="764771" cy="5898407"/>
              <a:chOff x="3698125" y="596372"/>
              <a:chExt cx="764771" cy="5898407"/>
            </a:xfrm>
            <a:solidFill>
              <a:srgbClr val="3786CD"/>
            </a:solidFill>
          </p:grpSpPr>
          <p:sp>
            <p:nvSpPr>
              <p:cNvPr id="70" name="Cube 69">
                <a:extLst>
                  <a:ext uri="{FF2B5EF4-FFF2-40B4-BE49-F238E27FC236}">
                    <a16:creationId xmlns:a16="http://schemas.microsoft.com/office/drawing/2014/main" id="{E57C5DE1-AF6D-C100-2C43-4E3FCDE3868A}"/>
                  </a:ext>
                </a:extLst>
              </p:cNvPr>
              <p:cNvSpPr/>
              <p:nvPr/>
            </p:nvSpPr>
            <p:spPr>
              <a:xfrm>
                <a:off x="3698125" y="573000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71" name="Cube 70">
                <a:extLst>
                  <a:ext uri="{FF2B5EF4-FFF2-40B4-BE49-F238E27FC236}">
                    <a16:creationId xmlns:a16="http://schemas.microsoft.com/office/drawing/2014/main" id="{AC3BB8C0-F82F-C77A-56D6-B68A55618186}"/>
                  </a:ext>
                </a:extLst>
              </p:cNvPr>
              <p:cNvSpPr/>
              <p:nvPr/>
            </p:nvSpPr>
            <p:spPr>
              <a:xfrm>
                <a:off x="3698125" y="515960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72" name="Cube 71">
                <a:extLst>
                  <a:ext uri="{FF2B5EF4-FFF2-40B4-BE49-F238E27FC236}">
                    <a16:creationId xmlns:a16="http://schemas.microsoft.com/office/drawing/2014/main" id="{9EF20678-F13A-6F70-6F81-6AECA897AA06}"/>
                  </a:ext>
                </a:extLst>
              </p:cNvPr>
              <p:cNvSpPr/>
              <p:nvPr/>
            </p:nvSpPr>
            <p:spPr>
              <a:xfrm>
                <a:off x="3698125" y="458920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73" name="Cube 72">
                <a:extLst>
                  <a:ext uri="{FF2B5EF4-FFF2-40B4-BE49-F238E27FC236}">
                    <a16:creationId xmlns:a16="http://schemas.microsoft.com/office/drawing/2014/main" id="{7D86907D-78B4-CC9E-D820-3024C36A5A55}"/>
                  </a:ext>
                </a:extLst>
              </p:cNvPr>
              <p:cNvSpPr/>
              <p:nvPr/>
            </p:nvSpPr>
            <p:spPr>
              <a:xfrm>
                <a:off x="3698125" y="401879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74" name="Cube 73">
                <a:extLst>
                  <a:ext uri="{FF2B5EF4-FFF2-40B4-BE49-F238E27FC236}">
                    <a16:creationId xmlns:a16="http://schemas.microsoft.com/office/drawing/2014/main" id="{811CC0C2-36A2-F9E4-34A8-54F98FFAC8D0}"/>
                  </a:ext>
                </a:extLst>
              </p:cNvPr>
              <p:cNvSpPr/>
              <p:nvPr/>
            </p:nvSpPr>
            <p:spPr>
              <a:xfrm>
                <a:off x="3698125" y="344839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75" name="Cube 74">
                <a:extLst>
                  <a:ext uri="{FF2B5EF4-FFF2-40B4-BE49-F238E27FC236}">
                    <a16:creationId xmlns:a16="http://schemas.microsoft.com/office/drawing/2014/main" id="{BBAFE56F-0A6D-F6A3-E421-EAC99A313F16}"/>
                  </a:ext>
                </a:extLst>
              </p:cNvPr>
              <p:cNvSpPr/>
              <p:nvPr/>
            </p:nvSpPr>
            <p:spPr>
              <a:xfrm>
                <a:off x="3698125" y="287798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76" name="Cube 75">
                <a:extLst>
                  <a:ext uri="{FF2B5EF4-FFF2-40B4-BE49-F238E27FC236}">
                    <a16:creationId xmlns:a16="http://schemas.microsoft.com/office/drawing/2014/main" id="{69B38554-1895-E9B2-BEE8-A50752609A5C}"/>
                  </a:ext>
                </a:extLst>
              </p:cNvPr>
              <p:cNvSpPr/>
              <p:nvPr/>
            </p:nvSpPr>
            <p:spPr>
              <a:xfrm>
                <a:off x="3698125" y="230758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77" name="Cube 76">
                <a:extLst>
                  <a:ext uri="{FF2B5EF4-FFF2-40B4-BE49-F238E27FC236}">
                    <a16:creationId xmlns:a16="http://schemas.microsoft.com/office/drawing/2014/main" id="{10AD94DC-1A3A-602F-FA2D-FA62CF6430AC}"/>
                  </a:ext>
                </a:extLst>
              </p:cNvPr>
              <p:cNvSpPr/>
              <p:nvPr/>
            </p:nvSpPr>
            <p:spPr>
              <a:xfrm>
                <a:off x="3698125" y="173718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78" name="Cube 77">
                <a:extLst>
                  <a:ext uri="{FF2B5EF4-FFF2-40B4-BE49-F238E27FC236}">
                    <a16:creationId xmlns:a16="http://schemas.microsoft.com/office/drawing/2014/main" id="{E7BA5F0C-03DD-609E-4ECE-6CC6ED6B14C0}"/>
                  </a:ext>
                </a:extLst>
              </p:cNvPr>
              <p:cNvSpPr/>
              <p:nvPr/>
            </p:nvSpPr>
            <p:spPr>
              <a:xfrm>
                <a:off x="3698125" y="116677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79" name="Cube 78">
                <a:extLst>
                  <a:ext uri="{FF2B5EF4-FFF2-40B4-BE49-F238E27FC236}">
                    <a16:creationId xmlns:a16="http://schemas.microsoft.com/office/drawing/2014/main" id="{85BE7D37-1BA7-EBDE-DC7F-9F37F257B151}"/>
                  </a:ext>
                </a:extLst>
              </p:cNvPr>
              <p:cNvSpPr/>
              <p:nvPr/>
            </p:nvSpPr>
            <p:spPr>
              <a:xfrm>
                <a:off x="3698125" y="59637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</p:grpSp>
        <p:grpSp>
          <p:nvGrpSpPr>
            <p:cNvPr id="26" name="Group 25">
              <a:extLst>
                <a:ext uri="{FF2B5EF4-FFF2-40B4-BE49-F238E27FC236}">
                  <a16:creationId xmlns:a16="http://schemas.microsoft.com/office/drawing/2014/main" id="{68062829-0BFC-B054-A3F9-9E35FE94D946}"/>
                </a:ext>
              </a:extLst>
            </p:cNvPr>
            <p:cNvGrpSpPr/>
            <p:nvPr/>
          </p:nvGrpSpPr>
          <p:grpSpPr>
            <a:xfrm>
              <a:off x="3806188" y="546495"/>
              <a:ext cx="764771" cy="5898407"/>
              <a:chOff x="3698125" y="596372"/>
              <a:chExt cx="764771" cy="5898407"/>
            </a:xfrm>
            <a:solidFill>
              <a:srgbClr val="3786CD"/>
            </a:solidFill>
          </p:grpSpPr>
          <p:sp>
            <p:nvSpPr>
              <p:cNvPr id="60" name="Cube 59">
                <a:extLst>
                  <a:ext uri="{FF2B5EF4-FFF2-40B4-BE49-F238E27FC236}">
                    <a16:creationId xmlns:a16="http://schemas.microsoft.com/office/drawing/2014/main" id="{1FFE4EDB-6E39-1266-6F64-9866187CF801}"/>
                  </a:ext>
                </a:extLst>
              </p:cNvPr>
              <p:cNvSpPr/>
              <p:nvPr/>
            </p:nvSpPr>
            <p:spPr>
              <a:xfrm>
                <a:off x="3698125" y="573000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61" name="Cube 60">
                <a:extLst>
                  <a:ext uri="{FF2B5EF4-FFF2-40B4-BE49-F238E27FC236}">
                    <a16:creationId xmlns:a16="http://schemas.microsoft.com/office/drawing/2014/main" id="{D175A350-AA5E-5427-77AE-F5E1D472DA2E}"/>
                  </a:ext>
                </a:extLst>
              </p:cNvPr>
              <p:cNvSpPr/>
              <p:nvPr/>
            </p:nvSpPr>
            <p:spPr>
              <a:xfrm>
                <a:off x="3698125" y="515960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62" name="Cube 61">
                <a:extLst>
                  <a:ext uri="{FF2B5EF4-FFF2-40B4-BE49-F238E27FC236}">
                    <a16:creationId xmlns:a16="http://schemas.microsoft.com/office/drawing/2014/main" id="{5758F6F2-22EF-AC3B-A0C5-D640C274F8F5}"/>
                  </a:ext>
                </a:extLst>
              </p:cNvPr>
              <p:cNvSpPr/>
              <p:nvPr/>
            </p:nvSpPr>
            <p:spPr>
              <a:xfrm>
                <a:off x="3698125" y="458920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63" name="Cube 62">
                <a:extLst>
                  <a:ext uri="{FF2B5EF4-FFF2-40B4-BE49-F238E27FC236}">
                    <a16:creationId xmlns:a16="http://schemas.microsoft.com/office/drawing/2014/main" id="{2DF6720A-FC50-A351-DF28-FE583D2B5A7B}"/>
                  </a:ext>
                </a:extLst>
              </p:cNvPr>
              <p:cNvSpPr/>
              <p:nvPr/>
            </p:nvSpPr>
            <p:spPr>
              <a:xfrm>
                <a:off x="3698125" y="401879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64" name="Cube 63">
                <a:extLst>
                  <a:ext uri="{FF2B5EF4-FFF2-40B4-BE49-F238E27FC236}">
                    <a16:creationId xmlns:a16="http://schemas.microsoft.com/office/drawing/2014/main" id="{2EE3C6AB-9808-89FA-4B64-000D4E3E5D5D}"/>
                  </a:ext>
                </a:extLst>
              </p:cNvPr>
              <p:cNvSpPr/>
              <p:nvPr/>
            </p:nvSpPr>
            <p:spPr>
              <a:xfrm>
                <a:off x="3698125" y="344839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65" name="Cube 64">
                <a:extLst>
                  <a:ext uri="{FF2B5EF4-FFF2-40B4-BE49-F238E27FC236}">
                    <a16:creationId xmlns:a16="http://schemas.microsoft.com/office/drawing/2014/main" id="{741F8380-0614-B6F6-349E-69E2C1250DC3}"/>
                  </a:ext>
                </a:extLst>
              </p:cNvPr>
              <p:cNvSpPr/>
              <p:nvPr/>
            </p:nvSpPr>
            <p:spPr>
              <a:xfrm>
                <a:off x="3698125" y="287798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66" name="Cube 65">
                <a:extLst>
                  <a:ext uri="{FF2B5EF4-FFF2-40B4-BE49-F238E27FC236}">
                    <a16:creationId xmlns:a16="http://schemas.microsoft.com/office/drawing/2014/main" id="{8CEA6C36-DC59-26B9-C88B-D4BFB3A6597A}"/>
                  </a:ext>
                </a:extLst>
              </p:cNvPr>
              <p:cNvSpPr/>
              <p:nvPr/>
            </p:nvSpPr>
            <p:spPr>
              <a:xfrm>
                <a:off x="3698125" y="230758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67" name="Cube 66">
                <a:extLst>
                  <a:ext uri="{FF2B5EF4-FFF2-40B4-BE49-F238E27FC236}">
                    <a16:creationId xmlns:a16="http://schemas.microsoft.com/office/drawing/2014/main" id="{5E2B7AE6-72BC-4244-A059-55239C25BAE7}"/>
                  </a:ext>
                </a:extLst>
              </p:cNvPr>
              <p:cNvSpPr/>
              <p:nvPr/>
            </p:nvSpPr>
            <p:spPr>
              <a:xfrm>
                <a:off x="3698125" y="173718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68" name="Cube 67">
                <a:extLst>
                  <a:ext uri="{FF2B5EF4-FFF2-40B4-BE49-F238E27FC236}">
                    <a16:creationId xmlns:a16="http://schemas.microsoft.com/office/drawing/2014/main" id="{4DDA583C-CC83-5BC5-82E0-8BFF233503B6}"/>
                  </a:ext>
                </a:extLst>
              </p:cNvPr>
              <p:cNvSpPr/>
              <p:nvPr/>
            </p:nvSpPr>
            <p:spPr>
              <a:xfrm>
                <a:off x="3698125" y="116677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69" name="Cube 68">
                <a:extLst>
                  <a:ext uri="{FF2B5EF4-FFF2-40B4-BE49-F238E27FC236}">
                    <a16:creationId xmlns:a16="http://schemas.microsoft.com/office/drawing/2014/main" id="{883A5636-1140-10DF-AE60-905835BEDFB8}"/>
                  </a:ext>
                </a:extLst>
              </p:cNvPr>
              <p:cNvSpPr/>
              <p:nvPr/>
            </p:nvSpPr>
            <p:spPr>
              <a:xfrm>
                <a:off x="3698125" y="59637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</p:grpSp>
        <p:grpSp>
          <p:nvGrpSpPr>
            <p:cNvPr id="27" name="Group 26">
              <a:extLst>
                <a:ext uri="{FF2B5EF4-FFF2-40B4-BE49-F238E27FC236}">
                  <a16:creationId xmlns:a16="http://schemas.microsoft.com/office/drawing/2014/main" id="{561CB6B2-DD10-6EC4-8921-3A205D07449E}"/>
                </a:ext>
              </a:extLst>
            </p:cNvPr>
            <p:cNvGrpSpPr/>
            <p:nvPr/>
          </p:nvGrpSpPr>
          <p:grpSpPr>
            <a:xfrm>
              <a:off x="4371453" y="546495"/>
              <a:ext cx="764771" cy="5898407"/>
              <a:chOff x="3698125" y="596372"/>
              <a:chExt cx="764771" cy="5898407"/>
            </a:xfrm>
            <a:solidFill>
              <a:srgbClr val="3786CD"/>
            </a:solidFill>
          </p:grpSpPr>
          <p:sp>
            <p:nvSpPr>
              <p:cNvPr id="50" name="Cube 49">
                <a:extLst>
                  <a:ext uri="{FF2B5EF4-FFF2-40B4-BE49-F238E27FC236}">
                    <a16:creationId xmlns:a16="http://schemas.microsoft.com/office/drawing/2014/main" id="{DDCD29FC-3203-9EE8-E497-9FE2746A4814}"/>
                  </a:ext>
                </a:extLst>
              </p:cNvPr>
              <p:cNvSpPr/>
              <p:nvPr/>
            </p:nvSpPr>
            <p:spPr>
              <a:xfrm>
                <a:off x="3698125" y="573000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51" name="Cube 50">
                <a:extLst>
                  <a:ext uri="{FF2B5EF4-FFF2-40B4-BE49-F238E27FC236}">
                    <a16:creationId xmlns:a16="http://schemas.microsoft.com/office/drawing/2014/main" id="{110FCBA0-115D-AE34-6C31-68CFF681A474}"/>
                  </a:ext>
                </a:extLst>
              </p:cNvPr>
              <p:cNvSpPr/>
              <p:nvPr/>
            </p:nvSpPr>
            <p:spPr>
              <a:xfrm>
                <a:off x="3698125" y="515960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52" name="Cube 51">
                <a:extLst>
                  <a:ext uri="{FF2B5EF4-FFF2-40B4-BE49-F238E27FC236}">
                    <a16:creationId xmlns:a16="http://schemas.microsoft.com/office/drawing/2014/main" id="{A18BB897-6234-A519-2BB2-9871B9D17A58}"/>
                  </a:ext>
                </a:extLst>
              </p:cNvPr>
              <p:cNvSpPr/>
              <p:nvPr/>
            </p:nvSpPr>
            <p:spPr>
              <a:xfrm>
                <a:off x="3698125" y="458920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53" name="Cube 52">
                <a:extLst>
                  <a:ext uri="{FF2B5EF4-FFF2-40B4-BE49-F238E27FC236}">
                    <a16:creationId xmlns:a16="http://schemas.microsoft.com/office/drawing/2014/main" id="{A8E8BFF1-6BDB-8940-8393-435E62A321F5}"/>
                  </a:ext>
                </a:extLst>
              </p:cNvPr>
              <p:cNvSpPr/>
              <p:nvPr/>
            </p:nvSpPr>
            <p:spPr>
              <a:xfrm>
                <a:off x="3698125" y="401879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54" name="Cube 53">
                <a:extLst>
                  <a:ext uri="{FF2B5EF4-FFF2-40B4-BE49-F238E27FC236}">
                    <a16:creationId xmlns:a16="http://schemas.microsoft.com/office/drawing/2014/main" id="{785E480C-D5C0-984E-0EDB-E0CEC267D235}"/>
                  </a:ext>
                </a:extLst>
              </p:cNvPr>
              <p:cNvSpPr/>
              <p:nvPr/>
            </p:nvSpPr>
            <p:spPr>
              <a:xfrm>
                <a:off x="3698125" y="344839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55" name="Cube 54">
                <a:extLst>
                  <a:ext uri="{FF2B5EF4-FFF2-40B4-BE49-F238E27FC236}">
                    <a16:creationId xmlns:a16="http://schemas.microsoft.com/office/drawing/2014/main" id="{EC282A25-B369-AD26-F760-82FE0E31D7C0}"/>
                  </a:ext>
                </a:extLst>
              </p:cNvPr>
              <p:cNvSpPr/>
              <p:nvPr/>
            </p:nvSpPr>
            <p:spPr>
              <a:xfrm>
                <a:off x="3698125" y="287798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56" name="Cube 55">
                <a:extLst>
                  <a:ext uri="{FF2B5EF4-FFF2-40B4-BE49-F238E27FC236}">
                    <a16:creationId xmlns:a16="http://schemas.microsoft.com/office/drawing/2014/main" id="{C64AC073-CC01-C995-9F69-90358E447DC8}"/>
                  </a:ext>
                </a:extLst>
              </p:cNvPr>
              <p:cNvSpPr/>
              <p:nvPr/>
            </p:nvSpPr>
            <p:spPr>
              <a:xfrm>
                <a:off x="3698125" y="230758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57" name="Cube 56">
                <a:extLst>
                  <a:ext uri="{FF2B5EF4-FFF2-40B4-BE49-F238E27FC236}">
                    <a16:creationId xmlns:a16="http://schemas.microsoft.com/office/drawing/2014/main" id="{32B715EC-7C4A-7BBD-E3DE-68D439A7CD30}"/>
                  </a:ext>
                </a:extLst>
              </p:cNvPr>
              <p:cNvSpPr/>
              <p:nvPr/>
            </p:nvSpPr>
            <p:spPr>
              <a:xfrm>
                <a:off x="3698125" y="173718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58" name="Cube 57">
                <a:extLst>
                  <a:ext uri="{FF2B5EF4-FFF2-40B4-BE49-F238E27FC236}">
                    <a16:creationId xmlns:a16="http://schemas.microsoft.com/office/drawing/2014/main" id="{471DB6C3-1914-9179-CF0C-0290E89AFCE2}"/>
                  </a:ext>
                </a:extLst>
              </p:cNvPr>
              <p:cNvSpPr/>
              <p:nvPr/>
            </p:nvSpPr>
            <p:spPr>
              <a:xfrm>
                <a:off x="3698125" y="116677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59" name="Cube 58">
                <a:extLst>
                  <a:ext uri="{FF2B5EF4-FFF2-40B4-BE49-F238E27FC236}">
                    <a16:creationId xmlns:a16="http://schemas.microsoft.com/office/drawing/2014/main" id="{D4E552B2-DE15-9303-C30F-C1E621604A85}"/>
                  </a:ext>
                </a:extLst>
              </p:cNvPr>
              <p:cNvSpPr/>
              <p:nvPr/>
            </p:nvSpPr>
            <p:spPr>
              <a:xfrm>
                <a:off x="3698125" y="59637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</p:grpSp>
        <p:grpSp>
          <p:nvGrpSpPr>
            <p:cNvPr id="28" name="Group 27">
              <a:extLst>
                <a:ext uri="{FF2B5EF4-FFF2-40B4-BE49-F238E27FC236}">
                  <a16:creationId xmlns:a16="http://schemas.microsoft.com/office/drawing/2014/main" id="{51B264CC-1C4D-39C8-1C9B-7F8C841ACFB9}"/>
                </a:ext>
              </a:extLst>
            </p:cNvPr>
            <p:cNvGrpSpPr/>
            <p:nvPr/>
          </p:nvGrpSpPr>
          <p:grpSpPr>
            <a:xfrm>
              <a:off x="4936718" y="546495"/>
              <a:ext cx="764771" cy="5898407"/>
              <a:chOff x="3698125" y="596372"/>
              <a:chExt cx="764771" cy="5898407"/>
            </a:xfrm>
            <a:solidFill>
              <a:srgbClr val="3786CD"/>
            </a:solidFill>
          </p:grpSpPr>
          <p:sp>
            <p:nvSpPr>
              <p:cNvPr id="40" name="Cube 39">
                <a:extLst>
                  <a:ext uri="{FF2B5EF4-FFF2-40B4-BE49-F238E27FC236}">
                    <a16:creationId xmlns:a16="http://schemas.microsoft.com/office/drawing/2014/main" id="{1F9B5FA5-4A42-0059-C2D0-20A891C01136}"/>
                  </a:ext>
                </a:extLst>
              </p:cNvPr>
              <p:cNvSpPr/>
              <p:nvPr/>
            </p:nvSpPr>
            <p:spPr>
              <a:xfrm>
                <a:off x="3698125" y="573000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41" name="Cube 40">
                <a:extLst>
                  <a:ext uri="{FF2B5EF4-FFF2-40B4-BE49-F238E27FC236}">
                    <a16:creationId xmlns:a16="http://schemas.microsoft.com/office/drawing/2014/main" id="{5E20FA54-C4BF-C66F-0EEE-EBCA42E10C4D}"/>
                  </a:ext>
                </a:extLst>
              </p:cNvPr>
              <p:cNvSpPr/>
              <p:nvPr/>
            </p:nvSpPr>
            <p:spPr>
              <a:xfrm>
                <a:off x="3698125" y="515960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42" name="Cube 41">
                <a:extLst>
                  <a:ext uri="{FF2B5EF4-FFF2-40B4-BE49-F238E27FC236}">
                    <a16:creationId xmlns:a16="http://schemas.microsoft.com/office/drawing/2014/main" id="{9F99D1D7-062A-184F-B17E-5EC7948FDC8E}"/>
                  </a:ext>
                </a:extLst>
              </p:cNvPr>
              <p:cNvSpPr/>
              <p:nvPr/>
            </p:nvSpPr>
            <p:spPr>
              <a:xfrm>
                <a:off x="3698125" y="458920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43" name="Cube 42">
                <a:extLst>
                  <a:ext uri="{FF2B5EF4-FFF2-40B4-BE49-F238E27FC236}">
                    <a16:creationId xmlns:a16="http://schemas.microsoft.com/office/drawing/2014/main" id="{1656B0D0-9769-D343-080D-639AD5A882FF}"/>
                  </a:ext>
                </a:extLst>
              </p:cNvPr>
              <p:cNvSpPr/>
              <p:nvPr/>
            </p:nvSpPr>
            <p:spPr>
              <a:xfrm>
                <a:off x="3698125" y="401879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44" name="Cube 43">
                <a:extLst>
                  <a:ext uri="{FF2B5EF4-FFF2-40B4-BE49-F238E27FC236}">
                    <a16:creationId xmlns:a16="http://schemas.microsoft.com/office/drawing/2014/main" id="{DA64F743-FE61-8B30-3A53-876C3E34F423}"/>
                  </a:ext>
                </a:extLst>
              </p:cNvPr>
              <p:cNvSpPr/>
              <p:nvPr/>
            </p:nvSpPr>
            <p:spPr>
              <a:xfrm>
                <a:off x="3698125" y="344839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45" name="Cube 44">
                <a:extLst>
                  <a:ext uri="{FF2B5EF4-FFF2-40B4-BE49-F238E27FC236}">
                    <a16:creationId xmlns:a16="http://schemas.microsoft.com/office/drawing/2014/main" id="{CE0DC233-4477-129C-F643-30B7EB1DEF9E}"/>
                  </a:ext>
                </a:extLst>
              </p:cNvPr>
              <p:cNvSpPr/>
              <p:nvPr/>
            </p:nvSpPr>
            <p:spPr>
              <a:xfrm>
                <a:off x="3698125" y="287798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46" name="Cube 45">
                <a:extLst>
                  <a:ext uri="{FF2B5EF4-FFF2-40B4-BE49-F238E27FC236}">
                    <a16:creationId xmlns:a16="http://schemas.microsoft.com/office/drawing/2014/main" id="{DBB3BDBC-ACE2-9E12-1401-C1EF9EF7218A}"/>
                  </a:ext>
                </a:extLst>
              </p:cNvPr>
              <p:cNvSpPr/>
              <p:nvPr/>
            </p:nvSpPr>
            <p:spPr>
              <a:xfrm>
                <a:off x="3698125" y="230758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47" name="Cube 46">
                <a:extLst>
                  <a:ext uri="{FF2B5EF4-FFF2-40B4-BE49-F238E27FC236}">
                    <a16:creationId xmlns:a16="http://schemas.microsoft.com/office/drawing/2014/main" id="{5DB1A9E5-1B14-3C43-D418-467B2FD13D20}"/>
                  </a:ext>
                </a:extLst>
              </p:cNvPr>
              <p:cNvSpPr/>
              <p:nvPr/>
            </p:nvSpPr>
            <p:spPr>
              <a:xfrm>
                <a:off x="3698125" y="173718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48" name="Cube 47">
                <a:extLst>
                  <a:ext uri="{FF2B5EF4-FFF2-40B4-BE49-F238E27FC236}">
                    <a16:creationId xmlns:a16="http://schemas.microsoft.com/office/drawing/2014/main" id="{EF040A31-4600-03FC-CEDA-D960CD2FC8AE}"/>
                  </a:ext>
                </a:extLst>
              </p:cNvPr>
              <p:cNvSpPr/>
              <p:nvPr/>
            </p:nvSpPr>
            <p:spPr>
              <a:xfrm>
                <a:off x="3698125" y="116677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49" name="Cube 48">
                <a:extLst>
                  <a:ext uri="{FF2B5EF4-FFF2-40B4-BE49-F238E27FC236}">
                    <a16:creationId xmlns:a16="http://schemas.microsoft.com/office/drawing/2014/main" id="{C6FB9DBF-5A76-FC41-90F1-80B5D40068E8}"/>
                  </a:ext>
                </a:extLst>
              </p:cNvPr>
              <p:cNvSpPr/>
              <p:nvPr/>
            </p:nvSpPr>
            <p:spPr>
              <a:xfrm>
                <a:off x="3698125" y="59637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</p:grpSp>
        <p:grpSp>
          <p:nvGrpSpPr>
            <p:cNvPr id="29" name="Group 28">
              <a:extLst>
                <a:ext uri="{FF2B5EF4-FFF2-40B4-BE49-F238E27FC236}">
                  <a16:creationId xmlns:a16="http://schemas.microsoft.com/office/drawing/2014/main" id="{9E354686-C8C4-6EBF-653E-874CF68DBC20}"/>
                </a:ext>
              </a:extLst>
            </p:cNvPr>
            <p:cNvGrpSpPr/>
            <p:nvPr/>
          </p:nvGrpSpPr>
          <p:grpSpPr>
            <a:xfrm>
              <a:off x="5501983" y="546495"/>
              <a:ext cx="764771" cy="5898407"/>
              <a:chOff x="3698125" y="596372"/>
              <a:chExt cx="764771" cy="5898407"/>
            </a:xfrm>
            <a:solidFill>
              <a:srgbClr val="3786CD"/>
            </a:solidFill>
          </p:grpSpPr>
          <p:sp>
            <p:nvSpPr>
              <p:cNvPr id="30" name="Cube 29">
                <a:extLst>
                  <a:ext uri="{FF2B5EF4-FFF2-40B4-BE49-F238E27FC236}">
                    <a16:creationId xmlns:a16="http://schemas.microsoft.com/office/drawing/2014/main" id="{B1822CDE-F240-C040-F777-67246C3D60D7}"/>
                  </a:ext>
                </a:extLst>
              </p:cNvPr>
              <p:cNvSpPr/>
              <p:nvPr/>
            </p:nvSpPr>
            <p:spPr>
              <a:xfrm>
                <a:off x="3698125" y="573000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1" name="Cube 30">
                <a:extLst>
                  <a:ext uri="{FF2B5EF4-FFF2-40B4-BE49-F238E27FC236}">
                    <a16:creationId xmlns:a16="http://schemas.microsoft.com/office/drawing/2014/main" id="{104B9787-736B-4A34-5681-A89B305BBB02}"/>
                  </a:ext>
                </a:extLst>
              </p:cNvPr>
              <p:cNvSpPr/>
              <p:nvPr/>
            </p:nvSpPr>
            <p:spPr>
              <a:xfrm>
                <a:off x="3698125" y="515960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2" name="Cube 31">
                <a:extLst>
                  <a:ext uri="{FF2B5EF4-FFF2-40B4-BE49-F238E27FC236}">
                    <a16:creationId xmlns:a16="http://schemas.microsoft.com/office/drawing/2014/main" id="{77240130-EF10-22FA-3D64-B920789B8187}"/>
                  </a:ext>
                </a:extLst>
              </p:cNvPr>
              <p:cNvSpPr/>
              <p:nvPr/>
            </p:nvSpPr>
            <p:spPr>
              <a:xfrm>
                <a:off x="3698125" y="458920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3" name="Cube 32">
                <a:extLst>
                  <a:ext uri="{FF2B5EF4-FFF2-40B4-BE49-F238E27FC236}">
                    <a16:creationId xmlns:a16="http://schemas.microsoft.com/office/drawing/2014/main" id="{03F337E6-7056-815C-ECB7-786E61912FF8}"/>
                  </a:ext>
                </a:extLst>
              </p:cNvPr>
              <p:cNvSpPr/>
              <p:nvPr/>
            </p:nvSpPr>
            <p:spPr>
              <a:xfrm>
                <a:off x="3698125" y="401879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4" name="Cube 33">
                <a:extLst>
                  <a:ext uri="{FF2B5EF4-FFF2-40B4-BE49-F238E27FC236}">
                    <a16:creationId xmlns:a16="http://schemas.microsoft.com/office/drawing/2014/main" id="{CE37AFEA-54DE-681A-600A-3C9003CA9A66}"/>
                  </a:ext>
                </a:extLst>
              </p:cNvPr>
              <p:cNvSpPr/>
              <p:nvPr/>
            </p:nvSpPr>
            <p:spPr>
              <a:xfrm>
                <a:off x="3698125" y="344839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5" name="Cube 34">
                <a:extLst>
                  <a:ext uri="{FF2B5EF4-FFF2-40B4-BE49-F238E27FC236}">
                    <a16:creationId xmlns:a16="http://schemas.microsoft.com/office/drawing/2014/main" id="{DFE572B6-6AA6-89A6-BB7A-CDE155F094DB}"/>
                  </a:ext>
                </a:extLst>
              </p:cNvPr>
              <p:cNvSpPr/>
              <p:nvPr/>
            </p:nvSpPr>
            <p:spPr>
              <a:xfrm>
                <a:off x="3698125" y="2877988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6" name="Cube 35">
                <a:extLst>
                  <a:ext uri="{FF2B5EF4-FFF2-40B4-BE49-F238E27FC236}">
                    <a16:creationId xmlns:a16="http://schemas.microsoft.com/office/drawing/2014/main" id="{6CE02682-7DDC-D8DE-20B1-2024A33F38BD}"/>
                  </a:ext>
                </a:extLst>
              </p:cNvPr>
              <p:cNvSpPr/>
              <p:nvPr/>
            </p:nvSpPr>
            <p:spPr>
              <a:xfrm>
                <a:off x="3698125" y="2307584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7" name="Cube 36">
                <a:extLst>
                  <a:ext uri="{FF2B5EF4-FFF2-40B4-BE49-F238E27FC236}">
                    <a16:creationId xmlns:a16="http://schemas.microsoft.com/office/drawing/2014/main" id="{77624897-DC51-0519-350F-BD862390657F}"/>
                  </a:ext>
                </a:extLst>
              </p:cNvPr>
              <p:cNvSpPr/>
              <p:nvPr/>
            </p:nvSpPr>
            <p:spPr>
              <a:xfrm>
                <a:off x="3698125" y="1737180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8" name="Cube 37">
                <a:extLst>
                  <a:ext uri="{FF2B5EF4-FFF2-40B4-BE49-F238E27FC236}">
                    <a16:creationId xmlns:a16="http://schemas.microsoft.com/office/drawing/2014/main" id="{29FF2263-BB7C-9A0C-18A6-4A95420B6985}"/>
                  </a:ext>
                </a:extLst>
              </p:cNvPr>
              <p:cNvSpPr/>
              <p:nvPr/>
            </p:nvSpPr>
            <p:spPr>
              <a:xfrm>
                <a:off x="3698125" y="1166776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9" name="Cube 38">
                <a:extLst>
                  <a:ext uri="{FF2B5EF4-FFF2-40B4-BE49-F238E27FC236}">
                    <a16:creationId xmlns:a16="http://schemas.microsoft.com/office/drawing/2014/main" id="{021331B5-1148-17A1-27CE-68D1B5CDFD73}"/>
                  </a:ext>
                </a:extLst>
              </p:cNvPr>
              <p:cNvSpPr/>
              <p:nvPr/>
            </p:nvSpPr>
            <p:spPr>
              <a:xfrm>
                <a:off x="3698125" y="596372"/>
                <a:ext cx="764771" cy="764771"/>
              </a:xfrm>
              <a:prstGeom prst="cub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</p:grpSp>
      </p:grpSp>
      <p:grpSp>
        <p:nvGrpSpPr>
          <p:cNvPr id="141" name="Group 140">
            <a:extLst>
              <a:ext uri="{FF2B5EF4-FFF2-40B4-BE49-F238E27FC236}">
                <a16:creationId xmlns:a16="http://schemas.microsoft.com/office/drawing/2014/main" id="{FEB08508-96B7-283B-3324-7CA51BED9195}"/>
              </a:ext>
            </a:extLst>
          </p:cNvPr>
          <p:cNvGrpSpPr/>
          <p:nvPr/>
        </p:nvGrpSpPr>
        <p:grpSpPr>
          <a:xfrm>
            <a:off x="1584795" y="3207760"/>
            <a:ext cx="315285" cy="2397703"/>
            <a:chOff x="3698125" y="596372"/>
            <a:chExt cx="764771" cy="5898407"/>
          </a:xfrm>
          <a:solidFill>
            <a:srgbClr val="00C85A"/>
          </a:solidFill>
        </p:grpSpPr>
        <p:sp>
          <p:nvSpPr>
            <p:cNvPr id="142" name="Cube 141">
              <a:extLst>
                <a:ext uri="{FF2B5EF4-FFF2-40B4-BE49-F238E27FC236}">
                  <a16:creationId xmlns:a16="http://schemas.microsoft.com/office/drawing/2014/main" id="{A8097821-8E3D-3B35-DC99-96ED1C4CC936}"/>
                </a:ext>
              </a:extLst>
            </p:cNvPr>
            <p:cNvSpPr/>
            <p:nvPr/>
          </p:nvSpPr>
          <p:spPr>
            <a:xfrm>
              <a:off x="3698125" y="5730008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43" name="Cube 142">
              <a:extLst>
                <a:ext uri="{FF2B5EF4-FFF2-40B4-BE49-F238E27FC236}">
                  <a16:creationId xmlns:a16="http://schemas.microsoft.com/office/drawing/2014/main" id="{D30232D1-8E88-0A01-BEE9-4D50004D9C47}"/>
                </a:ext>
              </a:extLst>
            </p:cNvPr>
            <p:cNvSpPr/>
            <p:nvPr/>
          </p:nvSpPr>
          <p:spPr>
            <a:xfrm>
              <a:off x="3698125" y="5159604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44" name="Cube 143">
              <a:extLst>
                <a:ext uri="{FF2B5EF4-FFF2-40B4-BE49-F238E27FC236}">
                  <a16:creationId xmlns:a16="http://schemas.microsoft.com/office/drawing/2014/main" id="{B44A3FAD-D23B-759B-7D67-06DE089F0AE6}"/>
                </a:ext>
              </a:extLst>
            </p:cNvPr>
            <p:cNvSpPr/>
            <p:nvPr/>
          </p:nvSpPr>
          <p:spPr>
            <a:xfrm>
              <a:off x="3698125" y="4589200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45" name="Cube 144">
              <a:extLst>
                <a:ext uri="{FF2B5EF4-FFF2-40B4-BE49-F238E27FC236}">
                  <a16:creationId xmlns:a16="http://schemas.microsoft.com/office/drawing/2014/main" id="{D027D7E3-343D-9211-CE65-28BEB2506FCE}"/>
                </a:ext>
              </a:extLst>
            </p:cNvPr>
            <p:cNvSpPr/>
            <p:nvPr/>
          </p:nvSpPr>
          <p:spPr>
            <a:xfrm>
              <a:off x="3698125" y="4018796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46" name="Cube 145">
              <a:extLst>
                <a:ext uri="{FF2B5EF4-FFF2-40B4-BE49-F238E27FC236}">
                  <a16:creationId xmlns:a16="http://schemas.microsoft.com/office/drawing/2014/main" id="{AD0A4A08-EAD5-F848-4A65-44C5C5D1A183}"/>
                </a:ext>
              </a:extLst>
            </p:cNvPr>
            <p:cNvSpPr/>
            <p:nvPr/>
          </p:nvSpPr>
          <p:spPr>
            <a:xfrm>
              <a:off x="3698125" y="3448392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47" name="Cube 146">
              <a:extLst>
                <a:ext uri="{FF2B5EF4-FFF2-40B4-BE49-F238E27FC236}">
                  <a16:creationId xmlns:a16="http://schemas.microsoft.com/office/drawing/2014/main" id="{CB9EDB77-8308-1723-44CF-28ED3F8F4B32}"/>
                </a:ext>
              </a:extLst>
            </p:cNvPr>
            <p:cNvSpPr/>
            <p:nvPr/>
          </p:nvSpPr>
          <p:spPr>
            <a:xfrm>
              <a:off x="3698125" y="2877988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48" name="Cube 147">
              <a:extLst>
                <a:ext uri="{FF2B5EF4-FFF2-40B4-BE49-F238E27FC236}">
                  <a16:creationId xmlns:a16="http://schemas.microsoft.com/office/drawing/2014/main" id="{15E0B74A-513A-000B-B49B-A66FDE97A94B}"/>
                </a:ext>
              </a:extLst>
            </p:cNvPr>
            <p:cNvSpPr/>
            <p:nvPr/>
          </p:nvSpPr>
          <p:spPr>
            <a:xfrm>
              <a:off x="3698125" y="2307584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49" name="Cube 148">
              <a:extLst>
                <a:ext uri="{FF2B5EF4-FFF2-40B4-BE49-F238E27FC236}">
                  <a16:creationId xmlns:a16="http://schemas.microsoft.com/office/drawing/2014/main" id="{EA1030EA-5E04-B7A2-5862-08CFC8B640FF}"/>
                </a:ext>
              </a:extLst>
            </p:cNvPr>
            <p:cNvSpPr/>
            <p:nvPr/>
          </p:nvSpPr>
          <p:spPr>
            <a:xfrm>
              <a:off x="3698125" y="1737180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50" name="Cube 149">
              <a:extLst>
                <a:ext uri="{FF2B5EF4-FFF2-40B4-BE49-F238E27FC236}">
                  <a16:creationId xmlns:a16="http://schemas.microsoft.com/office/drawing/2014/main" id="{7663B8D2-DEFD-882B-3646-7D8F32F919DB}"/>
                </a:ext>
              </a:extLst>
            </p:cNvPr>
            <p:cNvSpPr/>
            <p:nvPr/>
          </p:nvSpPr>
          <p:spPr>
            <a:xfrm>
              <a:off x="3698125" y="1166776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51" name="Cube 150">
              <a:extLst>
                <a:ext uri="{FF2B5EF4-FFF2-40B4-BE49-F238E27FC236}">
                  <a16:creationId xmlns:a16="http://schemas.microsoft.com/office/drawing/2014/main" id="{AD25BE94-89A2-BFFD-602B-80AF47216C16}"/>
                </a:ext>
              </a:extLst>
            </p:cNvPr>
            <p:cNvSpPr/>
            <p:nvPr/>
          </p:nvSpPr>
          <p:spPr>
            <a:xfrm>
              <a:off x="3698125" y="596372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</p:grpSp>
      <p:sp>
        <p:nvSpPr>
          <p:cNvPr id="152" name="TextBox 151">
            <a:extLst>
              <a:ext uri="{FF2B5EF4-FFF2-40B4-BE49-F238E27FC236}">
                <a16:creationId xmlns:a16="http://schemas.microsoft.com/office/drawing/2014/main" id="{81DA2D93-BB10-C33F-368C-2DD412583608}"/>
              </a:ext>
            </a:extLst>
          </p:cNvPr>
          <p:cNvSpPr txBox="1"/>
          <p:nvPr/>
        </p:nvSpPr>
        <p:spPr>
          <a:xfrm>
            <a:off x="3056683" y="1299039"/>
            <a:ext cx="62869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800" dirty="0"/>
              <a:t>= 1</a:t>
            </a:r>
          </a:p>
        </p:txBody>
      </p:sp>
      <p:sp>
        <p:nvSpPr>
          <p:cNvPr id="164" name="TextBox 163">
            <a:extLst>
              <a:ext uri="{FF2B5EF4-FFF2-40B4-BE49-F238E27FC236}">
                <a16:creationId xmlns:a16="http://schemas.microsoft.com/office/drawing/2014/main" id="{93B7A31B-9032-7BFD-E306-F9016DCB90D4}"/>
              </a:ext>
            </a:extLst>
          </p:cNvPr>
          <p:cNvSpPr txBox="1"/>
          <p:nvPr/>
        </p:nvSpPr>
        <p:spPr>
          <a:xfrm>
            <a:off x="6485378" y="1176932"/>
            <a:ext cx="203453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0.26 + 0.27</a:t>
            </a:r>
          </a:p>
        </p:txBody>
      </p:sp>
      <p:sp>
        <p:nvSpPr>
          <p:cNvPr id="165" name="Cube 164">
            <a:extLst>
              <a:ext uri="{FF2B5EF4-FFF2-40B4-BE49-F238E27FC236}">
                <a16:creationId xmlns:a16="http://schemas.microsoft.com/office/drawing/2014/main" id="{DE882D38-C32D-4822-58A4-12FFDB66C05E}"/>
              </a:ext>
            </a:extLst>
          </p:cNvPr>
          <p:cNvSpPr/>
          <p:nvPr/>
        </p:nvSpPr>
        <p:spPr>
          <a:xfrm>
            <a:off x="1584795" y="6031921"/>
            <a:ext cx="315285" cy="310879"/>
          </a:xfrm>
          <a:prstGeom prst="cube">
            <a:avLst/>
          </a:prstGeom>
          <a:solidFill>
            <a:srgbClr val="FFFF0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66" name="TextBox 165">
            <a:extLst>
              <a:ext uri="{FF2B5EF4-FFF2-40B4-BE49-F238E27FC236}">
                <a16:creationId xmlns:a16="http://schemas.microsoft.com/office/drawing/2014/main" id="{7B273F84-13D9-3A5C-8DB3-5D557B8FC68E}"/>
              </a:ext>
            </a:extLst>
          </p:cNvPr>
          <p:cNvSpPr txBox="1"/>
          <p:nvPr/>
        </p:nvSpPr>
        <p:spPr>
          <a:xfrm>
            <a:off x="3056683" y="4145001"/>
            <a:ext cx="90281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800" dirty="0"/>
              <a:t>= 0.1</a:t>
            </a:r>
          </a:p>
        </p:txBody>
      </p:sp>
      <p:sp>
        <p:nvSpPr>
          <p:cNvPr id="167" name="TextBox 166">
            <a:extLst>
              <a:ext uri="{FF2B5EF4-FFF2-40B4-BE49-F238E27FC236}">
                <a16:creationId xmlns:a16="http://schemas.microsoft.com/office/drawing/2014/main" id="{200B87F2-7D06-6901-5F4E-C4ABD007DBF1}"/>
              </a:ext>
            </a:extLst>
          </p:cNvPr>
          <p:cNvSpPr txBox="1"/>
          <p:nvPr/>
        </p:nvSpPr>
        <p:spPr>
          <a:xfrm>
            <a:off x="3056683" y="5890089"/>
            <a:ext cx="108555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800" dirty="0"/>
              <a:t>= 0.01</a:t>
            </a:r>
          </a:p>
        </p:txBody>
      </p:sp>
      <p:cxnSp>
        <p:nvCxnSpPr>
          <p:cNvPr id="169" name="Straight Connector 168">
            <a:extLst>
              <a:ext uri="{FF2B5EF4-FFF2-40B4-BE49-F238E27FC236}">
                <a16:creationId xmlns:a16="http://schemas.microsoft.com/office/drawing/2014/main" id="{C3FBD059-E9A0-6FCC-5ED1-E402E022D28D}"/>
              </a:ext>
            </a:extLst>
          </p:cNvPr>
          <p:cNvCxnSpPr>
            <a:cxnSpLocks/>
          </p:cNvCxnSpPr>
          <p:nvPr/>
        </p:nvCxnSpPr>
        <p:spPr>
          <a:xfrm>
            <a:off x="4943475" y="266700"/>
            <a:ext cx="0" cy="6400800"/>
          </a:xfrm>
          <a:prstGeom prst="line">
            <a:avLst/>
          </a:prstGeom>
          <a:ln w="28575">
            <a:solidFill>
              <a:schemeClr val="bg1">
                <a:lumMod val="50000"/>
              </a:schemeClr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2" name="TextBox 171">
            <a:extLst>
              <a:ext uri="{FF2B5EF4-FFF2-40B4-BE49-F238E27FC236}">
                <a16:creationId xmlns:a16="http://schemas.microsoft.com/office/drawing/2014/main" id="{58CE4CC8-C8C7-A9D1-74F4-64877DD5079F}"/>
              </a:ext>
            </a:extLst>
          </p:cNvPr>
          <p:cNvSpPr txBox="1"/>
          <p:nvPr/>
        </p:nvSpPr>
        <p:spPr>
          <a:xfrm>
            <a:off x="5262283" y="546564"/>
            <a:ext cx="4466159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Төмөнкүлөрдү билдирүү үчүн </a:t>
            </a:r>
          </a:p>
          <a:p>
            <a:pPr algn="ctr"/>
            <a:r>
              <a:rPr lang="ru-RU" sz="2000" dirty="0"/>
              <a:t>блокторду жана сандарды колдонуңуз:</a:t>
            </a:r>
            <a:endParaRPr lang="en-GB" sz="2000" dirty="0"/>
          </a:p>
        </p:txBody>
      </p:sp>
      <p:sp>
        <p:nvSpPr>
          <p:cNvPr id="181" name="TextBox 180">
            <a:extLst>
              <a:ext uri="{FF2B5EF4-FFF2-40B4-BE49-F238E27FC236}">
                <a16:creationId xmlns:a16="http://schemas.microsoft.com/office/drawing/2014/main" id="{39297C88-EE68-78F2-1426-892862AE853A}"/>
              </a:ext>
            </a:extLst>
          </p:cNvPr>
          <p:cNvSpPr txBox="1"/>
          <p:nvPr/>
        </p:nvSpPr>
        <p:spPr>
          <a:xfrm>
            <a:off x="7045626" y="5444132"/>
            <a:ext cx="91403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0.53</a:t>
            </a:r>
          </a:p>
        </p:txBody>
      </p:sp>
      <p:sp>
        <p:nvSpPr>
          <p:cNvPr id="2" name="Cube 1">
            <a:extLst>
              <a:ext uri="{FF2B5EF4-FFF2-40B4-BE49-F238E27FC236}">
                <a16:creationId xmlns:a16="http://schemas.microsoft.com/office/drawing/2014/main" id="{A3A59C52-C8FD-6734-6BAD-631C7FB15B1E}"/>
              </a:ext>
            </a:extLst>
          </p:cNvPr>
          <p:cNvSpPr/>
          <p:nvPr/>
        </p:nvSpPr>
        <p:spPr>
          <a:xfrm>
            <a:off x="8761331" y="4362720"/>
            <a:ext cx="315285" cy="310879"/>
          </a:xfrm>
          <a:prstGeom prst="cube">
            <a:avLst/>
          </a:prstGeom>
          <a:solidFill>
            <a:srgbClr val="FFFF0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3" name="Cube 2">
            <a:extLst>
              <a:ext uri="{FF2B5EF4-FFF2-40B4-BE49-F238E27FC236}">
                <a16:creationId xmlns:a16="http://schemas.microsoft.com/office/drawing/2014/main" id="{241AFF04-9E16-CB2E-821C-54172CB7067D}"/>
              </a:ext>
            </a:extLst>
          </p:cNvPr>
          <p:cNvSpPr/>
          <p:nvPr/>
        </p:nvSpPr>
        <p:spPr>
          <a:xfrm>
            <a:off x="8761331" y="4130850"/>
            <a:ext cx="315285" cy="310879"/>
          </a:xfrm>
          <a:prstGeom prst="cube">
            <a:avLst/>
          </a:prstGeom>
          <a:solidFill>
            <a:srgbClr val="FFFF0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4" name="Cube 3">
            <a:extLst>
              <a:ext uri="{FF2B5EF4-FFF2-40B4-BE49-F238E27FC236}">
                <a16:creationId xmlns:a16="http://schemas.microsoft.com/office/drawing/2014/main" id="{2B2F3FE8-5E8C-344B-BF0E-DD271D2721CC}"/>
              </a:ext>
            </a:extLst>
          </p:cNvPr>
          <p:cNvSpPr/>
          <p:nvPr/>
        </p:nvSpPr>
        <p:spPr>
          <a:xfrm>
            <a:off x="8761331" y="3898981"/>
            <a:ext cx="315285" cy="310879"/>
          </a:xfrm>
          <a:prstGeom prst="cube">
            <a:avLst/>
          </a:prstGeom>
          <a:solidFill>
            <a:srgbClr val="FFFF0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79E415A8-80C7-F2B2-CB2B-7F864D9D44A1}"/>
              </a:ext>
            </a:extLst>
          </p:cNvPr>
          <p:cNvGrpSpPr/>
          <p:nvPr/>
        </p:nvGrpSpPr>
        <p:grpSpPr>
          <a:xfrm>
            <a:off x="8237456" y="2275896"/>
            <a:ext cx="315285" cy="2397703"/>
            <a:chOff x="3698125" y="596372"/>
            <a:chExt cx="764771" cy="5898407"/>
          </a:xfrm>
          <a:solidFill>
            <a:srgbClr val="00C85A"/>
          </a:solidFill>
        </p:grpSpPr>
        <p:sp>
          <p:nvSpPr>
            <p:cNvPr id="7" name="Cube 6">
              <a:extLst>
                <a:ext uri="{FF2B5EF4-FFF2-40B4-BE49-F238E27FC236}">
                  <a16:creationId xmlns:a16="http://schemas.microsoft.com/office/drawing/2014/main" id="{13902D07-6B8C-418A-DBEE-C56170BEE1FF}"/>
                </a:ext>
              </a:extLst>
            </p:cNvPr>
            <p:cNvSpPr/>
            <p:nvPr/>
          </p:nvSpPr>
          <p:spPr>
            <a:xfrm>
              <a:off x="3698125" y="5730008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8" name="Cube 7">
              <a:extLst>
                <a:ext uri="{FF2B5EF4-FFF2-40B4-BE49-F238E27FC236}">
                  <a16:creationId xmlns:a16="http://schemas.microsoft.com/office/drawing/2014/main" id="{3050EE2B-5F65-A2F5-8E4A-149A83B25304}"/>
                </a:ext>
              </a:extLst>
            </p:cNvPr>
            <p:cNvSpPr/>
            <p:nvPr/>
          </p:nvSpPr>
          <p:spPr>
            <a:xfrm>
              <a:off x="3698125" y="5159604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9" name="Cube 8">
              <a:extLst>
                <a:ext uri="{FF2B5EF4-FFF2-40B4-BE49-F238E27FC236}">
                  <a16:creationId xmlns:a16="http://schemas.microsoft.com/office/drawing/2014/main" id="{F7509902-887E-9FC0-A6EF-75DEF534169C}"/>
                </a:ext>
              </a:extLst>
            </p:cNvPr>
            <p:cNvSpPr/>
            <p:nvPr/>
          </p:nvSpPr>
          <p:spPr>
            <a:xfrm>
              <a:off x="3698125" y="4589200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0" name="Cube 9">
              <a:extLst>
                <a:ext uri="{FF2B5EF4-FFF2-40B4-BE49-F238E27FC236}">
                  <a16:creationId xmlns:a16="http://schemas.microsoft.com/office/drawing/2014/main" id="{962A063D-26D3-85D0-87C6-66DA8D65794C}"/>
                </a:ext>
              </a:extLst>
            </p:cNvPr>
            <p:cNvSpPr/>
            <p:nvPr/>
          </p:nvSpPr>
          <p:spPr>
            <a:xfrm>
              <a:off x="3698125" y="4018796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1" name="Cube 10">
              <a:extLst>
                <a:ext uri="{FF2B5EF4-FFF2-40B4-BE49-F238E27FC236}">
                  <a16:creationId xmlns:a16="http://schemas.microsoft.com/office/drawing/2014/main" id="{B51B4D6A-F3EA-BE92-7931-D90A857084DC}"/>
                </a:ext>
              </a:extLst>
            </p:cNvPr>
            <p:cNvSpPr/>
            <p:nvPr/>
          </p:nvSpPr>
          <p:spPr>
            <a:xfrm>
              <a:off x="3698125" y="3448392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2" name="Cube 11">
              <a:extLst>
                <a:ext uri="{FF2B5EF4-FFF2-40B4-BE49-F238E27FC236}">
                  <a16:creationId xmlns:a16="http://schemas.microsoft.com/office/drawing/2014/main" id="{3D3C6BF6-46A2-BE12-9C82-E013A4BA4FB1}"/>
                </a:ext>
              </a:extLst>
            </p:cNvPr>
            <p:cNvSpPr/>
            <p:nvPr/>
          </p:nvSpPr>
          <p:spPr>
            <a:xfrm>
              <a:off x="3698125" y="2877988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3" name="Cube 12">
              <a:extLst>
                <a:ext uri="{FF2B5EF4-FFF2-40B4-BE49-F238E27FC236}">
                  <a16:creationId xmlns:a16="http://schemas.microsoft.com/office/drawing/2014/main" id="{6A0AE820-E3CF-343F-33AB-8CAE9AC91591}"/>
                </a:ext>
              </a:extLst>
            </p:cNvPr>
            <p:cNvSpPr/>
            <p:nvPr/>
          </p:nvSpPr>
          <p:spPr>
            <a:xfrm>
              <a:off x="3698125" y="2307584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4" name="Cube 13">
              <a:extLst>
                <a:ext uri="{FF2B5EF4-FFF2-40B4-BE49-F238E27FC236}">
                  <a16:creationId xmlns:a16="http://schemas.microsoft.com/office/drawing/2014/main" id="{A730153B-989C-5760-1D61-A60E5C7326E5}"/>
                </a:ext>
              </a:extLst>
            </p:cNvPr>
            <p:cNvSpPr/>
            <p:nvPr/>
          </p:nvSpPr>
          <p:spPr>
            <a:xfrm>
              <a:off x="3698125" y="1737180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5" name="Cube 14">
              <a:extLst>
                <a:ext uri="{FF2B5EF4-FFF2-40B4-BE49-F238E27FC236}">
                  <a16:creationId xmlns:a16="http://schemas.microsoft.com/office/drawing/2014/main" id="{2D358A7B-2D96-E569-263D-BB43C85A4418}"/>
                </a:ext>
              </a:extLst>
            </p:cNvPr>
            <p:cNvSpPr/>
            <p:nvPr/>
          </p:nvSpPr>
          <p:spPr>
            <a:xfrm>
              <a:off x="3698125" y="1166776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6" name="Cube 15">
              <a:extLst>
                <a:ext uri="{FF2B5EF4-FFF2-40B4-BE49-F238E27FC236}">
                  <a16:creationId xmlns:a16="http://schemas.microsoft.com/office/drawing/2014/main" id="{CB9B1B34-D011-8BA5-3DF3-12179DFEB2D9}"/>
                </a:ext>
              </a:extLst>
            </p:cNvPr>
            <p:cNvSpPr/>
            <p:nvPr/>
          </p:nvSpPr>
          <p:spPr>
            <a:xfrm>
              <a:off x="3698125" y="596372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</p:grpSp>
      <p:grpSp>
        <p:nvGrpSpPr>
          <p:cNvPr id="17" name="Group 16">
            <a:extLst>
              <a:ext uri="{FF2B5EF4-FFF2-40B4-BE49-F238E27FC236}">
                <a16:creationId xmlns:a16="http://schemas.microsoft.com/office/drawing/2014/main" id="{E2CD2269-4B76-EDA4-C4C1-9F5822C96882}"/>
              </a:ext>
            </a:extLst>
          </p:cNvPr>
          <p:cNvGrpSpPr/>
          <p:nvPr/>
        </p:nvGrpSpPr>
        <p:grpSpPr>
          <a:xfrm>
            <a:off x="7713581" y="2275896"/>
            <a:ext cx="315285" cy="2397703"/>
            <a:chOff x="3698125" y="596372"/>
            <a:chExt cx="764771" cy="5898407"/>
          </a:xfrm>
          <a:solidFill>
            <a:srgbClr val="00C85A"/>
          </a:solidFill>
        </p:grpSpPr>
        <p:sp>
          <p:nvSpPr>
            <p:cNvPr id="18" name="Cube 17">
              <a:extLst>
                <a:ext uri="{FF2B5EF4-FFF2-40B4-BE49-F238E27FC236}">
                  <a16:creationId xmlns:a16="http://schemas.microsoft.com/office/drawing/2014/main" id="{111B0219-1490-A856-FD87-6247B58122B1}"/>
                </a:ext>
              </a:extLst>
            </p:cNvPr>
            <p:cNvSpPr/>
            <p:nvPr/>
          </p:nvSpPr>
          <p:spPr>
            <a:xfrm>
              <a:off x="3698125" y="5730008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53" name="Cube 152">
              <a:extLst>
                <a:ext uri="{FF2B5EF4-FFF2-40B4-BE49-F238E27FC236}">
                  <a16:creationId xmlns:a16="http://schemas.microsoft.com/office/drawing/2014/main" id="{E27DEA41-4645-A53F-A33D-54AF7D3F9C7D}"/>
                </a:ext>
              </a:extLst>
            </p:cNvPr>
            <p:cNvSpPr/>
            <p:nvPr/>
          </p:nvSpPr>
          <p:spPr>
            <a:xfrm>
              <a:off x="3698125" y="5159604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68" name="Cube 167">
              <a:extLst>
                <a:ext uri="{FF2B5EF4-FFF2-40B4-BE49-F238E27FC236}">
                  <a16:creationId xmlns:a16="http://schemas.microsoft.com/office/drawing/2014/main" id="{FD6DF3E2-D31A-DE49-9C88-CF25843BB2F5}"/>
                </a:ext>
              </a:extLst>
            </p:cNvPr>
            <p:cNvSpPr/>
            <p:nvPr/>
          </p:nvSpPr>
          <p:spPr>
            <a:xfrm>
              <a:off x="3698125" y="4589200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70" name="Cube 169">
              <a:extLst>
                <a:ext uri="{FF2B5EF4-FFF2-40B4-BE49-F238E27FC236}">
                  <a16:creationId xmlns:a16="http://schemas.microsoft.com/office/drawing/2014/main" id="{71CFAA2F-98A3-8AA7-1997-F95AA0887689}"/>
                </a:ext>
              </a:extLst>
            </p:cNvPr>
            <p:cNvSpPr/>
            <p:nvPr/>
          </p:nvSpPr>
          <p:spPr>
            <a:xfrm>
              <a:off x="3698125" y="4018796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71" name="Cube 170">
              <a:extLst>
                <a:ext uri="{FF2B5EF4-FFF2-40B4-BE49-F238E27FC236}">
                  <a16:creationId xmlns:a16="http://schemas.microsoft.com/office/drawing/2014/main" id="{F8C228D9-E0D0-C9CB-473B-1C0D544782C8}"/>
                </a:ext>
              </a:extLst>
            </p:cNvPr>
            <p:cNvSpPr/>
            <p:nvPr/>
          </p:nvSpPr>
          <p:spPr>
            <a:xfrm>
              <a:off x="3698125" y="3448392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73" name="Cube 172">
              <a:extLst>
                <a:ext uri="{FF2B5EF4-FFF2-40B4-BE49-F238E27FC236}">
                  <a16:creationId xmlns:a16="http://schemas.microsoft.com/office/drawing/2014/main" id="{2A2793B2-6058-D02F-1224-DA571B85D2D6}"/>
                </a:ext>
              </a:extLst>
            </p:cNvPr>
            <p:cNvSpPr/>
            <p:nvPr/>
          </p:nvSpPr>
          <p:spPr>
            <a:xfrm>
              <a:off x="3698125" y="2877988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74" name="Cube 173">
              <a:extLst>
                <a:ext uri="{FF2B5EF4-FFF2-40B4-BE49-F238E27FC236}">
                  <a16:creationId xmlns:a16="http://schemas.microsoft.com/office/drawing/2014/main" id="{BC9A75EA-F6F5-8A3D-F16F-A46DAB16393F}"/>
                </a:ext>
              </a:extLst>
            </p:cNvPr>
            <p:cNvSpPr/>
            <p:nvPr/>
          </p:nvSpPr>
          <p:spPr>
            <a:xfrm>
              <a:off x="3698125" y="2307584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75" name="Cube 174">
              <a:extLst>
                <a:ext uri="{FF2B5EF4-FFF2-40B4-BE49-F238E27FC236}">
                  <a16:creationId xmlns:a16="http://schemas.microsoft.com/office/drawing/2014/main" id="{346922D7-A35E-4F05-77AE-C66A9FA971FF}"/>
                </a:ext>
              </a:extLst>
            </p:cNvPr>
            <p:cNvSpPr/>
            <p:nvPr/>
          </p:nvSpPr>
          <p:spPr>
            <a:xfrm>
              <a:off x="3698125" y="1737180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76" name="Cube 175">
              <a:extLst>
                <a:ext uri="{FF2B5EF4-FFF2-40B4-BE49-F238E27FC236}">
                  <a16:creationId xmlns:a16="http://schemas.microsoft.com/office/drawing/2014/main" id="{4A4BA452-CC74-258F-B0B9-646A2BAA9CF0}"/>
                </a:ext>
              </a:extLst>
            </p:cNvPr>
            <p:cNvSpPr/>
            <p:nvPr/>
          </p:nvSpPr>
          <p:spPr>
            <a:xfrm>
              <a:off x="3698125" y="1166776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77" name="Cube 176">
              <a:extLst>
                <a:ext uri="{FF2B5EF4-FFF2-40B4-BE49-F238E27FC236}">
                  <a16:creationId xmlns:a16="http://schemas.microsoft.com/office/drawing/2014/main" id="{9BA759B2-7EBE-D115-AFB8-6EE8E26331CA}"/>
                </a:ext>
              </a:extLst>
            </p:cNvPr>
            <p:cNvSpPr/>
            <p:nvPr/>
          </p:nvSpPr>
          <p:spPr>
            <a:xfrm>
              <a:off x="3698125" y="596372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</p:grpSp>
      <p:grpSp>
        <p:nvGrpSpPr>
          <p:cNvPr id="182" name="Group 181">
            <a:extLst>
              <a:ext uri="{FF2B5EF4-FFF2-40B4-BE49-F238E27FC236}">
                <a16:creationId xmlns:a16="http://schemas.microsoft.com/office/drawing/2014/main" id="{48CF53F1-D530-333D-D4AA-D7D7C1983FAF}"/>
              </a:ext>
            </a:extLst>
          </p:cNvPr>
          <p:cNvGrpSpPr/>
          <p:nvPr/>
        </p:nvGrpSpPr>
        <p:grpSpPr>
          <a:xfrm>
            <a:off x="7180181" y="2275896"/>
            <a:ext cx="315285" cy="2397703"/>
            <a:chOff x="3698125" y="596372"/>
            <a:chExt cx="764771" cy="5898407"/>
          </a:xfrm>
          <a:solidFill>
            <a:srgbClr val="00C85A"/>
          </a:solidFill>
        </p:grpSpPr>
        <p:sp>
          <p:nvSpPr>
            <p:cNvPr id="183" name="Cube 182">
              <a:extLst>
                <a:ext uri="{FF2B5EF4-FFF2-40B4-BE49-F238E27FC236}">
                  <a16:creationId xmlns:a16="http://schemas.microsoft.com/office/drawing/2014/main" id="{112881FA-85F6-03FF-4308-78C2FFD1EA93}"/>
                </a:ext>
              </a:extLst>
            </p:cNvPr>
            <p:cNvSpPr/>
            <p:nvPr/>
          </p:nvSpPr>
          <p:spPr>
            <a:xfrm>
              <a:off x="3698125" y="5730008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84" name="Cube 183">
              <a:extLst>
                <a:ext uri="{FF2B5EF4-FFF2-40B4-BE49-F238E27FC236}">
                  <a16:creationId xmlns:a16="http://schemas.microsoft.com/office/drawing/2014/main" id="{DDDE8E9B-4B3E-1E8E-FD25-382EC69D0388}"/>
                </a:ext>
              </a:extLst>
            </p:cNvPr>
            <p:cNvSpPr/>
            <p:nvPr/>
          </p:nvSpPr>
          <p:spPr>
            <a:xfrm>
              <a:off x="3698125" y="5159604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85" name="Cube 184">
              <a:extLst>
                <a:ext uri="{FF2B5EF4-FFF2-40B4-BE49-F238E27FC236}">
                  <a16:creationId xmlns:a16="http://schemas.microsoft.com/office/drawing/2014/main" id="{EC7B6B70-161F-D648-B254-527907970146}"/>
                </a:ext>
              </a:extLst>
            </p:cNvPr>
            <p:cNvSpPr/>
            <p:nvPr/>
          </p:nvSpPr>
          <p:spPr>
            <a:xfrm>
              <a:off x="3698125" y="4589200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86" name="Cube 185">
              <a:extLst>
                <a:ext uri="{FF2B5EF4-FFF2-40B4-BE49-F238E27FC236}">
                  <a16:creationId xmlns:a16="http://schemas.microsoft.com/office/drawing/2014/main" id="{1E15C89B-0488-DD03-8765-469577EBF320}"/>
                </a:ext>
              </a:extLst>
            </p:cNvPr>
            <p:cNvSpPr/>
            <p:nvPr/>
          </p:nvSpPr>
          <p:spPr>
            <a:xfrm>
              <a:off x="3698125" y="4018796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87" name="Cube 186">
              <a:extLst>
                <a:ext uri="{FF2B5EF4-FFF2-40B4-BE49-F238E27FC236}">
                  <a16:creationId xmlns:a16="http://schemas.microsoft.com/office/drawing/2014/main" id="{94C8D393-8A17-B4D0-CE0F-E81C5F9D5D6D}"/>
                </a:ext>
              </a:extLst>
            </p:cNvPr>
            <p:cNvSpPr/>
            <p:nvPr/>
          </p:nvSpPr>
          <p:spPr>
            <a:xfrm>
              <a:off x="3698125" y="3448392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88" name="Cube 187">
              <a:extLst>
                <a:ext uri="{FF2B5EF4-FFF2-40B4-BE49-F238E27FC236}">
                  <a16:creationId xmlns:a16="http://schemas.microsoft.com/office/drawing/2014/main" id="{14496CBC-F7CB-F5D3-FC99-9B97BCA2A686}"/>
                </a:ext>
              </a:extLst>
            </p:cNvPr>
            <p:cNvSpPr/>
            <p:nvPr/>
          </p:nvSpPr>
          <p:spPr>
            <a:xfrm>
              <a:off x="3698125" y="2877988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89" name="Cube 188">
              <a:extLst>
                <a:ext uri="{FF2B5EF4-FFF2-40B4-BE49-F238E27FC236}">
                  <a16:creationId xmlns:a16="http://schemas.microsoft.com/office/drawing/2014/main" id="{D3B429DC-F92C-82FC-2227-7C1DE0509E88}"/>
                </a:ext>
              </a:extLst>
            </p:cNvPr>
            <p:cNvSpPr/>
            <p:nvPr/>
          </p:nvSpPr>
          <p:spPr>
            <a:xfrm>
              <a:off x="3698125" y="2307584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90" name="Cube 189">
              <a:extLst>
                <a:ext uri="{FF2B5EF4-FFF2-40B4-BE49-F238E27FC236}">
                  <a16:creationId xmlns:a16="http://schemas.microsoft.com/office/drawing/2014/main" id="{954C0BC8-E418-68A4-9F50-EB245CCD9AB8}"/>
                </a:ext>
              </a:extLst>
            </p:cNvPr>
            <p:cNvSpPr/>
            <p:nvPr/>
          </p:nvSpPr>
          <p:spPr>
            <a:xfrm>
              <a:off x="3698125" y="1737180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91" name="Cube 190">
              <a:extLst>
                <a:ext uri="{FF2B5EF4-FFF2-40B4-BE49-F238E27FC236}">
                  <a16:creationId xmlns:a16="http://schemas.microsoft.com/office/drawing/2014/main" id="{AB617C6E-42B2-6CC7-F353-F5BC0A617BF6}"/>
                </a:ext>
              </a:extLst>
            </p:cNvPr>
            <p:cNvSpPr/>
            <p:nvPr/>
          </p:nvSpPr>
          <p:spPr>
            <a:xfrm>
              <a:off x="3698125" y="1166776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92" name="Cube 191">
              <a:extLst>
                <a:ext uri="{FF2B5EF4-FFF2-40B4-BE49-F238E27FC236}">
                  <a16:creationId xmlns:a16="http://schemas.microsoft.com/office/drawing/2014/main" id="{1CEFA486-F827-7376-AA52-5D90FAAADA65}"/>
                </a:ext>
              </a:extLst>
            </p:cNvPr>
            <p:cNvSpPr/>
            <p:nvPr/>
          </p:nvSpPr>
          <p:spPr>
            <a:xfrm>
              <a:off x="3698125" y="596372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</p:grpSp>
      <p:grpSp>
        <p:nvGrpSpPr>
          <p:cNvPr id="204" name="Group 203">
            <a:extLst>
              <a:ext uri="{FF2B5EF4-FFF2-40B4-BE49-F238E27FC236}">
                <a16:creationId xmlns:a16="http://schemas.microsoft.com/office/drawing/2014/main" id="{E459E9ED-54BD-BDFF-4337-1FF23D822B48}"/>
              </a:ext>
            </a:extLst>
          </p:cNvPr>
          <p:cNvGrpSpPr/>
          <p:nvPr/>
        </p:nvGrpSpPr>
        <p:grpSpPr>
          <a:xfrm>
            <a:off x="6647303" y="2275896"/>
            <a:ext cx="315285" cy="2397703"/>
            <a:chOff x="3698125" y="596372"/>
            <a:chExt cx="764771" cy="5898407"/>
          </a:xfrm>
          <a:solidFill>
            <a:srgbClr val="00C85A"/>
          </a:solidFill>
        </p:grpSpPr>
        <p:sp>
          <p:nvSpPr>
            <p:cNvPr id="205" name="Cube 204">
              <a:extLst>
                <a:ext uri="{FF2B5EF4-FFF2-40B4-BE49-F238E27FC236}">
                  <a16:creationId xmlns:a16="http://schemas.microsoft.com/office/drawing/2014/main" id="{D874A830-E349-9FB3-EFBC-1E28DD505087}"/>
                </a:ext>
              </a:extLst>
            </p:cNvPr>
            <p:cNvSpPr/>
            <p:nvPr/>
          </p:nvSpPr>
          <p:spPr>
            <a:xfrm>
              <a:off x="3698125" y="5730008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206" name="Cube 205">
              <a:extLst>
                <a:ext uri="{FF2B5EF4-FFF2-40B4-BE49-F238E27FC236}">
                  <a16:creationId xmlns:a16="http://schemas.microsoft.com/office/drawing/2014/main" id="{CC2BFF96-3F7C-04D2-B01D-CAA34AA2D671}"/>
                </a:ext>
              </a:extLst>
            </p:cNvPr>
            <p:cNvSpPr/>
            <p:nvPr/>
          </p:nvSpPr>
          <p:spPr>
            <a:xfrm>
              <a:off x="3698125" y="5159604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207" name="Cube 206">
              <a:extLst>
                <a:ext uri="{FF2B5EF4-FFF2-40B4-BE49-F238E27FC236}">
                  <a16:creationId xmlns:a16="http://schemas.microsoft.com/office/drawing/2014/main" id="{6046F067-B837-3AE5-78EC-56FA0C5E9AEA}"/>
                </a:ext>
              </a:extLst>
            </p:cNvPr>
            <p:cNvSpPr/>
            <p:nvPr/>
          </p:nvSpPr>
          <p:spPr>
            <a:xfrm>
              <a:off x="3698125" y="4589200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208" name="Cube 207">
              <a:extLst>
                <a:ext uri="{FF2B5EF4-FFF2-40B4-BE49-F238E27FC236}">
                  <a16:creationId xmlns:a16="http://schemas.microsoft.com/office/drawing/2014/main" id="{4BAD8D60-18B0-9C11-8868-3A71C628E78A}"/>
                </a:ext>
              </a:extLst>
            </p:cNvPr>
            <p:cNvSpPr/>
            <p:nvPr/>
          </p:nvSpPr>
          <p:spPr>
            <a:xfrm>
              <a:off x="3698125" y="4018796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209" name="Cube 208">
              <a:extLst>
                <a:ext uri="{FF2B5EF4-FFF2-40B4-BE49-F238E27FC236}">
                  <a16:creationId xmlns:a16="http://schemas.microsoft.com/office/drawing/2014/main" id="{AEDB7A19-B77A-C2AA-2B6A-2C16AA204D2C}"/>
                </a:ext>
              </a:extLst>
            </p:cNvPr>
            <p:cNvSpPr/>
            <p:nvPr/>
          </p:nvSpPr>
          <p:spPr>
            <a:xfrm>
              <a:off x="3698125" y="3448392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210" name="Cube 209">
              <a:extLst>
                <a:ext uri="{FF2B5EF4-FFF2-40B4-BE49-F238E27FC236}">
                  <a16:creationId xmlns:a16="http://schemas.microsoft.com/office/drawing/2014/main" id="{B334A659-E7FD-1DEB-E11E-323BA7F894F5}"/>
                </a:ext>
              </a:extLst>
            </p:cNvPr>
            <p:cNvSpPr/>
            <p:nvPr/>
          </p:nvSpPr>
          <p:spPr>
            <a:xfrm>
              <a:off x="3698125" y="2877988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211" name="Cube 210">
              <a:extLst>
                <a:ext uri="{FF2B5EF4-FFF2-40B4-BE49-F238E27FC236}">
                  <a16:creationId xmlns:a16="http://schemas.microsoft.com/office/drawing/2014/main" id="{ED051117-10B5-F3EB-0122-87A3FD692F02}"/>
                </a:ext>
              </a:extLst>
            </p:cNvPr>
            <p:cNvSpPr/>
            <p:nvPr/>
          </p:nvSpPr>
          <p:spPr>
            <a:xfrm>
              <a:off x="3698125" y="2307584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212" name="Cube 211">
              <a:extLst>
                <a:ext uri="{FF2B5EF4-FFF2-40B4-BE49-F238E27FC236}">
                  <a16:creationId xmlns:a16="http://schemas.microsoft.com/office/drawing/2014/main" id="{3F41C4C3-DB8F-0AE9-F488-CD72F7A64E9F}"/>
                </a:ext>
              </a:extLst>
            </p:cNvPr>
            <p:cNvSpPr/>
            <p:nvPr/>
          </p:nvSpPr>
          <p:spPr>
            <a:xfrm>
              <a:off x="3698125" y="1737180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213" name="Cube 212">
              <a:extLst>
                <a:ext uri="{FF2B5EF4-FFF2-40B4-BE49-F238E27FC236}">
                  <a16:creationId xmlns:a16="http://schemas.microsoft.com/office/drawing/2014/main" id="{5143A8AF-DD98-428B-63BD-64484AE94B92}"/>
                </a:ext>
              </a:extLst>
            </p:cNvPr>
            <p:cNvSpPr/>
            <p:nvPr/>
          </p:nvSpPr>
          <p:spPr>
            <a:xfrm>
              <a:off x="3698125" y="1166776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214" name="Cube 213">
              <a:extLst>
                <a:ext uri="{FF2B5EF4-FFF2-40B4-BE49-F238E27FC236}">
                  <a16:creationId xmlns:a16="http://schemas.microsoft.com/office/drawing/2014/main" id="{EF40399E-96B9-F0D6-19F3-D460CB3AE681}"/>
                </a:ext>
              </a:extLst>
            </p:cNvPr>
            <p:cNvSpPr/>
            <p:nvPr/>
          </p:nvSpPr>
          <p:spPr>
            <a:xfrm>
              <a:off x="3698125" y="596372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</p:grpSp>
      <p:grpSp>
        <p:nvGrpSpPr>
          <p:cNvPr id="215" name="Group 214">
            <a:extLst>
              <a:ext uri="{FF2B5EF4-FFF2-40B4-BE49-F238E27FC236}">
                <a16:creationId xmlns:a16="http://schemas.microsoft.com/office/drawing/2014/main" id="{3957543B-EEE0-E6FB-3552-606BB12ADD31}"/>
              </a:ext>
            </a:extLst>
          </p:cNvPr>
          <p:cNvGrpSpPr/>
          <p:nvPr/>
        </p:nvGrpSpPr>
        <p:grpSpPr>
          <a:xfrm>
            <a:off x="6113903" y="2275896"/>
            <a:ext cx="315285" cy="2397703"/>
            <a:chOff x="3698125" y="596372"/>
            <a:chExt cx="764771" cy="5898407"/>
          </a:xfrm>
          <a:solidFill>
            <a:srgbClr val="00C85A"/>
          </a:solidFill>
        </p:grpSpPr>
        <p:sp>
          <p:nvSpPr>
            <p:cNvPr id="216" name="Cube 215">
              <a:extLst>
                <a:ext uri="{FF2B5EF4-FFF2-40B4-BE49-F238E27FC236}">
                  <a16:creationId xmlns:a16="http://schemas.microsoft.com/office/drawing/2014/main" id="{60BC042B-9DBB-224E-3BE8-AFC0954FEBAF}"/>
                </a:ext>
              </a:extLst>
            </p:cNvPr>
            <p:cNvSpPr/>
            <p:nvPr/>
          </p:nvSpPr>
          <p:spPr>
            <a:xfrm>
              <a:off x="3698125" y="5730008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217" name="Cube 216">
              <a:extLst>
                <a:ext uri="{FF2B5EF4-FFF2-40B4-BE49-F238E27FC236}">
                  <a16:creationId xmlns:a16="http://schemas.microsoft.com/office/drawing/2014/main" id="{F5BA6793-2918-CB62-F8F5-4A426A985204}"/>
                </a:ext>
              </a:extLst>
            </p:cNvPr>
            <p:cNvSpPr/>
            <p:nvPr/>
          </p:nvSpPr>
          <p:spPr>
            <a:xfrm>
              <a:off x="3698125" y="5159604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218" name="Cube 217">
              <a:extLst>
                <a:ext uri="{FF2B5EF4-FFF2-40B4-BE49-F238E27FC236}">
                  <a16:creationId xmlns:a16="http://schemas.microsoft.com/office/drawing/2014/main" id="{983B4667-6AB9-19F9-9B5D-1D0768A128A2}"/>
                </a:ext>
              </a:extLst>
            </p:cNvPr>
            <p:cNvSpPr/>
            <p:nvPr/>
          </p:nvSpPr>
          <p:spPr>
            <a:xfrm>
              <a:off x="3698125" y="4589200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219" name="Cube 218">
              <a:extLst>
                <a:ext uri="{FF2B5EF4-FFF2-40B4-BE49-F238E27FC236}">
                  <a16:creationId xmlns:a16="http://schemas.microsoft.com/office/drawing/2014/main" id="{DE00A2DC-E10F-67F6-5075-DC6ABC0651AE}"/>
                </a:ext>
              </a:extLst>
            </p:cNvPr>
            <p:cNvSpPr/>
            <p:nvPr/>
          </p:nvSpPr>
          <p:spPr>
            <a:xfrm>
              <a:off x="3698125" y="4018796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220" name="Cube 219">
              <a:extLst>
                <a:ext uri="{FF2B5EF4-FFF2-40B4-BE49-F238E27FC236}">
                  <a16:creationId xmlns:a16="http://schemas.microsoft.com/office/drawing/2014/main" id="{6526961C-AC57-5990-34FE-00B05D1636E0}"/>
                </a:ext>
              </a:extLst>
            </p:cNvPr>
            <p:cNvSpPr/>
            <p:nvPr/>
          </p:nvSpPr>
          <p:spPr>
            <a:xfrm>
              <a:off x="3698125" y="3448392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221" name="Cube 220">
              <a:extLst>
                <a:ext uri="{FF2B5EF4-FFF2-40B4-BE49-F238E27FC236}">
                  <a16:creationId xmlns:a16="http://schemas.microsoft.com/office/drawing/2014/main" id="{C90FA8AE-E713-CC2D-1997-413C7CD0CB91}"/>
                </a:ext>
              </a:extLst>
            </p:cNvPr>
            <p:cNvSpPr/>
            <p:nvPr/>
          </p:nvSpPr>
          <p:spPr>
            <a:xfrm>
              <a:off x="3698125" y="2877988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222" name="Cube 221">
              <a:extLst>
                <a:ext uri="{FF2B5EF4-FFF2-40B4-BE49-F238E27FC236}">
                  <a16:creationId xmlns:a16="http://schemas.microsoft.com/office/drawing/2014/main" id="{A616658B-1531-8BBA-FA8A-1D15E7D09888}"/>
                </a:ext>
              </a:extLst>
            </p:cNvPr>
            <p:cNvSpPr/>
            <p:nvPr/>
          </p:nvSpPr>
          <p:spPr>
            <a:xfrm>
              <a:off x="3698125" y="2307584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223" name="Cube 222">
              <a:extLst>
                <a:ext uri="{FF2B5EF4-FFF2-40B4-BE49-F238E27FC236}">
                  <a16:creationId xmlns:a16="http://schemas.microsoft.com/office/drawing/2014/main" id="{DAD6B2FA-F7AB-7334-9C2B-DDE767086653}"/>
                </a:ext>
              </a:extLst>
            </p:cNvPr>
            <p:cNvSpPr/>
            <p:nvPr/>
          </p:nvSpPr>
          <p:spPr>
            <a:xfrm>
              <a:off x="3698125" y="1737180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224" name="Cube 223">
              <a:extLst>
                <a:ext uri="{FF2B5EF4-FFF2-40B4-BE49-F238E27FC236}">
                  <a16:creationId xmlns:a16="http://schemas.microsoft.com/office/drawing/2014/main" id="{4FD6B046-2658-5748-E212-A2F065ABC4B4}"/>
                </a:ext>
              </a:extLst>
            </p:cNvPr>
            <p:cNvSpPr/>
            <p:nvPr/>
          </p:nvSpPr>
          <p:spPr>
            <a:xfrm>
              <a:off x="3698125" y="1166776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225" name="Cube 224">
              <a:extLst>
                <a:ext uri="{FF2B5EF4-FFF2-40B4-BE49-F238E27FC236}">
                  <a16:creationId xmlns:a16="http://schemas.microsoft.com/office/drawing/2014/main" id="{F8EDBACE-6A17-0ADE-BEFA-00622567CE4A}"/>
                </a:ext>
              </a:extLst>
            </p:cNvPr>
            <p:cNvSpPr/>
            <p:nvPr/>
          </p:nvSpPr>
          <p:spPr>
            <a:xfrm>
              <a:off x="3698125" y="596372"/>
              <a:ext cx="764771" cy="764771"/>
            </a:xfrm>
            <a:prstGeom prst="cub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</p:grpSp>
    </p:spTree>
    <p:extLst>
      <p:ext uri="{BB962C8B-B14F-4D97-AF65-F5344CB8AC3E}">
        <p14:creationId xmlns:p14="http://schemas.microsoft.com/office/powerpoint/2010/main" val="22638456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2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2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1" grpId="0"/>
      <p:bldP spid="2" grpId="0" animBg="1"/>
      <p:bldP spid="3" grpId="0" animBg="1"/>
      <p:bldP spid="4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380F0CFB-1A6A-88F3-6013-4E8BB4FF28D9}"/>
              </a:ext>
            </a:extLst>
          </p:cNvPr>
          <p:cNvSpPr/>
          <p:nvPr/>
        </p:nvSpPr>
        <p:spPr>
          <a:xfrm>
            <a:off x="40640" y="50800"/>
            <a:ext cx="9804400" cy="6766560"/>
          </a:xfrm>
          <a:prstGeom prst="roundRect">
            <a:avLst>
              <a:gd name="adj" fmla="val 5362"/>
            </a:avLst>
          </a:prstGeom>
          <a:noFill/>
          <a:ln w="28575"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 err="1">
              <a:solidFill>
                <a:schemeClr val="tx1"/>
              </a:solidFill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C0C5921-35A2-9663-38CE-A51F5C33E09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50474" y="5230526"/>
            <a:ext cx="1031701" cy="109500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6C446169-972F-17F2-F1AE-17328CECC71C}"/>
              </a:ext>
            </a:extLst>
          </p:cNvPr>
          <p:cNvPicPr>
            <a:picLocks noChangeAspect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8773" y="5336489"/>
            <a:ext cx="1173903" cy="1040004"/>
          </a:xfrm>
          <a:prstGeom prst="rect">
            <a:avLst/>
          </a:prstGeom>
        </p:spPr>
      </p:pic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02500C3F-8BA5-4530-A962-9AA4C671D07B}"/>
              </a:ext>
            </a:extLst>
          </p:cNvPr>
          <p:cNvSpPr/>
          <p:nvPr/>
        </p:nvSpPr>
        <p:spPr>
          <a:xfrm>
            <a:off x="1047087" y="4364182"/>
            <a:ext cx="1223906" cy="532015"/>
          </a:xfrm>
          <a:prstGeom prst="roundRect">
            <a:avLst/>
          </a:prstGeom>
          <a:solidFill>
            <a:schemeClr val="accent5">
              <a:lumMod val="40000"/>
              <a:lumOff val="60000"/>
            </a:schemeClr>
          </a:solidFill>
          <a:ln w="19050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r>
              <a:rPr lang="en-GB" sz="2400" dirty="0"/>
              <a:t>0.52</a:t>
            </a:r>
            <a:r>
              <a:rPr lang="ru-RU" sz="2400" dirty="0"/>
              <a:t> </a:t>
            </a:r>
            <a:r>
              <a:rPr lang="ru-RU" sz="2400" b="0" i="0" u="sng" dirty="0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с</a:t>
            </a:r>
            <a:endParaRPr lang="en-GB" sz="2400" dirty="0"/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E602E668-6B97-FDA5-77B2-38C5788D040D}"/>
              </a:ext>
            </a:extLst>
          </p:cNvPr>
          <p:cNvSpPr/>
          <p:nvPr/>
        </p:nvSpPr>
        <p:spPr>
          <a:xfrm>
            <a:off x="3326621" y="4364182"/>
            <a:ext cx="1223906" cy="532015"/>
          </a:xfrm>
          <a:prstGeom prst="roundRect">
            <a:avLst/>
          </a:prstGeom>
          <a:solidFill>
            <a:schemeClr val="accent5">
              <a:lumMod val="40000"/>
              <a:lumOff val="60000"/>
            </a:schemeClr>
          </a:solidFill>
          <a:ln w="19050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r>
              <a:rPr lang="en-GB" sz="2400" dirty="0"/>
              <a:t>0.34</a:t>
            </a:r>
            <a:r>
              <a:rPr lang="ru-RU" sz="2400" dirty="0"/>
              <a:t> </a:t>
            </a:r>
            <a:r>
              <a:rPr lang="ru-RU" sz="2400" b="0" i="0" u="sng" dirty="0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с</a:t>
            </a:r>
            <a:endParaRPr lang="en-GB" sz="2400" dirty="0"/>
          </a:p>
        </p:txBody>
      </p:sp>
      <p:sp>
        <p:nvSpPr>
          <p:cNvPr id="10" name="Plus Sign 9">
            <a:extLst>
              <a:ext uri="{FF2B5EF4-FFF2-40B4-BE49-F238E27FC236}">
                <a16:creationId xmlns:a16="http://schemas.microsoft.com/office/drawing/2014/main" id="{42202E57-FE11-5B46-6A62-30FC07CA9FB7}"/>
              </a:ext>
            </a:extLst>
          </p:cNvPr>
          <p:cNvSpPr/>
          <p:nvPr/>
        </p:nvSpPr>
        <p:spPr>
          <a:xfrm>
            <a:off x="2395681" y="4821382"/>
            <a:ext cx="698269" cy="698269"/>
          </a:xfrm>
          <a:prstGeom prst="mathPlus">
            <a:avLst>
              <a:gd name="adj1" fmla="val 16247"/>
            </a:avLst>
          </a:prstGeom>
          <a:solidFill>
            <a:srgbClr val="0070C0"/>
          </a:solidFill>
          <a:ln w="19050">
            <a:solidFill>
              <a:srgbClr val="0070C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1" name="Equals 10">
            <a:extLst>
              <a:ext uri="{FF2B5EF4-FFF2-40B4-BE49-F238E27FC236}">
                <a16:creationId xmlns:a16="http://schemas.microsoft.com/office/drawing/2014/main" id="{8F68CD97-E3F7-9833-B17A-4B8859DDEB1A}"/>
              </a:ext>
            </a:extLst>
          </p:cNvPr>
          <p:cNvSpPr/>
          <p:nvPr/>
        </p:nvSpPr>
        <p:spPr>
          <a:xfrm>
            <a:off x="5075181" y="4721325"/>
            <a:ext cx="914400" cy="914400"/>
          </a:xfrm>
          <a:prstGeom prst="mathEqual">
            <a:avLst>
              <a:gd name="adj1" fmla="val 12607"/>
              <a:gd name="adj2" fmla="val 11760"/>
            </a:avLst>
          </a:prstGeom>
          <a:solidFill>
            <a:srgbClr val="0070C0"/>
          </a:solidFill>
          <a:ln w="19050">
            <a:solidFill>
              <a:srgbClr val="0070C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56CBC190-AE42-F571-52E8-52621C4840F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78634" y="5230526"/>
            <a:ext cx="1031701" cy="1095005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A53A4443-B732-46C9-1FC1-A5870898D746}"/>
              </a:ext>
            </a:extLst>
          </p:cNvPr>
          <p:cNvPicPr>
            <a:picLocks noChangeAspect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08993" y="5336489"/>
            <a:ext cx="1173903" cy="1040004"/>
          </a:xfrm>
          <a:prstGeom prst="rect">
            <a:avLst/>
          </a:prstGeom>
        </p:spPr>
      </p:pic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5CB1F858-7D91-EFA9-DB9F-D38AE93C98B4}"/>
              </a:ext>
            </a:extLst>
          </p:cNvPr>
          <p:cNvSpPr/>
          <p:nvPr/>
        </p:nvSpPr>
        <p:spPr>
          <a:xfrm>
            <a:off x="6617306" y="4364182"/>
            <a:ext cx="2059333" cy="532015"/>
          </a:xfrm>
          <a:prstGeom prst="roundRect">
            <a:avLst/>
          </a:prstGeom>
          <a:solidFill>
            <a:schemeClr val="accent5">
              <a:lumMod val="40000"/>
              <a:lumOff val="60000"/>
            </a:schemeClr>
          </a:solidFill>
          <a:ln w="19050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r>
              <a:rPr lang="en-GB" sz="2400" dirty="0"/>
              <a:t>0.86</a:t>
            </a:r>
            <a:r>
              <a:rPr lang="ru-RU" sz="2400" dirty="0"/>
              <a:t> </a:t>
            </a:r>
            <a:r>
              <a:rPr lang="ru-RU" sz="2400" u="sng" dirty="0">
                <a:solidFill>
                  <a:srgbClr val="202122"/>
                </a:solidFill>
                <a:latin typeface="Arial" panose="020B0604020202020204" pitchFamily="34" charset="0"/>
              </a:rPr>
              <a:t>с</a:t>
            </a:r>
            <a:endParaRPr lang="en-GB" sz="2400" dirty="0"/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B8E507AE-D53A-21F9-658F-7976A6BA6865}"/>
              </a:ext>
            </a:extLst>
          </p:cNvPr>
          <p:cNvSpPr/>
          <p:nvPr/>
        </p:nvSpPr>
        <p:spPr>
          <a:xfrm>
            <a:off x="1047087" y="872606"/>
            <a:ext cx="1223906" cy="532015"/>
          </a:xfrm>
          <a:prstGeom prst="roundRect">
            <a:avLst/>
          </a:prstGeom>
          <a:solidFill>
            <a:schemeClr val="accent6">
              <a:lumMod val="40000"/>
              <a:lumOff val="60000"/>
            </a:schemeClr>
          </a:solidFill>
          <a:ln w="19050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r>
              <a:rPr lang="en-GB" sz="2400" dirty="0"/>
              <a:t>52</a:t>
            </a:r>
            <a:r>
              <a:rPr lang="ru-RU" sz="2400" dirty="0"/>
              <a:t> </a:t>
            </a:r>
            <a:r>
              <a:rPr lang="ru-RU" sz="2400" b="0" i="0" u="sng" dirty="0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с</a:t>
            </a:r>
            <a:endParaRPr lang="en-GB" sz="2400" dirty="0"/>
          </a:p>
        </p:txBody>
      </p: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EF6921EA-66DE-4236-EA25-24685A400D39}"/>
              </a:ext>
            </a:extLst>
          </p:cNvPr>
          <p:cNvSpPr/>
          <p:nvPr/>
        </p:nvSpPr>
        <p:spPr>
          <a:xfrm>
            <a:off x="3316461" y="872606"/>
            <a:ext cx="1223906" cy="532015"/>
          </a:xfrm>
          <a:prstGeom prst="roundRect">
            <a:avLst/>
          </a:prstGeom>
          <a:solidFill>
            <a:schemeClr val="accent6">
              <a:lumMod val="40000"/>
              <a:lumOff val="60000"/>
            </a:schemeClr>
          </a:solidFill>
          <a:ln w="19050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r>
              <a:rPr lang="en-GB" sz="2400" dirty="0"/>
              <a:t>34</a:t>
            </a:r>
            <a:r>
              <a:rPr lang="ru-RU" sz="2400" dirty="0"/>
              <a:t> </a:t>
            </a:r>
            <a:r>
              <a:rPr lang="ru-RU" sz="2400" b="0" i="0" u="sng" dirty="0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с</a:t>
            </a:r>
            <a:endParaRPr lang="en-GB" sz="2400" dirty="0"/>
          </a:p>
        </p:txBody>
      </p:sp>
      <p:sp>
        <p:nvSpPr>
          <p:cNvPr id="21" name="Plus Sign 20">
            <a:extLst>
              <a:ext uri="{FF2B5EF4-FFF2-40B4-BE49-F238E27FC236}">
                <a16:creationId xmlns:a16="http://schemas.microsoft.com/office/drawing/2014/main" id="{61539A16-9ED8-4344-1832-ADAA73F329E6}"/>
              </a:ext>
            </a:extLst>
          </p:cNvPr>
          <p:cNvSpPr/>
          <p:nvPr/>
        </p:nvSpPr>
        <p:spPr>
          <a:xfrm>
            <a:off x="2395681" y="1329806"/>
            <a:ext cx="698269" cy="698269"/>
          </a:xfrm>
          <a:prstGeom prst="mathPlus">
            <a:avLst>
              <a:gd name="adj1" fmla="val 16247"/>
            </a:avLst>
          </a:prstGeom>
          <a:solidFill>
            <a:srgbClr val="0070C0"/>
          </a:solidFill>
          <a:ln w="19050">
            <a:solidFill>
              <a:srgbClr val="0070C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2" name="Equals 21">
            <a:extLst>
              <a:ext uri="{FF2B5EF4-FFF2-40B4-BE49-F238E27FC236}">
                <a16:creationId xmlns:a16="http://schemas.microsoft.com/office/drawing/2014/main" id="{84276B90-6D18-CB22-3DA0-0116BC2600F2}"/>
              </a:ext>
            </a:extLst>
          </p:cNvPr>
          <p:cNvSpPr/>
          <p:nvPr/>
        </p:nvSpPr>
        <p:spPr>
          <a:xfrm>
            <a:off x="5075181" y="1229749"/>
            <a:ext cx="914400" cy="914400"/>
          </a:xfrm>
          <a:prstGeom prst="mathEqual">
            <a:avLst>
              <a:gd name="adj1" fmla="val 12607"/>
              <a:gd name="adj2" fmla="val 11760"/>
            </a:avLst>
          </a:prstGeom>
          <a:solidFill>
            <a:srgbClr val="0070C0"/>
          </a:solidFill>
          <a:ln w="19050">
            <a:solidFill>
              <a:srgbClr val="0070C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5F3AE787-A772-4014-9DE4-07C4EFBDD25F}"/>
              </a:ext>
            </a:extLst>
          </p:cNvPr>
          <p:cNvSpPr/>
          <p:nvPr/>
        </p:nvSpPr>
        <p:spPr>
          <a:xfrm>
            <a:off x="6617306" y="872606"/>
            <a:ext cx="2059333" cy="532015"/>
          </a:xfrm>
          <a:prstGeom prst="roundRect">
            <a:avLst/>
          </a:prstGeom>
          <a:solidFill>
            <a:schemeClr val="accent6">
              <a:lumMod val="40000"/>
              <a:lumOff val="60000"/>
            </a:schemeClr>
          </a:solidFill>
          <a:ln w="19050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r>
              <a:rPr lang="en-GB" sz="2400" dirty="0"/>
              <a:t>86</a:t>
            </a:r>
            <a:r>
              <a:rPr lang="ru-RU" sz="2400" dirty="0"/>
              <a:t> </a:t>
            </a:r>
            <a:r>
              <a:rPr lang="ru-RU" sz="2400" u="sng" dirty="0">
                <a:solidFill>
                  <a:srgbClr val="202122"/>
                </a:solidFill>
                <a:latin typeface="Arial" panose="020B0604020202020204" pitchFamily="34" charset="0"/>
              </a:rPr>
              <a:t>с</a:t>
            </a:r>
            <a:endParaRPr lang="en-GB" sz="2400" dirty="0"/>
          </a:p>
        </p:txBody>
      </p:sp>
      <p:pic>
        <p:nvPicPr>
          <p:cNvPr id="27" name="Picture 26">
            <a:extLst>
              <a:ext uri="{FF2B5EF4-FFF2-40B4-BE49-F238E27FC236}">
                <a16:creationId xmlns:a16="http://schemas.microsoft.com/office/drawing/2014/main" id="{8502801A-A956-23C9-9795-E72AF676B311}"/>
              </a:ext>
            </a:extLst>
          </p:cNvPr>
          <p:cNvPicPr>
            <a:picLocks noChangeAspect="1"/>
          </p:cNvPicPr>
          <p:nvPr/>
        </p:nvPicPr>
        <p:blipFill>
          <a:blip r:embed="rId4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825731" y="1858908"/>
            <a:ext cx="1584932" cy="918765"/>
          </a:xfrm>
          <a:prstGeom prst="rect">
            <a:avLst/>
          </a:prstGeom>
        </p:spPr>
      </p:pic>
      <p:pic>
        <p:nvPicPr>
          <p:cNvPr id="30" name="Picture 29">
            <a:extLst>
              <a:ext uri="{FF2B5EF4-FFF2-40B4-BE49-F238E27FC236}">
                <a16:creationId xmlns:a16="http://schemas.microsoft.com/office/drawing/2014/main" id="{3806D500-4D42-DF14-0BCF-B180BFDC6C6D}"/>
              </a:ext>
            </a:extLst>
          </p:cNvPr>
          <p:cNvPicPr>
            <a:picLocks noChangeAspect="1"/>
          </p:cNvPicPr>
          <p:nvPr/>
        </p:nvPicPr>
        <p:blipFill rotWithShape="1">
          <a:blip r:embed="rId5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" r="52181"/>
          <a:stretch/>
        </p:blipFill>
        <p:spPr>
          <a:xfrm>
            <a:off x="3578999" y="1643297"/>
            <a:ext cx="878701" cy="1158502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3E341684-A491-CC21-37BE-A89214920C7C}"/>
              </a:ext>
            </a:extLst>
          </p:cNvPr>
          <p:cNvPicPr>
            <a:picLocks noChangeAspect="1"/>
          </p:cNvPicPr>
          <p:nvPr/>
        </p:nvPicPr>
        <p:blipFill>
          <a:blip r:embed="rId4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6312132" y="1858908"/>
            <a:ext cx="1584932" cy="918765"/>
          </a:xfrm>
          <a:prstGeom prst="rect">
            <a:avLst/>
          </a:prstGeom>
        </p:spPr>
      </p:pic>
      <p:pic>
        <p:nvPicPr>
          <p:cNvPr id="34" name="Picture 33">
            <a:extLst>
              <a:ext uri="{FF2B5EF4-FFF2-40B4-BE49-F238E27FC236}">
                <a16:creationId xmlns:a16="http://schemas.microsoft.com/office/drawing/2014/main" id="{4CF1386B-270B-C55F-C76E-B20E42627CF1}"/>
              </a:ext>
            </a:extLst>
          </p:cNvPr>
          <p:cNvPicPr>
            <a:picLocks noChangeAspect="1"/>
          </p:cNvPicPr>
          <p:nvPr/>
        </p:nvPicPr>
        <p:blipFill rotWithShape="1">
          <a:blip r:embed="rId5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" r="52181"/>
          <a:stretch/>
        </p:blipFill>
        <p:spPr>
          <a:xfrm>
            <a:off x="7826803" y="1643297"/>
            <a:ext cx="878701" cy="1158502"/>
          </a:xfrm>
          <a:prstGeom prst="rect">
            <a:avLst/>
          </a:prstGeom>
        </p:spPr>
      </p:pic>
      <p:sp>
        <p:nvSpPr>
          <p:cNvPr id="35" name="TextBox 34">
            <a:extLst>
              <a:ext uri="{FF2B5EF4-FFF2-40B4-BE49-F238E27FC236}">
                <a16:creationId xmlns:a16="http://schemas.microsoft.com/office/drawing/2014/main" id="{C1823930-780A-5131-CBBF-A9168083741E}"/>
              </a:ext>
            </a:extLst>
          </p:cNvPr>
          <p:cNvSpPr txBox="1"/>
          <p:nvPr/>
        </p:nvSpPr>
        <p:spPr>
          <a:xfrm>
            <a:off x="1875539" y="100813"/>
            <a:ext cx="623536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Азамат</a:t>
            </a:r>
            <a:r>
              <a:rPr lang="en-US" sz="2000" dirty="0"/>
              <a:t> </a:t>
            </a:r>
            <a:r>
              <a:rPr lang="ru-RU" sz="2000" dirty="0"/>
              <a:t> дүкөнгө барды. Төмөндөгү сүрөттөргө ылайык,</a:t>
            </a:r>
            <a:endParaRPr lang="en-US" sz="2000" dirty="0"/>
          </a:p>
          <a:p>
            <a:pPr algn="ctr"/>
            <a:r>
              <a:rPr lang="ru-RU" sz="2000" dirty="0"/>
              <a:t> ал жалпысынан канча акча короткон?</a:t>
            </a:r>
            <a:endParaRPr lang="en-GB" sz="2000" dirty="0"/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D87F5A13-6EDE-7D0C-81B2-936F91A1D281}"/>
              </a:ext>
            </a:extLst>
          </p:cNvPr>
          <p:cNvSpPr txBox="1"/>
          <p:nvPr/>
        </p:nvSpPr>
        <p:spPr>
          <a:xfrm>
            <a:off x="1817548" y="3388930"/>
            <a:ext cx="607102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Айбек дүкөнгө барды. Төмөндөгү сүрөттөргө ылайык,</a:t>
            </a:r>
            <a:endParaRPr lang="en-US" sz="2000" dirty="0"/>
          </a:p>
          <a:p>
            <a:pPr algn="ctr"/>
            <a:r>
              <a:rPr lang="ru-RU" sz="2000" dirty="0"/>
              <a:t> ал жалпысынан канча акча короткон?</a:t>
            </a:r>
            <a:endParaRPr lang="en-GB" sz="2000" dirty="0"/>
          </a:p>
        </p:txBody>
      </p:sp>
    </p:spTree>
    <p:extLst>
      <p:ext uri="{BB962C8B-B14F-4D97-AF65-F5344CB8AC3E}">
        <p14:creationId xmlns:p14="http://schemas.microsoft.com/office/powerpoint/2010/main" val="37060045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25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D6CBD296-564D-729E-E723-BD8BE5FE2687}"/>
              </a:ext>
            </a:extLst>
          </p:cNvPr>
          <p:cNvSpPr/>
          <p:nvPr/>
        </p:nvSpPr>
        <p:spPr>
          <a:xfrm>
            <a:off x="40640" y="50800"/>
            <a:ext cx="9804400" cy="6766560"/>
          </a:xfrm>
          <a:prstGeom prst="roundRect">
            <a:avLst>
              <a:gd name="adj" fmla="val 5362"/>
            </a:avLst>
          </a:prstGeom>
          <a:noFill/>
          <a:ln w="28575"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 err="1">
              <a:solidFill>
                <a:schemeClr val="tx1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483AD1C-433A-E8E8-102E-6530E743037E}"/>
              </a:ext>
            </a:extLst>
          </p:cNvPr>
          <p:cNvSpPr txBox="1"/>
          <p:nvPr/>
        </p:nvSpPr>
        <p:spPr>
          <a:xfrm>
            <a:off x="2933975" y="208859"/>
            <a:ext cx="405476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Экөөнү тең сатып алуу канча турат?</a:t>
            </a:r>
            <a:endParaRPr lang="en-GB" sz="20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B9AA20E-6DA1-6E9A-9D49-CFD3DB1FFA70}"/>
              </a:ext>
            </a:extLst>
          </p:cNvPr>
          <p:cNvPicPr>
            <a:picLocks noChangeAspect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duotone>
              <a:schemeClr val="accent5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42704" y="828300"/>
            <a:ext cx="764149" cy="764149"/>
          </a:xfrm>
          <a:prstGeom prst="rect">
            <a:avLst/>
          </a:prstGeom>
        </p:spPr>
      </p:pic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A6237E0A-AE3C-E4B6-FFF7-8FF267378F90}"/>
              </a:ext>
            </a:extLst>
          </p:cNvPr>
          <p:cNvSpPr/>
          <p:nvPr/>
        </p:nvSpPr>
        <p:spPr>
          <a:xfrm>
            <a:off x="3296762" y="1745442"/>
            <a:ext cx="1056033" cy="449118"/>
          </a:xfrm>
          <a:prstGeom prst="roundRect">
            <a:avLst/>
          </a:prstGeom>
          <a:solidFill>
            <a:schemeClr val="accent4">
              <a:lumMod val="40000"/>
              <a:lumOff val="60000"/>
            </a:schemeClr>
          </a:solidFill>
          <a:ln w="19050">
            <a:solidFill>
              <a:srgbClr val="FFC00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r>
              <a:rPr lang="en-GB" sz="2400" dirty="0"/>
              <a:t>42</a:t>
            </a:r>
            <a:r>
              <a:rPr lang="ru-RU" sz="2400" dirty="0"/>
              <a:t> т</a:t>
            </a:r>
            <a:endParaRPr lang="en-GB" sz="2400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C21F3AE2-7D34-31B7-82C7-6AC1F7488CCC}"/>
              </a:ext>
            </a:extLst>
          </p:cNvPr>
          <p:cNvPicPr>
            <a:picLocks noChangeAspect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duotone>
              <a:schemeClr val="accent5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50295" y="766517"/>
            <a:ext cx="887715" cy="887715"/>
          </a:xfrm>
          <a:prstGeom prst="rect">
            <a:avLst/>
          </a:prstGeom>
        </p:spPr>
      </p:pic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754FD55E-DF32-0934-198C-7CA2BF90A5E7}"/>
              </a:ext>
            </a:extLst>
          </p:cNvPr>
          <p:cNvSpPr/>
          <p:nvPr/>
        </p:nvSpPr>
        <p:spPr>
          <a:xfrm>
            <a:off x="5566136" y="1745442"/>
            <a:ext cx="1056033" cy="449118"/>
          </a:xfrm>
          <a:prstGeom prst="roundRect">
            <a:avLst/>
          </a:prstGeom>
          <a:solidFill>
            <a:schemeClr val="accent4">
              <a:lumMod val="40000"/>
              <a:lumOff val="60000"/>
            </a:schemeClr>
          </a:solidFill>
          <a:ln w="19050">
            <a:solidFill>
              <a:srgbClr val="FFC00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r>
              <a:rPr lang="en-GB" sz="2400" dirty="0"/>
              <a:t>53</a:t>
            </a:r>
            <a:r>
              <a:rPr lang="ru-RU" sz="2400" dirty="0"/>
              <a:t> т</a:t>
            </a:r>
            <a:endParaRPr lang="en-GB" sz="2400" dirty="0"/>
          </a:p>
        </p:txBody>
      </p: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919EDA05-E3E2-9D95-97B6-F231B8F11F68}"/>
              </a:ext>
            </a:extLst>
          </p:cNvPr>
          <p:cNvSpPr/>
          <p:nvPr/>
        </p:nvSpPr>
        <p:spPr>
          <a:xfrm>
            <a:off x="3296762" y="2302395"/>
            <a:ext cx="1056033" cy="449118"/>
          </a:xfrm>
          <a:prstGeom prst="roundRect">
            <a:avLst/>
          </a:prstGeom>
          <a:solidFill>
            <a:schemeClr val="accent4">
              <a:lumMod val="60000"/>
              <a:lumOff val="40000"/>
            </a:schemeClr>
          </a:solidFill>
          <a:ln w="19050">
            <a:solidFill>
              <a:srgbClr val="FFC00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r>
              <a:rPr lang="en-GB" sz="2400" dirty="0"/>
              <a:t>0.42</a:t>
            </a:r>
            <a:r>
              <a:rPr lang="ru-RU" sz="2400" dirty="0"/>
              <a:t> </a:t>
            </a:r>
            <a:r>
              <a:rPr lang="ru-RU" sz="2400" b="0" i="0" u="sng" dirty="0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с</a:t>
            </a:r>
            <a:endParaRPr lang="en-GB" sz="2400" dirty="0"/>
          </a:p>
        </p:txBody>
      </p:sp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585B1F46-0C9D-AE46-FAC2-F1D07C905FBD}"/>
              </a:ext>
            </a:extLst>
          </p:cNvPr>
          <p:cNvSpPr/>
          <p:nvPr/>
        </p:nvSpPr>
        <p:spPr>
          <a:xfrm>
            <a:off x="5566136" y="2302395"/>
            <a:ext cx="1056033" cy="449118"/>
          </a:xfrm>
          <a:prstGeom prst="roundRect">
            <a:avLst/>
          </a:prstGeom>
          <a:solidFill>
            <a:schemeClr val="accent4">
              <a:lumMod val="60000"/>
              <a:lumOff val="40000"/>
            </a:schemeClr>
          </a:solidFill>
          <a:ln w="19050">
            <a:solidFill>
              <a:srgbClr val="FFC00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r>
              <a:rPr lang="en-GB" sz="2400" dirty="0"/>
              <a:t>0.53</a:t>
            </a:r>
            <a:r>
              <a:rPr lang="ru-RU" sz="2400" dirty="0"/>
              <a:t> </a:t>
            </a:r>
            <a:r>
              <a:rPr lang="ru-RU" sz="2400" b="0" i="0" u="sng" dirty="0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с</a:t>
            </a:r>
            <a:endParaRPr lang="en-GB" sz="2400" dirty="0"/>
          </a:p>
        </p:txBody>
      </p:sp>
      <p:graphicFrame>
        <p:nvGraphicFramePr>
          <p:cNvPr id="29" name="Table 6">
            <a:extLst>
              <a:ext uri="{FF2B5EF4-FFF2-40B4-BE49-F238E27FC236}">
                <a16:creationId xmlns:a16="http://schemas.microsoft.com/office/drawing/2014/main" id="{53A6939E-8BF7-7953-AD61-BCA468D47AAB}"/>
              </a:ext>
            </a:extLst>
          </p:cNvPr>
          <p:cNvGraphicFramePr>
            <a:graphicFrameLocks noGrp="1"/>
          </p:cNvGraphicFramePr>
          <p:nvPr/>
        </p:nvGraphicFramePr>
        <p:xfrm>
          <a:off x="6369015" y="4056610"/>
          <a:ext cx="2504355" cy="2003720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500871">
                  <a:extLst>
                    <a:ext uri="{9D8B030D-6E8A-4147-A177-3AD203B41FA5}">
                      <a16:colId xmlns:a16="http://schemas.microsoft.com/office/drawing/2014/main" val="4001077677"/>
                    </a:ext>
                  </a:extLst>
                </a:gridCol>
                <a:gridCol w="500871">
                  <a:extLst>
                    <a:ext uri="{9D8B030D-6E8A-4147-A177-3AD203B41FA5}">
                      <a16:colId xmlns:a16="http://schemas.microsoft.com/office/drawing/2014/main" val="2295623795"/>
                    </a:ext>
                  </a:extLst>
                </a:gridCol>
                <a:gridCol w="500871">
                  <a:extLst>
                    <a:ext uri="{9D8B030D-6E8A-4147-A177-3AD203B41FA5}">
                      <a16:colId xmlns:a16="http://schemas.microsoft.com/office/drawing/2014/main" val="3022669155"/>
                    </a:ext>
                  </a:extLst>
                </a:gridCol>
                <a:gridCol w="500871">
                  <a:extLst>
                    <a:ext uri="{9D8B030D-6E8A-4147-A177-3AD203B41FA5}">
                      <a16:colId xmlns:a16="http://schemas.microsoft.com/office/drawing/2014/main" val="3567078726"/>
                    </a:ext>
                  </a:extLst>
                </a:gridCol>
                <a:gridCol w="500871">
                  <a:extLst>
                    <a:ext uri="{9D8B030D-6E8A-4147-A177-3AD203B41FA5}">
                      <a16:colId xmlns:a16="http://schemas.microsoft.com/office/drawing/2014/main" val="3791507715"/>
                    </a:ext>
                  </a:extLst>
                </a:gridCol>
              </a:tblGrid>
              <a:tr h="50093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20463872"/>
                  </a:ext>
                </a:extLst>
              </a:tr>
              <a:tr h="50093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58844605"/>
                  </a:ext>
                </a:extLst>
              </a:tr>
              <a:tr h="50093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52101844"/>
                  </a:ext>
                </a:extLst>
              </a:tr>
              <a:tr h="50093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56254613"/>
                  </a:ext>
                </a:extLst>
              </a:tr>
            </a:tbl>
          </a:graphicData>
        </a:graphic>
      </p:graphicFrame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67AC7DE4-6138-BF03-E001-699C9D64947E}"/>
              </a:ext>
            </a:extLst>
          </p:cNvPr>
          <p:cNvCxnSpPr>
            <a:cxnSpLocks/>
          </p:cNvCxnSpPr>
          <p:nvPr/>
        </p:nvCxnSpPr>
        <p:spPr>
          <a:xfrm>
            <a:off x="6760210" y="5057775"/>
            <a:ext cx="1874203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TextBox 30">
            <a:extLst>
              <a:ext uri="{FF2B5EF4-FFF2-40B4-BE49-F238E27FC236}">
                <a16:creationId xmlns:a16="http://schemas.microsoft.com/office/drawing/2014/main" id="{33C9B715-6A09-3908-110B-0A49C9A61329}"/>
              </a:ext>
            </a:extLst>
          </p:cNvPr>
          <p:cNvSpPr txBox="1"/>
          <p:nvPr/>
        </p:nvSpPr>
        <p:spPr>
          <a:xfrm>
            <a:off x="7894965" y="3982541"/>
            <a:ext cx="41870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2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962D9541-D759-DD35-3913-436C90775C4A}"/>
              </a:ext>
            </a:extLst>
          </p:cNvPr>
          <p:cNvSpPr txBox="1"/>
          <p:nvPr/>
        </p:nvSpPr>
        <p:spPr>
          <a:xfrm>
            <a:off x="7390373" y="3982541"/>
            <a:ext cx="41870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4</a:t>
            </a:r>
          </a:p>
        </p:txBody>
      </p:sp>
      <p:sp>
        <p:nvSpPr>
          <p:cNvPr id="33" name="Oval 32">
            <a:extLst>
              <a:ext uri="{FF2B5EF4-FFF2-40B4-BE49-F238E27FC236}">
                <a16:creationId xmlns:a16="http://schemas.microsoft.com/office/drawing/2014/main" id="{DB43130B-FCD0-09DF-147E-88334D4DEA55}"/>
              </a:ext>
            </a:extLst>
          </p:cNvPr>
          <p:cNvSpPr/>
          <p:nvPr/>
        </p:nvSpPr>
        <p:spPr>
          <a:xfrm>
            <a:off x="7327020" y="4278075"/>
            <a:ext cx="77098" cy="77098"/>
          </a:xfrm>
          <a:prstGeom prst="ellipse">
            <a:avLst/>
          </a:prstGeom>
          <a:solidFill>
            <a:schemeClr val="tx1"/>
          </a:solidFill>
          <a:ln w="1905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 sz="1400"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836E8515-205A-518B-7EE2-30BCDD48BAB0}"/>
              </a:ext>
            </a:extLst>
          </p:cNvPr>
          <p:cNvSpPr txBox="1"/>
          <p:nvPr/>
        </p:nvSpPr>
        <p:spPr>
          <a:xfrm>
            <a:off x="6387220" y="4466554"/>
            <a:ext cx="41389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+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A6723F41-C48E-DD56-7FCC-77B39241F9BB}"/>
              </a:ext>
            </a:extLst>
          </p:cNvPr>
          <p:cNvSpPr txBox="1"/>
          <p:nvPr/>
        </p:nvSpPr>
        <p:spPr>
          <a:xfrm>
            <a:off x="7894965" y="4483622"/>
            <a:ext cx="41870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3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6610B695-1CE3-C1C3-3DB2-1F4C8D365A4A}"/>
              </a:ext>
            </a:extLst>
          </p:cNvPr>
          <p:cNvSpPr txBox="1"/>
          <p:nvPr/>
        </p:nvSpPr>
        <p:spPr>
          <a:xfrm>
            <a:off x="7390373" y="4483622"/>
            <a:ext cx="41870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5</a:t>
            </a:r>
          </a:p>
        </p:txBody>
      </p:sp>
      <p:sp>
        <p:nvSpPr>
          <p:cNvPr id="38" name="Oval 37">
            <a:extLst>
              <a:ext uri="{FF2B5EF4-FFF2-40B4-BE49-F238E27FC236}">
                <a16:creationId xmlns:a16="http://schemas.microsoft.com/office/drawing/2014/main" id="{37F7D4F7-622D-3117-1AD2-A95EF4805DAB}"/>
              </a:ext>
            </a:extLst>
          </p:cNvPr>
          <p:cNvSpPr/>
          <p:nvPr/>
        </p:nvSpPr>
        <p:spPr>
          <a:xfrm>
            <a:off x="7327020" y="4779156"/>
            <a:ext cx="77098" cy="77098"/>
          </a:xfrm>
          <a:prstGeom prst="ellipse">
            <a:avLst/>
          </a:prstGeom>
          <a:solidFill>
            <a:schemeClr val="tx1"/>
          </a:solidFill>
          <a:ln w="1905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 sz="1400"/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B0282EF5-2382-40E7-D21D-5DFF64B5DBC8}"/>
              </a:ext>
            </a:extLst>
          </p:cNvPr>
          <p:cNvSpPr txBox="1"/>
          <p:nvPr/>
        </p:nvSpPr>
        <p:spPr>
          <a:xfrm>
            <a:off x="7894965" y="4980783"/>
            <a:ext cx="41870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5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C113F4E9-83CD-DD21-C004-2874FBA861E8}"/>
              </a:ext>
            </a:extLst>
          </p:cNvPr>
          <p:cNvSpPr txBox="1"/>
          <p:nvPr/>
        </p:nvSpPr>
        <p:spPr>
          <a:xfrm>
            <a:off x="7390373" y="4980783"/>
            <a:ext cx="41870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9</a:t>
            </a:r>
          </a:p>
        </p:txBody>
      </p:sp>
      <p:sp>
        <p:nvSpPr>
          <p:cNvPr id="41" name="Oval 40">
            <a:extLst>
              <a:ext uri="{FF2B5EF4-FFF2-40B4-BE49-F238E27FC236}">
                <a16:creationId xmlns:a16="http://schemas.microsoft.com/office/drawing/2014/main" id="{A1A583D6-B375-C502-6ECC-A78A926C8C83}"/>
              </a:ext>
            </a:extLst>
          </p:cNvPr>
          <p:cNvSpPr/>
          <p:nvPr/>
        </p:nvSpPr>
        <p:spPr>
          <a:xfrm>
            <a:off x="7327020" y="5276318"/>
            <a:ext cx="77098" cy="77098"/>
          </a:xfrm>
          <a:prstGeom prst="ellipse">
            <a:avLst/>
          </a:prstGeom>
          <a:solidFill>
            <a:schemeClr val="tx1"/>
          </a:solidFill>
          <a:ln w="1905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 sz="1400"/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F74D3DFF-9E56-FD42-FA05-4D0F6CB74649}"/>
              </a:ext>
            </a:extLst>
          </p:cNvPr>
          <p:cNvSpPr txBox="1"/>
          <p:nvPr/>
        </p:nvSpPr>
        <p:spPr>
          <a:xfrm>
            <a:off x="3246371" y="3257552"/>
            <a:ext cx="342997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Эмнеси менен айырмаланат?</a:t>
            </a:r>
            <a:endParaRPr lang="en-GB" sz="2000" dirty="0"/>
          </a:p>
        </p:txBody>
      </p:sp>
      <p:graphicFrame>
        <p:nvGraphicFramePr>
          <p:cNvPr id="43" name="Table 6">
            <a:extLst>
              <a:ext uri="{FF2B5EF4-FFF2-40B4-BE49-F238E27FC236}">
                <a16:creationId xmlns:a16="http://schemas.microsoft.com/office/drawing/2014/main" id="{31CDF91C-C702-04DF-75FD-8C95D1D1AF17}"/>
              </a:ext>
            </a:extLst>
          </p:cNvPr>
          <p:cNvGraphicFramePr>
            <a:graphicFrameLocks noGrp="1"/>
          </p:cNvGraphicFramePr>
          <p:nvPr/>
        </p:nvGraphicFramePr>
        <p:xfrm>
          <a:off x="1195035" y="4056610"/>
          <a:ext cx="2504355" cy="2003720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500871">
                  <a:extLst>
                    <a:ext uri="{9D8B030D-6E8A-4147-A177-3AD203B41FA5}">
                      <a16:colId xmlns:a16="http://schemas.microsoft.com/office/drawing/2014/main" val="4001077677"/>
                    </a:ext>
                  </a:extLst>
                </a:gridCol>
                <a:gridCol w="500871">
                  <a:extLst>
                    <a:ext uri="{9D8B030D-6E8A-4147-A177-3AD203B41FA5}">
                      <a16:colId xmlns:a16="http://schemas.microsoft.com/office/drawing/2014/main" val="2295623795"/>
                    </a:ext>
                  </a:extLst>
                </a:gridCol>
                <a:gridCol w="500871">
                  <a:extLst>
                    <a:ext uri="{9D8B030D-6E8A-4147-A177-3AD203B41FA5}">
                      <a16:colId xmlns:a16="http://schemas.microsoft.com/office/drawing/2014/main" val="3022669155"/>
                    </a:ext>
                  </a:extLst>
                </a:gridCol>
                <a:gridCol w="500871">
                  <a:extLst>
                    <a:ext uri="{9D8B030D-6E8A-4147-A177-3AD203B41FA5}">
                      <a16:colId xmlns:a16="http://schemas.microsoft.com/office/drawing/2014/main" val="3567078726"/>
                    </a:ext>
                  </a:extLst>
                </a:gridCol>
                <a:gridCol w="500871">
                  <a:extLst>
                    <a:ext uri="{9D8B030D-6E8A-4147-A177-3AD203B41FA5}">
                      <a16:colId xmlns:a16="http://schemas.microsoft.com/office/drawing/2014/main" val="3791507715"/>
                    </a:ext>
                  </a:extLst>
                </a:gridCol>
              </a:tblGrid>
              <a:tr h="50093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20463872"/>
                  </a:ext>
                </a:extLst>
              </a:tr>
              <a:tr h="50093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58844605"/>
                  </a:ext>
                </a:extLst>
              </a:tr>
              <a:tr h="50093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52101844"/>
                  </a:ext>
                </a:extLst>
              </a:tr>
              <a:tr h="50093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56254613"/>
                  </a:ext>
                </a:extLst>
              </a:tr>
            </a:tbl>
          </a:graphicData>
        </a:graphic>
      </p:graphicFrame>
      <p:cxnSp>
        <p:nvCxnSpPr>
          <p:cNvPr id="44" name="Straight Connector 43">
            <a:extLst>
              <a:ext uri="{FF2B5EF4-FFF2-40B4-BE49-F238E27FC236}">
                <a16:creationId xmlns:a16="http://schemas.microsoft.com/office/drawing/2014/main" id="{66112657-D40A-9911-376E-C5A06A09C4CF}"/>
              </a:ext>
            </a:extLst>
          </p:cNvPr>
          <p:cNvCxnSpPr>
            <a:cxnSpLocks/>
          </p:cNvCxnSpPr>
          <p:nvPr/>
        </p:nvCxnSpPr>
        <p:spPr>
          <a:xfrm>
            <a:off x="2072005" y="5057775"/>
            <a:ext cx="1263650" cy="3175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" name="TextBox 44">
            <a:extLst>
              <a:ext uri="{FF2B5EF4-FFF2-40B4-BE49-F238E27FC236}">
                <a16:creationId xmlns:a16="http://schemas.microsoft.com/office/drawing/2014/main" id="{584E53A4-BFF7-D9D4-ED22-C3047C1DA6D0}"/>
              </a:ext>
            </a:extLst>
          </p:cNvPr>
          <p:cNvSpPr txBox="1"/>
          <p:nvPr/>
        </p:nvSpPr>
        <p:spPr>
          <a:xfrm>
            <a:off x="2720985" y="3982541"/>
            <a:ext cx="41870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2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66B5E1E6-DC5B-42BA-8D64-08D05285F42B}"/>
              </a:ext>
            </a:extLst>
          </p:cNvPr>
          <p:cNvSpPr txBox="1"/>
          <p:nvPr/>
        </p:nvSpPr>
        <p:spPr>
          <a:xfrm>
            <a:off x="2216393" y="3982541"/>
            <a:ext cx="41870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4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E2239097-F761-EEEC-DC07-AADE89624223}"/>
              </a:ext>
            </a:extLst>
          </p:cNvPr>
          <p:cNvSpPr txBox="1"/>
          <p:nvPr/>
        </p:nvSpPr>
        <p:spPr>
          <a:xfrm>
            <a:off x="1700920" y="4466554"/>
            <a:ext cx="41389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+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00164C70-B8B1-913E-1C2C-F345C6587995}"/>
              </a:ext>
            </a:extLst>
          </p:cNvPr>
          <p:cNvSpPr txBox="1"/>
          <p:nvPr/>
        </p:nvSpPr>
        <p:spPr>
          <a:xfrm>
            <a:off x="2720985" y="4483622"/>
            <a:ext cx="41870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3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BFA2C6B8-130B-5F42-D10C-95ACA20AB83E}"/>
              </a:ext>
            </a:extLst>
          </p:cNvPr>
          <p:cNvSpPr txBox="1"/>
          <p:nvPr/>
        </p:nvSpPr>
        <p:spPr>
          <a:xfrm>
            <a:off x="2216393" y="4483622"/>
            <a:ext cx="41870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5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692CD2F6-9578-3D70-3524-E7AC3986DA81}"/>
              </a:ext>
            </a:extLst>
          </p:cNvPr>
          <p:cNvSpPr txBox="1"/>
          <p:nvPr/>
        </p:nvSpPr>
        <p:spPr>
          <a:xfrm>
            <a:off x="2720985" y="4980783"/>
            <a:ext cx="41870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5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BB23E47F-B626-FBD1-4CD2-F7BC9C4A0F71}"/>
              </a:ext>
            </a:extLst>
          </p:cNvPr>
          <p:cNvSpPr txBox="1"/>
          <p:nvPr/>
        </p:nvSpPr>
        <p:spPr>
          <a:xfrm>
            <a:off x="2216393" y="4980783"/>
            <a:ext cx="41870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9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DB28F2A3-35D4-846C-8432-FBEA262168EF}"/>
              </a:ext>
            </a:extLst>
          </p:cNvPr>
          <p:cNvSpPr txBox="1"/>
          <p:nvPr/>
        </p:nvSpPr>
        <p:spPr>
          <a:xfrm>
            <a:off x="6899835" y="3982541"/>
            <a:ext cx="41870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0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9D60102F-3599-7564-5853-5BCEC285B3ED}"/>
              </a:ext>
            </a:extLst>
          </p:cNvPr>
          <p:cNvSpPr txBox="1"/>
          <p:nvPr/>
        </p:nvSpPr>
        <p:spPr>
          <a:xfrm>
            <a:off x="6899835" y="4483622"/>
            <a:ext cx="41870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0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38F07DE2-8BD5-104F-750C-AD5A2A6F3A92}"/>
              </a:ext>
            </a:extLst>
          </p:cNvPr>
          <p:cNvSpPr txBox="1"/>
          <p:nvPr/>
        </p:nvSpPr>
        <p:spPr>
          <a:xfrm>
            <a:off x="6899835" y="4980783"/>
            <a:ext cx="41870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0</a:t>
            </a:r>
          </a:p>
        </p:txBody>
      </p:sp>
      <p:sp>
        <p:nvSpPr>
          <p:cNvPr id="8" name="Plus Sign 7">
            <a:extLst>
              <a:ext uri="{FF2B5EF4-FFF2-40B4-BE49-F238E27FC236}">
                <a16:creationId xmlns:a16="http://schemas.microsoft.com/office/drawing/2014/main" id="{FE165145-8057-628A-293C-A945006545D7}"/>
              </a:ext>
            </a:extLst>
          </p:cNvPr>
          <p:cNvSpPr/>
          <p:nvPr/>
        </p:nvSpPr>
        <p:spPr>
          <a:xfrm>
            <a:off x="4698307" y="1512916"/>
            <a:ext cx="515159" cy="515159"/>
          </a:xfrm>
          <a:prstGeom prst="mathPlus">
            <a:avLst>
              <a:gd name="adj1" fmla="val 16247"/>
            </a:avLst>
          </a:prstGeom>
          <a:solidFill>
            <a:srgbClr val="2E6CA4"/>
          </a:solidFill>
          <a:ln w="19050">
            <a:solidFill>
              <a:srgbClr val="0070C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462056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" grpId="0"/>
      <p:bldP spid="32" grpId="0"/>
      <p:bldP spid="33" grpId="0" animBg="1"/>
      <p:bldP spid="34" grpId="0"/>
      <p:bldP spid="36" grpId="0"/>
      <p:bldP spid="37" grpId="0"/>
      <p:bldP spid="38" grpId="0" animBg="1"/>
      <p:bldP spid="39" grpId="0"/>
      <p:bldP spid="40" grpId="0"/>
      <p:bldP spid="41" grpId="0" animBg="1"/>
      <p:bldP spid="42" grpId="0"/>
      <p:bldP spid="45" grpId="0"/>
      <p:bldP spid="46" grpId="0"/>
      <p:bldP spid="48" grpId="0"/>
      <p:bldP spid="49" grpId="0"/>
      <p:bldP spid="50" grpId="0"/>
      <p:bldP spid="52" grpId="0"/>
      <p:bldP spid="53" grpId="0"/>
      <p:bldP spid="56" grpId="0"/>
      <p:bldP spid="57" grpId="0"/>
      <p:bldP spid="58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D6CBD296-564D-729E-E723-BD8BE5FE2687}"/>
              </a:ext>
            </a:extLst>
          </p:cNvPr>
          <p:cNvSpPr/>
          <p:nvPr/>
        </p:nvSpPr>
        <p:spPr>
          <a:xfrm>
            <a:off x="40640" y="50800"/>
            <a:ext cx="9804400" cy="6766560"/>
          </a:xfrm>
          <a:prstGeom prst="roundRect">
            <a:avLst>
              <a:gd name="adj" fmla="val 5362"/>
            </a:avLst>
          </a:prstGeom>
          <a:noFill/>
          <a:ln w="28575"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 err="1">
              <a:solidFill>
                <a:schemeClr val="tx1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483AD1C-433A-E8E8-102E-6530E743037E}"/>
              </a:ext>
            </a:extLst>
          </p:cNvPr>
          <p:cNvSpPr txBox="1"/>
          <p:nvPr/>
        </p:nvSpPr>
        <p:spPr>
          <a:xfrm>
            <a:off x="2933975" y="208859"/>
            <a:ext cx="405476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Экөөнү тең сатып алуу канча турат?</a:t>
            </a:r>
            <a:endParaRPr lang="en-GB" sz="2000" dirty="0"/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A6237E0A-AE3C-E4B6-FFF7-8FF267378F90}"/>
              </a:ext>
            </a:extLst>
          </p:cNvPr>
          <p:cNvSpPr/>
          <p:nvPr/>
        </p:nvSpPr>
        <p:spPr>
          <a:xfrm>
            <a:off x="3296762" y="1745442"/>
            <a:ext cx="1056033" cy="449118"/>
          </a:xfrm>
          <a:prstGeom prst="roundRect">
            <a:avLst/>
          </a:prstGeom>
          <a:solidFill>
            <a:schemeClr val="accent4">
              <a:lumMod val="40000"/>
              <a:lumOff val="60000"/>
            </a:schemeClr>
          </a:solidFill>
          <a:ln w="19050">
            <a:solidFill>
              <a:srgbClr val="FFC00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r>
              <a:rPr lang="en-GB" sz="2400" dirty="0"/>
              <a:t>38</a:t>
            </a:r>
            <a:r>
              <a:rPr lang="ru-RU" sz="2400" dirty="0"/>
              <a:t> т</a:t>
            </a:r>
            <a:endParaRPr lang="en-GB" sz="2400" dirty="0"/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754FD55E-DF32-0934-198C-7CA2BF90A5E7}"/>
              </a:ext>
            </a:extLst>
          </p:cNvPr>
          <p:cNvSpPr/>
          <p:nvPr/>
        </p:nvSpPr>
        <p:spPr>
          <a:xfrm>
            <a:off x="5566136" y="1745442"/>
            <a:ext cx="1056033" cy="449118"/>
          </a:xfrm>
          <a:prstGeom prst="roundRect">
            <a:avLst/>
          </a:prstGeom>
          <a:solidFill>
            <a:schemeClr val="accent4">
              <a:lumMod val="40000"/>
              <a:lumOff val="60000"/>
            </a:schemeClr>
          </a:solidFill>
          <a:ln w="19050">
            <a:solidFill>
              <a:srgbClr val="FFC00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r>
              <a:rPr lang="en-GB" sz="2400" dirty="0"/>
              <a:t>44</a:t>
            </a:r>
            <a:r>
              <a:rPr lang="ru-RU" sz="2400" dirty="0"/>
              <a:t> т</a:t>
            </a:r>
            <a:endParaRPr lang="en-GB" sz="2400" dirty="0"/>
          </a:p>
        </p:txBody>
      </p: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919EDA05-E3E2-9D95-97B6-F231B8F11F68}"/>
              </a:ext>
            </a:extLst>
          </p:cNvPr>
          <p:cNvSpPr/>
          <p:nvPr/>
        </p:nvSpPr>
        <p:spPr>
          <a:xfrm>
            <a:off x="3296762" y="2302395"/>
            <a:ext cx="1056033" cy="449118"/>
          </a:xfrm>
          <a:prstGeom prst="roundRect">
            <a:avLst/>
          </a:prstGeom>
          <a:solidFill>
            <a:schemeClr val="accent4">
              <a:lumMod val="60000"/>
              <a:lumOff val="40000"/>
            </a:schemeClr>
          </a:solidFill>
          <a:ln w="19050">
            <a:solidFill>
              <a:srgbClr val="FFC00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r>
              <a:rPr lang="en-GB" sz="2400" dirty="0"/>
              <a:t>0.38 </a:t>
            </a:r>
            <a:r>
              <a:rPr lang="ru-RU" sz="2400" b="0" i="0" u="sng" dirty="0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с</a:t>
            </a:r>
            <a:r>
              <a:rPr lang="ru-RU" sz="2400" dirty="0"/>
              <a:t> </a:t>
            </a:r>
            <a:endParaRPr lang="en-GB" sz="2400" dirty="0"/>
          </a:p>
        </p:txBody>
      </p:sp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585B1F46-0C9D-AE46-FAC2-F1D07C905FBD}"/>
              </a:ext>
            </a:extLst>
          </p:cNvPr>
          <p:cNvSpPr/>
          <p:nvPr/>
        </p:nvSpPr>
        <p:spPr>
          <a:xfrm>
            <a:off x="5566136" y="2302395"/>
            <a:ext cx="1056033" cy="449118"/>
          </a:xfrm>
          <a:prstGeom prst="roundRect">
            <a:avLst/>
          </a:prstGeom>
          <a:solidFill>
            <a:schemeClr val="accent4">
              <a:lumMod val="60000"/>
              <a:lumOff val="40000"/>
            </a:schemeClr>
          </a:solidFill>
          <a:ln w="19050">
            <a:solidFill>
              <a:srgbClr val="FFC00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r>
              <a:rPr lang="en-GB" sz="2400" dirty="0"/>
              <a:t>0.44 </a:t>
            </a:r>
            <a:r>
              <a:rPr lang="ru-RU" sz="2400" b="0" i="0" u="sng" dirty="0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с</a:t>
            </a:r>
            <a:endParaRPr lang="en-GB" sz="2400" dirty="0"/>
          </a:p>
        </p:txBody>
      </p:sp>
      <p:graphicFrame>
        <p:nvGraphicFramePr>
          <p:cNvPr id="29" name="Table 6">
            <a:extLst>
              <a:ext uri="{FF2B5EF4-FFF2-40B4-BE49-F238E27FC236}">
                <a16:creationId xmlns:a16="http://schemas.microsoft.com/office/drawing/2014/main" id="{53A6939E-8BF7-7953-AD61-BCA468D47AAB}"/>
              </a:ext>
            </a:extLst>
          </p:cNvPr>
          <p:cNvGraphicFramePr>
            <a:graphicFrameLocks noGrp="1"/>
          </p:cNvGraphicFramePr>
          <p:nvPr/>
        </p:nvGraphicFramePr>
        <p:xfrm>
          <a:off x="6369015" y="4056610"/>
          <a:ext cx="2504355" cy="2003720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500871">
                  <a:extLst>
                    <a:ext uri="{9D8B030D-6E8A-4147-A177-3AD203B41FA5}">
                      <a16:colId xmlns:a16="http://schemas.microsoft.com/office/drawing/2014/main" val="4001077677"/>
                    </a:ext>
                  </a:extLst>
                </a:gridCol>
                <a:gridCol w="500871">
                  <a:extLst>
                    <a:ext uri="{9D8B030D-6E8A-4147-A177-3AD203B41FA5}">
                      <a16:colId xmlns:a16="http://schemas.microsoft.com/office/drawing/2014/main" val="2295623795"/>
                    </a:ext>
                  </a:extLst>
                </a:gridCol>
                <a:gridCol w="500871">
                  <a:extLst>
                    <a:ext uri="{9D8B030D-6E8A-4147-A177-3AD203B41FA5}">
                      <a16:colId xmlns:a16="http://schemas.microsoft.com/office/drawing/2014/main" val="3022669155"/>
                    </a:ext>
                  </a:extLst>
                </a:gridCol>
                <a:gridCol w="500871">
                  <a:extLst>
                    <a:ext uri="{9D8B030D-6E8A-4147-A177-3AD203B41FA5}">
                      <a16:colId xmlns:a16="http://schemas.microsoft.com/office/drawing/2014/main" val="3567078726"/>
                    </a:ext>
                  </a:extLst>
                </a:gridCol>
                <a:gridCol w="500871">
                  <a:extLst>
                    <a:ext uri="{9D8B030D-6E8A-4147-A177-3AD203B41FA5}">
                      <a16:colId xmlns:a16="http://schemas.microsoft.com/office/drawing/2014/main" val="3791507715"/>
                    </a:ext>
                  </a:extLst>
                </a:gridCol>
              </a:tblGrid>
              <a:tr h="50093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20463872"/>
                  </a:ext>
                </a:extLst>
              </a:tr>
              <a:tr h="50093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58844605"/>
                  </a:ext>
                </a:extLst>
              </a:tr>
              <a:tr h="50093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52101844"/>
                  </a:ext>
                </a:extLst>
              </a:tr>
              <a:tr h="50093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56254613"/>
                  </a:ext>
                </a:extLst>
              </a:tr>
            </a:tbl>
          </a:graphicData>
        </a:graphic>
      </p:graphicFrame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67AC7DE4-6138-BF03-E001-699C9D64947E}"/>
              </a:ext>
            </a:extLst>
          </p:cNvPr>
          <p:cNvCxnSpPr>
            <a:cxnSpLocks/>
          </p:cNvCxnSpPr>
          <p:nvPr/>
        </p:nvCxnSpPr>
        <p:spPr>
          <a:xfrm>
            <a:off x="6760210" y="5057775"/>
            <a:ext cx="1874203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TextBox 30">
            <a:extLst>
              <a:ext uri="{FF2B5EF4-FFF2-40B4-BE49-F238E27FC236}">
                <a16:creationId xmlns:a16="http://schemas.microsoft.com/office/drawing/2014/main" id="{33C9B715-6A09-3908-110B-0A49C9A61329}"/>
              </a:ext>
            </a:extLst>
          </p:cNvPr>
          <p:cNvSpPr txBox="1"/>
          <p:nvPr/>
        </p:nvSpPr>
        <p:spPr>
          <a:xfrm>
            <a:off x="7894965" y="3982541"/>
            <a:ext cx="41870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8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962D9541-D759-DD35-3913-436C90775C4A}"/>
              </a:ext>
            </a:extLst>
          </p:cNvPr>
          <p:cNvSpPr txBox="1"/>
          <p:nvPr/>
        </p:nvSpPr>
        <p:spPr>
          <a:xfrm>
            <a:off x="7390373" y="3982541"/>
            <a:ext cx="41870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3</a:t>
            </a:r>
          </a:p>
        </p:txBody>
      </p:sp>
      <p:sp>
        <p:nvSpPr>
          <p:cNvPr id="33" name="Oval 32">
            <a:extLst>
              <a:ext uri="{FF2B5EF4-FFF2-40B4-BE49-F238E27FC236}">
                <a16:creationId xmlns:a16="http://schemas.microsoft.com/office/drawing/2014/main" id="{DB43130B-FCD0-09DF-147E-88334D4DEA55}"/>
              </a:ext>
            </a:extLst>
          </p:cNvPr>
          <p:cNvSpPr/>
          <p:nvPr/>
        </p:nvSpPr>
        <p:spPr>
          <a:xfrm>
            <a:off x="7327020" y="4278075"/>
            <a:ext cx="77098" cy="77098"/>
          </a:xfrm>
          <a:prstGeom prst="ellipse">
            <a:avLst/>
          </a:prstGeom>
          <a:solidFill>
            <a:schemeClr val="tx1"/>
          </a:solidFill>
          <a:ln w="1905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 sz="1400"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836E8515-205A-518B-7EE2-30BCDD48BAB0}"/>
              </a:ext>
            </a:extLst>
          </p:cNvPr>
          <p:cNvSpPr txBox="1"/>
          <p:nvPr/>
        </p:nvSpPr>
        <p:spPr>
          <a:xfrm>
            <a:off x="6387220" y="4466554"/>
            <a:ext cx="41389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+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A6723F41-C48E-DD56-7FCC-77B39241F9BB}"/>
              </a:ext>
            </a:extLst>
          </p:cNvPr>
          <p:cNvSpPr txBox="1"/>
          <p:nvPr/>
        </p:nvSpPr>
        <p:spPr>
          <a:xfrm>
            <a:off x="7894965" y="4483622"/>
            <a:ext cx="41870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4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6610B695-1CE3-C1C3-3DB2-1F4C8D365A4A}"/>
              </a:ext>
            </a:extLst>
          </p:cNvPr>
          <p:cNvSpPr txBox="1"/>
          <p:nvPr/>
        </p:nvSpPr>
        <p:spPr>
          <a:xfrm>
            <a:off x="7390373" y="4483622"/>
            <a:ext cx="41870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4</a:t>
            </a:r>
          </a:p>
        </p:txBody>
      </p:sp>
      <p:sp>
        <p:nvSpPr>
          <p:cNvPr id="38" name="Oval 37">
            <a:extLst>
              <a:ext uri="{FF2B5EF4-FFF2-40B4-BE49-F238E27FC236}">
                <a16:creationId xmlns:a16="http://schemas.microsoft.com/office/drawing/2014/main" id="{37F7D4F7-622D-3117-1AD2-A95EF4805DAB}"/>
              </a:ext>
            </a:extLst>
          </p:cNvPr>
          <p:cNvSpPr/>
          <p:nvPr/>
        </p:nvSpPr>
        <p:spPr>
          <a:xfrm>
            <a:off x="7327020" y="4779156"/>
            <a:ext cx="77098" cy="77098"/>
          </a:xfrm>
          <a:prstGeom prst="ellipse">
            <a:avLst/>
          </a:prstGeom>
          <a:solidFill>
            <a:schemeClr val="tx1"/>
          </a:solidFill>
          <a:ln w="1905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 sz="1400"/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B0282EF5-2382-40E7-D21D-5DFF64B5DBC8}"/>
              </a:ext>
            </a:extLst>
          </p:cNvPr>
          <p:cNvSpPr txBox="1"/>
          <p:nvPr/>
        </p:nvSpPr>
        <p:spPr>
          <a:xfrm>
            <a:off x="7894965" y="4980783"/>
            <a:ext cx="41870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2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C113F4E9-83CD-DD21-C004-2874FBA861E8}"/>
              </a:ext>
            </a:extLst>
          </p:cNvPr>
          <p:cNvSpPr txBox="1"/>
          <p:nvPr/>
        </p:nvSpPr>
        <p:spPr>
          <a:xfrm>
            <a:off x="7390373" y="4980783"/>
            <a:ext cx="41870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8</a:t>
            </a:r>
          </a:p>
        </p:txBody>
      </p:sp>
      <p:sp>
        <p:nvSpPr>
          <p:cNvPr id="41" name="Oval 40">
            <a:extLst>
              <a:ext uri="{FF2B5EF4-FFF2-40B4-BE49-F238E27FC236}">
                <a16:creationId xmlns:a16="http://schemas.microsoft.com/office/drawing/2014/main" id="{A1A583D6-B375-C502-6ECC-A78A926C8C83}"/>
              </a:ext>
            </a:extLst>
          </p:cNvPr>
          <p:cNvSpPr/>
          <p:nvPr/>
        </p:nvSpPr>
        <p:spPr>
          <a:xfrm>
            <a:off x="7327020" y="5276318"/>
            <a:ext cx="77098" cy="77098"/>
          </a:xfrm>
          <a:prstGeom prst="ellipse">
            <a:avLst/>
          </a:prstGeom>
          <a:solidFill>
            <a:schemeClr val="tx1"/>
          </a:solidFill>
          <a:ln w="1905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 sz="1400"/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F74D3DFF-9E56-FD42-FA05-4D0F6CB74649}"/>
              </a:ext>
            </a:extLst>
          </p:cNvPr>
          <p:cNvSpPr txBox="1"/>
          <p:nvPr/>
        </p:nvSpPr>
        <p:spPr>
          <a:xfrm>
            <a:off x="3246371" y="3257552"/>
            <a:ext cx="342997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Эмнеси менен айырмаланат?</a:t>
            </a:r>
            <a:endParaRPr lang="en-GB" sz="2000" dirty="0"/>
          </a:p>
        </p:txBody>
      </p:sp>
      <p:graphicFrame>
        <p:nvGraphicFramePr>
          <p:cNvPr id="43" name="Table 6">
            <a:extLst>
              <a:ext uri="{FF2B5EF4-FFF2-40B4-BE49-F238E27FC236}">
                <a16:creationId xmlns:a16="http://schemas.microsoft.com/office/drawing/2014/main" id="{31CDF91C-C702-04DF-75FD-8C95D1D1AF17}"/>
              </a:ext>
            </a:extLst>
          </p:cNvPr>
          <p:cNvGraphicFramePr>
            <a:graphicFrameLocks noGrp="1"/>
          </p:cNvGraphicFramePr>
          <p:nvPr/>
        </p:nvGraphicFramePr>
        <p:xfrm>
          <a:off x="1195035" y="4056610"/>
          <a:ext cx="2504355" cy="2003720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500871">
                  <a:extLst>
                    <a:ext uri="{9D8B030D-6E8A-4147-A177-3AD203B41FA5}">
                      <a16:colId xmlns:a16="http://schemas.microsoft.com/office/drawing/2014/main" val="4001077677"/>
                    </a:ext>
                  </a:extLst>
                </a:gridCol>
                <a:gridCol w="500871">
                  <a:extLst>
                    <a:ext uri="{9D8B030D-6E8A-4147-A177-3AD203B41FA5}">
                      <a16:colId xmlns:a16="http://schemas.microsoft.com/office/drawing/2014/main" val="2295623795"/>
                    </a:ext>
                  </a:extLst>
                </a:gridCol>
                <a:gridCol w="500871">
                  <a:extLst>
                    <a:ext uri="{9D8B030D-6E8A-4147-A177-3AD203B41FA5}">
                      <a16:colId xmlns:a16="http://schemas.microsoft.com/office/drawing/2014/main" val="3022669155"/>
                    </a:ext>
                  </a:extLst>
                </a:gridCol>
                <a:gridCol w="500871">
                  <a:extLst>
                    <a:ext uri="{9D8B030D-6E8A-4147-A177-3AD203B41FA5}">
                      <a16:colId xmlns:a16="http://schemas.microsoft.com/office/drawing/2014/main" val="3567078726"/>
                    </a:ext>
                  </a:extLst>
                </a:gridCol>
                <a:gridCol w="500871">
                  <a:extLst>
                    <a:ext uri="{9D8B030D-6E8A-4147-A177-3AD203B41FA5}">
                      <a16:colId xmlns:a16="http://schemas.microsoft.com/office/drawing/2014/main" val="3791507715"/>
                    </a:ext>
                  </a:extLst>
                </a:gridCol>
              </a:tblGrid>
              <a:tr h="50093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20463872"/>
                  </a:ext>
                </a:extLst>
              </a:tr>
              <a:tr h="50093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58844605"/>
                  </a:ext>
                </a:extLst>
              </a:tr>
              <a:tr h="50093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52101844"/>
                  </a:ext>
                </a:extLst>
              </a:tr>
              <a:tr h="50093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56254613"/>
                  </a:ext>
                </a:extLst>
              </a:tr>
            </a:tbl>
          </a:graphicData>
        </a:graphic>
      </p:graphicFrame>
      <p:cxnSp>
        <p:nvCxnSpPr>
          <p:cNvPr id="44" name="Straight Connector 43">
            <a:extLst>
              <a:ext uri="{FF2B5EF4-FFF2-40B4-BE49-F238E27FC236}">
                <a16:creationId xmlns:a16="http://schemas.microsoft.com/office/drawing/2014/main" id="{66112657-D40A-9911-376E-C5A06A09C4CF}"/>
              </a:ext>
            </a:extLst>
          </p:cNvPr>
          <p:cNvCxnSpPr>
            <a:cxnSpLocks/>
          </p:cNvCxnSpPr>
          <p:nvPr/>
        </p:nvCxnSpPr>
        <p:spPr>
          <a:xfrm>
            <a:off x="2072005" y="5057775"/>
            <a:ext cx="1263650" cy="3175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" name="TextBox 44">
            <a:extLst>
              <a:ext uri="{FF2B5EF4-FFF2-40B4-BE49-F238E27FC236}">
                <a16:creationId xmlns:a16="http://schemas.microsoft.com/office/drawing/2014/main" id="{584E53A4-BFF7-D9D4-ED22-C3047C1DA6D0}"/>
              </a:ext>
            </a:extLst>
          </p:cNvPr>
          <p:cNvSpPr txBox="1"/>
          <p:nvPr/>
        </p:nvSpPr>
        <p:spPr>
          <a:xfrm>
            <a:off x="2720985" y="3982541"/>
            <a:ext cx="41870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8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66B5E1E6-DC5B-42BA-8D64-08D05285F42B}"/>
              </a:ext>
            </a:extLst>
          </p:cNvPr>
          <p:cNvSpPr txBox="1"/>
          <p:nvPr/>
        </p:nvSpPr>
        <p:spPr>
          <a:xfrm>
            <a:off x="2216393" y="3982541"/>
            <a:ext cx="41870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3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E2239097-F761-EEEC-DC07-AADE89624223}"/>
              </a:ext>
            </a:extLst>
          </p:cNvPr>
          <p:cNvSpPr txBox="1"/>
          <p:nvPr/>
        </p:nvSpPr>
        <p:spPr>
          <a:xfrm>
            <a:off x="1700920" y="4466554"/>
            <a:ext cx="41389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+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00164C70-B8B1-913E-1C2C-F345C6587995}"/>
              </a:ext>
            </a:extLst>
          </p:cNvPr>
          <p:cNvSpPr txBox="1"/>
          <p:nvPr/>
        </p:nvSpPr>
        <p:spPr>
          <a:xfrm>
            <a:off x="2720985" y="4483622"/>
            <a:ext cx="41870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4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BFA2C6B8-130B-5F42-D10C-95ACA20AB83E}"/>
              </a:ext>
            </a:extLst>
          </p:cNvPr>
          <p:cNvSpPr txBox="1"/>
          <p:nvPr/>
        </p:nvSpPr>
        <p:spPr>
          <a:xfrm>
            <a:off x="2216393" y="4483622"/>
            <a:ext cx="41870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4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692CD2F6-9578-3D70-3524-E7AC3986DA81}"/>
              </a:ext>
            </a:extLst>
          </p:cNvPr>
          <p:cNvSpPr txBox="1"/>
          <p:nvPr/>
        </p:nvSpPr>
        <p:spPr>
          <a:xfrm>
            <a:off x="2720985" y="4980783"/>
            <a:ext cx="41870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2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BB23E47F-B626-FBD1-4CD2-F7BC9C4A0F71}"/>
              </a:ext>
            </a:extLst>
          </p:cNvPr>
          <p:cNvSpPr txBox="1"/>
          <p:nvPr/>
        </p:nvSpPr>
        <p:spPr>
          <a:xfrm>
            <a:off x="2216393" y="4980783"/>
            <a:ext cx="41870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8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DB28F2A3-35D4-846C-8432-FBEA262168EF}"/>
              </a:ext>
            </a:extLst>
          </p:cNvPr>
          <p:cNvSpPr txBox="1"/>
          <p:nvPr/>
        </p:nvSpPr>
        <p:spPr>
          <a:xfrm>
            <a:off x="6899835" y="3982541"/>
            <a:ext cx="41870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0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9D60102F-3599-7564-5853-5BCEC285B3ED}"/>
              </a:ext>
            </a:extLst>
          </p:cNvPr>
          <p:cNvSpPr txBox="1"/>
          <p:nvPr/>
        </p:nvSpPr>
        <p:spPr>
          <a:xfrm>
            <a:off x="6899835" y="4483622"/>
            <a:ext cx="41870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0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38F07DE2-8BD5-104F-750C-AD5A2A6F3A92}"/>
              </a:ext>
            </a:extLst>
          </p:cNvPr>
          <p:cNvSpPr txBox="1"/>
          <p:nvPr/>
        </p:nvSpPr>
        <p:spPr>
          <a:xfrm>
            <a:off x="6899835" y="4980783"/>
            <a:ext cx="41870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0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4DD6886F-6149-5D47-FB8F-19145E78EF8F}"/>
              </a:ext>
            </a:extLst>
          </p:cNvPr>
          <p:cNvPicPr>
            <a:picLocks noChangeAspect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duotone>
              <a:schemeClr val="accent5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84176" y="773085"/>
            <a:ext cx="889420" cy="889418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B8888A8B-6D40-974B-D7E0-7E0644F757E7}"/>
              </a:ext>
            </a:extLst>
          </p:cNvPr>
          <p:cNvPicPr>
            <a:picLocks noChangeAspect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duotone>
              <a:schemeClr val="accent5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39763" y="712585"/>
            <a:ext cx="894042" cy="894040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8AC5B0D2-0F1D-15F8-EE08-D8D725FBAC7E}"/>
              </a:ext>
            </a:extLst>
          </p:cNvPr>
          <p:cNvSpPr txBox="1"/>
          <p:nvPr/>
        </p:nvSpPr>
        <p:spPr>
          <a:xfrm>
            <a:off x="7442470" y="5471234"/>
            <a:ext cx="31450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/>
              <a:t>1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87BED40E-A8EB-14EA-0F5F-11C0F590DC94}"/>
              </a:ext>
            </a:extLst>
          </p:cNvPr>
          <p:cNvSpPr txBox="1"/>
          <p:nvPr/>
        </p:nvSpPr>
        <p:spPr>
          <a:xfrm>
            <a:off x="2271954" y="5471234"/>
            <a:ext cx="31450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/>
              <a:t>1</a:t>
            </a:r>
          </a:p>
        </p:txBody>
      </p:sp>
      <p:sp>
        <p:nvSpPr>
          <p:cNvPr id="3" name="Plus Sign 2">
            <a:extLst>
              <a:ext uri="{FF2B5EF4-FFF2-40B4-BE49-F238E27FC236}">
                <a16:creationId xmlns:a16="http://schemas.microsoft.com/office/drawing/2014/main" id="{4BFB0092-37DB-73B7-E56D-B8941B517130}"/>
              </a:ext>
            </a:extLst>
          </p:cNvPr>
          <p:cNvSpPr/>
          <p:nvPr/>
        </p:nvSpPr>
        <p:spPr>
          <a:xfrm>
            <a:off x="4698307" y="1512916"/>
            <a:ext cx="515159" cy="515159"/>
          </a:xfrm>
          <a:prstGeom prst="mathPlus">
            <a:avLst>
              <a:gd name="adj1" fmla="val 16247"/>
            </a:avLst>
          </a:prstGeom>
          <a:solidFill>
            <a:srgbClr val="2E6CA4"/>
          </a:solidFill>
          <a:ln w="19050">
            <a:solidFill>
              <a:srgbClr val="0070C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926703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5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" grpId="0"/>
      <p:bldP spid="32" grpId="0"/>
      <p:bldP spid="33" grpId="0" animBg="1"/>
      <p:bldP spid="34" grpId="0"/>
      <p:bldP spid="36" grpId="0"/>
      <p:bldP spid="37" grpId="0"/>
      <p:bldP spid="38" grpId="0" animBg="1"/>
      <p:bldP spid="39" grpId="0"/>
      <p:bldP spid="40" grpId="0"/>
      <p:bldP spid="41" grpId="0" animBg="1"/>
      <p:bldP spid="42" grpId="0"/>
      <p:bldP spid="45" grpId="0"/>
      <p:bldP spid="46" grpId="0"/>
      <p:bldP spid="48" grpId="0"/>
      <p:bldP spid="49" grpId="0"/>
      <p:bldP spid="50" grpId="0"/>
      <p:bldP spid="52" grpId="0"/>
      <p:bldP spid="53" grpId="0"/>
      <p:bldP spid="56" grpId="0"/>
      <p:bldP spid="57" grpId="0"/>
      <p:bldP spid="58" grpId="0"/>
      <p:bldP spid="12" grpId="0"/>
      <p:bldP spid="13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380F0CFB-1A6A-88F3-6013-4E8BB4FF28D9}"/>
              </a:ext>
            </a:extLst>
          </p:cNvPr>
          <p:cNvSpPr/>
          <p:nvPr/>
        </p:nvSpPr>
        <p:spPr>
          <a:xfrm>
            <a:off x="40640" y="50800"/>
            <a:ext cx="9804400" cy="6766560"/>
          </a:xfrm>
          <a:prstGeom prst="roundRect">
            <a:avLst>
              <a:gd name="adj" fmla="val 5362"/>
            </a:avLst>
          </a:prstGeom>
          <a:noFill/>
          <a:ln w="28575"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 err="1">
              <a:solidFill>
                <a:schemeClr val="tx1"/>
              </a:solidFill>
            </a:endParaRPr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B8E507AE-D53A-21F9-658F-7976A6BA6865}"/>
              </a:ext>
            </a:extLst>
          </p:cNvPr>
          <p:cNvSpPr/>
          <p:nvPr/>
        </p:nvSpPr>
        <p:spPr>
          <a:xfrm>
            <a:off x="1437785" y="1180177"/>
            <a:ext cx="1223906" cy="532015"/>
          </a:xfrm>
          <a:prstGeom prst="roundRect">
            <a:avLst/>
          </a:prstGeom>
          <a:solidFill>
            <a:schemeClr val="accent6">
              <a:lumMod val="40000"/>
              <a:lumOff val="60000"/>
            </a:schemeClr>
          </a:solidFill>
          <a:ln w="19050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r>
              <a:rPr lang="en-GB" sz="2400" dirty="0"/>
              <a:t>2.6 </a:t>
            </a:r>
            <a:r>
              <a:rPr lang="ky-KG" sz="2400" dirty="0"/>
              <a:t>гр</a:t>
            </a:r>
            <a:endParaRPr lang="en-GB" sz="2400" dirty="0"/>
          </a:p>
        </p:txBody>
      </p: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EF6921EA-66DE-4236-EA25-24685A400D39}"/>
              </a:ext>
            </a:extLst>
          </p:cNvPr>
          <p:cNvSpPr/>
          <p:nvPr/>
        </p:nvSpPr>
        <p:spPr>
          <a:xfrm>
            <a:off x="3707159" y="1180177"/>
            <a:ext cx="1223906" cy="532015"/>
          </a:xfrm>
          <a:prstGeom prst="roundRect">
            <a:avLst/>
          </a:prstGeom>
          <a:solidFill>
            <a:schemeClr val="accent6">
              <a:lumMod val="40000"/>
              <a:lumOff val="60000"/>
            </a:schemeClr>
          </a:solidFill>
          <a:ln w="19050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r>
              <a:rPr lang="en-GB" sz="2400" dirty="0"/>
              <a:t>1.2 </a:t>
            </a:r>
            <a:r>
              <a:rPr lang="ky-KG" sz="2400" dirty="0"/>
              <a:t>гр</a:t>
            </a:r>
            <a:endParaRPr lang="en-GB" sz="2400" dirty="0"/>
          </a:p>
        </p:txBody>
      </p:sp>
      <p:sp>
        <p:nvSpPr>
          <p:cNvPr id="21" name="Plus Sign 20">
            <a:extLst>
              <a:ext uri="{FF2B5EF4-FFF2-40B4-BE49-F238E27FC236}">
                <a16:creationId xmlns:a16="http://schemas.microsoft.com/office/drawing/2014/main" id="{61539A16-9ED8-4344-1832-ADAA73F329E6}"/>
              </a:ext>
            </a:extLst>
          </p:cNvPr>
          <p:cNvSpPr/>
          <p:nvPr/>
        </p:nvSpPr>
        <p:spPr>
          <a:xfrm>
            <a:off x="2852881" y="1712191"/>
            <a:ext cx="698269" cy="698269"/>
          </a:xfrm>
          <a:prstGeom prst="mathPlus">
            <a:avLst>
              <a:gd name="adj1" fmla="val 16247"/>
            </a:avLst>
          </a:prstGeom>
          <a:solidFill>
            <a:srgbClr val="0070C0"/>
          </a:solidFill>
          <a:ln w="19050">
            <a:solidFill>
              <a:srgbClr val="0070C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2" name="Equals 21">
            <a:extLst>
              <a:ext uri="{FF2B5EF4-FFF2-40B4-BE49-F238E27FC236}">
                <a16:creationId xmlns:a16="http://schemas.microsoft.com/office/drawing/2014/main" id="{84276B90-6D18-CB22-3DA0-0116BC2600F2}"/>
              </a:ext>
            </a:extLst>
          </p:cNvPr>
          <p:cNvSpPr/>
          <p:nvPr/>
        </p:nvSpPr>
        <p:spPr>
          <a:xfrm>
            <a:off x="5465879" y="1612134"/>
            <a:ext cx="914400" cy="914400"/>
          </a:xfrm>
          <a:prstGeom prst="mathEqual">
            <a:avLst>
              <a:gd name="adj1" fmla="val 12607"/>
              <a:gd name="adj2" fmla="val 11760"/>
            </a:avLst>
          </a:prstGeom>
          <a:solidFill>
            <a:srgbClr val="0070C0"/>
          </a:solidFill>
          <a:ln w="19050">
            <a:solidFill>
              <a:srgbClr val="0070C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5F3AE787-A772-4014-9DE4-07C4EFBDD25F}"/>
              </a:ext>
            </a:extLst>
          </p:cNvPr>
          <p:cNvSpPr/>
          <p:nvPr/>
        </p:nvSpPr>
        <p:spPr>
          <a:xfrm>
            <a:off x="7008004" y="1180177"/>
            <a:ext cx="2059333" cy="532015"/>
          </a:xfrm>
          <a:prstGeom prst="roundRect">
            <a:avLst/>
          </a:prstGeom>
          <a:solidFill>
            <a:schemeClr val="accent6">
              <a:lumMod val="40000"/>
              <a:lumOff val="60000"/>
            </a:schemeClr>
          </a:solidFill>
          <a:ln w="19050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r>
              <a:rPr lang="en-GB" sz="2400" dirty="0"/>
              <a:t>3.8 </a:t>
            </a:r>
            <a:r>
              <a:rPr lang="ky-KG" sz="2400" dirty="0"/>
              <a:t>гр</a:t>
            </a:r>
            <a:endParaRPr lang="en-GB" sz="2400" dirty="0"/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C1823930-780A-5131-CBBF-A9168083741E}"/>
              </a:ext>
            </a:extLst>
          </p:cNvPr>
          <p:cNvSpPr txBox="1"/>
          <p:nvPr/>
        </p:nvSpPr>
        <p:spPr>
          <a:xfrm>
            <a:off x="2702134" y="375114"/>
            <a:ext cx="529984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Жалпысынан эки асыл таштын салмагы канча?</a:t>
            </a:r>
            <a:endParaRPr lang="en-GB" sz="2000" dirty="0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2CEE1007-1159-9C55-2D8C-2C40BE70569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083" y="414178"/>
            <a:ext cx="972257" cy="1261305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D11431CA-657D-5425-81D0-0BF98427BF0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71849" y="2043618"/>
            <a:ext cx="860514" cy="741146"/>
          </a:xfrm>
          <a:prstGeom prst="rect">
            <a:avLst/>
          </a:prstGeom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C986C27B-FE34-E51C-F7D9-95E86FBC776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421994">
            <a:off x="4049761" y="2091641"/>
            <a:ext cx="652355" cy="561862"/>
          </a:xfrm>
          <a:prstGeom prst="rect">
            <a:avLst/>
          </a:prstGeom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E0E8CFFF-171B-0A86-22FC-899AA15243F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58002" y="2043618"/>
            <a:ext cx="860514" cy="741146"/>
          </a:xfrm>
          <a:prstGeom prst="rect">
            <a:avLst/>
          </a:prstGeom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24" name="Picture 23">
            <a:extLst>
              <a:ext uri="{FF2B5EF4-FFF2-40B4-BE49-F238E27FC236}">
                <a16:creationId xmlns:a16="http://schemas.microsoft.com/office/drawing/2014/main" id="{D0DD1024-98A2-5820-A9AE-2ED01831071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421994">
            <a:off x="8239375" y="2091641"/>
            <a:ext cx="652355" cy="561862"/>
          </a:xfrm>
          <a:prstGeom prst="rect">
            <a:avLst/>
          </a:prstGeom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43" name="Rectangle: Rounded Corners 42">
            <a:extLst>
              <a:ext uri="{FF2B5EF4-FFF2-40B4-BE49-F238E27FC236}">
                <a16:creationId xmlns:a16="http://schemas.microsoft.com/office/drawing/2014/main" id="{07FC0ABC-5543-E421-07DE-9177B98927B4}"/>
              </a:ext>
            </a:extLst>
          </p:cNvPr>
          <p:cNvSpPr/>
          <p:nvPr/>
        </p:nvSpPr>
        <p:spPr>
          <a:xfrm>
            <a:off x="1437785" y="4738024"/>
            <a:ext cx="1223906" cy="532015"/>
          </a:xfrm>
          <a:prstGeom prst="roundRect">
            <a:avLst/>
          </a:prstGeom>
          <a:solidFill>
            <a:schemeClr val="accent6">
              <a:lumMod val="40000"/>
              <a:lumOff val="60000"/>
            </a:schemeClr>
          </a:solidFill>
          <a:ln w="19050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r>
              <a:rPr lang="en-GB" sz="2400" dirty="0"/>
              <a:t>4.13 </a:t>
            </a:r>
            <a:r>
              <a:rPr lang="ky-KG" sz="2400" dirty="0"/>
              <a:t>гр</a:t>
            </a:r>
            <a:endParaRPr lang="en-GB" sz="2400" dirty="0"/>
          </a:p>
        </p:txBody>
      </p:sp>
      <p:sp>
        <p:nvSpPr>
          <p:cNvPr id="44" name="Rectangle: Rounded Corners 43">
            <a:extLst>
              <a:ext uri="{FF2B5EF4-FFF2-40B4-BE49-F238E27FC236}">
                <a16:creationId xmlns:a16="http://schemas.microsoft.com/office/drawing/2014/main" id="{620284A9-BF20-E3C4-AAF2-E5BE4E909D2C}"/>
              </a:ext>
            </a:extLst>
          </p:cNvPr>
          <p:cNvSpPr/>
          <p:nvPr/>
        </p:nvSpPr>
        <p:spPr>
          <a:xfrm>
            <a:off x="3707159" y="4738024"/>
            <a:ext cx="1223906" cy="532015"/>
          </a:xfrm>
          <a:prstGeom prst="roundRect">
            <a:avLst/>
          </a:prstGeom>
          <a:solidFill>
            <a:schemeClr val="accent6">
              <a:lumMod val="40000"/>
              <a:lumOff val="60000"/>
            </a:schemeClr>
          </a:solidFill>
          <a:ln w="19050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r>
              <a:rPr lang="en-GB" sz="2400" dirty="0"/>
              <a:t>2.4 </a:t>
            </a:r>
            <a:r>
              <a:rPr lang="ky-KG" sz="2400" dirty="0"/>
              <a:t>гр</a:t>
            </a:r>
            <a:endParaRPr lang="en-GB" sz="2400" dirty="0"/>
          </a:p>
        </p:txBody>
      </p:sp>
      <p:sp>
        <p:nvSpPr>
          <p:cNvPr id="45" name="Plus Sign 44">
            <a:extLst>
              <a:ext uri="{FF2B5EF4-FFF2-40B4-BE49-F238E27FC236}">
                <a16:creationId xmlns:a16="http://schemas.microsoft.com/office/drawing/2014/main" id="{E146E972-8207-47C9-AA65-FF25DA84035E}"/>
              </a:ext>
            </a:extLst>
          </p:cNvPr>
          <p:cNvSpPr/>
          <p:nvPr/>
        </p:nvSpPr>
        <p:spPr>
          <a:xfrm>
            <a:off x="2852881" y="5270038"/>
            <a:ext cx="698269" cy="698269"/>
          </a:xfrm>
          <a:prstGeom prst="mathPlus">
            <a:avLst>
              <a:gd name="adj1" fmla="val 16247"/>
            </a:avLst>
          </a:prstGeom>
          <a:solidFill>
            <a:srgbClr val="0070C0"/>
          </a:solidFill>
          <a:ln w="19050">
            <a:solidFill>
              <a:srgbClr val="0070C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6" name="Equals 45">
            <a:extLst>
              <a:ext uri="{FF2B5EF4-FFF2-40B4-BE49-F238E27FC236}">
                <a16:creationId xmlns:a16="http://schemas.microsoft.com/office/drawing/2014/main" id="{80B32122-ED64-BCAE-5623-9B18DC7C6E3E}"/>
              </a:ext>
            </a:extLst>
          </p:cNvPr>
          <p:cNvSpPr/>
          <p:nvPr/>
        </p:nvSpPr>
        <p:spPr>
          <a:xfrm>
            <a:off x="5465879" y="5169981"/>
            <a:ext cx="914400" cy="914400"/>
          </a:xfrm>
          <a:prstGeom prst="mathEqual">
            <a:avLst>
              <a:gd name="adj1" fmla="val 12607"/>
              <a:gd name="adj2" fmla="val 11760"/>
            </a:avLst>
          </a:prstGeom>
          <a:solidFill>
            <a:srgbClr val="0070C0"/>
          </a:solidFill>
          <a:ln w="19050">
            <a:solidFill>
              <a:srgbClr val="0070C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p:sp>
        <p:nvSpPr>
          <p:cNvPr id="47" name="Rectangle: Rounded Corners 46">
            <a:extLst>
              <a:ext uri="{FF2B5EF4-FFF2-40B4-BE49-F238E27FC236}">
                <a16:creationId xmlns:a16="http://schemas.microsoft.com/office/drawing/2014/main" id="{88681936-4DC0-E4E0-E18A-C48138A08639}"/>
              </a:ext>
            </a:extLst>
          </p:cNvPr>
          <p:cNvSpPr/>
          <p:nvPr/>
        </p:nvSpPr>
        <p:spPr>
          <a:xfrm>
            <a:off x="7008004" y="4738024"/>
            <a:ext cx="2059333" cy="532015"/>
          </a:xfrm>
          <a:prstGeom prst="roundRect">
            <a:avLst/>
          </a:prstGeom>
          <a:solidFill>
            <a:schemeClr val="accent6">
              <a:lumMod val="40000"/>
              <a:lumOff val="60000"/>
            </a:schemeClr>
          </a:solidFill>
          <a:ln w="19050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r>
              <a:rPr lang="en-GB" sz="2400" dirty="0"/>
              <a:t>6.53 </a:t>
            </a:r>
            <a:r>
              <a:rPr lang="ky-KG" sz="2400" dirty="0"/>
              <a:t>гр</a:t>
            </a:r>
            <a:endParaRPr lang="en-GB" sz="2400" dirty="0"/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A9F0E1DD-1391-98B5-FE00-9F38AFEC27E8}"/>
              </a:ext>
            </a:extLst>
          </p:cNvPr>
          <p:cNvSpPr txBox="1"/>
          <p:nvPr/>
        </p:nvSpPr>
        <p:spPr>
          <a:xfrm>
            <a:off x="2702134" y="3932961"/>
            <a:ext cx="529984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Жалпысынан эки асыл таштын салмагы канча?</a:t>
            </a:r>
            <a:endParaRPr lang="en-GB" sz="2000" dirty="0"/>
          </a:p>
        </p:txBody>
      </p:sp>
      <p:pic>
        <p:nvPicPr>
          <p:cNvPr id="56" name="Picture 55">
            <a:extLst>
              <a:ext uri="{FF2B5EF4-FFF2-40B4-BE49-F238E27FC236}">
                <a16:creationId xmlns:a16="http://schemas.microsoft.com/office/drawing/2014/main" id="{AAEAB7B8-CAD8-FB78-35CB-81A2E70B567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129735" y="3840481"/>
            <a:ext cx="1049226" cy="1361158"/>
          </a:xfrm>
          <a:prstGeom prst="rect">
            <a:avLst/>
          </a:prstGeom>
        </p:spPr>
      </p:pic>
      <p:pic>
        <p:nvPicPr>
          <p:cNvPr id="58" name="Picture 57">
            <a:extLst>
              <a:ext uri="{FF2B5EF4-FFF2-40B4-BE49-F238E27FC236}">
                <a16:creationId xmlns:a16="http://schemas.microsoft.com/office/drawing/2014/main" id="{070DB208-8EE6-8F0D-709B-2F34FC58E0F8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614049">
            <a:off x="1468169" y="5627946"/>
            <a:ext cx="945964" cy="814417"/>
          </a:xfrm>
          <a:prstGeom prst="rect">
            <a:avLst/>
          </a:prstGeom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59" name="Picture 58">
            <a:extLst>
              <a:ext uri="{FF2B5EF4-FFF2-40B4-BE49-F238E27FC236}">
                <a16:creationId xmlns:a16="http://schemas.microsoft.com/office/drawing/2014/main" id="{CFFB96C7-8386-AC76-3613-41DC3009359F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9693932">
            <a:off x="3983514" y="5646725"/>
            <a:ext cx="744424" cy="640903"/>
          </a:xfrm>
          <a:prstGeom prst="rect">
            <a:avLst/>
          </a:prstGeom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62" name="Picture 61">
            <a:extLst>
              <a:ext uri="{FF2B5EF4-FFF2-40B4-BE49-F238E27FC236}">
                <a16:creationId xmlns:a16="http://schemas.microsoft.com/office/drawing/2014/main" id="{09B1228D-CFDC-6B18-A5CA-2BB20A63829D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614049">
            <a:off x="7004445" y="5627946"/>
            <a:ext cx="945964" cy="814417"/>
          </a:xfrm>
          <a:prstGeom prst="rect">
            <a:avLst/>
          </a:prstGeom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63" name="Picture 62">
            <a:extLst>
              <a:ext uri="{FF2B5EF4-FFF2-40B4-BE49-F238E27FC236}">
                <a16:creationId xmlns:a16="http://schemas.microsoft.com/office/drawing/2014/main" id="{684D9333-846F-6AAB-AECA-9FDC31C4AB02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9693932">
            <a:off x="8247942" y="5646725"/>
            <a:ext cx="744424" cy="640903"/>
          </a:xfrm>
          <a:prstGeom prst="rect">
            <a:avLst/>
          </a:prstGeom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21950024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" grpId="0" animBg="1"/>
      <p:bldP spid="47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380F0CFB-1A6A-88F3-6013-4E8BB4FF28D9}"/>
              </a:ext>
            </a:extLst>
          </p:cNvPr>
          <p:cNvSpPr/>
          <p:nvPr/>
        </p:nvSpPr>
        <p:spPr>
          <a:xfrm>
            <a:off x="40640" y="50800"/>
            <a:ext cx="9804400" cy="6766560"/>
          </a:xfrm>
          <a:prstGeom prst="roundRect">
            <a:avLst>
              <a:gd name="adj" fmla="val 5362"/>
            </a:avLst>
          </a:prstGeom>
          <a:noFill/>
          <a:ln w="28575"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 err="1">
              <a:solidFill>
                <a:schemeClr val="tx1"/>
              </a:solidFill>
            </a:endParaRPr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B8E507AE-D53A-21F9-658F-7976A6BA6865}"/>
              </a:ext>
            </a:extLst>
          </p:cNvPr>
          <p:cNvSpPr/>
          <p:nvPr/>
        </p:nvSpPr>
        <p:spPr>
          <a:xfrm>
            <a:off x="1437785" y="1180177"/>
            <a:ext cx="1223906" cy="532015"/>
          </a:xfrm>
          <a:prstGeom prst="roundRect">
            <a:avLst/>
          </a:prstGeom>
          <a:solidFill>
            <a:schemeClr val="accent6">
              <a:lumMod val="40000"/>
              <a:lumOff val="60000"/>
            </a:schemeClr>
          </a:solidFill>
          <a:ln w="19050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r>
              <a:rPr lang="en-GB" sz="2400" dirty="0"/>
              <a:t>0.13 </a:t>
            </a:r>
            <a:r>
              <a:rPr lang="ky-KG" sz="2400" dirty="0"/>
              <a:t>гр</a:t>
            </a:r>
            <a:endParaRPr lang="en-GB" sz="2400" dirty="0"/>
          </a:p>
        </p:txBody>
      </p: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EF6921EA-66DE-4236-EA25-24685A400D39}"/>
              </a:ext>
            </a:extLst>
          </p:cNvPr>
          <p:cNvSpPr/>
          <p:nvPr/>
        </p:nvSpPr>
        <p:spPr>
          <a:xfrm>
            <a:off x="3707159" y="1180177"/>
            <a:ext cx="1223906" cy="532015"/>
          </a:xfrm>
          <a:prstGeom prst="roundRect">
            <a:avLst/>
          </a:prstGeom>
          <a:solidFill>
            <a:schemeClr val="accent6">
              <a:lumMod val="40000"/>
              <a:lumOff val="60000"/>
            </a:schemeClr>
          </a:solidFill>
          <a:ln w="19050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r>
              <a:rPr lang="en-GB" sz="2400" dirty="0"/>
              <a:t>2.25 </a:t>
            </a:r>
            <a:r>
              <a:rPr lang="ky-KG" sz="2400" dirty="0"/>
              <a:t>гр</a:t>
            </a:r>
            <a:endParaRPr lang="en-GB" sz="2400" dirty="0"/>
          </a:p>
        </p:txBody>
      </p:sp>
      <p:sp>
        <p:nvSpPr>
          <p:cNvPr id="21" name="Plus Sign 20">
            <a:extLst>
              <a:ext uri="{FF2B5EF4-FFF2-40B4-BE49-F238E27FC236}">
                <a16:creationId xmlns:a16="http://schemas.microsoft.com/office/drawing/2014/main" id="{61539A16-9ED8-4344-1832-ADAA73F329E6}"/>
              </a:ext>
            </a:extLst>
          </p:cNvPr>
          <p:cNvSpPr/>
          <p:nvPr/>
        </p:nvSpPr>
        <p:spPr>
          <a:xfrm>
            <a:off x="2852881" y="1712191"/>
            <a:ext cx="698269" cy="698269"/>
          </a:xfrm>
          <a:prstGeom prst="mathPlus">
            <a:avLst>
              <a:gd name="adj1" fmla="val 16247"/>
            </a:avLst>
          </a:prstGeom>
          <a:solidFill>
            <a:srgbClr val="0070C0"/>
          </a:solidFill>
          <a:ln w="19050">
            <a:solidFill>
              <a:srgbClr val="0070C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2" name="Equals 21">
            <a:extLst>
              <a:ext uri="{FF2B5EF4-FFF2-40B4-BE49-F238E27FC236}">
                <a16:creationId xmlns:a16="http://schemas.microsoft.com/office/drawing/2014/main" id="{84276B90-6D18-CB22-3DA0-0116BC2600F2}"/>
              </a:ext>
            </a:extLst>
          </p:cNvPr>
          <p:cNvSpPr/>
          <p:nvPr/>
        </p:nvSpPr>
        <p:spPr>
          <a:xfrm>
            <a:off x="5465879" y="1612134"/>
            <a:ext cx="914400" cy="914400"/>
          </a:xfrm>
          <a:prstGeom prst="mathEqual">
            <a:avLst>
              <a:gd name="adj1" fmla="val 12607"/>
              <a:gd name="adj2" fmla="val 11760"/>
            </a:avLst>
          </a:prstGeom>
          <a:solidFill>
            <a:srgbClr val="0070C0"/>
          </a:solidFill>
          <a:ln w="19050">
            <a:solidFill>
              <a:srgbClr val="0070C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5F3AE787-A772-4014-9DE4-07C4EFBDD25F}"/>
              </a:ext>
            </a:extLst>
          </p:cNvPr>
          <p:cNvSpPr/>
          <p:nvPr/>
        </p:nvSpPr>
        <p:spPr>
          <a:xfrm>
            <a:off x="7008004" y="1180177"/>
            <a:ext cx="2059333" cy="532015"/>
          </a:xfrm>
          <a:prstGeom prst="roundRect">
            <a:avLst/>
          </a:prstGeom>
          <a:solidFill>
            <a:schemeClr val="accent6">
              <a:lumMod val="40000"/>
              <a:lumOff val="60000"/>
            </a:schemeClr>
          </a:solidFill>
          <a:ln w="19050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r>
              <a:rPr lang="en-GB" sz="2400" dirty="0"/>
              <a:t>2.38 </a:t>
            </a:r>
            <a:r>
              <a:rPr lang="ky-KG" sz="2400" dirty="0"/>
              <a:t>гр</a:t>
            </a:r>
            <a:endParaRPr lang="en-GB" sz="2400" dirty="0"/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C1823930-780A-5131-CBBF-A9168083741E}"/>
              </a:ext>
            </a:extLst>
          </p:cNvPr>
          <p:cNvSpPr txBox="1"/>
          <p:nvPr/>
        </p:nvSpPr>
        <p:spPr>
          <a:xfrm>
            <a:off x="2702134" y="375114"/>
            <a:ext cx="529984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Жалпысынан эки асыл таштын салмагы канча?</a:t>
            </a:r>
            <a:endParaRPr lang="en-GB" sz="2000" dirty="0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2CEE1007-1159-9C55-2D8C-2C40BE70569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083" y="414178"/>
            <a:ext cx="972257" cy="1261305"/>
          </a:xfrm>
          <a:prstGeom prst="rect">
            <a:avLst/>
          </a:prstGeom>
        </p:spPr>
      </p:pic>
      <p:sp>
        <p:nvSpPr>
          <p:cNvPr id="43" name="Rectangle: Rounded Corners 42">
            <a:extLst>
              <a:ext uri="{FF2B5EF4-FFF2-40B4-BE49-F238E27FC236}">
                <a16:creationId xmlns:a16="http://schemas.microsoft.com/office/drawing/2014/main" id="{07FC0ABC-5543-E421-07DE-9177B98927B4}"/>
              </a:ext>
            </a:extLst>
          </p:cNvPr>
          <p:cNvSpPr/>
          <p:nvPr/>
        </p:nvSpPr>
        <p:spPr>
          <a:xfrm>
            <a:off x="1437785" y="4738024"/>
            <a:ext cx="1223906" cy="532015"/>
          </a:xfrm>
          <a:prstGeom prst="roundRect">
            <a:avLst/>
          </a:prstGeom>
          <a:solidFill>
            <a:schemeClr val="accent6">
              <a:lumMod val="40000"/>
              <a:lumOff val="60000"/>
            </a:schemeClr>
          </a:solidFill>
          <a:ln w="19050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r>
              <a:rPr lang="en-GB" sz="2400" dirty="0"/>
              <a:t>3.46 </a:t>
            </a:r>
            <a:r>
              <a:rPr lang="ky-KG" sz="2400" dirty="0"/>
              <a:t>гр</a:t>
            </a:r>
            <a:endParaRPr lang="en-GB" sz="2400" dirty="0"/>
          </a:p>
        </p:txBody>
      </p:sp>
      <p:sp>
        <p:nvSpPr>
          <p:cNvPr id="44" name="Rectangle: Rounded Corners 43">
            <a:extLst>
              <a:ext uri="{FF2B5EF4-FFF2-40B4-BE49-F238E27FC236}">
                <a16:creationId xmlns:a16="http://schemas.microsoft.com/office/drawing/2014/main" id="{620284A9-BF20-E3C4-AAF2-E5BE4E909D2C}"/>
              </a:ext>
            </a:extLst>
          </p:cNvPr>
          <p:cNvSpPr/>
          <p:nvPr/>
        </p:nvSpPr>
        <p:spPr>
          <a:xfrm>
            <a:off x="3707159" y="4738024"/>
            <a:ext cx="1223906" cy="532015"/>
          </a:xfrm>
          <a:prstGeom prst="roundRect">
            <a:avLst/>
          </a:prstGeom>
          <a:solidFill>
            <a:schemeClr val="accent6">
              <a:lumMod val="40000"/>
              <a:lumOff val="60000"/>
            </a:schemeClr>
          </a:solidFill>
          <a:ln w="19050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r>
              <a:rPr lang="en-GB" sz="2400" dirty="0"/>
              <a:t>1.27 </a:t>
            </a:r>
            <a:r>
              <a:rPr lang="ky-KG" sz="2400" dirty="0"/>
              <a:t>гр</a:t>
            </a:r>
            <a:endParaRPr lang="en-GB" sz="2400" dirty="0"/>
          </a:p>
        </p:txBody>
      </p:sp>
      <p:sp>
        <p:nvSpPr>
          <p:cNvPr id="45" name="Plus Sign 44">
            <a:extLst>
              <a:ext uri="{FF2B5EF4-FFF2-40B4-BE49-F238E27FC236}">
                <a16:creationId xmlns:a16="http://schemas.microsoft.com/office/drawing/2014/main" id="{E146E972-8207-47C9-AA65-FF25DA84035E}"/>
              </a:ext>
            </a:extLst>
          </p:cNvPr>
          <p:cNvSpPr/>
          <p:nvPr/>
        </p:nvSpPr>
        <p:spPr>
          <a:xfrm>
            <a:off x="2852881" y="5270038"/>
            <a:ext cx="698269" cy="698269"/>
          </a:xfrm>
          <a:prstGeom prst="mathPlus">
            <a:avLst>
              <a:gd name="adj1" fmla="val 16247"/>
            </a:avLst>
          </a:prstGeom>
          <a:solidFill>
            <a:srgbClr val="0070C0"/>
          </a:solidFill>
          <a:ln w="19050">
            <a:solidFill>
              <a:srgbClr val="0070C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6" name="Equals 45">
            <a:extLst>
              <a:ext uri="{FF2B5EF4-FFF2-40B4-BE49-F238E27FC236}">
                <a16:creationId xmlns:a16="http://schemas.microsoft.com/office/drawing/2014/main" id="{80B32122-ED64-BCAE-5623-9B18DC7C6E3E}"/>
              </a:ext>
            </a:extLst>
          </p:cNvPr>
          <p:cNvSpPr/>
          <p:nvPr/>
        </p:nvSpPr>
        <p:spPr>
          <a:xfrm>
            <a:off x="5465879" y="5169981"/>
            <a:ext cx="914400" cy="914400"/>
          </a:xfrm>
          <a:prstGeom prst="mathEqual">
            <a:avLst>
              <a:gd name="adj1" fmla="val 12607"/>
              <a:gd name="adj2" fmla="val 11760"/>
            </a:avLst>
          </a:prstGeom>
          <a:solidFill>
            <a:srgbClr val="0070C0"/>
          </a:solidFill>
          <a:ln w="19050">
            <a:solidFill>
              <a:srgbClr val="0070C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p:sp>
        <p:nvSpPr>
          <p:cNvPr id="47" name="Rectangle: Rounded Corners 46">
            <a:extLst>
              <a:ext uri="{FF2B5EF4-FFF2-40B4-BE49-F238E27FC236}">
                <a16:creationId xmlns:a16="http://schemas.microsoft.com/office/drawing/2014/main" id="{88681936-4DC0-E4E0-E18A-C48138A08639}"/>
              </a:ext>
            </a:extLst>
          </p:cNvPr>
          <p:cNvSpPr/>
          <p:nvPr/>
        </p:nvSpPr>
        <p:spPr>
          <a:xfrm>
            <a:off x="7008004" y="4738024"/>
            <a:ext cx="2059333" cy="532015"/>
          </a:xfrm>
          <a:prstGeom prst="roundRect">
            <a:avLst/>
          </a:prstGeom>
          <a:solidFill>
            <a:schemeClr val="accent6">
              <a:lumMod val="40000"/>
              <a:lumOff val="60000"/>
            </a:schemeClr>
          </a:solidFill>
          <a:ln w="19050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r>
              <a:rPr lang="en-GB" sz="2400" dirty="0"/>
              <a:t>4.73 </a:t>
            </a:r>
            <a:r>
              <a:rPr lang="ky-KG" sz="2400" dirty="0"/>
              <a:t>гр</a:t>
            </a:r>
            <a:endParaRPr lang="en-GB" sz="2400" dirty="0"/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A9F0E1DD-1391-98B5-FE00-9F38AFEC27E8}"/>
              </a:ext>
            </a:extLst>
          </p:cNvPr>
          <p:cNvSpPr txBox="1"/>
          <p:nvPr/>
        </p:nvSpPr>
        <p:spPr>
          <a:xfrm>
            <a:off x="2702134" y="3932961"/>
            <a:ext cx="529984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Жалпысынан эки асыл таштын салмагы канча?</a:t>
            </a:r>
            <a:endParaRPr lang="en-GB" sz="2000" dirty="0"/>
          </a:p>
        </p:txBody>
      </p:sp>
      <p:pic>
        <p:nvPicPr>
          <p:cNvPr id="56" name="Picture 55">
            <a:extLst>
              <a:ext uri="{FF2B5EF4-FFF2-40B4-BE49-F238E27FC236}">
                <a16:creationId xmlns:a16="http://schemas.microsoft.com/office/drawing/2014/main" id="{AAEAB7B8-CAD8-FB78-35CB-81A2E70B567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129735" y="3840481"/>
            <a:ext cx="1049226" cy="1361158"/>
          </a:xfrm>
          <a:prstGeom prst="rect">
            <a:avLst/>
          </a:prstGeom>
        </p:spPr>
      </p:pic>
      <p:pic>
        <p:nvPicPr>
          <p:cNvPr id="66" name="Picture 65">
            <a:extLst>
              <a:ext uri="{FF2B5EF4-FFF2-40B4-BE49-F238E27FC236}">
                <a16:creationId xmlns:a16="http://schemas.microsoft.com/office/drawing/2014/main" id="{A67B88CE-8ABF-7673-2E68-3106DF76A7A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20969252">
            <a:off x="1713583" y="2137003"/>
            <a:ext cx="541269" cy="466186"/>
          </a:xfrm>
          <a:prstGeom prst="rect">
            <a:avLst/>
          </a:prstGeom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67" name="Picture 66">
            <a:extLst>
              <a:ext uri="{FF2B5EF4-FFF2-40B4-BE49-F238E27FC236}">
                <a16:creationId xmlns:a16="http://schemas.microsoft.com/office/drawing/2014/main" id="{190F3F38-0105-7995-8B7F-C492DCB386A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260500">
            <a:off x="3930335" y="1954305"/>
            <a:ext cx="965516" cy="831582"/>
          </a:xfrm>
          <a:prstGeom prst="rect">
            <a:avLst/>
          </a:prstGeom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70" name="Picture 69">
            <a:extLst>
              <a:ext uri="{FF2B5EF4-FFF2-40B4-BE49-F238E27FC236}">
                <a16:creationId xmlns:a16="http://schemas.microsoft.com/office/drawing/2014/main" id="{7CD20890-26E4-AE56-CF6D-FDB7F82AC60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20969252">
            <a:off x="7247609" y="2137003"/>
            <a:ext cx="541269" cy="466186"/>
          </a:xfrm>
          <a:prstGeom prst="rect">
            <a:avLst/>
          </a:prstGeom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71" name="Picture 70">
            <a:extLst>
              <a:ext uri="{FF2B5EF4-FFF2-40B4-BE49-F238E27FC236}">
                <a16:creationId xmlns:a16="http://schemas.microsoft.com/office/drawing/2014/main" id="{D76FBDE4-B7A2-9C06-07B8-7AB429992C6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260500">
            <a:off x="7987987" y="1954305"/>
            <a:ext cx="965516" cy="831582"/>
          </a:xfrm>
          <a:prstGeom prst="rect">
            <a:avLst/>
          </a:prstGeom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74" name="Picture 73">
            <a:extLst>
              <a:ext uri="{FF2B5EF4-FFF2-40B4-BE49-F238E27FC236}">
                <a16:creationId xmlns:a16="http://schemas.microsoft.com/office/drawing/2014/main" id="{8271B9C4-8EA5-DCA7-3162-E5B6B3C9517A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202383">
            <a:off x="1448682" y="5486400"/>
            <a:ext cx="1085668" cy="934691"/>
          </a:xfrm>
          <a:prstGeom prst="rect">
            <a:avLst/>
          </a:prstGeom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75" name="Picture 74">
            <a:extLst>
              <a:ext uri="{FF2B5EF4-FFF2-40B4-BE49-F238E27FC236}">
                <a16:creationId xmlns:a16="http://schemas.microsoft.com/office/drawing/2014/main" id="{B36E3C1D-CB3A-9B54-76F3-23B2875DFA09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514555">
            <a:off x="4077582" y="5657850"/>
            <a:ext cx="665254" cy="572741"/>
          </a:xfrm>
          <a:prstGeom prst="rect">
            <a:avLst/>
          </a:prstGeom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78" name="Picture 77">
            <a:extLst>
              <a:ext uri="{FF2B5EF4-FFF2-40B4-BE49-F238E27FC236}">
                <a16:creationId xmlns:a16="http://schemas.microsoft.com/office/drawing/2014/main" id="{26CDED4B-CFAB-B8F3-3F47-39833CF04D73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202383">
            <a:off x="7049383" y="5486400"/>
            <a:ext cx="1085668" cy="934691"/>
          </a:xfrm>
          <a:prstGeom prst="rect">
            <a:avLst/>
          </a:prstGeom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79" name="Picture 78">
            <a:extLst>
              <a:ext uri="{FF2B5EF4-FFF2-40B4-BE49-F238E27FC236}">
                <a16:creationId xmlns:a16="http://schemas.microsoft.com/office/drawing/2014/main" id="{746BFB41-905F-B1E6-EE63-2AB6826ADEE3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514555">
            <a:off x="8268583" y="5657850"/>
            <a:ext cx="665254" cy="572741"/>
          </a:xfrm>
          <a:prstGeom prst="rect">
            <a:avLst/>
          </a:prstGeom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34222107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" grpId="0" animBg="1"/>
      <p:bldP spid="47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3F894A87-A1AF-4083-A3F7-631CA8FD7219}"/>
              </a:ext>
            </a:extLst>
          </p:cNvPr>
          <p:cNvSpPr txBox="1"/>
          <p:nvPr/>
        </p:nvSpPr>
        <p:spPr>
          <a:xfrm>
            <a:off x="3823947" y="0"/>
            <a:ext cx="225811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Ондуктарды кошуу</a:t>
            </a:r>
            <a:endParaRPr lang="en-GB" sz="2000" dirty="0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51BFBD33-D124-448C-AAFF-E3C05AF03BC3}"/>
              </a:ext>
            </a:extLst>
          </p:cNvPr>
          <p:cNvCxnSpPr>
            <a:cxnSpLocks/>
          </p:cNvCxnSpPr>
          <p:nvPr/>
        </p:nvCxnSpPr>
        <p:spPr>
          <a:xfrm flipH="1">
            <a:off x="4950940" y="400110"/>
            <a:ext cx="0" cy="6457890"/>
          </a:xfrm>
          <a:prstGeom prst="line">
            <a:avLst/>
          </a:prstGeom>
          <a:ln w="28575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5F5AC12B-B557-46E4-93A7-834BB4A62396}"/>
              </a:ext>
            </a:extLst>
          </p:cNvPr>
          <p:cNvSpPr txBox="1"/>
          <p:nvPr/>
        </p:nvSpPr>
        <p:spPr>
          <a:xfrm>
            <a:off x="1444845" y="1085485"/>
            <a:ext cx="222048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0.27  +  0.11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2E3BF562-F06F-4C52-AEDC-7C7D04F4CC2C}"/>
              </a:ext>
            </a:extLst>
          </p:cNvPr>
          <p:cNvSpPr txBox="1"/>
          <p:nvPr/>
        </p:nvSpPr>
        <p:spPr>
          <a:xfrm>
            <a:off x="-4717" y="-30715"/>
            <a:ext cx="151676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y-KG" b="1" dirty="0">
                <a:latin typeface="Arial Black" panose="020B0A04020102020204" pitchFamily="34" charset="0"/>
              </a:rPr>
              <a:t>К</a:t>
            </a:r>
            <a:r>
              <a:rPr lang="ru-RU" sz="1800" b="1" dirty="0">
                <a:latin typeface="Arial Black" panose="020B0A04020102020204" pitchFamily="34" charset="0"/>
              </a:rPr>
              <a:t>Ө</a:t>
            </a:r>
            <a:r>
              <a:rPr lang="ky-KG" sz="1800" b="1" dirty="0">
                <a:latin typeface="Arial Black" panose="020B0A04020102020204" pitchFamily="34" charset="0"/>
              </a:rPr>
              <a:t>РГ</a:t>
            </a:r>
            <a:r>
              <a:rPr lang="ru-RU" sz="1800" b="1" dirty="0">
                <a:latin typeface="Arial Black" panose="020B0A04020102020204" pitchFamily="34" charset="0"/>
              </a:rPr>
              <a:t>Ө</a:t>
            </a:r>
            <a:r>
              <a:rPr lang="ky-KG" sz="1800" b="1" dirty="0">
                <a:latin typeface="Arial Black" panose="020B0A04020102020204" pitchFamily="34" charset="0"/>
              </a:rPr>
              <a:t>ЗМ</a:t>
            </a:r>
            <a:r>
              <a:rPr lang="ru-RU" sz="1800" b="1" dirty="0">
                <a:latin typeface="Arial Black" panose="020B0A04020102020204" pitchFamily="34" charset="0"/>
              </a:rPr>
              <a:t>Ө</a:t>
            </a:r>
            <a:endParaRPr lang="en-GB" b="1" dirty="0">
              <a:latin typeface="Bodoni MT Black" panose="02070A03080606020203" pitchFamily="18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C29D3E9-922C-45DF-6833-B767145B3E10}"/>
              </a:ext>
            </a:extLst>
          </p:cNvPr>
          <p:cNvSpPr txBox="1"/>
          <p:nvPr/>
        </p:nvSpPr>
        <p:spPr>
          <a:xfrm>
            <a:off x="1865151" y="461422"/>
            <a:ext cx="137986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Эсептеңиз:</a:t>
            </a:r>
            <a:endParaRPr lang="en-GB" sz="2000" dirty="0"/>
          </a:p>
        </p:txBody>
      </p:sp>
      <p:graphicFrame>
        <p:nvGraphicFramePr>
          <p:cNvPr id="16" name="Table 6">
            <a:extLst>
              <a:ext uri="{FF2B5EF4-FFF2-40B4-BE49-F238E27FC236}">
                <a16:creationId xmlns:a16="http://schemas.microsoft.com/office/drawing/2014/main" id="{A5E2143D-4029-0744-B42C-CFA93E4ED271}"/>
              </a:ext>
            </a:extLst>
          </p:cNvPr>
          <p:cNvGraphicFramePr>
            <a:graphicFrameLocks noGrp="1"/>
          </p:cNvGraphicFramePr>
          <p:nvPr/>
        </p:nvGraphicFramePr>
        <p:xfrm>
          <a:off x="358971" y="2077915"/>
          <a:ext cx="4260655" cy="3408928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852131">
                  <a:extLst>
                    <a:ext uri="{9D8B030D-6E8A-4147-A177-3AD203B41FA5}">
                      <a16:colId xmlns:a16="http://schemas.microsoft.com/office/drawing/2014/main" val="4001077677"/>
                    </a:ext>
                  </a:extLst>
                </a:gridCol>
                <a:gridCol w="852131">
                  <a:extLst>
                    <a:ext uri="{9D8B030D-6E8A-4147-A177-3AD203B41FA5}">
                      <a16:colId xmlns:a16="http://schemas.microsoft.com/office/drawing/2014/main" val="2295623795"/>
                    </a:ext>
                  </a:extLst>
                </a:gridCol>
                <a:gridCol w="852131">
                  <a:extLst>
                    <a:ext uri="{9D8B030D-6E8A-4147-A177-3AD203B41FA5}">
                      <a16:colId xmlns:a16="http://schemas.microsoft.com/office/drawing/2014/main" val="3022669155"/>
                    </a:ext>
                  </a:extLst>
                </a:gridCol>
                <a:gridCol w="852131">
                  <a:extLst>
                    <a:ext uri="{9D8B030D-6E8A-4147-A177-3AD203B41FA5}">
                      <a16:colId xmlns:a16="http://schemas.microsoft.com/office/drawing/2014/main" val="3567078726"/>
                    </a:ext>
                  </a:extLst>
                </a:gridCol>
                <a:gridCol w="852131">
                  <a:extLst>
                    <a:ext uri="{9D8B030D-6E8A-4147-A177-3AD203B41FA5}">
                      <a16:colId xmlns:a16="http://schemas.microsoft.com/office/drawing/2014/main" val="3791507715"/>
                    </a:ext>
                  </a:extLst>
                </a:gridCol>
              </a:tblGrid>
              <a:tr h="85223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20463872"/>
                  </a:ext>
                </a:extLst>
              </a:tr>
              <a:tr h="85223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58844605"/>
                  </a:ext>
                </a:extLst>
              </a:tr>
              <a:tr h="85223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52101844"/>
                  </a:ext>
                </a:extLst>
              </a:tr>
              <a:tr h="85223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56254613"/>
                  </a:ext>
                </a:extLst>
              </a:tr>
            </a:tbl>
          </a:graphicData>
        </a:graphic>
      </p:graphicFrame>
      <p:sp>
        <p:nvSpPr>
          <p:cNvPr id="18" name="TextBox 17">
            <a:extLst>
              <a:ext uri="{FF2B5EF4-FFF2-40B4-BE49-F238E27FC236}">
                <a16:creationId xmlns:a16="http://schemas.microsoft.com/office/drawing/2014/main" id="{FE118FE7-AD4F-CB94-D916-8F6FC23E31A6}"/>
              </a:ext>
            </a:extLst>
          </p:cNvPr>
          <p:cNvSpPr txBox="1"/>
          <p:nvPr/>
        </p:nvSpPr>
        <p:spPr>
          <a:xfrm>
            <a:off x="3102691" y="2116377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7</a:t>
            </a:r>
          </a:p>
        </p:txBody>
      </p: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95A5B3E4-7824-E4F9-B438-9E659AB9F997}"/>
              </a:ext>
            </a:extLst>
          </p:cNvPr>
          <p:cNvCxnSpPr>
            <a:cxnSpLocks/>
          </p:cNvCxnSpPr>
          <p:nvPr/>
        </p:nvCxnSpPr>
        <p:spPr>
          <a:xfrm>
            <a:off x="942965" y="3769995"/>
            <a:ext cx="2930766" cy="5386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TextBox 26">
            <a:extLst>
              <a:ext uri="{FF2B5EF4-FFF2-40B4-BE49-F238E27FC236}">
                <a16:creationId xmlns:a16="http://schemas.microsoft.com/office/drawing/2014/main" id="{7CFA3058-4400-DCF8-270C-BDD22B62BE77}"/>
              </a:ext>
            </a:extLst>
          </p:cNvPr>
          <p:cNvSpPr txBox="1"/>
          <p:nvPr/>
        </p:nvSpPr>
        <p:spPr>
          <a:xfrm>
            <a:off x="2261027" y="2116377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2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E6E40340-138A-C3AB-C257-BA969038B3BC}"/>
              </a:ext>
            </a:extLst>
          </p:cNvPr>
          <p:cNvSpPr txBox="1"/>
          <p:nvPr/>
        </p:nvSpPr>
        <p:spPr>
          <a:xfrm>
            <a:off x="1402565" y="2116377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0</a:t>
            </a:r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2089FD58-85AA-6AA1-E111-B12969629B8B}"/>
              </a:ext>
            </a:extLst>
          </p:cNvPr>
          <p:cNvSpPr/>
          <p:nvPr/>
        </p:nvSpPr>
        <p:spPr>
          <a:xfrm>
            <a:off x="1986558" y="2435514"/>
            <a:ext cx="131167" cy="131167"/>
          </a:xfrm>
          <a:prstGeom prst="ellipse">
            <a:avLst/>
          </a:prstGeom>
          <a:solidFill>
            <a:schemeClr val="tx1"/>
          </a:solidFill>
          <a:ln w="1905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F5C6ABCF-EF9C-FA25-FC81-7DCAAEA99198}"/>
              </a:ext>
            </a:extLst>
          </p:cNvPr>
          <p:cNvSpPr txBox="1"/>
          <p:nvPr/>
        </p:nvSpPr>
        <p:spPr>
          <a:xfrm>
            <a:off x="521503" y="2939827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+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E9E7364E-297A-2C03-98B9-FDEF6CE38997}"/>
              </a:ext>
            </a:extLst>
          </p:cNvPr>
          <p:cNvSpPr txBox="1"/>
          <p:nvPr/>
        </p:nvSpPr>
        <p:spPr>
          <a:xfrm>
            <a:off x="3102691" y="2968864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1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AC026588-749E-A50C-4412-045DEF9A9368}"/>
              </a:ext>
            </a:extLst>
          </p:cNvPr>
          <p:cNvSpPr txBox="1"/>
          <p:nvPr/>
        </p:nvSpPr>
        <p:spPr>
          <a:xfrm>
            <a:off x="2261027" y="2968864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1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8440A480-97D0-DB4B-2052-C02EF2A88520}"/>
              </a:ext>
            </a:extLst>
          </p:cNvPr>
          <p:cNvSpPr txBox="1"/>
          <p:nvPr/>
        </p:nvSpPr>
        <p:spPr>
          <a:xfrm>
            <a:off x="1402565" y="2968864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0</a:t>
            </a:r>
          </a:p>
        </p:txBody>
      </p:sp>
      <p:sp>
        <p:nvSpPr>
          <p:cNvPr id="45" name="Oval 44">
            <a:extLst>
              <a:ext uri="{FF2B5EF4-FFF2-40B4-BE49-F238E27FC236}">
                <a16:creationId xmlns:a16="http://schemas.microsoft.com/office/drawing/2014/main" id="{AAD76230-28B4-E004-6DDE-E9BA44074464}"/>
              </a:ext>
            </a:extLst>
          </p:cNvPr>
          <p:cNvSpPr/>
          <p:nvPr/>
        </p:nvSpPr>
        <p:spPr>
          <a:xfrm>
            <a:off x="1986558" y="3288001"/>
            <a:ext cx="131167" cy="131167"/>
          </a:xfrm>
          <a:prstGeom prst="ellipse">
            <a:avLst/>
          </a:prstGeom>
          <a:solidFill>
            <a:schemeClr val="tx1"/>
          </a:solidFill>
          <a:ln w="1905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FC721D24-2379-C8B2-639D-9BA98B62DD2A}"/>
              </a:ext>
            </a:extLst>
          </p:cNvPr>
          <p:cNvSpPr txBox="1"/>
          <p:nvPr/>
        </p:nvSpPr>
        <p:spPr>
          <a:xfrm>
            <a:off x="3102691" y="3814684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8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D917E802-2900-64C5-E92C-4CAFD4A2A2D0}"/>
              </a:ext>
            </a:extLst>
          </p:cNvPr>
          <p:cNvSpPr txBox="1"/>
          <p:nvPr/>
        </p:nvSpPr>
        <p:spPr>
          <a:xfrm>
            <a:off x="2261027" y="3814684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3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36BA73C5-8B4A-0FC6-2D26-FEF30FD0C33C}"/>
              </a:ext>
            </a:extLst>
          </p:cNvPr>
          <p:cNvSpPr txBox="1"/>
          <p:nvPr/>
        </p:nvSpPr>
        <p:spPr>
          <a:xfrm>
            <a:off x="1402565" y="3814684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0</a:t>
            </a:r>
          </a:p>
        </p:txBody>
      </p:sp>
      <p:sp>
        <p:nvSpPr>
          <p:cNvPr id="49" name="Oval 48">
            <a:extLst>
              <a:ext uri="{FF2B5EF4-FFF2-40B4-BE49-F238E27FC236}">
                <a16:creationId xmlns:a16="http://schemas.microsoft.com/office/drawing/2014/main" id="{088A021B-C050-28E2-29A8-1C489B5A6816}"/>
              </a:ext>
            </a:extLst>
          </p:cNvPr>
          <p:cNvSpPr/>
          <p:nvPr/>
        </p:nvSpPr>
        <p:spPr>
          <a:xfrm>
            <a:off x="1986558" y="4133821"/>
            <a:ext cx="131167" cy="131167"/>
          </a:xfrm>
          <a:prstGeom prst="ellipse">
            <a:avLst/>
          </a:prstGeom>
          <a:solidFill>
            <a:schemeClr val="tx1"/>
          </a:solidFill>
          <a:ln w="1905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817432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/>
      <p:bldP spid="27" grpId="0"/>
      <p:bldP spid="28" grpId="0"/>
      <p:bldP spid="29" grpId="0" animBg="1"/>
      <p:bldP spid="39" grpId="0"/>
      <p:bldP spid="42" grpId="0"/>
      <p:bldP spid="43" grpId="0"/>
      <p:bldP spid="44" grpId="0"/>
      <p:bldP spid="45" grpId="0" animBg="1"/>
      <p:bldP spid="46" grpId="0"/>
      <p:bldP spid="47" grpId="0"/>
      <p:bldP spid="48" grpId="0"/>
      <p:bldP spid="49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3F894A87-A1AF-4083-A3F7-631CA8FD7219}"/>
              </a:ext>
            </a:extLst>
          </p:cNvPr>
          <p:cNvSpPr txBox="1"/>
          <p:nvPr/>
        </p:nvSpPr>
        <p:spPr>
          <a:xfrm>
            <a:off x="3823947" y="0"/>
            <a:ext cx="225811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Ондуктарды кошуу</a:t>
            </a:r>
            <a:endParaRPr lang="en-GB" sz="2000" dirty="0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51BFBD33-D124-448C-AAFF-E3C05AF03BC3}"/>
              </a:ext>
            </a:extLst>
          </p:cNvPr>
          <p:cNvCxnSpPr>
            <a:cxnSpLocks/>
          </p:cNvCxnSpPr>
          <p:nvPr/>
        </p:nvCxnSpPr>
        <p:spPr>
          <a:xfrm flipH="1">
            <a:off x="4950940" y="400110"/>
            <a:ext cx="0" cy="6457890"/>
          </a:xfrm>
          <a:prstGeom prst="line">
            <a:avLst/>
          </a:prstGeom>
          <a:ln w="28575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5F5AC12B-B557-46E4-93A7-834BB4A62396}"/>
              </a:ext>
            </a:extLst>
          </p:cNvPr>
          <p:cNvSpPr txBox="1"/>
          <p:nvPr/>
        </p:nvSpPr>
        <p:spPr>
          <a:xfrm>
            <a:off x="1549041" y="1085485"/>
            <a:ext cx="2012089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0.24  +  0.5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2E3BF562-F06F-4C52-AEDC-7C7D04F4CC2C}"/>
              </a:ext>
            </a:extLst>
          </p:cNvPr>
          <p:cNvSpPr txBox="1"/>
          <p:nvPr/>
        </p:nvSpPr>
        <p:spPr>
          <a:xfrm>
            <a:off x="-4717" y="-30715"/>
            <a:ext cx="151676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y-KG" b="1" dirty="0">
                <a:latin typeface="Arial Black" panose="020B0A04020102020204" pitchFamily="34" charset="0"/>
              </a:rPr>
              <a:t>К</a:t>
            </a:r>
            <a:r>
              <a:rPr lang="ru-RU" sz="1800" b="1" dirty="0">
                <a:latin typeface="Arial Black" panose="020B0A04020102020204" pitchFamily="34" charset="0"/>
              </a:rPr>
              <a:t>Ө</a:t>
            </a:r>
            <a:r>
              <a:rPr lang="ky-KG" sz="1800" b="1" dirty="0">
                <a:latin typeface="Arial Black" panose="020B0A04020102020204" pitchFamily="34" charset="0"/>
              </a:rPr>
              <a:t>РГ</a:t>
            </a:r>
            <a:r>
              <a:rPr lang="ru-RU" sz="1800" b="1" dirty="0">
                <a:latin typeface="Arial Black" panose="020B0A04020102020204" pitchFamily="34" charset="0"/>
              </a:rPr>
              <a:t>Ө</a:t>
            </a:r>
            <a:r>
              <a:rPr lang="ky-KG" sz="1800" b="1" dirty="0">
                <a:latin typeface="Arial Black" panose="020B0A04020102020204" pitchFamily="34" charset="0"/>
              </a:rPr>
              <a:t>ЗМ</a:t>
            </a:r>
            <a:r>
              <a:rPr lang="ru-RU" sz="1800" b="1" dirty="0">
                <a:latin typeface="Arial Black" panose="020B0A04020102020204" pitchFamily="34" charset="0"/>
              </a:rPr>
              <a:t>Ө</a:t>
            </a:r>
            <a:endParaRPr lang="en-GB" b="1" dirty="0">
              <a:latin typeface="Bodoni MT Black" panose="02070A03080606020203" pitchFamily="18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C29D3E9-922C-45DF-6833-B767145B3E10}"/>
              </a:ext>
            </a:extLst>
          </p:cNvPr>
          <p:cNvSpPr txBox="1"/>
          <p:nvPr/>
        </p:nvSpPr>
        <p:spPr>
          <a:xfrm>
            <a:off x="1865151" y="461422"/>
            <a:ext cx="137986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Эсептеңиз:</a:t>
            </a:r>
            <a:endParaRPr lang="en-GB" sz="2000" dirty="0"/>
          </a:p>
        </p:txBody>
      </p:sp>
      <p:graphicFrame>
        <p:nvGraphicFramePr>
          <p:cNvPr id="16" name="Table 6">
            <a:extLst>
              <a:ext uri="{FF2B5EF4-FFF2-40B4-BE49-F238E27FC236}">
                <a16:creationId xmlns:a16="http://schemas.microsoft.com/office/drawing/2014/main" id="{A5E2143D-4029-0744-B42C-CFA93E4ED271}"/>
              </a:ext>
            </a:extLst>
          </p:cNvPr>
          <p:cNvGraphicFramePr>
            <a:graphicFrameLocks noGrp="1"/>
          </p:cNvGraphicFramePr>
          <p:nvPr/>
        </p:nvGraphicFramePr>
        <p:xfrm>
          <a:off x="358971" y="2077915"/>
          <a:ext cx="4260655" cy="3408928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852131">
                  <a:extLst>
                    <a:ext uri="{9D8B030D-6E8A-4147-A177-3AD203B41FA5}">
                      <a16:colId xmlns:a16="http://schemas.microsoft.com/office/drawing/2014/main" val="4001077677"/>
                    </a:ext>
                  </a:extLst>
                </a:gridCol>
                <a:gridCol w="852131">
                  <a:extLst>
                    <a:ext uri="{9D8B030D-6E8A-4147-A177-3AD203B41FA5}">
                      <a16:colId xmlns:a16="http://schemas.microsoft.com/office/drawing/2014/main" val="2295623795"/>
                    </a:ext>
                  </a:extLst>
                </a:gridCol>
                <a:gridCol w="852131">
                  <a:extLst>
                    <a:ext uri="{9D8B030D-6E8A-4147-A177-3AD203B41FA5}">
                      <a16:colId xmlns:a16="http://schemas.microsoft.com/office/drawing/2014/main" val="3022669155"/>
                    </a:ext>
                  </a:extLst>
                </a:gridCol>
                <a:gridCol w="852131">
                  <a:extLst>
                    <a:ext uri="{9D8B030D-6E8A-4147-A177-3AD203B41FA5}">
                      <a16:colId xmlns:a16="http://schemas.microsoft.com/office/drawing/2014/main" val="3567078726"/>
                    </a:ext>
                  </a:extLst>
                </a:gridCol>
                <a:gridCol w="852131">
                  <a:extLst>
                    <a:ext uri="{9D8B030D-6E8A-4147-A177-3AD203B41FA5}">
                      <a16:colId xmlns:a16="http://schemas.microsoft.com/office/drawing/2014/main" val="3791507715"/>
                    </a:ext>
                  </a:extLst>
                </a:gridCol>
              </a:tblGrid>
              <a:tr h="85223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20463872"/>
                  </a:ext>
                </a:extLst>
              </a:tr>
              <a:tr h="85223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58844605"/>
                  </a:ext>
                </a:extLst>
              </a:tr>
              <a:tr h="85223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52101844"/>
                  </a:ext>
                </a:extLst>
              </a:tr>
              <a:tr h="85223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56254613"/>
                  </a:ext>
                </a:extLst>
              </a:tr>
            </a:tbl>
          </a:graphicData>
        </a:graphic>
      </p:graphicFrame>
      <p:sp>
        <p:nvSpPr>
          <p:cNvPr id="18" name="TextBox 17">
            <a:extLst>
              <a:ext uri="{FF2B5EF4-FFF2-40B4-BE49-F238E27FC236}">
                <a16:creationId xmlns:a16="http://schemas.microsoft.com/office/drawing/2014/main" id="{FE118FE7-AD4F-CB94-D916-8F6FC23E31A6}"/>
              </a:ext>
            </a:extLst>
          </p:cNvPr>
          <p:cNvSpPr txBox="1"/>
          <p:nvPr/>
        </p:nvSpPr>
        <p:spPr>
          <a:xfrm>
            <a:off x="3102691" y="2116377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4</a:t>
            </a:r>
          </a:p>
        </p:txBody>
      </p: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95A5B3E4-7824-E4F9-B438-9E659AB9F997}"/>
              </a:ext>
            </a:extLst>
          </p:cNvPr>
          <p:cNvCxnSpPr>
            <a:cxnSpLocks/>
          </p:cNvCxnSpPr>
          <p:nvPr/>
        </p:nvCxnSpPr>
        <p:spPr>
          <a:xfrm flipV="1">
            <a:off x="1014499" y="3773120"/>
            <a:ext cx="2946500" cy="33416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TextBox 26">
            <a:extLst>
              <a:ext uri="{FF2B5EF4-FFF2-40B4-BE49-F238E27FC236}">
                <a16:creationId xmlns:a16="http://schemas.microsoft.com/office/drawing/2014/main" id="{7CFA3058-4400-DCF8-270C-BDD22B62BE77}"/>
              </a:ext>
            </a:extLst>
          </p:cNvPr>
          <p:cNvSpPr txBox="1"/>
          <p:nvPr/>
        </p:nvSpPr>
        <p:spPr>
          <a:xfrm>
            <a:off x="2261027" y="2116377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2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E6E40340-138A-C3AB-C257-BA969038B3BC}"/>
              </a:ext>
            </a:extLst>
          </p:cNvPr>
          <p:cNvSpPr txBox="1"/>
          <p:nvPr/>
        </p:nvSpPr>
        <p:spPr>
          <a:xfrm>
            <a:off x="1402565" y="2116377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0</a:t>
            </a:r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2089FD58-85AA-6AA1-E111-B12969629B8B}"/>
              </a:ext>
            </a:extLst>
          </p:cNvPr>
          <p:cNvSpPr/>
          <p:nvPr/>
        </p:nvSpPr>
        <p:spPr>
          <a:xfrm>
            <a:off x="1986558" y="2435514"/>
            <a:ext cx="131167" cy="131167"/>
          </a:xfrm>
          <a:prstGeom prst="ellipse">
            <a:avLst/>
          </a:prstGeom>
          <a:solidFill>
            <a:schemeClr val="tx1"/>
          </a:solidFill>
          <a:ln w="1905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F5C6ABCF-EF9C-FA25-FC81-7DCAAEA99198}"/>
              </a:ext>
            </a:extLst>
          </p:cNvPr>
          <p:cNvSpPr txBox="1"/>
          <p:nvPr/>
        </p:nvSpPr>
        <p:spPr>
          <a:xfrm>
            <a:off x="521503" y="2939827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+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E9E7364E-297A-2C03-98B9-FDEF6CE38997}"/>
              </a:ext>
            </a:extLst>
          </p:cNvPr>
          <p:cNvSpPr txBox="1"/>
          <p:nvPr/>
        </p:nvSpPr>
        <p:spPr>
          <a:xfrm>
            <a:off x="3102691" y="2968864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0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AC026588-749E-A50C-4412-045DEF9A9368}"/>
              </a:ext>
            </a:extLst>
          </p:cNvPr>
          <p:cNvSpPr txBox="1"/>
          <p:nvPr/>
        </p:nvSpPr>
        <p:spPr>
          <a:xfrm>
            <a:off x="2261027" y="2968864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5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8440A480-97D0-DB4B-2052-C02EF2A88520}"/>
              </a:ext>
            </a:extLst>
          </p:cNvPr>
          <p:cNvSpPr txBox="1"/>
          <p:nvPr/>
        </p:nvSpPr>
        <p:spPr>
          <a:xfrm>
            <a:off x="1402565" y="2968864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0</a:t>
            </a:r>
          </a:p>
        </p:txBody>
      </p:sp>
      <p:sp>
        <p:nvSpPr>
          <p:cNvPr id="45" name="Oval 44">
            <a:extLst>
              <a:ext uri="{FF2B5EF4-FFF2-40B4-BE49-F238E27FC236}">
                <a16:creationId xmlns:a16="http://schemas.microsoft.com/office/drawing/2014/main" id="{AAD76230-28B4-E004-6DDE-E9BA44074464}"/>
              </a:ext>
            </a:extLst>
          </p:cNvPr>
          <p:cNvSpPr/>
          <p:nvPr/>
        </p:nvSpPr>
        <p:spPr>
          <a:xfrm>
            <a:off x="1986558" y="3288001"/>
            <a:ext cx="131167" cy="131167"/>
          </a:xfrm>
          <a:prstGeom prst="ellipse">
            <a:avLst/>
          </a:prstGeom>
          <a:solidFill>
            <a:schemeClr val="tx1"/>
          </a:solidFill>
          <a:ln w="1905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FC721D24-2379-C8B2-639D-9BA98B62DD2A}"/>
              </a:ext>
            </a:extLst>
          </p:cNvPr>
          <p:cNvSpPr txBox="1"/>
          <p:nvPr/>
        </p:nvSpPr>
        <p:spPr>
          <a:xfrm>
            <a:off x="3102691" y="3814684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4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D917E802-2900-64C5-E92C-4CAFD4A2A2D0}"/>
              </a:ext>
            </a:extLst>
          </p:cNvPr>
          <p:cNvSpPr txBox="1"/>
          <p:nvPr/>
        </p:nvSpPr>
        <p:spPr>
          <a:xfrm>
            <a:off x="2261027" y="3814684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7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36BA73C5-8B4A-0FC6-2D26-FEF30FD0C33C}"/>
              </a:ext>
            </a:extLst>
          </p:cNvPr>
          <p:cNvSpPr txBox="1"/>
          <p:nvPr/>
        </p:nvSpPr>
        <p:spPr>
          <a:xfrm>
            <a:off x="1402565" y="3814684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0</a:t>
            </a:r>
          </a:p>
        </p:txBody>
      </p:sp>
      <p:sp>
        <p:nvSpPr>
          <p:cNvPr id="49" name="Oval 48">
            <a:extLst>
              <a:ext uri="{FF2B5EF4-FFF2-40B4-BE49-F238E27FC236}">
                <a16:creationId xmlns:a16="http://schemas.microsoft.com/office/drawing/2014/main" id="{088A021B-C050-28E2-29A8-1C489B5A6816}"/>
              </a:ext>
            </a:extLst>
          </p:cNvPr>
          <p:cNvSpPr/>
          <p:nvPr/>
        </p:nvSpPr>
        <p:spPr>
          <a:xfrm>
            <a:off x="1986558" y="4133821"/>
            <a:ext cx="131167" cy="131167"/>
          </a:xfrm>
          <a:prstGeom prst="ellipse">
            <a:avLst/>
          </a:prstGeom>
          <a:solidFill>
            <a:schemeClr val="tx1"/>
          </a:solidFill>
          <a:ln w="1905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331293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/>
      <p:bldP spid="27" grpId="0"/>
      <p:bldP spid="28" grpId="0"/>
      <p:bldP spid="29" grpId="0" animBg="1"/>
      <p:bldP spid="39" grpId="0"/>
      <p:bldP spid="42" grpId="0"/>
      <p:bldP spid="43" grpId="0"/>
      <p:bldP spid="44" grpId="0"/>
      <p:bldP spid="45" grpId="0" animBg="1"/>
      <p:bldP spid="46" grpId="0"/>
      <p:bldP spid="47" grpId="0"/>
      <p:bldP spid="48" grpId="0"/>
      <p:bldP spid="49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3F894A87-A1AF-4083-A3F7-631CA8FD7219}"/>
              </a:ext>
            </a:extLst>
          </p:cNvPr>
          <p:cNvSpPr txBox="1"/>
          <p:nvPr/>
        </p:nvSpPr>
        <p:spPr>
          <a:xfrm>
            <a:off x="3823947" y="0"/>
            <a:ext cx="225811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Ондуктарды кошуу</a:t>
            </a:r>
            <a:endParaRPr lang="en-GB" sz="2000" dirty="0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51BFBD33-D124-448C-AAFF-E3C05AF03BC3}"/>
              </a:ext>
            </a:extLst>
          </p:cNvPr>
          <p:cNvCxnSpPr>
            <a:cxnSpLocks/>
          </p:cNvCxnSpPr>
          <p:nvPr/>
        </p:nvCxnSpPr>
        <p:spPr>
          <a:xfrm flipH="1">
            <a:off x="4950940" y="400110"/>
            <a:ext cx="0" cy="6457890"/>
          </a:xfrm>
          <a:prstGeom prst="line">
            <a:avLst/>
          </a:prstGeom>
          <a:ln w="28575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TextBox 24">
            <a:extLst>
              <a:ext uri="{FF2B5EF4-FFF2-40B4-BE49-F238E27FC236}">
                <a16:creationId xmlns:a16="http://schemas.microsoft.com/office/drawing/2014/main" id="{2E3BF562-F06F-4C52-AEDC-7C7D04F4CC2C}"/>
              </a:ext>
            </a:extLst>
          </p:cNvPr>
          <p:cNvSpPr txBox="1"/>
          <p:nvPr/>
        </p:nvSpPr>
        <p:spPr>
          <a:xfrm>
            <a:off x="-4717" y="-30715"/>
            <a:ext cx="151676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y-KG" b="1" dirty="0">
                <a:latin typeface="Arial Black" panose="020B0A04020102020204" pitchFamily="34" charset="0"/>
              </a:rPr>
              <a:t>К</a:t>
            </a:r>
            <a:r>
              <a:rPr lang="ru-RU" sz="1800" b="1" dirty="0">
                <a:latin typeface="Arial Black" panose="020B0A04020102020204" pitchFamily="34" charset="0"/>
              </a:rPr>
              <a:t>Ө</a:t>
            </a:r>
            <a:r>
              <a:rPr lang="ky-KG" sz="1800" b="1" dirty="0">
                <a:latin typeface="Arial Black" panose="020B0A04020102020204" pitchFamily="34" charset="0"/>
              </a:rPr>
              <a:t>РГ</a:t>
            </a:r>
            <a:r>
              <a:rPr lang="ru-RU" sz="1800" b="1" dirty="0">
                <a:latin typeface="Arial Black" panose="020B0A04020102020204" pitchFamily="34" charset="0"/>
              </a:rPr>
              <a:t>Ө</a:t>
            </a:r>
            <a:r>
              <a:rPr lang="ky-KG" sz="1800" b="1" dirty="0">
                <a:latin typeface="Arial Black" panose="020B0A04020102020204" pitchFamily="34" charset="0"/>
              </a:rPr>
              <a:t>ЗМ</a:t>
            </a:r>
            <a:r>
              <a:rPr lang="ru-RU" sz="1800" b="1" dirty="0">
                <a:latin typeface="Arial Black" panose="020B0A04020102020204" pitchFamily="34" charset="0"/>
              </a:rPr>
              <a:t>Ө</a:t>
            </a:r>
            <a:endParaRPr lang="en-GB" b="1" dirty="0">
              <a:latin typeface="Bodoni MT Black" panose="02070A03080606020203" pitchFamily="18" charset="0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2ABE8D70-7EEC-4935-BF3A-C0D53C153FBC}"/>
              </a:ext>
            </a:extLst>
          </p:cNvPr>
          <p:cNvSpPr txBox="1"/>
          <p:nvPr/>
        </p:nvSpPr>
        <p:spPr>
          <a:xfrm>
            <a:off x="7816163" y="30543"/>
            <a:ext cx="200728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800" b="1" dirty="0">
                <a:latin typeface="Stencil" panose="040409050D0802020404" pitchFamily="82" charset="0"/>
              </a:rPr>
              <a:t>СЕНИН КЕЗЕГИ</a:t>
            </a:r>
            <a:r>
              <a:rPr lang="ru-RU" sz="1800" b="1" dirty="0"/>
              <a:t>Ң</a:t>
            </a:r>
            <a:endParaRPr lang="en-GB" sz="1800" b="1" dirty="0">
              <a:latin typeface="Stencil" panose="040409050D0802020404" pitchFamily="82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C29D3E9-922C-45DF-6833-B767145B3E10}"/>
              </a:ext>
            </a:extLst>
          </p:cNvPr>
          <p:cNvSpPr txBox="1"/>
          <p:nvPr/>
        </p:nvSpPr>
        <p:spPr>
          <a:xfrm>
            <a:off x="1865151" y="461422"/>
            <a:ext cx="137986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Эсептеңиз:</a:t>
            </a:r>
            <a:endParaRPr lang="en-GB" sz="2000" dirty="0"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0F65D8CE-B967-2D5B-1BB2-B16C088F9E42}"/>
              </a:ext>
            </a:extLst>
          </p:cNvPr>
          <p:cNvSpPr txBox="1"/>
          <p:nvPr/>
        </p:nvSpPr>
        <p:spPr>
          <a:xfrm>
            <a:off x="6492516" y="1085485"/>
            <a:ext cx="2012089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0.16  +  0.3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1F483264-CA20-F511-A536-C172F8A1B4D3}"/>
              </a:ext>
            </a:extLst>
          </p:cNvPr>
          <p:cNvSpPr txBox="1"/>
          <p:nvPr/>
        </p:nvSpPr>
        <p:spPr>
          <a:xfrm>
            <a:off x="6808626" y="461422"/>
            <a:ext cx="137986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Эсептеңиз:</a:t>
            </a:r>
            <a:endParaRPr lang="en-GB" sz="2000" dirty="0"/>
          </a:p>
        </p:txBody>
      </p:sp>
      <p:graphicFrame>
        <p:nvGraphicFramePr>
          <p:cNvPr id="34" name="Table 6">
            <a:extLst>
              <a:ext uri="{FF2B5EF4-FFF2-40B4-BE49-F238E27FC236}">
                <a16:creationId xmlns:a16="http://schemas.microsoft.com/office/drawing/2014/main" id="{77E8E0BB-1993-7BE9-0DAB-612C4110CCE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42993339"/>
              </p:ext>
            </p:extLst>
          </p:nvPr>
        </p:nvGraphicFramePr>
        <p:xfrm>
          <a:off x="5302446" y="2077915"/>
          <a:ext cx="4260655" cy="3408928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852131">
                  <a:extLst>
                    <a:ext uri="{9D8B030D-6E8A-4147-A177-3AD203B41FA5}">
                      <a16:colId xmlns:a16="http://schemas.microsoft.com/office/drawing/2014/main" val="4001077677"/>
                    </a:ext>
                  </a:extLst>
                </a:gridCol>
                <a:gridCol w="852131">
                  <a:extLst>
                    <a:ext uri="{9D8B030D-6E8A-4147-A177-3AD203B41FA5}">
                      <a16:colId xmlns:a16="http://schemas.microsoft.com/office/drawing/2014/main" val="2295623795"/>
                    </a:ext>
                  </a:extLst>
                </a:gridCol>
                <a:gridCol w="852131">
                  <a:extLst>
                    <a:ext uri="{9D8B030D-6E8A-4147-A177-3AD203B41FA5}">
                      <a16:colId xmlns:a16="http://schemas.microsoft.com/office/drawing/2014/main" val="3022669155"/>
                    </a:ext>
                  </a:extLst>
                </a:gridCol>
                <a:gridCol w="852131">
                  <a:extLst>
                    <a:ext uri="{9D8B030D-6E8A-4147-A177-3AD203B41FA5}">
                      <a16:colId xmlns:a16="http://schemas.microsoft.com/office/drawing/2014/main" val="3567078726"/>
                    </a:ext>
                  </a:extLst>
                </a:gridCol>
                <a:gridCol w="852131">
                  <a:extLst>
                    <a:ext uri="{9D8B030D-6E8A-4147-A177-3AD203B41FA5}">
                      <a16:colId xmlns:a16="http://schemas.microsoft.com/office/drawing/2014/main" val="3791507715"/>
                    </a:ext>
                  </a:extLst>
                </a:gridCol>
              </a:tblGrid>
              <a:tr h="85223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20463872"/>
                  </a:ext>
                </a:extLst>
              </a:tr>
              <a:tr h="85223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58844605"/>
                  </a:ext>
                </a:extLst>
              </a:tr>
              <a:tr h="85223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52101844"/>
                  </a:ext>
                </a:extLst>
              </a:tr>
              <a:tr h="85223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56254613"/>
                  </a:ext>
                </a:extLst>
              </a:tr>
            </a:tbl>
          </a:graphicData>
        </a:graphic>
      </p:graphicFrame>
      <p:sp>
        <p:nvSpPr>
          <p:cNvPr id="35" name="TextBox 34">
            <a:extLst>
              <a:ext uri="{FF2B5EF4-FFF2-40B4-BE49-F238E27FC236}">
                <a16:creationId xmlns:a16="http://schemas.microsoft.com/office/drawing/2014/main" id="{ED58A893-2E97-4D31-4196-C4420C2BFD29}"/>
              </a:ext>
            </a:extLst>
          </p:cNvPr>
          <p:cNvSpPr txBox="1"/>
          <p:nvPr/>
        </p:nvSpPr>
        <p:spPr>
          <a:xfrm>
            <a:off x="8046166" y="2116377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6</a:t>
            </a:r>
          </a:p>
        </p:txBody>
      </p: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0A09649F-5AB1-533B-0AB8-AC60E0A64456}"/>
              </a:ext>
            </a:extLst>
          </p:cNvPr>
          <p:cNvCxnSpPr>
            <a:cxnSpLocks/>
          </p:cNvCxnSpPr>
          <p:nvPr/>
        </p:nvCxnSpPr>
        <p:spPr>
          <a:xfrm flipV="1">
            <a:off x="5844877" y="3757353"/>
            <a:ext cx="2974927" cy="29267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TextBox 36">
            <a:extLst>
              <a:ext uri="{FF2B5EF4-FFF2-40B4-BE49-F238E27FC236}">
                <a16:creationId xmlns:a16="http://schemas.microsoft.com/office/drawing/2014/main" id="{CBC20F66-F8FF-6C7D-DD5A-7456488E16E2}"/>
              </a:ext>
            </a:extLst>
          </p:cNvPr>
          <p:cNvSpPr txBox="1"/>
          <p:nvPr/>
        </p:nvSpPr>
        <p:spPr>
          <a:xfrm>
            <a:off x="7204502" y="2116377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1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FEBC9C5F-EC0B-DB48-AE4A-71B6124ABEF4}"/>
              </a:ext>
            </a:extLst>
          </p:cNvPr>
          <p:cNvSpPr txBox="1"/>
          <p:nvPr/>
        </p:nvSpPr>
        <p:spPr>
          <a:xfrm>
            <a:off x="6346040" y="2116377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0</a:t>
            </a:r>
          </a:p>
        </p:txBody>
      </p:sp>
      <p:sp>
        <p:nvSpPr>
          <p:cNvPr id="40" name="Oval 39">
            <a:extLst>
              <a:ext uri="{FF2B5EF4-FFF2-40B4-BE49-F238E27FC236}">
                <a16:creationId xmlns:a16="http://schemas.microsoft.com/office/drawing/2014/main" id="{89082013-E8DB-9AAD-F6F5-D70003214AE1}"/>
              </a:ext>
            </a:extLst>
          </p:cNvPr>
          <p:cNvSpPr/>
          <p:nvPr/>
        </p:nvSpPr>
        <p:spPr>
          <a:xfrm>
            <a:off x="6930033" y="2435514"/>
            <a:ext cx="131167" cy="131167"/>
          </a:xfrm>
          <a:prstGeom prst="ellipse">
            <a:avLst/>
          </a:prstGeom>
          <a:solidFill>
            <a:schemeClr val="tx1"/>
          </a:solidFill>
          <a:ln w="1905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0FE3CA41-B5D3-F340-8467-12FFA52501D0}"/>
              </a:ext>
            </a:extLst>
          </p:cNvPr>
          <p:cNvSpPr txBox="1"/>
          <p:nvPr/>
        </p:nvSpPr>
        <p:spPr>
          <a:xfrm>
            <a:off x="5464978" y="2939827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+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936911B7-1ACE-3123-9058-BCBB70DBBDD2}"/>
              </a:ext>
            </a:extLst>
          </p:cNvPr>
          <p:cNvSpPr txBox="1"/>
          <p:nvPr/>
        </p:nvSpPr>
        <p:spPr>
          <a:xfrm>
            <a:off x="8046166" y="2968864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0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859364C6-8BB3-05D3-9F07-775E29827010}"/>
              </a:ext>
            </a:extLst>
          </p:cNvPr>
          <p:cNvSpPr txBox="1"/>
          <p:nvPr/>
        </p:nvSpPr>
        <p:spPr>
          <a:xfrm>
            <a:off x="7204502" y="2968864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3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FC55B46B-D81E-7D93-563A-AA552A920972}"/>
              </a:ext>
            </a:extLst>
          </p:cNvPr>
          <p:cNvSpPr txBox="1"/>
          <p:nvPr/>
        </p:nvSpPr>
        <p:spPr>
          <a:xfrm>
            <a:off x="6346040" y="2968864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0</a:t>
            </a:r>
          </a:p>
        </p:txBody>
      </p:sp>
      <p:sp>
        <p:nvSpPr>
          <p:cNvPr id="53" name="Oval 52">
            <a:extLst>
              <a:ext uri="{FF2B5EF4-FFF2-40B4-BE49-F238E27FC236}">
                <a16:creationId xmlns:a16="http://schemas.microsoft.com/office/drawing/2014/main" id="{1C06381E-414C-B163-DCED-B438FA1A6C22}"/>
              </a:ext>
            </a:extLst>
          </p:cNvPr>
          <p:cNvSpPr/>
          <p:nvPr/>
        </p:nvSpPr>
        <p:spPr>
          <a:xfrm>
            <a:off x="6930033" y="3288001"/>
            <a:ext cx="131167" cy="131167"/>
          </a:xfrm>
          <a:prstGeom prst="ellipse">
            <a:avLst/>
          </a:prstGeom>
          <a:solidFill>
            <a:schemeClr val="tx1"/>
          </a:solidFill>
          <a:ln w="1905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64532317-5931-4205-20C1-CDFFB3B0C3FD}"/>
              </a:ext>
            </a:extLst>
          </p:cNvPr>
          <p:cNvSpPr txBox="1"/>
          <p:nvPr/>
        </p:nvSpPr>
        <p:spPr>
          <a:xfrm>
            <a:off x="8046166" y="3814684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6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B2C382E1-46E5-E15B-9BAD-6E0E0217FA44}"/>
              </a:ext>
            </a:extLst>
          </p:cNvPr>
          <p:cNvSpPr txBox="1"/>
          <p:nvPr/>
        </p:nvSpPr>
        <p:spPr>
          <a:xfrm>
            <a:off x="7204502" y="3814684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4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5371654E-75CB-E086-3782-22D5E7EB174D}"/>
              </a:ext>
            </a:extLst>
          </p:cNvPr>
          <p:cNvSpPr txBox="1"/>
          <p:nvPr/>
        </p:nvSpPr>
        <p:spPr>
          <a:xfrm>
            <a:off x="6346040" y="3814684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0</a:t>
            </a:r>
          </a:p>
        </p:txBody>
      </p:sp>
      <p:sp>
        <p:nvSpPr>
          <p:cNvPr id="57" name="Oval 56">
            <a:extLst>
              <a:ext uri="{FF2B5EF4-FFF2-40B4-BE49-F238E27FC236}">
                <a16:creationId xmlns:a16="http://schemas.microsoft.com/office/drawing/2014/main" id="{C66E806E-5CA9-608F-DEDF-F81679769B58}"/>
              </a:ext>
            </a:extLst>
          </p:cNvPr>
          <p:cNvSpPr/>
          <p:nvPr/>
        </p:nvSpPr>
        <p:spPr>
          <a:xfrm>
            <a:off x="6930033" y="4133821"/>
            <a:ext cx="131167" cy="131167"/>
          </a:xfrm>
          <a:prstGeom prst="ellipse">
            <a:avLst/>
          </a:prstGeom>
          <a:solidFill>
            <a:schemeClr val="tx1"/>
          </a:solidFill>
          <a:ln w="1905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5D0F488-926E-75F5-F136-DE6E3525FC8C}"/>
              </a:ext>
            </a:extLst>
          </p:cNvPr>
          <p:cNvSpPr txBox="1"/>
          <p:nvPr/>
        </p:nvSpPr>
        <p:spPr>
          <a:xfrm>
            <a:off x="1549041" y="1085485"/>
            <a:ext cx="2012089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0.24  +  0.5</a:t>
            </a:r>
          </a:p>
        </p:txBody>
      </p:sp>
      <p:graphicFrame>
        <p:nvGraphicFramePr>
          <p:cNvPr id="3" name="Table 6">
            <a:extLst>
              <a:ext uri="{FF2B5EF4-FFF2-40B4-BE49-F238E27FC236}">
                <a16:creationId xmlns:a16="http://schemas.microsoft.com/office/drawing/2014/main" id="{C57577D6-A176-29C2-0C5F-60CB07CEEE4C}"/>
              </a:ext>
            </a:extLst>
          </p:cNvPr>
          <p:cNvGraphicFramePr>
            <a:graphicFrameLocks noGrp="1"/>
          </p:cNvGraphicFramePr>
          <p:nvPr/>
        </p:nvGraphicFramePr>
        <p:xfrm>
          <a:off x="358971" y="2077915"/>
          <a:ext cx="4260655" cy="3408928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852131">
                  <a:extLst>
                    <a:ext uri="{9D8B030D-6E8A-4147-A177-3AD203B41FA5}">
                      <a16:colId xmlns:a16="http://schemas.microsoft.com/office/drawing/2014/main" val="4001077677"/>
                    </a:ext>
                  </a:extLst>
                </a:gridCol>
                <a:gridCol w="852131">
                  <a:extLst>
                    <a:ext uri="{9D8B030D-6E8A-4147-A177-3AD203B41FA5}">
                      <a16:colId xmlns:a16="http://schemas.microsoft.com/office/drawing/2014/main" val="2295623795"/>
                    </a:ext>
                  </a:extLst>
                </a:gridCol>
                <a:gridCol w="852131">
                  <a:extLst>
                    <a:ext uri="{9D8B030D-6E8A-4147-A177-3AD203B41FA5}">
                      <a16:colId xmlns:a16="http://schemas.microsoft.com/office/drawing/2014/main" val="3022669155"/>
                    </a:ext>
                  </a:extLst>
                </a:gridCol>
                <a:gridCol w="852131">
                  <a:extLst>
                    <a:ext uri="{9D8B030D-6E8A-4147-A177-3AD203B41FA5}">
                      <a16:colId xmlns:a16="http://schemas.microsoft.com/office/drawing/2014/main" val="3567078726"/>
                    </a:ext>
                  </a:extLst>
                </a:gridCol>
                <a:gridCol w="852131">
                  <a:extLst>
                    <a:ext uri="{9D8B030D-6E8A-4147-A177-3AD203B41FA5}">
                      <a16:colId xmlns:a16="http://schemas.microsoft.com/office/drawing/2014/main" val="3791507715"/>
                    </a:ext>
                  </a:extLst>
                </a:gridCol>
              </a:tblGrid>
              <a:tr h="85223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20463872"/>
                  </a:ext>
                </a:extLst>
              </a:tr>
              <a:tr h="85223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58844605"/>
                  </a:ext>
                </a:extLst>
              </a:tr>
              <a:tr h="85223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52101844"/>
                  </a:ext>
                </a:extLst>
              </a:tr>
              <a:tr h="85223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56254613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1669DAAD-82EE-405E-3081-410BE82A48D8}"/>
              </a:ext>
            </a:extLst>
          </p:cNvPr>
          <p:cNvSpPr txBox="1"/>
          <p:nvPr/>
        </p:nvSpPr>
        <p:spPr>
          <a:xfrm>
            <a:off x="3102691" y="2116377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4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CB705297-0C18-F3F7-7B1F-1F3820A741E8}"/>
              </a:ext>
            </a:extLst>
          </p:cNvPr>
          <p:cNvCxnSpPr>
            <a:cxnSpLocks/>
          </p:cNvCxnSpPr>
          <p:nvPr/>
        </p:nvCxnSpPr>
        <p:spPr>
          <a:xfrm flipV="1">
            <a:off x="1014499" y="3773120"/>
            <a:ext cx="2946500" cy="33416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2DCF0E61-9B38-1967-22A5-E68DEFBD20E2}"/>
              </a:ext>
            </a:extLst>
          </p:cNvPr>
          <p:cNvSpPr txBox="1"/>
          <p:nvPr/>
        </p:nvSpPr>
        <p:spPr>
          <a:xfrm>
            <a:off x="2261027" y="2116377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2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BB93A51-2170-EB99-7708-3295048B7B5D}"/>
              </a:ext>
            </a:extLst>
          </p:cNvPr>
          <p:cNvSpPr txBox="1"/>
          <p:nvPr/>
        </p:nvSpPr>
        <p:spPr>
          <a:xfrm>
            <a:off x="1402565" y="2116377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0</a:t>
            </a: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D11A69C6-66C7-B6CE-4DA8-70A6B1C59B27}"/>
              </a:ext>
            </a:extLst>
          </p:cNvPr>
          <p:cNvSpPr/>
          <p:nvPr/>
        </p:nvSpPr>
        <p:spPr>
          <a:xfrm>
            <a:off x="1986558" y="2435514"/>
            <a:ext cx="131167" cy="131167"/>
          </a:xfrm>
          <a:prstGeom prst="ellipse">
            <a:avLst/>
          </a:prstGeom>
          <a:solidFill>
            <a:schemeClr val="tx1"/>
          </a:solidFill>
          <a:ln w="1905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B54972C8-8326-7BAE-C6F3-DAD64BC1A588}"/>
              </a:ext>
            </a:extLst>
          </p:cNvPr>
          <p:cNvSpPr txBox="1"/>
          <p:nvPr/>
        </p:nvSpPr>
        <p:spPr>
          <a:xfrm>
            <a:off x="521503" y="2939827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+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8663DC77-77A3-1385-395E-9CB4E228D520}"/>
              </a:ext>
            </a:extLst>
          </p:cNvPr>
          <p:cNvSpPr txBox="1"/>
          <p:nvPr/>
        </p:nvSpPr>
        <p:spPr>
          <a:xfrm>
            <a:off x="3102691" y="2968864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0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F69C6D07-A0D3-8C6E-1B08-833750238146}"/>
              </a:ext>
            </a:extLst>
          </p:cNvPr>
          <p:cNvSpPr txBox="1"/>
          <p:nvPr/>
        </p:nvSpPr>
        <p:spPr>
          <a:xfrm>
            <a:off x="2261027" y="2968864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5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9EAC98C9-DFC2-97D2-8DF8-E819E69F2B7F}"/>
              </a:ext>
            </a:extLst>
          </p:cNvPr>
          <p:cNvSpPr txBox="1"/>
          <p:nvPr/>
        </p:nvSpPr>
        <p:spPr>
          <a:xfrm>
            <a:off x="1402565" y="2968864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0</a:t>
            </a:r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41E25B5A-66BF-4C37-C03A-A74C3EE7A931}"/>
              </a:ext>
            </a:extLst>
          </p:cNvPr>
          <p:cNvSpPr/>
          <p:nvPr/>
        </p:nvSpPr>
        <p:spPr>
          <a:xfrm>
            <a:off x="1986558" y="3288001"/>
            <a:ext cx="131167" cy="131167"/>
          </a:xfrm>
          <a:prstGeom prst="ellipse">
            <a:avLst/>
          </a:prstGeom>
          <a:solidFill>
            <a:schemeClr val="tx1"/>
          </a:solidFill>
          <a:ln w="1905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4AC41AF3-A326-B945-39AC-D1B24649BC93}"/>
              </a:ext>
            </a:extLst>
          </p:cNvPr>
          <p:cNvSpPr txBox="1"/>
          <p:nvPr/>
        </p:nvSpPr>
        <p:spPr>
          <a:xfrm>
            <a:off x="3102691" y="3814684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4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E82E9962-D039-9BEC-8155-2DC3B3A02582}"/>
              </a:ext>
            </a:extLst>
          </p:cNvPr>
          <p:cNvSpPr txBox="1"/>
          <p:nvPr/>
        </p:nvSpPr>
        <p:spPr>
          <a:xfrm>
            <a:off x="2261027" y="3814684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7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C78C0E29-A66F-21DA-E379-F75C5B1FCC7C}"/>
              </a:ext>
            </a:extLst>
          </p:cNvPr>
          <p:cNvSpPr txBox="1"/>
          <p:nvPr/>
        </p:nvSpPr>
        <p:spPr>
          <a:xfrm>
            <a:off x="1402565" y="3814684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0</a:t>
            </a:r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19132AB1-DAD3-D699-658B-4DA402218C03}"/>
              </a:ext>
            </a:extLst>
          </p:cNvPr>
          <p:cNvSpPr/>
          <p:nvPr/>
        </p:nvSpPr>
        <p:spPr>
          <a:xfrm>
            <a:off x="1986558" y="4133821"/>
            <a:ext cx="131167" cy="131167"/>
          </a:xfrm>
          <a:prstGeom prst="ellipse">
            <a:avLst/>
          </a:prstGeom>
          <a:solidFill>
            <a:schemeClr val="tx1"/>
          </a:solidFill>
          <a:ln w="1905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24377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5" grpId="0"/>
      <p:bldP spid="37" grpId="0"/>
      <p:bldP spid="38" grpId="0"/>
      <p:bldP spid="40" grpId="0" animBg="1"/>
      <p:bldP spid="41" grpId="0"/>
      <p:bldP spid="50" grpId="0"/>
      <p:bldP spid="51" grpId="0"/>
      <p:bldP spid="52" grpId="0"/>
      <p:bldP spid="53" grpId="0" animBg="1"/>
      <p:bldP spid="54" grpId="0"/>
      <p:bldP spid="55" grpId="0"/>
      <p:bldP spid="56" grpId="0"/>
      <p:bldP spid="57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3F894A87-A1AF-4083-A3F7-631CA8FD7219}"/>
              </a:ext>
            </a:extLst>
          </p:cNvPr>
          <p:cNvSpPr txBox="1"/>
          <p:nvPr/>
        </p:nvSpPr>
        <p:spPr>
          <a:xfrm>
            <a:off x="3823947" y="0"/>
            <a:ext cx="225811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Ондуктарды кошуу</a:t>
            </a:r>
            <a:endParaRPr lang="en-GB" sz="2000" dirty="0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51BFBD33-D124-448C-AAFF-E3C05AF03BC3}"/>
              </a:ext>
            </a:extLst>
          </p:cNvPr>
          <p:cNvCxnSpPr>
            <a:cxnSpLocks/>
          </p:cNvCxnSpPr>
          <p:nvPr/>
        </p:nvCxnSpPr>
        <p:spPr>
          <a:xfrm flipH="1">
            <a:off x="4950940" y="400110"/>
            <a:ext cx="0" cy="6457890"/>
          </a:xfrm>
          <a:prstGeom prst="line">
            <a:avLst/>
          </a:prstGeom>
          <a:ln w="28575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TextBox 24">
            <a:extLst>
              <a:ext uri="{FF2B5EF4-FFF2-40B4-BE49-F238E27FC236}">
                <a16:creationId xmlns:a16="http://schemas.microsoft.com/office/drawing/2014/main" id="{2E3BF562-F06F-4C52-AEDC-7C7D04F4CC2C}"/>
              </a:ext>
            </a:extLst>
          </p:cNvPr>
          <p:cNvSpPr txBox="1"/>
          <p:nvPr/>
        </p:nvSpPr>
        <p:spPr>
          <a:xfrm>
            <a:off x="-4717" y="-30715"/>
            <a:ext cx="151676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y-KG" b="1" dirty="0">
                <a:latin typeface="Arial Black" panose="020B0A04020102020204" pitchFamily="34" charset="0"/>
              </a:rPr>
              <a:t>К</a:t>
            </a:r>
            <a:r>
              <a:rPr lang="ru-RU" sz="1800" b="1" dirty="0">
                <a:latin typeface="Arial Black" panose="020B0A04020102020204" pitchFamily="34" charset="0"/>
              </a:rPr>
              <a:t>Ө</a:t>
            </a:r>
            <a:r>
              <a:rPr lang="ky-KG" sz="1800" b="1" dirty="0">
                <a:latin typeface="Arial Black" panose="020B0A04020102020204" pitchFamily="34" charset="0"/>
              </a:rPr>
              <a:t>РГ</a:t>
            </a:r>
            <a:r>
              <a:rPr lang="ru-RU" sz="1800" b="1" dirty="0">
                <a:latin typeface="Arial Black" panose="020B0A04020102020204" pitchFamily="34" charset="0"/>
              </a:rPr>
              <a:t>Ө</a:t>
            </a:r>
            <a:r>
              <a:rPr lang="ky-KG" sz="1800" b="1" dirty="0">
                <a:latin typeface="Arial Black" panose="020B0A04020102020204" pitchFamily="34" charset="0"/>
              </a:rPr>
              <a:t>ЗМ</a:t>
            </a:r>
            <a:r>
              <a:rPr lang="ru-RU" sz="1800" b="1" dirty="0">
                <a:latin typeface="Arial Black" panose="020B0A04020102020204" pitchFamily="34" charset="0"/>
              </a:rPr>
              <a:t>Ө</a:t>
            </a:r>
            <a:endParaRPr lang="en-GB" b="1" dirty="0">
              <a:latin typeface="Bodoni MT Black" panose="02070A03080606020203" pitchFamily="18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C29D3E9-922C-45DF-6833-B767145B3E10}"/>
              </a:ext>
            </a:extLst>
          </p:cNvPr>
          <p:cNvSpPr txBox="1"/>
          <p:nvPr/>
        </p:nvSpPr>
        <p:spPr>
          <a:xfrm>
            <a:off x="1865151" y="461422"/>
            <a:ext cx="137986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Эсептеңиз:</a:t>
            </a:r>
            <a:endParaRPr lang="en-GB" sz="2000" dirty="0"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0F65D8CE-B967-2D5B-1BB2-B16C088F9E42}"/>
              </a:ext>
            </a:extLst>
          </p:cNvPr>
          <p:cNvSpPr txBox="1"/>
          <p:nvPr/>
        </p:nvSpPr>
        <p:spPr>
          <a:xfrm>
            <a:off x="6492516" y="1085485"/>
            <a:ext cx="2012089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0.3  +  0.29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1F483264-CA20-F511-A536-C172F8A1B4D3}"/>
              </a:ext>
            </a:extLst>
          </p:cNvPr>
          <p:cNvSpPr txBox="1"/>
          <p:nvPr/>
        </p:nvSpPr>
        <p:spPr>
          <a:xfrm>
            <a:off x="6808626" y="461422"/>
            <a:ext cx="137986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Эсептеңиз:</a:t>
            </a:r>
            <a:endParaRPr lang="en-GB" sz="2000" dirty="0"/>
          </a:p>
        </p:txBody>
      </p:sp>
      <p:graphicFrame>
        <p:nvGraphicFramePr>
          <p:cNvPr id="34" name="Table 6">
            <a:extLst>
              <a:ext uri="{FF2B5EF4-FFF2-40B4-BE49-F238E27FC236}">
                <a16:creationId xmlns:a16="http://schemas.microsoft.com/office/drawing/2014/main" id="{77E8E0BB-1993-7BE9-0DAB-612C4110CCE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17946884"/>
              </p:ext>
            </p:extLst>
          </p:nvPr>
        </p:nvGraphicFramePr>
        <p:xfrm>
          <a:off x="5302446" y="2077915"/>
          <a:ext cx="4260655" cy="3408928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852131">
                  <a:extLst>
                    <a:ext uri="{9D8B030D-6E8A-4147-A177-3AD203B41FA5}">
                      <a16:colId xmlns:a16="http://schemas.microsoft.com/office/drawing/2014/main" val="4001077677"/>
                    </a:ext>
                  </a:extLst>
                </a:gridCol>
                <a:gridCol w="852131">
                  <a:extLst>
                    <a:ext uri="{9D8B030D-6E8A-4147-A177-3AD203B41FA5}">
                      <a16:colId xmlns:a16="http://schemas.microsoft.com/office/drawing/2014/main" val="2295623795"/>
                    </a:ext>
                  </a:extLst>
                </a:gridCol>
                <a:gridCol w="852131">
                  <a:extLst>
                    <a:ext uri="{9D8B030D-6E8A-4147-A177-3AD203B41FA5}">
                      <a16:colId xmlns:a16="http://schemas.microsoft.com/office/drawing/2014/main" val="3022669155"/>
                    </a:ext>
                  </a:extLst>
                </a:gridCol>
                <a:gridCol w="852131">
                  <a:extLst>
                    <a:ext uri="{9D8B030D-6E8A-4147-A177-3AD203B41FA5}">
                      <a16:colId xmlns:a16="http://schemas.microsoft.com/office/drawing/2014/main" val="3567078726"/>
                    </a:ext>
                  </a:extLst>
                </a:gridCol>
                <a:gridCol w="852131">
                  <a:extLst>
                    <a:ext uri="{9D8B030D-6E8A-4147-A177-3AD203B41FA5}">
                      <a16:colId xmlns:a16="http://schemas.microsoft.com/office/drawing/2014/main" val="3791507715"/>
                    </a:ext>
                  </a:extLst>
                </a:gridCol>
              </a:tblGrid>
              <a:tr h="85223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20463872"/>
                  </a:ext>
                </a:extLst>
              </a:tr>
              <a:tr h="85223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58844605"/>
                  </a:ext>
                </a:extLst>
              </a:tr>
              <a:tr h="85223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52101844"/>
                  </a:ext>
                </a:extLst>
              </a:tr>
              <a:tr h="85223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56254613"/>
                  </a:ext>
                </a:extLst>
              </a:tr>
            </a:tbl>
          </a:graphicData>
        </a:graphic>
      </p:graphicFrame>
      <p:sp>
        <p:nvSpPr>
          <p:cNvPr id="35" name="TextBox 34">
            <a:extLst>
              <a:ext uri="{FF2B5EF4-FFF2-40B4-BE49-F238E27FC236}">
                <a16:creationId xmlns:a16="http://schemas.microsoft.com/office/drawing/2014/main" id="{ED58A893-2E97-4D31-4196-C4420C2BFD29}"/>
              </a:ext>
            </a:extLst>
          </p:cNvPr>
          <p:cNvSpPr txBox="1"/>
          <p:nvPr/>
        </p:nvSpPr>
        <p:spPr>
          <a:xfrm>
            <a:off x="8046166" y="2116377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0</a:t>
            </a:r>
          </a:p>
        </p:txBody>
      </p: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0A09649F-5AB1-533B-0AB8-AC60E0A64456}"/>
              </a:ext>
            </a:extLst>
          </p:cNvPr>
          <p:cNvCxnSpPr>
            <a:cxnSpLocks/>
          </p:cNvCxnSpPr>
          <p:nvPr/>
        </p:nvCxnSpPr>
        <p:spPr>
          <a:xfrm>
            <a:off x="5935288" y="3732415"/>
            <a:ext cx="3067396" cy="9144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TextBox 36">
            <a:extLst>
              <a:ext uri="{FF2B5EF4-FFF2-40B4-BE49-F238E27FC236}">
                <a16:creationId xmlns:a16="http://schemas.microsoft.com/office/drawing/2014/main" id="{CBC20F66-F8FF-6C7D-DD5A-7456488E16E2}"/>
              </a:ext>
            </a:extLst>
          </p:cNvPr>
          <p:cNvSpPr txBox="1"/>
          <p:nvPr/>
        </p:nvSpPr>
        <p:spPr>
          <a:xfrm>
            <a:off x="7204502" y="2116377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3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FEBC9C5F-EC0B-DB48-AE4A-71B6124ABEF4}"/>
              </a:ext>
            </a:extLst>
          </p:cNvPr>
          <p:cNvSpPr txBox="1"/>
          <p:nvPr/>
        </p:nvSpPr>
        <p:spPr>
          <a:xfrm>
            <a:off x="6346040" y="2116377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0</a:t>
            </a:r>
          </a:p>
        </p:txBody>
      </p:sp>
      <p:sp>
        <p:nvSpPr>
          <p:cNvPr id="40" name="Oval 39">
            <a:extLst>
              <a:ext uri="{FF2B5EF4-FFF2-40B4-BE49-F238E27FC236}">
                <a16:creationId xmlns:a16="http://schemas.microsoft.com/office/drawing/2014/main" id="{89082013-E8DB-9AAD-F6F5-D70003214AE1}"/>
              </a:ext>
            </a:extLst>
          </p:cNvPr>
          <p:cNvSpPr/>
          <p:nvPr/>
        </p:nvSpPr>
        <p:spPr>
          <a:xfrm>
            <a:off x="6930033" y="2435514"/>
            <a:ext cx="131167" cy="131167"/>
          </a:xfrm>
          <a:prstGeom prst="ellipse">
            <a:avLst/>
          </a:prstGeom>
          <a:solidFill>
            <a:schemeClr val="tx1"/>
          </a:solidFill>
          <a:ln w="1905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0FE3CA41-B5D3-F340-8467-12FFA52501D0}"/>
              </a:ext>
            </a:extLst>
          </p:cNvPr>
          <p:cNvSpPr txBox="1"/>
          <p:nvPr/>
        </p:nvSpPr>
        <p:spPr>
          <a:xfrm>
            <a:off x="5464978" y="2939827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+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936911B7-1ACE-3123-9058-BCBB70DBBDD2}"/>
              </a:ext>
            </a:extLst>
          </p:cNvPr>
          <p:cNvSpPr txBox="1"/>
          <p:nvPr/>
        </p:nvSpPr>
        <p:spPr>
          <a:xfrm>
            <a:off x="8046166" y="2968864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9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859364C6-8BB3-05D3-9F07-775E29827010}"/>
              </a:ext>
            </a:extLst>
          </p:cNvPr>
          <p:cNvSpPr txBox="1"/>
          <p:nvPr/>
        </p:nvSpPr>
        <p:spPr>
          <a:xfrm>
            <a:off x="7204502" y="2968864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2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FC55B46B-D81E-7D93-563A-AA552A920972}"/>
              </a:ext>
            </a:extLst>
          </p:cNvPr>
          <p:cNvSpPr txBox="1"/>
          <p:nvPr/>
        </p:nvSpPr>
        <p:spPr>
          <a:xfrm>
            <a:off x="6346040" y="2968864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0</a:t>
            </a:r>
          </a:p>
        </p:txBody>
      </p:sp>
      <p:sp>
        <p:nvSpPr>
          <p:cNvPr id="53" name="Oval 52">
            <a:extLst>
              <a:ext uri="{FF2B5EF4-FFF2-40B4-BE49-F238E27FC236}">
                <a16:creationId xmlns:a16="http://schemas.microsoft.com/office/drawing/2014/main" id="{1C06381E-414C-B163-DCED-B438FA1A6C22}"/>
              </a:ext>
            </a:extLst>
          </p:cNvPr>
          <p:cNvSpPr/>
          <p:nvPr/>
        </p:nvSpPr>
        <p:spPr>
          <a:xfrm>
            <a:off x="6930033" y="3288001"/>
            <a:ext cx="131167" cy="131167"/>
          </a:xfrm>
          <a:prstGeom prst="ellipse">
            <a:avLst/>
          </a:prstGeom>
          <a:solidFill>
            <a:schemeClr val="tx1"/>
          </a:solidFill>
          <a:ln w="1905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64532317-5931-4205-20C1-CDFFB3B0C3FD}"/>
              </a:ext>
            </a:extLst>
          </p:cNvPr>
          <p:cNvSpPr txBox="1"/>
          <p:nvPr/>
        </p:nvSpPr>
        <p:spPr>
          <a:xfrm>
            <a:off x="8046166" y="3814684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9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B2C382E1-46E5-E15B-9BAD-6E0E0217FA44}"/>
              </a:ext>
            </a:extLst>
          </p:cNvPr>
          <p:cNvSpPr txBox="1"/>
          <p:nvPr/>
        </p:nvSpPr>
        <p:spPr>
          <a:xfrm>
            <a:off x="7204502" y="3814684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5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5371654E-75CB-E086-3782-22D5E7EB174D}"/>
              </a:ext>
            </a:extLst>
          </p:cNvPr>
          <p:cNvSpPr txBox="1"/>
          <p:nvPr/>
        </p:nvSpPr>
        <p:spPr>
          <a:xfrm>
            <a:off x="6346040" y="3814684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0</a:t>
            </a:r>
          </a:p>
        </p:txBody>
      </p:sp>
      <p:sp>
        <p:nvSpPr>
          <p:cNvPr id="57" name="Oval 56">
            <a:extLst>
              <a:ext uri="{FF2B5EF4-FFF2-40B4-BE49-F238E27FC236}">
                <a16:creationId xmlns:a16="http://schemas.microsoft.com/office/drawing/2014/main" id="{C66E806E-5CA9-608F-DEDF-F81679769B58}"/>
              </a:ext>
            </a:extLst>
          </p:cNvPr>
          <p:cNvSpPr/>
          <p:nvPr/>
        </p:nvSpPr>
        <p:spPr>
          <a:xfrm>
            <a:off x="6930033" y="4133821"/>
            <a:ext cx="131167" cy="131167"/>
          </a:xfrm>
          <a:prstGeom prst="ellipse">
            <a:avLst/>
          </a:prstGeom>
          <a:solidFill>
            <a:schemeClr val="tx1"/>
          </a:solidFill>
          <a:ln w="1905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8C79D50-8598-B9E2-9306-1F5C4B50E8B0}"/>
              </a:ext>
            </a:extLst>
          </p:cNvPr>
          <p:cNvSpPr txBox="1"/>
          <p:nvPr/>
        </p:nvSpPr>
        <p:spPr>
          <a:xfrm>
            <a:off x="1549041" y="1085485"/>
            <a:ext cx="2012089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0.24  +  0.5</a:t>
            </a:r>
          </a:p>
        </p:txBody>
      </p:sp>
      <p:graphicFrame>
        <p:nvGraphicFramePr>
          <p:cNvPr id="3" name="Table 6">
            <a:extLst>
              <a:ext uri="{FF2B5EF4-FFF2-40B4-BE49-F238E27FC236}">
                <a16:creationId xmlns:a16="http://schemas.microsoft.com/office/drawing/2014/main" id="{BC8B3D63-F415-803B-FBC4-69DB26326A56}"/>
              </a:ext>
            </a:extLst>
          </p:cNvPr>
          <p:cNvGraphicFramePr>
            <a:graphicFrameLocks noGrp="1"/>
          </p:cNvGraphicFramePr>
          <p:nvPr/>
        </p:nvGraphicFramePr>
        <p:xfrm>
          <a:off x="358971" y="2077915"/>
          <a:ext cx="4260655" cy="3408928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852131">
                  <a:extLst>
                    <a:ext uri="{9D8B030D-6E8A-4147-A177-3AD203B41FA5}">
                      <a16:colId xmlns:a16="http://schemas.microsoft.com/office/drawing/2014/main" val="4001077677"/>
                    </a:ext>
                  </a:extLst>
                </a:gridCol>
                <a:gridCol w="852131">
                  <a:extLst>
                    <a:ext uri="{9D8B030D-6E8A-4147-A177-3AD203B41FA5}">
                      <a16:colId xmlns:a16="http://schemas.microsoft.com/office/drawing/2014/main" val="2295623795"/>
                    </a:ext>
                  </a:extLst>
                </a:gridCol>
                <a:gridCol w="852131">
                  <a:extLst>
                    <a:ext uri="{9D8B030D-6E8A-4147-A177-3AD203B41FA5}">
                      <a16:colId xmlns:a16="http://schemas.microsoft.com/office/drawing/2014/main" val="3022669155"/>
                    </a:ext>
                  </a:extLst>
                </a:gridCol>
                <a:gridCol w="852131">
                  <a:extLst>
                    <a:ext uri="{9D8B030D-6E8A-4147-A177-3AD203B41FA5}">
                      <a16:colId xmlns:a16="http://schemas.microsoft.com/office/drawing/2014/main" val="3567078726"/>
                    </a:ext>
                  </a:extLst>
                </a:gridCol>
                <a:gridCol w="852131">
                  <a:extLst>
                    <a:ext uri="{9D8B030D-6E8A-4147-A177-3AD203B41FA5}">
                      <a16:colId xmlns:a16="http://schemas.microsoft.com/office/drawing/2014/main" val="3791507715"/>
                    </a:ext>
                  </a:extLst>
                </a:gridCol>
              </a:tblGrid>
              <a:tr h="85223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20463872"/>
                  </a:ext>
                </a:extLst>
              </a:tr>
              <a:tr h="85223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58844605"/>
                  </a:ext>
                </a:extLst>
              </a:tr>
              <a:tr h="85223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52101844"/>
                  </a:ext>
                </a:extLst>
              </a:tr>
              <a:tr h="85223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56254613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1E405828-FE7C-B11A-BB41-817802FAACBA}"/>
              </a:ext>
            </a:extLst>
          </p:cNvPr>
          <p:cNvSpPr txBox="1"/>
          <p:nvPr/>
        </p:nvSpPr>
        <p:spPr>
          <a:xfrm>
            <a:off x="3102691" y="2116377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4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63208221-EAA0-43A2-F65F-0C5F5D1EA8A7}"/>
              </a:ext>
            </a:extLst>
          </p:cNvPr>
          <p:cNvCxnSpPr>
            <a:cxnSpLocks/>
          </p:cNvCxnSpPr>
          <p:nvPr/>
        </p:nvCxnSpPr>
        <p:spPr>
          <a:xfrm flipV="1">
            <a:off x="1014499" y="3773120"/>
            <a:ext cx="2946500" cy="33416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A84EA695-F9A4-3A4B-A795-67A6C697A6EF}"/>
              </a:ext>
            </a:extLst>
          </p:cNvPr>
          <p:cNvSpPr txBox="1"/>
          <p:nvPr/>
        </p:nvSpPr>
        <p:spPr>
          <a:xfrm>
            <a:off x="2261027" y="2116377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2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4DF09DA-8DD9-99DA-64B6-82D04144E8A6}"/>
              </a:ext>
            </a:extLst>
          </p:cNvPr>
          <p:cNvSpPr txBox="1"/>
          <p:nvPr/>
        </p:nvSpPr>
        <p:spPr>
          <a:xfrm>
            <a:off x="1402565" y="2116377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0</a:t>
            </a: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8CDC4F5C-7B86-3361-4CDB-1B87D651804C}"/>
              </a:ext>
            </a:extLst>
          </p:cNvPr>
          <p:cNvSpPr/>
          <p:nvPr/>
        </p:nvSpPr>
        <p:spPr>
          <a:xfrm>
            <a:off x="1986558" y="2435514"/>
            <a:ext cx="131167" cy="131167"/>
          </a:xfrm>
          <a:prstGeom prst="ellipse">
            <a:avLst/>
          </a:prstGeom>
          <a:solidFill>
            <a:schemeClr val="tx1"/>
          </a:solidFill>
          <a:ln w="1905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5F99995-99BB-EDFE-4DE1-732182E1FDE8}"/>
              </a:ext>
            </a:extLst>
          </p:cNvPr>
          <p:cNvSpPr txBox="1"/>
          <p:nvPr/>
        </p:nvSpPr>
        <p:spPr>
          <a:xfrm>
            <a:off x="521503" y="2939827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+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6D4006FF-D4D1-4B95-ADAD-4E16DB0BBDF6}"/>
              </a:ext>
            </a:extLst>
          </p:cNvPr>
          <p:cNvSpPr txBox="1"/>
          <p:nvPr/>
        </p:nvSpPr>
        <p:spPr>
          <a:xfrm>
            <a:off x="3102691" y="2968864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0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6117C550-7732-D7D1-B3E2-014DD6F44722}"/>
              </a:ext>
            </a:extLst>
          </p:cNvPr>
          <p:cNvSpPr txBox="1"/>
          <p:nvPr/>
        </p:nvSpPr>
        <p:spPr>
          <a:xfrm>
            <a:off x="2261027" y="2968864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5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53CF14D3-890D-E70E-E63D-4A3E26E40CE0}"/>
              </a:ext>
            </a:extLst>
          </p:cNvPr>
          <p:cNvSpPr txBox="1"/>
          <p:nvPr/>
        </p:nvSpPr>
        <p:spPr>
          <a:xfrm>
            <a:off x="1402565" y="2968864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0</a:t>
            </a:r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6B2232FA-5BCB-97CA-6D67-FCD7353B95A8}"/>
              </a:ext>
            </a:extLst>
          </p:cNvPr>
          <p:cNvSpPr/>
          <p:nvPr/>
        </p:nvSpPr>
        <p:spPr>
          <a:xfrm>
            <a:off x="1986558" y="3288001"/>
            <a:ext cx="131167" cy="131167"/>
          </a:xfrm>
          <a:prstGeom prst="ellipse">
            <a:avLst/>
          </a:prstGeom>
          <a:solidFill>
            <a:schemeClr val="tx1"/>
          </a:solidFill>
          <a:ln w="1905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AA00DE54-11FC-73EA-8553-24F9DDB11CDE}"/>
              </a:ext>
            </a:extLst>
          </p:cNvPr>
          <p:cNvSpPr txBox="1"/>
          <p:nvPr/>
        </p:nvSpPr>
        <p:spPr>
          <a:xfrm>
            <a:off x="3102691" y="3814684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4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2A2C7A57-344E-2022-0164-83A93E9361AA}"/>
              </a:ext>
            </a:extLst>
          </p:cNvPr>
          <p:cNvSpPr txBox="1"/>
          <p:nvPr/>
        </p:nvSpPr>
        <p:spPr>
          <a:xfrm>
            <a:off x="2261027" y="3814684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7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EABB2425-6E0D-819C-CD1A-8525CEA45948}"/>
              </a:ext>
            </a:extLst>
          </p:cNvPr>
          <p:cNvSpPr txBox="1"/>
          <p:nvPr/>
        </p:nvSpPr>
        <p:spPr>
          <a:xfrm>
            <a:off x="1402565" y="3814684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0</a:t>
            </a:r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A63F0759-FC8D-46BB-CAF4-A9CCE0E84465}"/>
              </a:ext>
            </a:extLst>
          </p:cNvPr>
          <p:cNvSpPr/>
          <p:nvPr/>
        </p:nvSpPr>
        <p:spPr>
          <a:xfrm>
            <a:off x="1986558" y="4133821"/>
            <a:ext cx="131167" cy="131167"/>
          </a:xfrm>
          <a:prstGeom prst="ellipse">
            <a:avLst/>
          </a:prstGeom>
          <a:solidFill>
            <a:schemeClr val="tx1"/>
          </a:solidFill>
          <a:ln w="1905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D1B2AB4-82ED-CE9D-6517-651748FE0CC2}"/>
              </a:ext>
            </a:extLst>
          </p:cNvPr>
          <p:cNvSpPr txBox="1"/>
          <p:nvPr/>
        </p:nvSpPr>
        <p:spPr>
          <a:xfrm>
            <a:off x="7816163" y="30543"/>
            <a:ext cx="200728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800" b="1" dirty="0">
                <a:latin typeface="Stencil" panose="040409050D0802020404" pitchFamily="82" charset="0"/>
              </a:rPr>
              <a:t>СЕНИН КЕЗЕГИ</a:t>
            </a:r>
            <a:r>
              <a:rPr lang="ru-RU" sz="1800" b="1" dirty="0"/>
              <a:t>Ң</a:t>
            </a:r>
            <a:endParaRPr lang="en-GB" sz="1800" b="1" dirty="0">
              <a:latin typeface="Stencil" panose="040409050D0802020404" pitchFamily="8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276303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5" grpId="0"/>
      <p:bldP spid="37" grpId="0"/>
      <p:bldP spid="38" grpId="0"/>
      <p:bldP spid="40" grpId="0" animBg="1"/>
      <p:bldP spid="41" grpId="0"/>
      <p:bldP spid="50" grpId="0"/>
      <p:bldP spid="51" grpId="0"/>
      <p:bldP spid="52" grpId="0"/>
      <p:bldP spid="53" grpId="0" animBg="1"/>
      <p:bldP spid="54" grpId="0"/>
      <p:bldP spid="55" grpId="0"/>
      <p:bldP spid="56" grpId="0"/>
      <p:bldP spid="57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3F894A87-A1AF-4083-A3F7-631CA8FD7219}"/>
              </a:ext>
            </a:extLst>
          </p:cNvPr>
          <p:cNvSpPr txBox="1"/>
          <p:nvPr/>
        </p:nvSpPr>
        <p:spPr>
          <a:xfrm>
            <a:off x="3823947" y="0"/>
            <a:ext cx="225811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Ондуктарды кошуу</a:t>
            </a:r>
            <a:endParaRPr lang="en-GB" sz="2000" dirty="0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51BFBD33-D124-448C-AAFF-E3C05AF03BC3}"/>
              </a:ext>
            </a:extLst>
          </p:cNvPr>
          <p:cNvCxnSpPr>
            <a:cxnSpLocks/>
          </p:cNvCxnSpPr>
          <p:nvPr/>
        </p:nvCxnSpPr>
        <p:spPr>
          <a:xfrm flipH="1">
            <a:off x="4950940" y="400110"/>
            <a:ext cx="0" cy="6457890"/>
          </a:xfrm>
          <a:prstGeom prst="line">
            <a:avLst/>
          </a:prstGeom>
          <a:ln w="28575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TextBox 24">
            <a:extLst>
              <a:ext uri="{FF2B5EF4-FFF2-40B4-BE49-F238E27FC236}">
                <a16:creationId xmlns:a16="http://schemas.microsoft.com/office/drawing/2014/main" id="{2E3BF562-F06F-4C52-AEDC-7C7D04F4CC2C}"/>
              </a:ext>
            </a:extLst>
          </p:cNvPr>
          <p:cNvSpPr txBox="1"/>
          <p:nvPr/>
        </p:nvSpPr>
        <p:spPr>
          <a:xfrm>
            <a:off x="-4717" y="-30715"/>
            <a:ext cx="151676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y-KG" b="1" dirty="0">
                <a:latin typeface="Arial Black" panose="020B0A04020102020204" pitchFamily="34" charset="0"/>
              </a:rPr>
              <a:t>К</a:t>
            </a:r>
            <a:r>
              <a:rPr lang="ru-RU" sz="1800" b="1" dirty="0">
                <a:latin typeface="Arial Black" panose="020B0A04020102020204" pitchFamily="34" charset="0"/>
              </a:rPr>
              <a:t>Ө</a:t>
            </a:r>
            <a:r>
              <a:rPr lang="ky-KG" sz="1800" b="1" dirty="0">
                <a:latin typeface="Arial Black" panose="020B0A04020102020204" pitchFamily="34" charset="0"/>
              </a:rPr>
              <a:t>РГ</a:t>
            </a:r>
            <a:r>
              <a:rPr lang="ru-RU" sz="1800" b="1" dirty="0">
                <a:latin typeface="Arial Black" panose="020B0A04020102020204" pitchFamily="34" charset="0"/>
              </a:rPr>
              <a:t>Ө</a:t>
            </a:r>
            <a:r>
              <a:rPr lang="ky-KG" sz="1800" b="1" dirty="0">
                <a:latin typeface="Arial Black" panose="020B0A04020102020204" pitchFamily="34" charset="0"/>
              </a:rPr>
              <a:t>ЗМ</a:t>
            </a:r>
            <a:r>
              <a:rPr lang="ru-RU" sz="1800" b="1" dirty="0">
                <a:latin typeface="Arial Black" panose="020B0A04020102020204" pitchFamily="34" charset="0"/>
              </a:rPr>
              <a:t>Ө</a:t>
            </a:r>
            <a:endParaRPr lang="en-GB" b="1" dirty="0">
              <a:latin typeface="Bodoni MT Black" panose="02070A03080606020203" pitchFamily="18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C29D3E9-922C-45DF-6833-B767145B3E10}"/>
              </a:ext>
            </a:extLst>
          </p:cNvPr>
          <p:cNvSpPr txBox="1"/>
          <p:nvPr/>
        </p:nvSpPr>
        <p:spPr>
          <a:xfrm>
            <a:off x="1865151" y="461422"/>
            <a:ext cx="137986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Эсептеңиз:</a:t>
            </a:r>
            <a:endParaRPr lang="en-GB" sz="2000" dirty="0"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0F65D8CE-B967-2D5B-1BB2-B16C088F9E42}"/>
              </a:ext>
            </a:extLst>
          </p:cNvPr>
          <p:cNvSpPr txBox="1"/>
          <p:nvPr/>
        </p:nvSpPr>
        <p:spPr>
          <a:xfrm>
            <a:off x="6492516" y="1085485"/>
            <a:ext cx="2012089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2.24  +  0.6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1F483264-CA20-F511-A536-C172F8A1B4D3}"/>
              </a:ext>
            </a:extLst>
          </p:cNvPr>
          <p:cNvSpPr txBox="1"/>
          <p:nvPr/>
        </p:nvSpPr>
        <p:spPr>
          <a:xfrm>
            <a:off x="6808626" y="461422"/>
            <a:ext cx="137986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Эсептеңиз:</a:t>
            </a:r>
            <a:endParaRPr lang="en-GB" sz="2000" dirty="0"/>
          </a:p>
        </p:txBody>
      </p:sp>
      <p:graphicFrame>
        <p:nvGraphicFramePr>
          <p:cNvPr id="34" name="Table 6">
            <a:extLst>
              <a:ext uri="{FF2B5EF4-FFF2-40B4-BE49-F238E27FC236}">
                <a16:creationId xmlns:a16="http://schemas.microsoft.com/office/drawing/2014/main" id="{77E8E0BB-1993-7BE9-0DAB-612C4110CCEF}"/>
              </a:ext>
            </a:extLst>
          </p:cNvPr>
          <p:cNvGraphicFramePr>
            <a:graphicFrameLocks noGrp="1"/>
          </p:cNvGraphicFramePr>
          <p:nvPr/>
        </p:nvGraphicFramePr>
        <p:xfrm>
          <a:off x="5302446" y="2077915"/>
          <a:ext cx="4260655" cy="3408928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852131">
                  <a:extLst>
                    <a:ext uri="{9D8B030D-6E8A-4147-A177-3AD203B41FA5}">
                      <a16:colId xmlns:a16="http://schemas.microsoft.com/office/drawing/2014/main" val="4001077677"/>
                    </a:ext>
                  </a:extLst>
                </a:gridCol>
                <a:gridCol w="852131">
                  <a:extLst>
                    <a:ext uri="{9D8B030D-6E8A-4147-A177-3AD203B41FA5}">
                      <a16:colId xmlns:a16="http://schemas.microsoft.com/office/drawing/2014/main" val="2295623795"/>
                    </a:ext>
                  </a:extLst>
                </a:gridCol>
                <a:gridCol w="852131">
                  <a:extLst>
                    <a:ext uri="{9D8B030D-6E8A-4147-A177-3AD203B41FA5}">
                      <a16:colId xmlns:a16="http://schemas.microsoft.com/office/drawing/2014/main" val="3022669155"/>
                    </a:ext>
                  </a:extLst>
                </a:gridCol>
                <a:gridCol w="852131">
                  <a:extLst>
                    <a:ext uri="{9D8B030D-6E8A-4147-A177-3AD203B41FA5}">
                      <a16:colId xmlns:a16="http://schemas.microsoft.com/office/drawing/2014/main" val="3567078726"/>
                    </a:ext>
                  </a:extLst>
                </a:gridCol>
                <a:gridCol w="852131">
                  <a:extLst>
                    <a:ext uri="{9D8B030D-6E8A-4147-A177-3AD203B41FA5}">
                      <a16:colId xmlns:a16="http://schemas.microsoft.com/office/drawing/2014/main" val="3791507715"/>
                    </a:ext>
                  </a:extLst>
                </a:gridCol>
              </a:tblGrid>
              <a:tr h="85223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20463872"/>
                  </a:ext>
                </a:extLst>
              </a:tr>
              <a:tr h="85223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58844605"/>
                  </a:ext>
                </a:extLst>
              </a:tr>
              <a:tr h="85223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52101844"/>
                  </a:ext>
                </a:extLst>
              </a:tr>
              <a:tr h="85223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56254613"/>
                  </a:ext>
                </a:extLst>
              </a:tr>
            </a:tbl>
          </a:graphicData>
        </a:graphic>
      </p:graphicFrame>
      <p:sp>
        <p:nvSpPr>
          <p:cNvPr id="35" name="TextBox 34">
            <a:extLst>
              <a:ext uri="{FF2B5EF4-FFF2-40B4-BE49-F238E27FC236}">
                <a16:creationId xmlns:a16="http://schemas.microsoft.com/office/drawing/2014/main" id="{ED58A893-2E97-4D31-4196-C4420C2BFD29}"/>
              </a:ext>
            </a:extLst>
          </p:cNvPr>
          <p:cNvSpPr txBox="1"/>
          <p:nvPr/>
        </p:nvSpPr>
        <p:spPr>
          <a:xfrm>
            <a:off x="8046166" y="2116377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4</a:t>
            </a:r>
          </a:p>
        </p:txBody>
      </p: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0A09649F-5AB1-533B-0AB8-AC60E0A64456}"/>
              </a:ext>
            </a:extLst>
          </p:cNvPr>
          <p:cNvCxnSpPr>
            <a:cxnSpLocks/>
          </p:cNvCxnSpPr>
          <p:nvPr/>
        </p:nvCxnSpPr>
        <p:spPr>
          <a:xfrm flipV="1">
            <a:off x="6027757" y="3757353"/>
            <a:ext cx="2742170" cy="45893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TextBox 36">
            <a:extLst>
              <a:ext uri="{FF2B5EF4-FFF2-40B4-BE49-F238E27FC236}">
                <a16:creationId xmlns:a16="http://schemas.microsoft.com/office/drawing/2014/main" id="{CBC20F66-F8FF-6C7D-DD5A-7456488E16E2}"/>
              </a:ext>
            </a:extLst>
          </p:cNvPr>
          <p:cNvSpPr txBox="1"/>
          <p:nvPr/>
        </p:nvSpPr>
        <p:spPr>
          <a:xfrm>
            <a:off x="7204502" y="2116377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2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FEBC9C5F-EC0B-DB48-AE4A-71B6124ABEF4}"/>
              </a:ext>
            </a:extLst>
          </p:cNvPr>
          <p:cNvSpPr txBox="1"/>
          <p:nvPr/>
        </p:nvSpPr>
        <p:spPr>
          <a:xfrm>
            <a:off x="6346040" y="2116377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2</a:t>
            </a:r>
          </a:p>
        </p:txBody>
      </p:sp>
      <p:sp>
        <p:nvSpPr>
          <p:cNvPr id="40" name="Oval 39">
            <a:extLst>
              <a:ext uri="{FF2B5EF4-FFF2-40B4-BE49-F238E27FC236}">
                <a16:creationId xmlns:a16="http://schemas.microsoft.com/office/drawing/2014/main" id="{89082013-E8DB-9AAD-F6F5-D70003214AE1}"/>
              </a:ext>
            </a:extLst>
          </p:cNvPr>
          <p:cNvSpPr/>
          <p:nvPr/>
        </p:nvSpPr>
        <p:spPr>
          <a:xfrm>
            <a:off x="6930033" y="2435514"/>
            <a:ext cx="131167" cy="131167"/>
          </a:xfrm>
          <a:prstGeom prst="ellipse">
            <a:avLst/>
          </a:prstGeom>
          <a:solidFill>
            <a:schemeClr val="tx1"/>
          </a:solidFill>
          <a:ln w="1905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0FE3CA41-B5D3-F340-8467-12FFA52501D0}"/>
              </a:ext>
            </a:extLst>
          </p:cNvPr>
          <p:cNvSpPr txBox="1"/>
          <p:nvPr/>
        </p:nvSpPr>
        <p:spPr>
          <a:xfrm>
            <a:off x="5464978" y="2939827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+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936911B7-1ACE-3123-9058-BCBB70DBBDD2}"/>
              </a:ext>
            </a:extLst>
          </p:cNvPr>
          <p:cNvSpPr txBox="1"/>
          <p:nvPr/>
        </p:nvSpPr>
        <p:spPr>
          <a:xfrm>
            <a:off x="8046166" y="2968864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0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859364C6-8BB3-05D3-9F07-775E29827010}"/>
              </a:ext>
            </a:extLst>
          </p:cNvPr>
          <p:cNvSpPr txBox="1"/>
          <p:nvPr/>
        </p:nvSpPr>
        <p:spPr>
          <a:xfrm>
            <a:off x="7204502" y="2968864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6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FC55B46B-D81E-7D93-563A-AA552A920972}"/>
              </a:ext>
            </a:extLst>
          </p:cNvPr>
          <p:cNvSpPr txBox="1"/>
          <p:nvPr/>
        </p:nvSpPr>
        <p:spPr>
          <a:xfrm>
            <a:off x="6346040" y="2968864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0</a:t>
            </a:r>
          </a:p>
        </p:txBody>
      </p:sp>
      <p:sp>
        <p:nvSpPr>
          <p:cNvPr id="53" name="Oval 52">
            <a:extLst>
              <a:ext uri="{FF2B5EF4-FFF2-40B4-BE49-F238E27FC236}">
                <a16:creationId xmlns:a16="http://schemas.microsoft.com/office/drawing/2014/main" id="{1C06381E-414C-B163-DCED-B438FA1A6C22}"/>
              </a:ext>
            </a:extLst>
          </p:cNvPr>
          <p:cNvSpPr/>
          <p:nvPr/>
        </p:nvSpPr>
        <p:spPr>
          <a:xfrm>
            <a:off x="6930033" y="3288001"/>
            <a:ext cx="131167" cy="131167"/>
          </a:xfrm>
          <a:prstGeom prst="ellipse">
            <a:avLst/>
          </a:prstGeom>
          <a:solidFill>
            <a:schemeClr val="tx1"/>
          </a:solidFill>
          <a:ln w="1905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64532317-5931-4205-20C1-CDFFB3B0C3FD}"/>
              </a:ext>
            </a:extLst>
          </p:cNvPr>
          <p:cNvSpPr txBox="1"/>
          <p:nvPr/>
        </p:nvSpPr>
        <p:spPr>
          <a:xfrm>
            <a:off x="8046166" y="3814684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4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B2C382E1-46E5-E15B-9BAD-6E0E0217FA44}"/>
              </a:ext>
            </a:extLst>
          </p:cNvPr>
          <p:cNvSpPr txBox="1"/>
          <p:nvPr/>
        </p:nvSpPr>
        <p:spPr>
          <a:xfrm>
            <a:off x="7204502" y="3814684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8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5371654E-75CB-E086-3782-22D5E7EB174D}"/>
              </a:ext>
            </a:extLst>
          </p:cNvPr>
          <p:cNvSpPr txBox="1"/>
          <p:nvPr/>
        </p:nvSpPr>
        <p:spPr>
          <a:xfrm>
            <a:off x="6346040" y="3814684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2</a:t>
            </a:r>
          </a:p>
        </p:txBody>
      </p:sp>
      <p:sp>
        <p:nvSpPr>
          <p:cNvPr id="57" name="Oval 56">
            <a:extLst>
              <a:ext uri="{FF2B5EF4-FFF2-40B4-BE49-F238E27FC236}">
                <a16:creationId xmlns:a16="http://schemas.microsoft.com/office/drawing/2014/main" id="{C66E806E-5CA9-608F-DEDF-F81679769B58}"/>
              </a:ext>
            </a:extLst>
          </p:cNvPr>
          <p:cNvSpPr/>
          <p:nvPr/>
        </p:nvSpPr>
        <p:spPr>
          <a:xfrm>
            <a:off x="6930033" y="4133821"/>
            <a:ext cx="131167" cy="131167"/>
          </a:xfrm>
          <a:prstGeom prst="ellipse">
            <a:avLst/>
          </a:prstGeom>
          <a:solidFill>
            <a:schemeClr val="tx1"/>
          </a:solidFill>
          <a:ln w="1905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7CB48AEC-9180-E5E1-0E53-48577B0025CD}"/>
              </a:ext>
            </a:extLst>
          </p:cNvPr>
          <p:cNvSpPr txBox="1"/>
          <p:nvPr/>
        </p:nvSpPr>
        <p:spPr>
          <a:xfrm>
            <a:off x="1549041" y="1085485"/>
            <a:ext cx="2012089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0.24  +  0.5</a:t>
            </a:r>
          </a:p>
        </p:txBody>
      </p:sp>
      <p:graphicFrame>
        <p:nvGraphicFramePr>
          <p:cNvPr id="3" name="Table 6">
            <a:extLst>
              <a:ext uri="{FF2B5EF4-FFF2-40B4-BE49-F238E27FC236}">
                <a16:creationId xmlns:a16="http://schemas.microsoft.com/office/drawing/2014/main" id="{19C6CA53-FBA1-C77B-2BAA-2C1F349D885F}"/>
              </a:ext>
            </a:extLst>
          </p:cNvPr>
          <p:cNvGraphicFramePr>
            <a:graphicFrameLocks noGrp="1"/>
          </p:cNvGraphicFramePr>
          <p:nvPr/>
        </p:nvGraphicFramePr>
        <p:xfrm>
          <a:off x="358971" y="2077915"/>
          <a:ext cx="4260655" cy="3408928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852131">
                  <a:extLst>
                    <a:ext uri="{9D8B030D-6E8A-4147-A177-3AD203B41FA5}">
                      <a16:colId xmlns:a16="http://schemas.microsoft.com/office/drawing/2014/main" val="4001077677"/>
                    </a:ext>
                  </a:extLst>
                </a:gridCol>
                <a:gridCol w="852131">
                  <a:extLst>
                    <a:ext uri="{9D8B030D-6E8A-4147-A177-3AD203B41FA5}">
                      <a16:colId xmlns:a16="http://schemas.microsoft.com/office/drawing/2014/main" val="2295623795"/>
                    </a:ext>
                  </a:extLst>
                </a:gridCol>
                <a:gridCol w="852131">
                  <a:extLst>
                    <a:ext uri="{9D8B030D-6E8A-4147-A177-3AD203B41FA5}">
                      <a16:colId xmlns:a16="http://schemas.microsoft.com/office/drawing/2014/main" val="3022669155"/>
                    </a:ext>
                  </a:extLst>
                </a:gridCol>
                <a:gridCol w="852131">
                  <a:extLst>
                    <a:ext uri="{9D8B030D-6E8A-4147-A177-3AD203B41FA5}">
                      <a16:colId xmlns:a16="http://schemas.microsoft.com/office/drawing/2014/main" val="3567078726"/>
                    </a:ext>
                  </a:extLst>
                </a:gridCol>
                <a:gridCol w="852131">
                  <a:extLst>
                    <a:ext uri="{9D8B030D-6E8A-4147-A177-3AD203B41FA5}">
                      <a16:colId xmlns:a16="http://schemas.microsoft.com/office/drawing/2014/main" val="3791507715"/>
                    </a:ext>
                  </a:extLst>
                </a:gridCol>
              </a:tblGrid>
              <a:tr h="85223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20463872"/>
                  </a:ext>
                </a:extLst>
              </a:tr>
              <a:tr h="85223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58844605"/>
                  </a:ext>
                </a:extLst>
              </a:tr>
              <a:tr h="85223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52101844"/>
                  </a:ext>
                </a:extLst>
              </a:tr>
              <a:tr h="85223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56254613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4C897691-E3A2-9E5C-DD53-923FD3A93094}"/>
              </a:ext>
            </a:extLst>
          </p:cNvPr>
          <p:cNvSpPr txBox="1"/>
          <p:nvPr/>
        </p:nvSpPr>
        <p:spPr>
          <a:xfrm>
            <a:off x="3102691" y="2116377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4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D60EE6C3-24A3-E8AB-B521-251C207DBA49}"/>
              </a:ext>
            </a:extLst>
          </p:cNvPr>
          <p:cNvCxnSpPr>
            <a:cxnSpLocks/>
          </p:cNvCxnSpPr>
          <p:nvPr/>
        </p:nvCxnSpPr>
        <p:spPr>
          <a:xfrm flipV="1">
            <a:off x="1014499" y="3773120"/>
            <a:ext cx="2946500" cy="33416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A709C57A-F820-C3E5-9389-87CE3FAC08F7}"/>
              </a:ext>
            </a:extLst>
          </p:cNvPr>
          <p:cNvSpPr txBox="1"/>
          <p:nvPr/>
        </p:nvSpPr>
        <p:spPr>
          <a:xfrm>
            <a:off x="2261027" y="2116377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2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AF39F7C-FBAD-AA3F-C07D-7B9794098378}"/>
              </a:ext>
            </a:extLst>
          </p:cNvPr>
          <p:cNvSpPr txBox="1"/>
          <p:nvPr/>
        </p:nvSpPr>
        <p:spPr>
          <a:xfrm>
            <a:off x="1402565" y="2116377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0</a:t>
            </a: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D877778D-5393-24A9-D666-A12B2E05D48A}"/>
              </a:ext>
            </a:extLst>
          </p:cNvPr>
          <p:cNvSpPr/>
          <p:nvPr/>
        </p:nvSpPr>
        <p:spPr>
          <a:xfrm>
            <a:off x="1986558" y="2435514"/>
            <a:ext cx="131167" cy="131167"/>
          </a:xfrm>
          <a:prstGeom prst="ellipse">
            <a:avLst/>
          </a:prstGeom>
          <a:solidFill>
            <a:schemeClr val="tx1"/>
          </a:solidFill>
          <a:ln w="1905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5A222ED-0A6A-46A9-5855-0D61983851A9}"/>
              </a:ext>
            </a:extLst>
          </p:cNvPr>
          <p:cNvSpPr txBox="1"/>
          <p:nvPr/>
        </p:nvSpPr>
        <p:spPr>
          <a:xfrm>
            <a:off x="521503" y="2939827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+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069FD97-C401-3F4E-8A1A-DE979BC21F21}"/>
              </a:ext>
            </a:extLst>
          </p:cNvPr>
          <p:cNvSpPr txBox="1"/>
          <p:nvPr/>
        </p:nvSpPr>
        <p:spPr>
          <a:xfrm>
            <a:off x="3102691" y="2968864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0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9B04477B-9EFF-5BC4-21B3-1624026C8C99}"/>
              </a:ext>
            </a:extLst>
          </p:cNvPr>
          <p:cNvSpPr txBox="1"/>
          <p:nvPr/>
        </p:nvSpPr>
        <p:spPr>
          <a:xfrm>
            <a:off x="2261027" y="2968864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5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5C592674-EDB4-27B1-BFC1-058507EC11D9}"/>
              </a:ext>
            </a:extLst>
          </p:cNvPr>
          <p:cNvSpPr txBox="1"/>
          <p:nvPr/>
        </p:nvSpPr>
        <p:spPr>
          <a:xfrm>
            <a:off x="1402565" y="2968864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0</a:t>
            </a:r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7598DC23-5EAA-D1D0-C474-AF67F216FDD4}"/>
              </a:ext>
            </a:extLst>
          </p:cNvPr>
          <p:cNvSpPr/>
          <p:nvPr/>
        </p:nvSpPr>
        <p:spPr>
          <a:xfrm>
            <a:off x="1986558" y="3288001"/>
            <a:ext cx="131167" cy="131167"/>
          </a:xfrm>
          <a:prstGeom prst="ellipse">
            <a:avLst/>
          </a:prstGeom>
          <a:solidFill>
            <a:schemeClr val="tx1"/>
          </a:solidFill>
          <a:ln w="1905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5C2F6DF9-236F-39BA-7403-754AA77B1DA3}"/>
              </a:ext>
            </a:extLst>
          </p:cNvPr>
          <p:cNvSpPr txBox="1"/>
          <p:nvPr/>
        </p:nvSpPr>
        <p:spPr>
          <a:xfrm>
            <a:off x="3102691" y="3814684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4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7A3E1987-CF0F-D385-8CC4-B42AFC2630ED}"/>
              </a:ext>
            </a:extLst>
          </p:cNvPr>
          <p:cNvSpPr txBox="1"/>
          <p:nvPr/>
        </p:nvSpPr>
        <p:spPr>
          <a:xfrm>
            <a:off x="2261027" y="3814684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7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96D2B3FE-1923-A78A-64C5-F12557B20F1A}"/>
              </a:ext>
            </a:extLst>
          </p:cNvPr>
          <p:cNvSpPr txBox="1"/>
          <p:nvPr/>
        </p:nvSpPr>
        <p:spPr>
          <a:xfrm>
            <a:off x="1402565" y="3814684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0</a:t>
            </a:r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3549635D-20C4-B568-33F5-D0DDC0ACFB14}"/>
              </a:ext>
            </a:extLst>
          </p:cNvPr>
          <p:cNvSpPr/>
          <p:nvPr/>
        </p:nvSpPr>
        <p:spPr>
          <a:xfrm>
            <a:off x="1986558" y="4133821"/>
            <a:ext cx="131167" cy="131167"/>
          </a:xfrm>
          <a:prstGeom prst="ellipse">
            <a:avLst/>
          </a:prstGeom>
          <a:solidFill>
            <a:schemeClr val="tx1"/>
          </a:solidFill>
          <a:ln w="1905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4474E91-8669-07EA-57A0-179EB1D434A6}"/>
              </a:ext>
            </a:extLst>
          </p:cNvPr>
          <p:cNvSpPr txBox="1"/>
          <p:nvPr/>
        </p:nvSpPr>
        <p:spPr>
          <a:xfrm>
            <a:off x="7816163" y="30543"/>
            <a:ext cx="200728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800" b="1" dirty="0">
                <a:latin typeface="Stencil" panose="040409050D0802020404" pitchFamily="82" charset="0"/>
              </a:rPr>
              <a:t>СЕНИН КЕЗЕГИ</a:t>
            </a:r>
            <a:r>
              <a:rPr lang="ru-RU" sz="1800" b="1" dirty="0"/>
              <a:t>Ң</a:t>
            </a:r>
            <a:endParaRPr lang="en-GB" sz="1800" b="1" dirty="0">
              <a:latin typeface="Stencil" panose="040409050D0802020404" pitchFamily="8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986212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5" grpId="0"/>
      <p:bldP spid="37" grpId="0"/>
      <p:bldP spid="38" grpId="0"/>
      <p:bldP spid="40" grpId="0" animBg="1"/>
      <p:bldP spid="41" grpId="0"/>
      <p:bldP spid="50" grpId="0"/>
      <p:bldP spid="51" grpId="0"/>
      <p:bldP spid="52" grpId="0"/>
      <p:bldP spid="53" grpId="0" animBg="1"/>
      <p:bldP spid="54" grpId="0"/>
      <p:bldP spid="55" grpId="0"/>
      <p:bldP spid="56" grpId="0"/>
      <p:bldP spid="57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3F894A87-A1AF-4083-A3F7-631CA8FD7219}"/>
              </a:ext>
            </a:extLst>
          </p:cNvPr>
          <p:cNvSpPr txBox="1"/>
          <p:nvPr/>
        </p:nvSpPr>
        <p:spPr>
          <a:xfrm>
            <a:off x="3823947" y="0"/>
            <a:ext cx="225811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Ондуктарды кошуу</a:t>
            </a:r>
            <a:endParaRPr lang="en-GB" sz="2000" dirty="0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51BFBD33-D124-448C-AAFF-E3C05AF03BC3}"/>
              </a:ext>
            </a:extLst>
          </p:cNvPr>
          <p:cNvCxnSpPr>
            <a:cxnSpLocks/>
          </p:cNvCxnSpPr>
          <p:nvPr/>
        </p:nvCxnSpPr>
        <p:spPr>
          <a:xfrm flipH="1">
            <a:off x="4950940" y="400110"/>
            <a:ext cx="0" cy="6457890"/>
          </a:xfrm>
          <a:prstGeom prst="line">
            <a:avLst/>
          </a:prstGeom>
          <a:ln w="28575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TextBox 24">
            <a:extLst>
              <a:ext uri="{FF2B5EF4-FFF2-40B4-BE49-F238E27FC236}">
                <a16:creationId xmlns:a16="http://schemas.microsoft.com/office/drawing/2014/main" id="{2E3BF562-F06F-4C52-AEDC-7C7D04F4CC2C}"/>
              </a:ext>
            </a:extLst>
          </p:cNvPr>
          <p:cNvSpPr txBox="1"/>
          <p:nvPr/>
        </p:nvSpPr>
        <p:spPr>
          <a:xfrm>
            <a:off x="-4717" y="-30715"/>
            <a:ext cx="151676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y-KG" b="1" dirty="0">
                <a:latin typeface="Arial Black" panose="020B0A04020102020204" pitchFamily="34" charset="0"/>
              </a:rPr>
              <a:t>К</a:t>
            </a:r>
            <a:r>
              <a:rPr lang="ru-RU" sz="1800" b="1" dirty="0">
                <a:latin typeface="Arial Black" panose="020B0A04020102020204" pitchFamily="34" charset="0"/>
              </a:rPr>
              <a:t>Ө</a:t>
            </a:r>
            <a:r>
              <a:rPr lang="ky-KG" sz="1800" b="1" dirty="0">
                <a:latin typeface="Arial Black" panose="020B0A04020102020204" pitchFamily="34" charset="0"/>
              </a:rPr>
              <a:t>РГ</a:t>
            </a:r>
            <a:r>
              <a:rPr lang="ru-RU" sz="1800" b="1" dirty="0">
                <a:latin typeface="Arial Black" panose="020B0A04020102020204" pitchFamily="34" charset="0"/>
              </a:rPr>
              <a:t>Ө</a:t>
            </a:r>
            <a:r>
              <a:rPr lang="ky-KG" sz="1800" b="1" dirty="0">
                <a:latin typeface="Arial Black" panose="020B0A04020102020204" pitchFamily="34" charset="0"/>
              </a:rPr>
              <a:t>ЗМ</a:t>
            </a:r>
            <a:r>
              <a:rPr lang="ru-RU" sz="1800" b="1" dirty="0">
                <a:latin typeface="Arial Black" panose="020B0A04020102020204" pitchFamily="34" charset="0"/>
              </a:rPr>
              <a:t>Ө</a:t>
            </a:r>
            <a:endParaRPr lang="en-GB" b="1" dirty="0">
              <a:latin typeface="Bodoni MT Black" panose="02070A03080606020203" pitchFamily="18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C29D3E9-922C-45DF-6833-B767145B3E10}"/>
              </a:ext>
            </a:extLst>
          </p:cNvPr>
          <p:cNvSpPr txBox="1"/>
          <p:nvPr/>
        </p:nvSpPr>
        <p:spPr>
          <a:xfrm>
            <a:off x="1865151" y="461422"/>
            <a:ext cx="137986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Эсептеңиз:</a:t>
            </a:r>
            <a:endParaRPr lang="en-GB" sz="2000" dirty="0"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0F65D8CE-B967-2D5B-1BB2-B16C088F9E42}"/>
              </a:ext>
            </a:extLst>
          </p:cNvPr>
          <p:cNvSpPr txBox="1"/>
          <p:nvPr/>
        </p:nvSpPr>
        <p:spPr>
          <a:xfrm>
            <a:off x="6492516" y="1085485"/>
            <a:ext cx="2012089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1.41  +  2.3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1F483264-CA20-F511-A536-C172F8A1B4D3}"/>
              </a:ext>
            </a:extLst>
          </p:cNvPr>
          <p:cNvSpPr txBox="1"/>
          <p:nvPr/>
        </p:nvSpPr>
        <p:spPr>
          <a:xfrm>
            <a:off x="6808626" y="461422"/>
            <a:ext cx="137986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Эсептеңиз:</a:t>
            </a:r>
            <a:endParaRPr lang="en-GB" sz="2000" dirty="0"/>
          </a:p>
        </p:txBody>
      </p:sp>
      <p:graphicFrame>
        <p:nvGraphicFramePr>
          <p:cNvPr id="34" name="Table 6">
            <a:extLst>
              <a:ext uri="{FF2B5EF4-FFF2-40B4-BE49-F238E27FC236}">
                <a16:creationId xmlns:a16="http://schemas.microsoft.com/office/drawing/2014/main" id="{77E8E0BB-1993-7BE9-0DAB-612C4110CCEF}"/>
              </a:ext>
            </a:extLst>
          </p:cNvPr>
          <p:cNvGraphicFramePr>
            <a:graphicFrameLocks noGrp="1"/>
          </p:cNvGraphicFramePr>
          <p:nvPr/>
        </p:nvGraphicFramePr>
        <p:xfrm>
          <a:off x="5302446" y="2077915"/>
          <a:ext cx="4260655" cy="3408928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852131">
                  <a:extLst>
                    <a:ext uri="{9D8B030D-6E8A-4147-A177-3AD203B41FA5}">
                      <a16:colId xmlns:a16="http://schemas.microsoft.com/office/drawing/2014/main" val="4001077677"/>
                    </a:ext>
                  </a:extLst>
                </a:gridCol>
                <a:gridCol w="852131">
                  <a:extLst>
                    <a:ext uri="{9D8B030D-6E8A-4147-A177-3AD203B41FA5}">
                      <a16:colId xmlns:a16="http://schemas.microsoft.com/office/drawing/2014/main" val="2295623795"/>
                    </a:ext>
                  </a:extLst>
                </a:gridCol>
                <a:gridCol w="852131">
                  <a:extLst>
                    <a:ext uri="{9D8B030D-6E8A-4147-A177-3AD203B41FA5}">
                      <a16:colId xmlns:a16="http://schemas.microsoft.com/office/drawing/2014/main" val="3022669155"/>
                    </a:ext>
                  </a:extLst>
                </a:gridCol>
                <a:gridCol w="852131">
                  <a:extLst>
                    <a:ext uri="{9D8B030D-6E8A-4147-A177-3AD203B41FA5}">
                      <a16:colId xmlns:a16="http://schemas.microsoft.com/office/drawing/2014/main" val="3567078726"/>
                    </a:ext>
                  </a:extLst>
                </a:gridCol>
                <a:gridCol w="852131">
                  <a:extLst>
                    <a:ext uri="{9D8B030D-6E8A-4147-A177-3AD203B41FA5}">
                      <a16:colId xmlns:a16="http://schemas.microsoft.com/office/drawing/2014/main" val="3791507715"/>
                    </a:ext>
                  </a:extLst>
                </a:gridCol>
              </a:tblGrid>
              <a:tr h="85223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20463872"/>
                  </a:ext>
                </a:extLst>
              </a:tr>
              <a:tr h="85223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58844605"/>
                  </a:ext>
                </a:extLst>
              </a:tr>
              <a:tr h="85223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52101844"/>
                  </a:ext>
                </a:extLst>
              </a:tr>
              <a:tr h="85223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56254613"/>
                  </a:ext>
                </a:extLst>
              </a:tr>
            </a:tbl>
          </a:graphicData>
        </a:graphic>
      </p:graphicFrame>
      <p:sp>
        <p:nvSpPr>
          <p:cNvPr id="35" name="TextBox 34">
            <a:extLst>
              <a:ext uri="{FF2B5EF4-FFF2-40B4-BE49-F238E27FC236}">
                <a16:creationId xmlns:a16="http://schemas.microsoft.com/office/drawing/2014/main" id="{ED58A893-2E97-4D31-4196-C4420C2BFD29}"/>
              </a:ext>
            </a:extLst>
          </p:cNvPr>
          <p:cNvSpPr txBox="1"/>
          <p:nvPr/>
        </p:nvSpPr>
        <p:spPr>
          <a:xfrm>
            <a:off x="8046166" y="2116377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1</a:t>
            </a:r>
          </a:p>
        </p:txBody>
      </p: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0A09649F-5AB1-533B-0AB8-AC60E0A64456}"/>
              </a:ext>
            </a:extLst>
          </p:cNvPr>
          <p:cNvCxnSpPr>
            <a:cxnSpLocks/>
          </p:cNvCxnSpPr>
          <p:nvPr/>
        </p:nvCxnSpPr>
        <p:spPr>
          <a:xfrm flipV="1">
            <a:off x="5976851" y="3807229"/>
            <a:ext cx="2934393" cy="16626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TextBox 36">
            <a:extLst>
              <a:ext uri="{FF2B5EF4-FFF2-40B4-BE49-F238E27FC236}">
                <a16:creationId xmlns:a16="http://schemas.microsoft.com/office/drawing/2014/main" id="{CBC20F66-F8FF-6C7D-DD5A-7456488E16E2}"/>
              </a:ext>
            </a:extLst>
          </p:cNvPr>
          <p:cNvSpPr txBox="1"/>
          <p:nvPr/>
        </p:nvSpPr>
        <p:spPr>
          <a:xfrm>
            <a:off x="7204502" y="2116377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4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FEBC9C5F-EC0B-DB48-AE4A-71B6124ABEF4}"/>
              </a:ext>
            </a:extLst>
          </p:cNvPr>
          <p:cNvSpPr txBox="1"/>
          <p:nvPr/>
        </p:nvSpPr>
        <p:spPr>
          <a:xfrm>
            <a:off x="6346040" y="2116377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1</a:t>
            </a:r>
          </a:p>
        </p:txBody>
      </p:sp>
      <p:sp>
        <p:nvSpPr>
          <p:cNvPr id="40" name="Oval 39">
            <a:extLst>
              <a:ext uri="{FF2B5EF4-FFF2-40B4-BE49-F238E27FC236}">
                <a16:creationId xmlns:a16="http://schemas.microsoft.com/office/drawing/2014/main" id="{89082013-E8DB-9AAD-F6F5-D70003214AE1}"/>
              </a:ext>
            </a:extLst>
          </p:cNvPr>
          <p:cNvSpPr/>
          <p:nvPr/>
        </p:nvSpPr>
        <p:spPr>
          <a:xfrm>
            <a:off x="6930033" y="2435514"/>
            <a:ext cx="131167" cy="131167"/>
          </a:xfrm>
          <a:prstGeom prst="ellipse">
            <a:avLst/>
          </a:prstGeom>
          <a:solidFill>
            <a:schemeClr val="tx1"/>
          </a:solidFill>
          <a:ln w="1905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0FE3CA41-B5D3-F340-8467-12FFA52501D0}"/>
              </a:ext>
            </a:extLst>
          </p:cNvPr>
          <p:cNvSpPr txBox="1"/>
          <p:nvPr/>
        </p:nvSpPr>
        <p:spPr>
          <a:xfrm>
            <a:off x="5464978" y="2939827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+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936911B7-1ACE-3123-9058-BCBB70DBBDD2}"/>
              </a:ext>
            </a:extLst>
          </p:cNvPr>
          <p:cNvSpPr txBox="1"/>
          <p:nvPr/>
        </p:nvSpPr>
        <p:spPr>
          <a:xfrm>
            <a:off x="8046166" y="2968864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0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859364C6-8BB3-05D3-9F07-775E29827010}"/>
              </a:ext>
            </a:extLst>
          </p:cNvPr>
          <p:cNvSpPr txBox="1"/>
          <p:nvPr/>
        </p:nvSpPr>
        <p:spPr>
          <a:xfrm>
            <a:off x="7204502" y="2968864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3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FC55B46B-D81E-7D93-563A-AA552A920972}"/>
              </a:ext>
            </a:extLst>
          </p:cNvPr>
          <p:cNvSpPr txBox="1"/>
          <p:nvPr/>
        </p:nvSpPr>
        <p:spPr>
          <a:xfrm>
            <a:off x="6346040" y="2968864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2</a:t>
            </a:r>
          </a:p>
        </p:txBody>
      </p:sp>
      <p:sp>
        <p:nvSpPr>
          <p:cNvPr id="53" name="Oval 52">
            <a:extLst>
              <a:ext uri="{FF2B5EF4-FFF2-40B4-BE49-F238E27FC236}">
                <a16:creationId xmlns:a16="http://schemas.microsoft.com/office/drawing/2014/main" id="{1C06381E-414C-B163-DCED-B438FA1A6C22}"/>
              </a:ext>
            </a:extLst>
          </p:cNvPr>
          <p:cNvSpPr/>
          <p:nvPr/>
        </p:nvSpPr>
        <p:spPr>
          <a:xfrm>
            <a:off x="6930033" y="3288001"/>
            <a:ext cx="131167" cy="131167"/>
          </a:xfrm>
          <a:prstGeom prst="ellipse">
            <a:avLst/>
          </a:prstGeom>
          <a:solidFill>
            <a:schemeClr val="tx1"/>
          </a:solidFill>
          <a:ln w="1905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64532317-5931-4205-20C1-CDFFB3B0C3FD}"/>
              </a:ext>
            </a:extLst>
          </p:cNvPr>
          <p:cNvSpPr txBox="1"/>
          <p:nvPr/>
        </p:nvSpPr>
        <p:spPr>
          <a:xfrm>
            <a:off x="8046166" y="3814684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1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B2C382E1-46E5-E15B-9BAD-6E0E0217FA44}"/>
              </a:ext>
            </a:extLst>
          </p:cNvPr>
          <p:cNvSpPr txBox="1"/>
          <p:nvPr/>
        </p:nvSpPr>
        <p:spPr>
          <a:xfrm>
            <a:off x="7204502" y="3814684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7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5371654E-75CB-E086-3782-22D5E7EB174D}"/>
              </a:ext>
            </a:extLst>
          </p:cNvPr>
          <p:cNvSpPr txBox="1"/>
          <p:nvPr/>
        </p:nvSpPr>
        <p:spPr>
          <a:xfrm>
            <a:off x="6346040" y="3814684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3</a:t>
            </a:r>
          </a:p>
        </p:txBody>
      </p:sp>
      <p:sp>
        <p:nvSpPr>
          <p:cNvPr id="57" name="Oval 56">
            <a:extLst>
              <a:ext uri="{FF2B5EF4-FFF2-40B4-BE49-F238E27FC236}">
                <a16:creationId xmlns:a16="http://schemas.microsoft.com/office/drawing/2014/main" id="{C66E806E-5CA9-608F-DEDF-F81679769B58}"/>
              </a:ext>
            </a:extLst>
          </p:cNvPr>
          <p:cNvSpPr/>
          <p:nvPr/>
        </p:nvSpPr>
        <p:spPr>
          <a:xfrm>
            <a:off x="6930033" y="4133821"/>
            <a:ext cx="131167" cy="131167"/>
          </a:xfrm>
          <a:prstGeom prst="ellipse">
            <a:avLst/>
          </a:prstGeom>
          <a:solidFill>
            <a:schemeClr val="tx1"/>
          </a:solidFill>
          <a:ln w="1905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BBC99AF-9F1A-0065-825D-00CFD63CBA11}"/>
              </a:ext>
            </a:extLst>
          </p:cNvPr>
          <p:cNvSpPr txBox="1"/>
          <p:nvPr/>
        </p:nvSpPr>
        <p:spPr>
          <a:xfrm>
            <a:off x="1549041" y="1085485"/>
            <a:ext cx="2012089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0.24  +  0.5</a:t>
            </a:r>
          </a:p>
        </p:txBody>
      </p:sp>
      <p:graphicFrame>
        <p:nvGraphicFramePr>
          <p:cNvPr id="3" name="Table 6">
            <a:extLst>
              <a:ext uri="{FF2B5EF4-FFF2-40B4-BE49-F238E27FC236}">
                <a16:creationId xmlns:a16="http://schemas.microsoft.com/office/drawing/2014/main" id="{66045C8F-0AF9-C995-E715-57AF01604C0D}"/>
              </a:ext>
            </a:extLst>
          </p:cNvPr>
          <p:cNvGraphicFramePr>
            <a:graphicFrameLocks noGrp="1"/>
          </p:cNvGraphicFramePr>
          <p:nvPr/>
        </p:nvGraphicFramePr>
        <p:xfrm>
          <a:off x="358971" y="2077915"/>
          <a:ext cx="4260655" cy="3408928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852131">
                  <a:extLst>
                    <a:ext uri="{9D8B030D-6E8A-4147-A177-3AD203B41FA5}">
                      <a16:colId xmlns:a16="http://schemas.microsoft.com/office/drawing/2014/main" val="4001077677"/>
                    </a:ext>
                  </a:extLst>
                </a:gridCol>
                <a:gridCol w="852131">
                  <a:extLst>
                    <a:ext uri="{9D8B030D-6E8A-4147-A177-3AD203B41FA5}">
                      <a16:colId xmlns:a16="http://schemas.microsoft.com/office/drawing/2014/main" val="2295623795"/>
                    </a:ext>
                  </a:extLst>
                </a:gridCol>
                <a:gridCol w="852131">
                  <a:extLst>
                    <a:ext uri="{9D8B030D-6E8A-4147-A177-3AD203B41FA5}">
                      <a16:colId xmlns:a16="http://schemas.microsoft.com/office/drawing/2014/main" val="3022669155"/>
                    </a:ext>
                  </a:extLst>
                </a:gridCol>
                <a:gridCol w="852131">
                  <a:extLst>
                    <a:ext uri="{9D8B030D-6E8A-4147-A177-3AD203B41FA5}">
                      <a16:colId xmlns:a16="http://schemas.microsoft.com/office/drawing/2014/main" val="3567078726"/>
                    </a:ext>
                  </a:extLst>
                </a:gridCol>
                <a:gridCol w="852131">
                  <a:extLst>
                    <a:ext uri="{9D8B030D-6E8A-4147-A177-3AD203B41FA5}">
                      <a16:colId xmlns:a16="http://schemas.microsoft.com/office/drawing/2014/main" val="3791507715"/>
                    </a:ext>
                  </a:extLst>
                </a:gridCol>
              </a:tblGrid>
              <a:tr h="85223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20463872"/>
                  </a:ext>
                </a:extLst>
              </a:tr>
              <a:tr h="85223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58844605"/>
                  </a:ext>
                </a:extLst>
              </a:tr>
              <a:tr h="85223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52101844"/>
                  </a:ext>
                </a:extLst>
              </a:tr>
              <a:tr h="85223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56254613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76857BB9-9705-2252-1906-561514D1C992}"/>
              </a:ext>
            </a:extLst>
          </p:cNvPr>
          <p:cNvSpPr txBox="1"/>
          <p:nvPr/>
        </p:nvSpPr>
        <p:spPr>
          <a:xfrm>
            <a:off x="3102691" y="2116377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4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58E5541D-1CFE-57D6-EF90-82062D8E56DB}"/>
              </a:ext>
            </a:extLst>
          </p:cNvPr>
          <p:cNvCxnSpPr>
            <a:cxnSpLocks/>
          </p:cNvCxnSpPr>
          <p:nvPr/>
        </p:nvCxnSpPr>
        <p:spPr>
          <a:xfrm flipV="1">
            <a:off x="1014499" y="3773120"/>
            <a:ext cx="2946500" cy="33416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91A90497-2ACB-DA97-FA45-0162CB63FB0D}"/>
              </a:ext>
            </a:extLst>
          </p:cNvPr>
          <p:cNvSpPr txBox="1"/>
          <p:nvPr/>
        </p:nvSpPr>
        <p:spPr>
          <a:xfrm>
            <a:off x="2261027" y="2116377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2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C5EFF5F-4360-0639-FF0D-F48F92DBCD19}"/>
              </a:ext>
            </a:extLst>
          </p:cNvPr>
          <p:cNvSpPr txBox="1"/>
          <p:nvPr/>
        </p:nvSpPr>
        <p:spPr>
          <a:xfrm>
            <a:off x="1402565" y="2116377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0</a:t>
            </a: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298F47B4-97F4-BCEF-2057-35CE37B0A30D}"/>
              </a:ext>
            </a:extLst>
          </p:cNvPr>
          <p:cNvSpPr/>
          <p:nvPr/>
        </p:nvSpPr>
        <p:spPr>
          <a:xfrm>
            <a:off x="1986558" y="2435514"/>
            <a:ext cx="131167" cy="131167"/>
          </a:xfrm>
          <a:prstGeom prst="ellipse">
            <a:avLst/>
          </a:prstGeom>
          <a:solidFill>
            <a:schemeClr val="tx1"/>
          </a:solidFill>
          <a:ln w="1905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F9DDD4B-E42C-C05F-0DF8-8A0379BDC89F}"/>
              </a:ext>
            </a:extLst>
          </p:cNvPr>
          <p:cNvSpPr txBox="1"/>
          <p:nvPr/>
        </p:nvSpPr>
        <p:spPr>
          <a:xfrm>
            <a:off x="521503" y="2939827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+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3DFDC452-321D-6812-DDE4-D18843C12904}"/>
              </a:ext>
            </a:extLst>
          </p:cNvPr>
          <p:cNvSpPr txBox="1"/>
          <p:nvPr/>
        </p:nvSpPr>
        <p:spPr>
          <a:xfrm>
            <a:off x="3102691" y="2968864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0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F7148E4B-832A-CB46-AEEE-0428E5C1BC68}"/>
              </a:ext>
            </a:extLst>
          </p:cNvPr>
          <p:cNvSpPr txBox="1"/>
          <p:nvPr/>
        </p:nvSpPr>
        <p:spPr>
          <a:xfrm>
            <a:off x="2261027" y="2968864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5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78B93CAD-E9CB-59E4-778B-90767B422C26}"/>
              </a:ext>
            </a:extLst>
          </p:cNvPr>
          <p:cNvSpPr txBox="1"/>
          <p:nvPr/>
        </p:nvSpPr>
        <p:spPr>
          <a:xfrm>
            <a:off x="1402565" y="2968864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0</a:t>
            </a:r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FE196919-E2FA-EA75-9493-F4BF7D99177F}"/>
              </a:ext>
            </a:extLst>
          </p:cNvPr>
          <p:cNvSpPr/>
          <p:nvPr/>
        </p:nvSpPr>
        <p:spPr>
          <a:xfrm>
            <a:off x="1986558" y="3288001"/>
            <a:ext cx="131167" cy="131167"/>
          </a:xfrm>
          <a:prstGeom prst="ellipse">
            <a:avLst/>
          </a:prstGeom>
          <a:solidFill>
            <a:schemeClr val="tx1"/>
          </a:solidFill>
          <a:ln w="1905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D84BB554-59E6-B25B-67D6-BC985718F502}"/>
              </a:ext>
            </a:extLst>
          </p:cNvPr>
          <p:cNvSpPr txBox="1"/>
          <p:nvPr/>
        </p:nvSpPr>
        <p:spPr>
          <a:xfrm>
            <a:off x="3102691" y="3814684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4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5EC25B64-3CD7-256E-11AA-294F9A31E5A1}"/>
              </a:ext>
            </a:extLst>
          </p:cNvPr>
          <p:cNvSpPr txBox="1"/>
          <p:nvPr/>
        </p:nvSpPr>
        <p:spPr>
          <a:xfrm>
            <a:off x="2261027" y="3814684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7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8FD24FB7-AF03-7365-E46A-590BD4362BAA}"/>
              </a:ext>
            </a:extLst>
          </p:cNvPr>
          <p:cNvSpPr txBox="1"/>
          <p:nvPr/>
        </p:nvSpPr>
        <p:spPr>
          <a:xfrm>
            <a:off x="1402565" y="3814684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0</a:t>
            </a:r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E30FFF4F-2497-7F93-2765-BD974799E3CB}"/>
              </a:ext>
            </a:extLst>
          </p:cNvPr>
          <p:cNvSpPr/>
          <p:nvPr/>
        </p:nvSpPr>
        <p:spPr>
          <a:xfrm>
            <a:off x="1986558" y="4133821"/>
            <a:ext cx="131167" cy="131167"/>
          </a:xfrm>
          <a:prstGeom prst="ellipse">
            <a:avLst/>
          </a:prstGeom>
          <a:solidFill>
            <a:schemeClr val="tx1"/>
          </a:solidFill>
          <a:ln w="1905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2A8C9CA-DA88-23F3-9D82-3A6BFEE9A864}"/>
              </a:ext>
            </a:extLst>
          </p:cNvPr>
          <p:cNvSpPr txBox="1"/>
          <p:nvPr/>
        </p:nvSpPr>
        <p:spPr>
          <a:xfrm>
            <a:off x="7816163" y="30543"/>
            <a:ext cx="200728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800" b="1" dirty="0">
                <a:latin typeface="Stencil" panose="040409050D0802020404" pitchFamily="82" charset="0"/>
              </a:rPr>
              <a:t>СЕНИН КЕЗЕГИ</a:t>
            </a:r>
            <a:r>
              <a:rPr lang="ru-RU" sz="1800" b="1" dirty="0"/>
              <a:t>Ң</a:t>
            </a:r>
            <a:endParaRPr lang="en-GB" sz="1800" b="1" dirty="0">
              <a:latin typeface="Stencil" panose="040409050D0802020404" pitchFamily="8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543331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5" grpId="0"/>
      <p:bldP spid="37" grpId="0"/>
      <p:bldP spid="38" grpId="0"/>
      <p:bldP spid="40" grpId="0" animBg="1"/>
      <p:bldP spid="41" grpId="0"/>
      <p:bldP spid="50" grpId="0"/>
      <p:bldP spid="51" grpId="0"/>
      <p:bldP spid="52" grpId="0"/>
      <p:bldP spid="53" grpId="0" animBg="1"/>
      <p:bldP spid="54" grpId="0"/>
      <p:bldP spid="55" grpId="0"/>
      <p:bldP spid="56" grpId="0"/>
      <p:bldP spid="57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3F894A87-A1AF-4083-A3F7-631CA8FD7219}"/>
              </a:ext>
            </a:extLst>
          </p:cNvPr>
          <p:cNvSpPr txBox="1"/>
          <p:nvPr/>
        </p:nvSpPr>
        <p:spPr>
          <a:xfrm>
            <a:off x="3823947" y="0"/>
            <a:ext cx="225811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Ондуктарды кошуу</a:t>
            </a:r>
            <a:endParaRPr lang="en-GB" sz="2000" dirty="0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51BFBD33-D124-448C-AAFF-E3C05AF03BC3}"/>
              </a:ext>
            </a:extLst>
          </p:cNvPr>
          <p:cNvCxnSpPr>
            <a:cxnSpLocks/>
          </p:cNvCxnSpPr>
          <p:nvPr/>
        </p:nvCxnSpPr>
        <p:spPr>
          <a:xfrm flipH="1">
            <a:off x="4950940" y="400110"/>
            <a:ext cx="0" cy="6457890"/>
          </a:xfrm>
          <a:prstGeom prst="line">
            <a:avLst/>
          </a:prstGeom>
          <a:ln w="28575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5F5AC12B-B557-46E4-93A7-834BB4A62396}"/>
              </a:ext>
            </a:extLst>
          </p:cNvPr>
          <p:cNvSpPr txBox="1"/>
          <p:nvPr/>
        </p:nvSpPr>
        <p:spPr>
          <a:xfrm>
            <a:off x="1653235" y="1085485"/>
            <a:ext cx="1803699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3.5  +  1.6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2E3BF562-F06F-4C52-AEDC-7C7D04F4CC2C}"/>
              </a:ext>
            </a:extLst>
          </p:cNvPr>
          <p:cNvSpPr txBox="1"/>
          <p:nvPr/>
        </p:nvSpPr>
        <p:spPr>
          <a:xfrm>
            <a:off x="-4717" y="-30715"/>
            <a:ext cx="151676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y-KG" b="1" dirty="0">
                <a:latin typeface="Arial Black" panose="020B0A04020102020204" pitchFamily="34" charset="0"/>
              </a:rPr>
              <a:t>К</a:t>
            </a:r>
            <a:r>
              <a:rPr lang="ru-RU" sz="1800" b="1" dirty="0">
                <a:latin typeface="Arial Black" panose="020B0A04020102020204" pitchFamily="34" charset="0"/>
              </a:rPr>
              <a:t>Ө</a:t>
            </a:r>
            <a:r>
              <a:rPr lang="ky-KG" sz="1800" b="1" dirty="0">
                <a:latin typeface="Arial Black" panose="020B0A04020102020204" pitchFamily="34" charset="0"/>
              </a:rPr>
              <a:t>РГ</a:t>
            </a:r>
            <a:r>
              <a:rPr lang="ru-RU" sz="1800" b="1" dirty="0">
                <a:latin typeface="Arial Black" panose="020B0A04020102020204" pitchFamily="34" charset="0"/>
              </a:rPr>
              <a:t>Ө</a:t>
            </a:r>
            <a:r>
              <a:rPr lang="ky-KG" sz="1800" b="1" dirty="0">
                <a:latin typeface="Arial Black" panose="020B0A04020102020204" pitchFamily="34" charset="0"/>
              </a:rPr>
              <a:t>ЗМ</a:t>
            </a:r>
            <a:r>
              <a:rPr lang="ru-RU" sz="1800" b="1" dirty="0">
                <a:latin typeface="Arial Black" panose="020B0A04020102020204" pitchFamily="34" charset="0"/>
              </a:rPr>
              <a:t>Ө</a:t>
            </a:r>
            <a:endParaRPr lang="en-GB" b="1" dirty="0">
              <a:latin typeface="Bodoni MT Black" panose="02070A03080606020203" pitchFamily="18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C29D3E9-922C-45DF-6833-B767145B3E10}"/>
              </a:ext>
            </a:extLst>
          </p:cNvPr>
          <p:cNvSpPr txBox="1"/>
          <p:nvPr/>
        </p:nvSpPr>
        <p:spPr>
          <a:xfrm>
            <a:off x="1865151" y="461422"/>
            <a:ext cx="137986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Эсептеңиз:</a:t>
            </a:r>
            <a:endParaRPr lang="en-GB" sz="2000" dirty="0"/>
          </a:p>
        </p:txBody>
      </p:sp>
      <p:graphicFrame>
        <p:nvGraphicFramePr>
          <p:cNvPr id="16" name="Table 6">
            <a:extLst>
              <a:ext uri="{FF2B5EF4-FFF2-40B4-BE49-F238E27FC236}">
                <a16:creationId xmlns:a16="http://schemas.microsoft.com/office/drawing/2014/main" id="{A5E2143D-4029-0744-B42C-CFA93E4ED271}"/>
              </a:ext>
            </a:extLst>
          </p:cNvPr>
          <p:cNvGraphicFramePr>
            <a:graphicFrameLocks noGrp="1"/>
          </p:cNvGraphicFramePr>
          <p:nvPr/>
        </p:nvGraphicFramePr>
        <p:xfrm>
          <a:off x="358971" y="2077915"/>
          <a:ext cx="4260655" cy="3408928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852131">
                  <a:extLst>
                    <a:ext uri="{9D8B030D-6E8A-4147-A177-3AD203B41FA5}">
                      <a16:colId xmlns:a16="http://schemas.microsoft.com/office/drawing/2014/main" val="4001077677"/>
                    </a:ext>
                  </a:extLst>
                </a:gridCol>
                <a:gridCol w="852131">
                  <a:extLst>
                    <a:ext uri="{9D8B030D-6E8A-4147-A177-3AD203B41FA5}">
                      <a16:colId xmlns:a16="http://schemas.microsoft.com/office/drawing/2014/main" val="2295623795"/>
                    </a:ext>
                  </a:extLst>
                </a:gridCol>
                <a:gridCol w="852131">
                  <a:extLst>
                    <a:ext uri="{9D8B030D-6E8A-4147-A177-3AD203B41FA5}">
                      <a16:colId xmlns:a16="http://schemas.microsoft.com/office/drawing/2014/main" val="3022669155"/>
                    </a:ext>
                  </a:extLst>
                </a:gridCol>
                <a:gridCol w="852131">
                  <a:extLst>
                    <a:ext uri="{9D8B030D-6E8A-4147-A177-3AD203B41FA5}">
                      <a16:colId xmlns:a16="http://schemas.microsoft.com/office/drawing/2014/main" val="3567078726"/>
                    </a:ext>
                  </a:extLst>
                </a:gridCol>
                <a:gridCol w="852131">
                  <a:extLst>
                    <a:ext uri="{9D8B030D-6E8A-4147-A177-3AD203B41FA5}">
                      <a16:colId xmlns:a16="http://schemas.microsoft.com/office/drawing/2014/main" val="3791507715"/>
                    </a:ext>
                  </a:extLst>
                </a:gridCol>
              </a:tblGrid>
              <a:tr h="85223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20463872"/>
                  </a:ext>
                </a:extLst>
              </a:tr>
              <a:tr h="85223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58844605"/>
                  </a:ext>
                </a:extLst>
              </a:tr>
              <a:tr h="85223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52101844"/>
                  </a:ext>
                </a:extLst>
              </a:tr>
              <a:tr h="85223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56254613"/>
                  </a:ext>
                </a:extLst>
              </a:tr>
            </a:tbl>
          </a:graphicData>
        </a:graphic>
      </p:graphicFrame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95A5B3E4-7824-E4F9-B438-9E659AB9F997}"/>
              </a:ext>
            </a:extLst>
          </p:cNvPr>
          <p:cNvCxnSpPr>
            <a:cxnSpLocks/>
          </p:cNvCxnSpPr>
          <p:nvPr/>
        </p:nvCxnSpPr>
        <p:spPr>
          <a:xfrm flipV="1">
            <a:off x="885825" y="3752850"/>
            <a:ext cx="2209800" cy="66675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TextBox 26">
            <a:extLst>
              <a:ext uri="{FF2B5EF4-FFF2-40B4-BE49-F238E27FC236}">
                <a16:creationId xmlns:a16="http://schemas.microsoft.com/office/drawing/2014/main" id="{7CFA3058-4400-DCF8-270C-BDD22B62BE77}"/>
              </a:ext>
            </a:extLst>
          </p:cNvPr>
          <p:cNvSpPr txBox="1"/>
          <p:nvPr/>
        </p:nvSpPr>
        <p:spPr>
          <a:xfrm>
            <a:off x="2261027" y="2116377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5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E6E40340-138A-C3AB-C257-BA969038B3BC}"/>
              </a:ext>
            </a:extLst>
          </p:cNvPr>
          <p:cNvSpPr txBox="1"/>
          <p:nvPr/>
        </p:nvSpPr>
        <p:spPr>
          <a:xfrm>
            <a:off x="1402565" y="2116377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3</a:t>
            </a:r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2089FD58-85AA-6AA1-E111-B12969629B8B}"/>
              </a:ext>
            </a:extLst>
          </p:cNvPr>
          <p:cNvSpPr/>
          <p:nvPr/>
        </p:nvSpPr>
        <p:spPr>
          <a:xfrm>
            <a:off x="1986558" y="2435514"/>
            <a:ext cx="131167" cy="131167"/>
          </a:xfrm>
          <a:prstGeom prst="ellipse">
            <a:avLst/>
          </a:prstGeom>
          <a:solidFill>
            <a:schemeClr val="tx1"/>
          </a:solidFill>
          <a:ln w="1905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F5C6ABCF-EF9C-FA25-FC81-7DCAAEA99198}"/>
              </a:ext>
            </a:extLst>
          </p:cNvPr>
          <p:cNvSpPr txBox="1"/>
          <p:nvPr/>
        </p:nvSpPr>
        <p:spPr>
          <a:xfrm>
            <a:off x="521503" y="2939827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+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E7E7F6D4-E8FB-3D97-9B2E-C81A1933B614}"/>
              </a:ext>
            </a:extLst>
          </p:cNvPr>
          <p:cNvSpPr txBox="1"/>
          <p:nvPr/>
        </p:nvSpPr>
        <p:spPr>
          <a:xfrm>
            <a:off x="1419554" y="4545483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1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AC026588-749E-A50C-4412-045DEF9A9368}"/>
              </a:ext>
            </a:extLst>
          </p:cNvPr>
          <p:cNvSpPr txBox="1"/>
          <p:nvPr/>
        </p:nvSpPr>
        <p:spPr>
          <a:xfrm>
            <a:off x="2261027" y="2968864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6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8440A480-97D0-DB4B-2052-C02EF2A88520}"/>
              </a:ext>
            </a:extLst>
          </p:cNvPr>
          <p:cNvSpPr txBox="1"/>
          <p:nvPr/>
        </p:nvSpPr>
        <p:spPr>
          <a:xfrm>
            <a:off x="1402565" y="2968864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1</a:t>
            </a:r>
          </a:p>
        </p:txBody>
      </p:sp>
      <p:sp>
        <p:nvSpPr>
          <p:cNvPr id="45" name="Oval 44">
            <a:extLst>
              <a:ext uri="{FF2B5EF4-FFF2-40B4-BE49-F238E27FC236}">
                <a16:creationId xmlns:a16="http://schemas.microsoft.com/office/drawing/2014/main" id="{AAD76230-28B4-E004-6DDE-E9BA44074464}"/>
              </a:ext>
            </a:extLst>
          </p:cNvPr>
          <p:cNvSpPr/>
          <p:nvPr/>
        </p:nvSpPr>
        <p:spPr>
          <a:xfrm>
            <a:off x="1986558" y="3288001"/>
            <a:ext cx="131167" cy="131167"/>
          </a:xfrm>
          <a:prstGeom prst="ellipse">
            <a:avLst/>
          </a:prstGeom>
          <a:solidFill>
            <a:schemeClr val="tx1"/>
          </a:solidFill>
          <a:ln w="1905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D917E802-2900-64C5-E92C-4CAFD4A2A2D0}"/>
              </a:ext>
            </a:extLst>
          </p:cNvPr>
          <p:cNvSpPr txBox="1"/>
          <p:nvPr/>
        </p:nvSpPr>
        <p:spPr>
          <a:xfrm>
            <a:off x="2261027" y="3814684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1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36BA73C5-8B4A-0FC6-2D26-FEF30FD0C33C}"/>
              </a:ext>
            </a:extLst>
          </p:cNvPr>
          <p:cNvSpPr txBox="1"/>
          <p:nvPr/>
        </p:nvSpPr>
        <p:spPr>
          <a:xfrm>
            <a:off x="1402565" y="3814684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5</a:t>
            </a:r>
          </a:p>
        </p:txBody>
      </p:sp>
      <p:sp>
        <p:nvSpPr>
          <p:cNvPr id="49" name="Oval 48">
            <a:extLst>
              <a:ext uri="{FF2B5EF4-FFF2-40B4-BE49-F238E27FC236}">
                <a16:creationId xmlns:a16="http://schemas.microsoft.com/office/drawing/2014/main" id="{088A021B-C050-28E2-29A8-1C489B5A6816}"/>
              </a:ext>
            </a:extLst>
          </p:cNvPr>
          <p:cNvSpPr/>
          <p:nvPr/>
        </p:nvSpPr>
        <p:spPr>
          <a:xfrm>
            <a:off x="1986558" y="4133821"/>
            <a:ext cx="131167" cy="131167"/>
          </a:xfrm>
          <a:prstGeom prst="ellipse">
            <a:avLst/>
          </a:prstGeom>
          <a:solidFill>
            <a:schemeClr val="tx1"/>
          </a:solidFill>
          <a:ln w="1905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924472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" grpId="0"/>
      <p:bldP spid="28" grpId="0"/>
      <p:bldP spid="29" grpId="0" animBg="1"/>
      <p:bldP spid="39" grpId="0"/>
      <p:bldP spid="41" grpId="0"/>
      <p:bldP spid="43" grpId="0"/>
      <p:bldP spid="44" grpId="0"/>
      <p:bldP spid="45" grpId="0" animBg="1"/>
      <p:bldP spid="47" grpId="0"/>
      <p:bldP spid="48" grpId="0"/>
      <p:bldP spid="49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3F894A87-A1AF-4083-A3F7-631CA8FD7219}"/>
              </a:ext>
            </a:extLst>
          </p:cNvPr>
          <p:cNvSpPr txBox="1"/>
          <p:nvPr/>
        </p:nvSpPr>
        <p:spPr>
          <a:xfrm>
            <a:off x="3823947" y="0"/>
            <a:ext cx="225811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Ондуктарды кошуу</a:t>
            </a:r>
            <a:endParaRPr lang="en-GB" sz="2000" dirty="0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51BFBD33-D124-448C-AAFF-E3C05AF03BC3}"/>
              </a:ext>
            </a:extLst>
          </p:cNvPr>
          <p:cNvCxnSpPr>
            <a:cxnSpLocks/>
          </p:cNvCxnSpPr>
          <p:nvPr/>
        </p:nvCxnSpPr>
        <p:spPr>
          <a:xfrm flipH="1">
            <a:off x="4950940" y="400110"/>
            <a:ext cx="0" cy="6457890"/>
          </a:xfrm>
          <a:prstGeom prst="line">
            <a:avLst/>
          </a:prstGeom>
          <a:ln w="28575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5F5AC12B-B557-46E4-93A7-834BB4A62396}"/>
              </a:ext>
            </a:extLst>
          </p:cNvPr>
          <p:cNvSpPr txBox="1"/>
          <p:nvPr/>
        </p:nvSpPr>
        <p:spPr>
          <a:xfrm>
            <a:off x="1444846" y="1085485"/>
            <a:ext cx="222048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0.36  +  0.27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2E3BF562-F06F-4C52-AEDC-7C7D04F4CC2C}"/>
              </a:ext>
            </a:extLst>
          </p:cNvPr>
          <p:cNvSpPr txBox="1"/>
          <p:nvPr/>
        </p:nvSpPr>
        <p:spPr>
          <a:xfrm>
            <a:off x="-4717" y="-30715"/>
            <a:ext cx="151676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y-KG" b="1" dirty="0">
                <a:latin typeface="Arial Black" panose="020B0A04020102020204" pitchFamily="34" charset="0"/>
              </a:rPr>
              <a:t>К</a:t>
            </a:r>
            <a:r>
              <a:rPr lang="ru-RU" sz="1800" b="1" dirty="0">
                <a:latin typeface="Arial Black" panose="020B0A04020102020204" pitchFamily="34" charset="0"/>
              </a:rPr>
              <a:t>Ө</a:t>
            </a:r>
            <a:r>
              <a:rPr lang="ky-KG" sz="1800" b="1" dirty="0">
                <a:latin typeface="Arial Black" panose="020B0A04020102020204" pitchFamily="34" charset="0"/>
              </a:rPr>
              <a:t>РГ</a:t>
            </a:r>
            <a:r>
              <a:rPr lang="ru-RU" sz="1800" b="1" dirty="0">
                <a:latin typeface="Arial Black" panose="020B0A04020102020204" pitchFamily="34" charset="0"/>
              </a:rPr>
              <a:t>Ө</a:t>
            </a:r>
            <a:r>
              <a:rPr lang="ky-KG" sz="1800" b="1" dirty="0">
                <a:latin typeface="Arial Black" panose="020B0A04020102020204" pitchFamily="34" charset="0"/>
              </a:rPr>
              <a:t>ЗМ</a:t>
            </a:r>
            <a:r>
              <a:rPr lang="ru-RU" sz="1800" b="1" dirty="0">
                <a:latin typeface="Arial Black" panose="020B0A04020102020204" pitchFamily="34" charset="0"/>
              </a:rPr>
              <a:t>Ө</a:t>
            </a:r>
            <a:endParaRPr lang="en-GB" b="1" dirty="0">
              <a:latin typeface="Bodoni MT Black" panose="02070A03080606020203" pitchFamily="18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C29D3E9-922C-45DF-6833-B767145B3E10}"/>
              </a:ext>
            </a:extLst>
          </p:cNvPr>
          <p:cNvSpPr txBox="1"/>
          <p:nvPr/>
        </p:nvSpPr>
        <p:spPr>
          <a:xfrm>
            <a:off x="1865151" y="461422"/>
            <a:ext cx="137986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Эсептеңиз:</a:t>
            </a:r>
            <a:endParaRPr lang="en-GB" sz="2000" dirty="0"/>
          </a:p>
        </p:txBody>
      </p:sp>
      <p:graphicFrame>
        <p:nvGraphicFramePr>
          <p:cNvPr id="16" name="Table 6">
            <a:extLst>
              <a:ext uri="{FF2B5EF4-FFF2-40B4-BE49-F238E27FC236}">
                <a16:creationId xmlns:a16="http://schemas.microsoft.com/office/drawing/2014/main" id="{A5E2143D-4029-0744-B42C-CFA93E4ED27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80633986"/>
              </p:ext>
            </p:extLst>
          </p:nvPr>
        </p:nvGraphicFramePr>
        <p:xfrm>
          <a:off x="358971" y="2077915"/>
          <a:ext cx="4260655" cy="3408928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852131">
                  <a:extLst>
                    <a:ext uri="{9D8B030D-6E8A-4147-A177-3AD203B41FA5}">
                      <a16:colId xmlns:a16="http://schemas.microsoft.com/office/drawing/2014/main" val="4001077677"/>
                    </a:ext>
                  </a:extLst>
                </a:gridCol>
                <a:gridCol w="852131">
                  <a:extLst>
                    <a:ext uri="{9D8B030D-6E8A-4147-A177-3AD203B41FA5}">
                      <a16:colId xmlns:a16="http://schemas.microsoft.com/office/drawing/2014/main" val="2295623795"/>
                    </a:ext>
                  </a:extLst>
                </a:gridCol>
                <a:gridCol w="852131">
                  <a:extLst>
                    <a:ext uri="{9D8B030D-6E8A-4147-A177-3AD203B41FA5}">
                      <a16:colId xmlns:a16="http://schemas.microsoft.com/office/drawing/2014/main" val="3022669155"/>
                    </a:ext>
                  </a:extLst>
                </a:gridCol>
                <a:gridCol w="852131">
                  <a:extLst>
                    <a:ext uri="{9D8B030D-6E8A-4147-A177-3AD203B41FA5}">
                      <a16:colId xmlns:a16="http://schemas.microsoft.com/office/drawing/2014/main" val="3567078726"/>
                    </a:ext>
                  </a:extLst>
                </a:gridCol>
                <a:gridCol w="852131">
                  <a:extLst>
                    <a:ext uri="{9D8B030D-6E8A-4147-A177-3AD203B41FA5}">
                      <a16:colId xmlns:a16="http://schemas.microsoft.com/office/drawing/2014/main" val="3791507715"/>
                    </a:ext>
                  </a:extLst>
                </a:gridCol>
              </a:tblGrid>
              <a:tr h="85223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20463872"/>
                  </a:ext>
                </a:extLst>
              </a:tr>
              <a:tr h="85223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58844605"/>
                  </a:ext>
                </a:extLst>
              </a:tr>
              <a:tr h="85223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52101844"/>
                  </a:ext>
                </a:extLst>
              </a:tr>
              <a:tr h="85223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56254613"/>
                  </a:ext>
                </a:extLst>
              </a:tr>
            </a:tbl>
          </a:graphicData>
        </a:graphic>
      </p:graphicFrame>
      <p:sp>
        <p:nvSpPr>
          <p:cNvPr id="18" name="TextBox 17">
            <a:extLst>
              <a:ext uri="{FF2B5EF4-FFF2-40B4-BE49-F238E27FC236}">
                <a16:creationId xmlns:a16="http://schemas.microsoft.com/office/drawing/2014/main" id="{FE118FE7-AD4F-CB94-D916-8F6FC23E31A6}"/>
              </a:ext>
            </a:extLst>
          </p:cNvPr>
          <p:cNvSpPr txBox="1"/>
          <p:nvPr/>
        </p:nvSpPr>
        <p:spPr>
          <a:xfrm>
            <a:off x="3102691" y="2116377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6</a:t>
            </a:r>
          </a:p>
        </p:txBody>
      </p: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95A5B3E4-7824-E4F9-B438-9E659AB9F997}"/>
              </a:ext>
            </a:extLst>
          </p:cNvPr>
          <p:cNvCxnSpPr>
            <a:cxnSpLocks/>
          </p:cNvCxnSpPr>
          <p:nvPr/>
        </p:nvCxnSpPr>
        <p:spPr>
          <a:xfrm>
            <a:off x="984529" y="3745057"/>
            <a:ext cx="2872576" cy="62172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TextBox 26">
            <a:extLst>
              <a:ext uri="{FF2B5EF4-FFF2-40B4-BE49-F238E27FC236}">
                <a16:creationId xmlns:a16="http://schemas.microsoft.com/office/drawing/2014/main" id="{7CFA3058-4400-DCF8-270C-BDD22B62BE77}"/>
              </a:ext>
            </a:extLst>
          </p:cNvPr>
          <p:cNvSpPr txBox="1"/>
          <p:nvPr/>
        </p:nvSpPr>
        <p:spPr>
          <a:xfrm>
            <a:off x="2261027" y="2116377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3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E6E40340-138A-C3AB-C257-BA969038B3BC}"/>
              </a:ext>
            </a:extLst>
          </p:cNvPr>
          <p:cNvSpPr txBox="1"/>
          <p:nvPr/>
        </p:nvSpPr>
        <p:spPr>
          <a:xfrm>
            <a:off x="1402565" y="2116377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0</a:t>
            </a:r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2089FD58-85AA-6AA1-E111-B12969629B8B}"/>
              </a:ext>
            </a:extLst>
          </p:cNvPr>
          <p:cNvSpPr/>
          <p:nvPr/>
        </p:nvSpPr>
        <p:spPr>
          <a:xfrm>
            <a:off x="1986558" y="2435514"/>
            <a:ext cx="131167" cy="131167"/>
          </a:xfrm>
          <a:prstGeom prst="ellipse">
            <a:avLst/>
          </a:prstGeom>
          <a:solidFill>
            <a:schemeClr val="tx1"/>
          </a:solidFill>
          <a:ln w="1905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F5C6ABCF-EF9C-FA25-FC81-7DCAAEA99198}"/>
              </a:ext>
            </a:extLst>
          </p:cNvPr>
          <p:cNvSpPr txBox="1"/>
          <p:nvPr/>
        </p:nvSpPr>
        <p:spPr>
          <a:xfrm>
            <a:off x="521503" y="2939827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+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17A4E63D-65B9-232A-377D-87DD08B69970}"/>
              </a:ext>
            </a:extLst>
          </p:cNvPr>
          <p:cNvSpPr txBox="1"/>
          <p:nvPr/>
        </p:nvSpPr>
        <p:spPr>
          <a:xfrm>
            <a:off x="2278709" y="4545483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1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E9E7364E-297A-2C03-98B9-FDEF6CE38997}"/>
              </a:ext>
            </a:extLst>
          </p:cNvPr>
          <p:cNvSpPr txBox="1"/>
          <p:nvPr/>
        </p:nvSpPr>
        <p:spPr>
          <a:xfrm>
            <a:off x="3102691" y="2968864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7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AC026588-749E-A50C-4412-045DEF9A9368}"/>
              </a:ext>
            </a:extLst>
          </p:cNvPr>
          <p:cNvSpPr txBox="1"/>
          <p:nvPr/>
        </p:nvSpPr>
        <p:spPr>
          <a:xfrm>
            <a:off x="2261027" y="2968864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2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8440A480-97D0-DB4B-2052-C02EF2A88520}"/>
              </a:ext>
            </a:extLst>
          </p:cNvPr>
          <p:cNvSpPr txBox="1"/>
          <p:nvPr/>
        </p:nvSpPr>
        <p:spPr>
          <a:xfrm>
            <a:off x="1402565" y="2968864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0</a:t>
            </a:r>
          </a:p>
        </p:txBody>
      </p:sp>
      <p:sp>
        <p:nvSpPr>
          <p:cNvPr id="45" name="Oval 44">
            <a:extLst>
              <a:ext uri="{FF2B5EF4-FFF2-40B4-BE49-F238E27FC236}">
                <a16:creationId xmlns:a16="http://schemas.microsoft.com/office/drawing/2014/main" id="{AAD76230-28B4-E004-6DDE-E9BA44074464}"/>
              </a:ext>
            </a:extLst>
          </p:cNvPr>
          <p:cNvSpPr/>
          <p:nvPr/>
        </p:nvSpPr>
        <p:spPr>
          <a:xfrm>
            <a:off x="1986558" y="3288001"/>
            <a:ext cx="131167" cy="131167"/>
          </a:xfrm>
          <a:prstGeom prst="ellipse">
            <a:avLst/>
          </a:prstGeom>
          <a:solidFill>
            <a:schemeClr val="tx1"/>
          </a:solidFill>
          <a:ln w="1905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FC721D24-2379-C8B2-639D-9BA98B62DD2A}"/>
              </a:ext>
            </a:extLst>
          </p:cNvPr>
          <p:cNvSpPr txBox="1"/>
          <p:nvPr/>
        </p:nvSpPr>
        <p:spPr>
          <a:xfrm>
            <a:off x="3102691" y="3814684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3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D917E802-2900-64C5-E92C-4CAFD4A2A2D0}"/>
              </a:ext>
            </a:extLst>
          </p:cNvPr>
          <p:cNvSpPr txBox="1"/>
          <p:nvPr/>
        </p:nvSpPr>
        <p:spPr>
          <a:xfrm>
            <a:off x="2261027" y="3814684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6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36BA73C5-8B4A-0FC6-2D26-FEF30FD0C33C}"/>
              </a:ext>
            </a:extLst>
          </p:cNvPr>
          <p:cNvSpPr txBox="1"/>
          <p:nvPr/>
        </p:nvSpPr>
        <p:spPr>
          <a:xfrm>
            <a:off x="1402565" y="3814684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0</a:t>
            </a:r>
          </a:p>
        </p:txBody>
      </p:sp>
      <p:sp>
        <p:nvSpPr>
          <p:cNvPr id="49" name="Oval 48">
            <a:extLst>
              <a:ext uri="{FF2B5EF4-FFF2-40B4-BE49-F238E27FC236}">
                <a16:creationId xmlns:a16="http://schemas.microsoft.com/office/drawing/2014/main" id="{088A021B-C050-28E2-29A8-1C489B5A6816}"/>
              </a:ext>
            </a:extLst>
          </p:cNvPr>
          <p:cNvSpPr/>
          <p:nvPr/>
        </p:nvSpPr>
        <p:spPr>
          <a:xfrm>
            <a:off x="1986558" y="4133821"/>
            <a:ext cx="131167" cy="131167"/>
          </a:xfrm>
          <a:prstGeom prst="ellipse">
            <a:avLst/>
          </a:prstGeom>
          <a:solidFill>
            <a:schemeClr val="tx1"/>
          </a:solidFill>
          <a:ln w="1905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21524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/>
      <p:bldP spid="27" grpId="0"/>
      <p:bldP spid="28" grpId="0"/>
      <p:bldP spid="29" grpId="0" animBg="1"/>
      <p:bldP spid="39" grpId="0"/>
      <p:bldP spid="40" grpId="0"/>
      <p:bldP spid="42" grpId="0"/>
      <p:bldP spid="43" grpId="0"/>
      <p:bldP spid="44" grpId="0"/>
      <p:bldP spid="45" grpId="0" animBg="1"/>
      <p:bldP spid="46" grpId="0"/>
      <p:bldP spid="47" grpId="0"/>
      <p:bldP spid="48" grpId="0"/>
      <p:bldP spid="49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3F894A87-A1AF-4083-A3F7-631CA8FD7219}"/>
              </a:ext>
            </a:extLst>
          </p:cNvPr>
          <p:cNvSpPr txBox="1"/>
          <p:nvPr/>
        </p:nvSpPr>
        <p:spPr>
          <a:xfrm>
            <a:off x="3823947" y="0"/>
            <a:ext cx="225811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Ондуктарды кошуу</a:t>
            </a:r>
            <a:endParaRPr lang="en-GB" sz="2000" dirty="0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51BFBD33-D124-448C-AAFF-E3C05AF03BC3}"/>
              </a:ext>
            </a:extLst>
          </p:cNvPr>
          <p:cNvCxnSpPr>
            <a:cxnSpLocks/>
          </p:cNvCxnSpPr>
          <p:nvPr/>
        </p:nvCxnSpPr>
        <p:spPr>
          <a:xfrm flipH="1">
            <a:off x="4950940" y="400110"/>
            <a:ext cx="0" cy="6457890"/>
          </a:xfrm>
          <a:prstGeom prst="line">
            <a:avLst/>
          </a:prstGeom>
          <a:ln w="28575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5F5AC12B-B557-46E4-93A7-834BB4A62396}"/>
              </a:ext>
            </a:extLst>
          </p:cNvPr>
          <p:cNvSpPr txBox="1"/>
          <p:nvPr/>
        </p:nvSpPr>
        <p:spPr>
          <a:xfrm>
            <a:off x="1444846" y="1085485"/>
            <a:ext cx="222048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2.54  +  2.39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2E3BF562-F06F-4C52-AEDC-7C7D04F4CC2C}"/>
              </a:ext>
            </a:extLst>
          </p:cNvPr>
          <p:cNvSpPr txBox="1"/>
          <p:nvPr/>
        </p:nvSpPr>
        <p:spPr>
          <a:xfrm>
            <a:off x="-4717" y="-30715"/>
            <a:ext cx="151676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y-KG" b="1" dirty="0">
                <a:latin typeface="Arial Black" panose="020B0A04020102020204" pitchFamily="34" charset="0"/>
              </a:rPr>
              <a:t>К</a:t>
            </a:r>
            <a:r>
              <a:rPr lang="ru-RU" sz="1800" b="1" dirty="0">
                <a:latin typeface="Arial Black" panose="020B0A04020102020204" pitchFamily="34" charset="0"/>
              </a:rPr>
              <a:t>Ө</a:t>
            </a:r>
            <a:r>
              <a:rPr lang="ky-KG" sz="1800" b="1" dirty="0">
                <a:latin typeface="Arial Black" panose="020B0A04020102020204" pitchFamily="34" charset="0"/>
              </a:rPr>
              <a:t>РГ</a:t>
            </a:r>
            <a:r>
              <a:rPr lang="ru-RU" sz="1800" b="1" dirty="0">
                <a:latin typeface="Arial Black" panose="020B0A04020102020204" pitchFamily="34" charset="0"/>
              </a:rPr>
              <a:t>Ө</a:t>
            </a:r>
            <a:r>
              <a:rPr lang="ky-KG" sz="1800" b="1" dirty="0">
                <a:latin typeface="Arial Black" panose="020B0A04020102020204" pitchFamily="34" charset="0"/>
              </a:rPr>
              <a:t>ЗМ</a:t>
            </a:r>
            <a:r>
              <a:rPr lang="ru-RU" sz="1800" b="1" dirty="0">
                <a:latin typeface="Arial Black" panose="020B0A04020102020204" pitchFamily="34" charset="0"/>
              </a:rPr>
              <a:t>Ө</a:t>
            </a:r>
            <a:endParaRPr lang="en-GB" b="1" dirty="0">
              <a:latin typeface="Bodoni MT Black" panose="02070A03080606020203" pitchFamily="18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C29D3E9-922C-45DF-6833-B767145B3E10}"/>
              </a:ext>
            </a:extLst>
          </p:cNvPr>
          <p:cNvSpPr txBox="1"/>
          <p:nvPr/>
        </p:nvSpPr>
        <p:spPr>
          <a:xfrm>
            <a:off x="1865151" y="461422"/>
            <a:ext cx="137986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Эсептеңиз:</a:t>
            </a:r>
            <a:endParaRPr lang="en-GB" sz="2000" dirty="0"/>
          </a:p>
        </p:txBody>
      </p:sp>
      <p:graphicFrame>
        <p:nvGraphicFramePr>
          <p:cNvPr id="16" name="Table 6">
            <a:extLst>
              <a:ext uri="{FF2B5EF4-FFF2-40B4-BE49-F238E27FC236}">
                <a16:creationId xmlns:a16="http://schemas.microsoft.com/office/drawing/2014/main" id="{A5E2143D-4029-0744-B42C-CFA93E4ED271}"/>
              </a:ext>
            </a:extLst>
          </p:cNvPr>
          <p:cNvGraphicFramePr>
            <a:graphicFrameLocks noGrp="1"/>
          </p:cNvGraphicFramePr>
          <p:nvPr/>
        </p:nvGraphicFramePr>
        <p:xfrm>
          <a:off x="358971" y="2077915"/>
          <a:ext cx="4260655" cy="3408928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852131">
                  <a:extLst>
                    <a:ext uri="{9D8B030D-6E8A-4147-A177-3AD203B41FA5}">
                      <a16:colId xmlns:a16="http://schemas.microsoft.com/office/drawing/2014/main" val="4001077677"/>
                    </a:ext>
                  </a:extLst>
                </a:gridCol>
                <a:gridCol w="852131">
                  <a:extLst>
                    <a:ext uri="{9D8B030D-6E8A-4147-A177-3AD203B41FA5}">
                      <a16:colId xmlns:a16="http://schemas.microsoft.com/office/drawing/2014/main" val="2295623795"/>
                    </a:ext>
                  </a:extLst>
                </a:gridCol>
                <a:gridCol w="852131">
                  <a:extLst>
                    <a:ext uri="{9D8B030D-6E8A-4147-A177-3AD203B41FA5}">
                      <a16:colId xmlns:a16="http://schemas.microsoft.com/office/drawing/2014/main" val="3022669155"/>
                    </a:ext>
                  </a:extLst>
                </a:gridCol>
                <a:gridCol w="852131">
                  <a:extLst>
                    <a:ext uri="{9D8B030D-6E8A-4147-A177-3AD203B41FA5}">
                      <a16:colId xmlns:a16="http://schemas.microsoft.com/office/drawing/2014/main" val="3567078726"/>
                    </a:ext>
                  </a:extLst>
                </a:gridCol>
                <a:gridCol w="852131">
                  <a:extLst>
                    <a:ext uri="{9D8B030D-6E8A-4147-A177-3AD203B41FA5}">
                      <a16:colId xmlns:a16="http://schemas.microsoft.com/office/drawing/2014/main" val="3791507715"/>
                    </a:ext>
                  </a:extLst>
                </a:gridCol>
              </a:tblGrid>
              <a:tr h="85223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20463872"/>
                  </a:ext>
                </a:extLst>
              </a:tr>
              <a:tr h="85223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58844605"/>
                  </a:ext>
                </a:extLst>
              </a:tr>
              <a:tr h="85223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52101844"/>
                  </a:ext>
                </a:extLst>
              </a:tr>
              <a:tr h="85223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56254613"/>
                  </a:ext>
                </a:extLst>
              </a:tr>
            </a:tbl>
          </a:graphicData>
        </a:graphic>
      </p:graphicFrame>
      <p:sp>
        <p:nvSpPr>
          <p:cNvPr id="18" name="TextBox 17">
            <a:extLst>
              <a:ext uri="{FF2B5EF4-FFF2-40B4-BE49-F238E27FC236}">
                <a16:creationId xmlns:a16="http://schemas.microsoft.com/office/drawing/2014/main" id="{FE118FE7-AD4F-CB94-D916-8F6FC23E31A6}"/>
              </a:ext>
            </a:extLst>
          </p:cNvPr>
          <p:cNvSpPr txBox="1"/>
          <p:nvPr/>
        </p:nvSpPr>
        <p:spPr>
          <a:xfrm>
            <a:off x="3102691" y="2116377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4</a:t>
            </a:r>
          </a:p>
        </p:txBody>
      </p: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95A5B3E4-7824-E4F9-B438-9E659AB9F997}"/>
              </a:ext>
            </a:extLst>
          </p:cNvPr>
          <p:cNvCxnSpPr>
            <a:cxnSpLocks/>
          </p:cNvCxnSpPr>
          <p:nvPr/>
        </p:nvCxnSpPr>
        <p:spPr>
          <a:xfrm flipV="1">
            <a:off x="1155469" y="3773978"/>
            <a:ext cx="2668386" cy="41564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TextBox 26">
            <a:extLst>
              <a:ext uri="{FF2B5EF4-FFF2-40B4-BE49-F238E27FC236}">
                <a16:creationId xmlns:a16="http://schemas.microsoft.com/office/drawing/2014/main" id="{7CFA3058-4400-DCF8-270C-BDD22B62BE77}"/>
              </a:ext>
            </a:extLst>
          </p:cNvPr>
          <p:cNvSpPr txBox="1"/>
          <p:nvPr/>
        </p:nvSpPr>
        <p:spPr>
          <a:xfrm>
            <a:off x="2261027" y="2116377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5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E6E40340-138A-C3AB-C257-BA969038B3BC}"/>
              </a:ext>
            </a:extLst>
          </p:cNvPr>
          <p:cNvSpPr txBox="1"/>
          <p:nvPr/>
        </p:nvSpPr>
        <p:spPr>
          <a:xfrm>
            <a:off x="1402565" y="2116377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2</a:t>
            </a:r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2089FD58-85AA-6AA1-E111-B12969629B8B}"/>
              </a:ext>
            </a:extLst>
          </p:cNvPr>
          <p:cNvSpPr/>
          <p:nvPr/>
        </p:nvSpPr>
        <p:spPr>
          <a:xfrm>
            <a:off x="1986558" y="2435514"/>
            <a:ext cx="131167" cy="131167"/>
          </a:xfrm>
          <a:prstGeom prst="ellipse">
            <a:avLst/>
          </a:prstGeom>
          <a:solidFill>
            <a:schemeClr val="tx1"/>
          </a:solidFill>
          <a:ln w="1905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F5C6ABCF-EF9C-FA25-FC81-7DCAAEA99198}"/>
              </a:ext>
            </a:extLst>
          </p:cNvPr>
          <p:cNvSpPr txBox="1"/>
          <p:nvPr/>
        </p:nvSpPr>
        <p:spPr>
          <a:xfrm>
            <a:off x="521503" y="2939827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+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17A4E63D-65B9-232A-377D-87DD08B69970}"/>
              </a:ext>
            </a:extLst>
          </p:cNvPr>
          <p:cNvSpPr txBox="1"/>
          <p:nvPr/>
        </p:nvSpPr>
        <p:spPr>
          <a:xfrm>
            <a:off x="2278709" y="4545483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1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E9E7364E-297A-2C03-98B9-FDEF6CE38997}"/>
              </a:ext>
            </a:extLst>
          </p:cNvPr>
          <p:cNvSpPr txBox="1"/>
          <p:nvPr/>
        </p:nvSpPr>
        <p:spPr>
          <a:xfrm>
            <a:off x="3102691" y="2968864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9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AC026588-749E-A50C-4412-045DEF9A9368}"/>
              </a:ext>
            </a:extLst>
          </p:cNvPr>
          <p:cNvSpPr txBox="1"/>
          <p:nvPr/>
        </p:nvSpPr>
        <p:spPr>
          <a:xfrm>
            <a:off x="2261027" y="2968864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3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8440A480-97D0-DB4B-2052-C02EF2A88520}"/>
              </a:ext>
            </a:extLst>
          </p:cNvPr>
          <p:cNvSpPr txBox="1"/>
          <p:nvPr/>
        </p:nvSpPr>
        <p:spPr>
          <a:xfrm>
            <a:off x="1402565" y="2968864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2</a:t>
            </a:r>
          </a:p>
        </p:txBody>
      </p:sp>
      <p:sp>
        <p:nvSpPr>
          <p:cNvPr id="45" name="Oval 44">
            <a:extLst>
              <a:ext uri="{FF2B5EF4-FFF2-40B4-BE49-F238E27FC236}">
                <a16:creationId xmlns:a16="http://schemas.microsoft.com/office/drawing/2014/main" id="{AAD76230-28B4-E004-6DDE-E9BA44074464}"/>
              </a:ext>
            </a:extLst>
          </p:cNvPr>
          <p:cNvSpPr/>
          <p:nvPr/>
        </p:nvSpPr>
        <p:spPr>
          <a:xfrm>
            <a:off x="1986558" y="3288001"/>
            <a:ext cx="131167" cy="131167"/>
          </a:xfrm>
          <a:prstGeom prst="ellipse">
            <a:avLst/>
          </a:prstGeom>
          <a:solidFill>
            <a:schemeClr val="tx1"/>
          </a:solidFill>
          <a:ln w="1905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FC721D24-2379-C8B2-639D-9BA98B62DD2A}"/>
              </a:ext>
            </a:extLst>
          </p:cNvPr>
          <p:cNvSpPr txBox="1"/>
          <p:nvPr/>
        </p:nvSpPr>
        <p:spPr>
          <a:xfrm>
            <a:off x="3102691" y="3814684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3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D917E802-2900-64C5-E92C-4CAFD4A2A2D0}"/>
              </a:ext>
            </a:extLst>
          </p:cNvPr>
          <p:cNvSpPr txBox="1"/>
          <p:nvPr/>
        </p:nvSpPr>
        <p:spPr>
          <a:xfrm>
            <a:off x="2261027" y="3814684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9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36BA73C5-8B4A-0FC6-2D26-FEF30FD0C33C}"/>
              </a:ext>
            </a:extLst>
          </p:cNvPr>
          <p:cNvSpPr txBox="1"/>
          <p:nvPr/>
        </p:nvSpPr>
        <p:spPr>
          <a:xfrm>
            <a:off x="1402565" y="3814684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4</a:t>
            </a:r>
          </a:p>
        </p:txBody>
      </p:sp>
      <p:sp>
        <p:nvSpPr>
          <p:cNvPr id="49" name="Oval 48">
            <a:extLst>
              <a:ext uri="{FF2B5EF4-FFF2-40B4-BE49-F238E27FC236}">
                <a16:creationId xmlns:a16="http://schemas.microsoft.com/office/drawing/2014/main" id="{088A021B-C050-28E2-29A8-1C489B5A6816}"/>
              </a:ext>
            </a:extLst>
          </p:cNvPr>
          <p:cNvSpPr/>
          <p:nvPr/>
        </p:nvSpPr>
        <p:spPr>
          <a:xfrm>
            <a:off x="1986558" y="4133821"/>
            <a:ext cx="131167" cy="131167"/>
          </a:xfrm>
          <a:prstGeom prst="ellipse">
            <a:avLst/>
          </a:prstGeom>
          <a:solidFill>
            <a:schemeClr val="tx1"/>
          </a:solidFill>
          <a:ln w="1905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175984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/>
      <p:bldP spid="27" grpId="0"/>
      <p:bldP spid="28" grpId="0"/>
      <p:bldP spid="29" grpId="0" animBg="1"/>
      <p:bldP spid="39" grpId="0"/>
      <p:bldP spid="40" grpId="0"/>
      <p:bldP spid="42" grpId="0"/>
      <p:bldP spid="43" grpId="0"/>
      <p:bldP spid="44" grpId="0"/>
      <p:bldP spid="45" grpId="0" animBg="1"/>
      <p:bldP spid="46" grpId="0"/>
      <p:bldP spid="47" grpId="0"/>
      <p:bldP spid="48" grpId="0"/>
      <p:bldP spid="49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3F894A87-A1AF-4083-A3F7-631CA8FD7219}"/>
              </a:ext>
            </a:extLst>
          </p:cNvPr>
          <p:cNvSpPr txBox="1"/>
          <p:nvPr/>
        </p:nvSpPr>
        <p:spPr>
          <a:xfrm>
            <a:off x="3823947" y="0"/>
            <a:ext cx="225811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Ондуктарды кошуу</a:t>
            </a:r>
            <a:endParaRPr lang="en-GB" sz="2000" dirty="0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51BFBD33-D124-448C-AAFF-E3C05AF03BC3}"/>
              </a:ext>
            </a:extLst>
          </p:cNvPr>
          <p:cNvCxnSpPr>
            <a:cxnSpLocks/>
          </p:cNvCxnSpPr>
          <p:nvPr/>
        </p:nvCxnSpPr>
        <p:spPr>
          <a:xfrm flipH="1">
            <a:off x="4950940" y="400110"/>
            <a:ext cx="0" cy="6457890"/>
          </a:xfrm>
          <a:prstGeom prst="line">
            <a:avLst/>
          </a:prstGeom>
          <a:ln w="28575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TextBox 24">
            <a:extLst>
              <a:ext uri="{FF2B5EF4-FFF2-40B4-BE49-F238E27FC236}">
                <a16:creationId xmlns:a16="http://schemas.microsoft.com/office/drawing/2014/main" id="{2E3BF562-F06F-4C52-AEDC-7C7D04F4CC2C}"/>
              </a:ext>
            </a:extLst>
          </p:cNvPr>
          <p:cNvSpPr txBox="1"/>
          <p:nvPr/>
        </p:nvSpPr>
        <p:spPr>
          <a:xfrm>
            <a:off x="-4717" y="-30715"/>
            <a:ext cx="151676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y-KG" b="1" dirty="0">
                <a:latin typeface="Arial Black" panose="020B0A04020102020204" pitchFamily="34" charset="0"/>
              </a:rPr>
              <a:t>К</a:t>
            </a:r>
            <a:r>
              <a:rPr lang="ru-RU" sz="1800" b="1" dirty="0">
                <a:latin typeface="Arial Black" panose="020B0A04020102020204" pitchFamily="34" charset="0"/>
              </a:rPr>
              <a:t>Ө</a:t>
            </a:r>
            <a:r>
              <a:rPr lang="ky-KG" sz="1800" b="1" dirty="0">
                <a:latin typeface="Arial Black" panose="020B0A04020102020204" pitchFamily="34" charset="0"/>
              </a:rPr>
              <a:t>РГ</a:t>
            </a:r>
            <a:r>
              <a:rPr lang="ru-RU" sz="1800" b="1" dirty="0">
                <a:latin typeface="Arial Black" panose="020B0A04020102020204" pitchFamily="34" charset="0"/>
              </a:rPr>
              <a:t>Ө</a:t>
            </a:r>
            <a:r>
              <a:rPr lang="ky-KG" sz="1800" b="1" dirty="0">
                <a:latin typeface="Arial Black" panose="020B0A04020102020204" pitchFamily="34" charset="0"/>
              </a:rPr>
              <a:t>ЗМ</a:t>
            </a:r>
            <a:r>
              <a:rPr lang="ru-RU" sz="1800" b="1" dirty="0">
                <a:latin typeface="Arial Black" panose="020B0A04020102020204" pitchFamily="34" charset="0"/>
              </a:rPr>
              <a:t>Ө</a:t>
            </a:r>
            <a:endParaRPr lang="en-GB" b="1" dirty="0">
              <a:latin typeface="Bodoni MT Black" panose="02070A03080606020203" pitchFamily="18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C29D3E9-922C-45DF-6833-B767145B3E10}"/>
              </a:ext>
            </a:extLst>
          </p:cNvPr>
          <p:cNvSpPr txBox="1"/>
          <p:nvPr/>
        </p:nvSpPr>
        <p:spPr>
          <a:xfrm>
            <a:off x="1865151" y="461422"/>
            <a:ext cx="137986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Эсептеңиз:</a:t>
            </a:r>
            <a:endParaRPr lang="en-GB" sz="20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950D66B-5488-39AA-299D-59B87F92E681}"/>
              </a:ext>
            </a:extLst>
          </p:cNvPr>
          <p:cNvSpPr txBox="1"/>
          <p:nvPr/>
        </p:nvSpPr>
        <p:spPr>
          <a:xfrm>
            <a:off x="6378796" y="1085485"/>
            <a:ext cx="222048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0.25  +  0.18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E96934E-B4C8-1265-DA3B-978646477411}"/>
              </a:ext>
            </a:extLst>
          </p:cNvPr>
          <p:cNvSpPr txBox="1"/>
          <p:nvPr/>
        </p:nvSpPr>
        <p:spPr>
          <a:xfrm>
            <a:off x="6799101" y="461422"/>
            <a:ext cx="137986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Эсептеңиз:</a:t>
            </a:r>
            <a:endParaRPr lang="en-GB" sz="2000" dirty="0"/>
          </a:p>
        </p:txBody>
      </p:sp>
      <p:graphicFrame>
        <p:nvGraphicFramePr>
          <p:cNvPr id="8" name="Table 6">
            <a:extLst>
              <a:ext uri="{FF2B5EF4-FFF2-40B4-BE49-F238E27FC236}">
                <a16:creationId xmlns:a16="http://schemas.microsoft.com/office/drawing/2014/main" id="{AB16D3EE-D29A-D323-F3ED-E7DACD36240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34923455"/>
              </p:ext>
            </p:extLst>
          </p:nvPr>
        </p:nvGraphicFramePr>
        <p:xfrm>
          <a:off x="5292921" y="2077915"/>
          <a:ext cx="4260655" cy="3408928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852131">
                  <a:extLst>
                    <a:ext uri="{9D8B030D-6E8A-4147-A177-3AD203B41FA5}">
                      <a16:colId xmlns:a16="http://schemas.microsoft.com/office/drawing/2014/main" val="4001077677"/>
                    </a:ext>
                  </a:extLst>
                </a:gridCol>
                <a:gridCol w="852131">
                  <a:extLst>
                    <a:ext uri="{9D8B030D-6E8A-4147-A177-3AD203B41FA5}">
                      <a16:colId xmlns:a16="http://schemas.microsoft.com/office/drawing/2014/main" val="2295623795"/>
                    </a:ext>
                  </a:extLst>
                </a:gridCol>
                <a:gridCol w="852131">
                  <a:extLst>
                    <a:ext uri="{9D8B030D-6E8A-4147-A177-3AD203B41FA5}">
                      <a16:colId xmlns:a16="http://schemas.microsoft.com/office/drawing/2014/main" val="3022669155"/>
                    </a:ext>
                  </a:extLst>
                </a:gridCol>
                <a:gridCol w="852131">
                  <a:extLst>
                    <a:ext uri="{9D8B030D-6E8A-4147-A177-3AD203B41FA5}">
                      <a16:colId xmlns:a16="http://schemas.microsoft.com/office/drawing/2014/main" val="3567078726"/>
                    </a:ext>
                  </a:extLst>
                </a:gridCol>
                <a:gridCol w="852131">
                  <a:extLst>
                    <a:ext uri="{9D8B030D-6E8A-4147-A177-3AD203B41FA5}">
                      <a16:colId xmlns:a16="http://schemas.microsoft.com/office/drawing/2014/main" val="3791507715"/>
                    </a:ext>
                  </a:extLst>
                </a:gridCol>
              </a:tblGrid>
              <a:tr h="85223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20463872"/>
                  </a:ext>
                </a:extLst>
              </a:tr>
              <a:tr h="85223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58844605"/>
                  </a:ext>
                </a:extLst>
              </a:tr>
              <a:tr h="85223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52101844"/>
                  </a:ext>
                </a:extLst>
              </a:tr>
              <a:tr h="85223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56254613"/>
                  </a:ext>
                </a:extLst>
              </a:tr>
            </a:tbl>
          </a:graphicData>
        </a:graphic>
      </p:graphicFrame>
      <p:sp>
        <p:nvSpPr>
          <p:cNvPr id="10" name="TextBox 9">
            <a:extLst>
              <a:ext uri="{FF2B5EF4-FFF2-40B4-BE49-F238E27FC236}">
                <a16:creationId xmlns:a16="http://schemas.microsoft.com/office/drawing/2014/main" id="{B67A65A6-8EF9-0A1D-2644-9D4A6978CF06}"/>
              </a:ext>
            </a:extLst>
          </p:cNvPr>
          <p:cNvSpPr txBox="1"/>
          <p:nvPr/>
        </p:nvSpPr>
        <p:spPr>
          <a:xfrm>
            <a:off x="8036641" y="2116377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5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719FFDC1-E9F1-090D-783B-379ED75DEBFE}"/>
              </a:ext>
            </a:extLst>
          </p:cNvPr>
          <p:cNvCxnSpPr>
            <a:cxnSpLocks/>
          </p:cNvCxnSpPr>
          <p:nvPr/>
        </p:nvCxnSpPr>
        <p:spPr>
          <a:xfrm flipV="1">
            <a:off x="6043170" y="3732415"/>
            <a:ext cx="2776634" cy="95769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7CD7DD13-9B91-AAF1-87AC-A89AD1BF1063}"/>
              </a:ext>
            </a:extLst>
          </p:cNvPr>
          <p:cNvSpPr txBox="1"/>
          <p:nvPr/>
        </p:nvSpPr>
        <p:spPr>
          <a:xfrm>
            <a:off x="7194977" y="2116377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2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B15439D-7916-0FF5-2118-9DBA3DA0F5B4}"/>
              </a:ext>
            </a:extLst>
          </p:cNvPr>
          <p:cNvSpPr txBox="1"/>
          <p:nvPr/>
        </p:nvSpPr>
        <p:spPr>
          <a:xfrm>
            <a:off x="6336515" y="2116377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0</a:t>
            </a: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77EF72F1-710F-73AF-79F5-179A9AB5ECF2}"/>
              </a:ext>
            </a:extLst>
          </p:cNvPr>
          <p:cNvSpPr/>
          <p:nvPr/>
        </p:nvSpPr>
        <p:spPr>
          <a:xfrm>
            <a:off x="6920508" y="2435514"/>
            <a:ext cx="131167" cy="131167"/>
          </a:xfrm>
          <a:prstGeom prst="ellipse">
            <a:avLst/>
          </a:prstGeom>
          <a:solidFill>
            <a:schemeClr val="tx1"/>
          </a:solidFill>
          <a:ln w="1905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9DED837E-675C-6AD4-CCA3-990D366EC2C5}"/>
              </a:ext>
            </a:extLst>
          </p:cNvPr>
          <p:cNvSpPr txBox="1"/>
          <p:nvPr/>
        </p:nvSpPr>
        <p:spPr>
          <a:xfrm>
            <a:off x="5455453" y="2939827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+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90DDA4A8-FCEB-9229-B8AA-6492A1E5E63A}"/>
              </a:ext>
            </a:extLst>
          </p:cNvPr>
          <p:cNvSpPr txBox="1"/>
          <p:nvPr/>
        </p:nvSpPr>
        <p:spPr>
          <a:xfrm>
            <a:off x="7212659" y="4545483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1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8133951D-94C7-6FC9-8DF3-8B1912EBA668}"/>
              </a:ext>
            </a:extLst>
          </p:cNvPr>
          <p:cNvSpPr txBox="1"/>
          <p:nvPr/>
        </p:nvSpPr>
        <p:spPr>
          <a:xfrm>
            <a:off x="8036641" y="2968864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8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96FBD656-8D47-A362-EA41-024263A320AC}"/>
              </a:ext>
            </a:extLst>
          </p:cNvPr>
          <p:cNvSpPr txBox="1"/>
          <p:nvPr/>
        </p:nvSpPr>
        <p:spPr>
          <a:xfrm>
            <a:off x="7194977" y="2968864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1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3638A299-DC9C-D968-63D9-73975364F963}"/>
              </a:ext>
            </a:extLst>
          </p:cNvPr>
          <p:cNvSpPr txBox="1"/>
          <p:nvPr/>
        </p:nvSpPr>
        <p:spPr>
          <a:xfrm>
            <a:off x="6336515" y="2968864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0</a:t>
            </a:r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7F3977E3-EFE8-FCCC-C917-75E178C24D76}"/>
              </a:ext>
            </a:extLst>
          </p:cNvPr>
          <p:cNvSpPr/>
          <p:nvPr/>
        </p:nvSpPr>
        <p:spPr>
          <a:xfrm>
            <a:off x="6920508" y="3288001"/>
            <a:ext cx="131167" cy="131167"/>
          </a:xfrm>
          <a:prstGeom prst="ellipse">
            <a:avLst/>
          </a:prstGeom>
          <a:solidFill>
            <a:schemeClr val="tx1"/>
          </a:solidFill>
          <a:ln w="1905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2814B46E-B27D-FEDD-C6FB-DD083DDF452B}"/>
              </a:ext>
            </a:extLst>
          </p:cNvPr>
          <p:cNvSpPr txBox="1"/>
          <p:nvPr/>
        </p:nvSpPr>
        <p:spPr>
          <a:xfrm>
            <a:off x="8036641" y="3814684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3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0EE89A80-FF43-ACCA-A37B-FFBB883A8106}"/>
              </a:ext>
            </a:extLst>
          </p:cNvPr>
          <p:cNvSpPr txBox="1"/>
          <p:nvPr/>
        </p:nvSpPr>
        <p:spPr>
          <a:xfrm>
            <a:off x="7194977" y="3814684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4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8635335C-9D80-C13F-74FF-D364D5BAC9D1}"/>
              </a:ext>
            </a:extLst>
          </p:cNvPr>
          <p:cNvSpPr txBox="1"/>
          <p:nvPr/>
        </p:nvSpPr>
        <p:spPr>
          <a:xfrm>
            <a:off x="6336515" y="3814684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0</a:t>
            </a:r>
          </a:p>
        </p:txBody>
      </p:sp>
      <p:sp>
        <p:nvSpPr>
          <p:cNvPr id="32" name="Oval 31">
            <a:extLst>
              <a:ext uri="{FF2B5EF4-FFF2-40B4-BE49-F238E27FC236}">
                <a16:creationId xmlns:a16="http://schemas.microsoft.com/office/drawing/2014/main" id="{39440576-FA49-FF4A-C2E9-A42AC01488C8}"/>
              </a:ext>
            </a:extLst>
          </p:cNvPr>
          <p:cNvSpPr/>
          <p:nvPr/>
        </p:nvSpPr>
        <p:spPr>
          <a:xfrm>
            <a:off x="6920508" y="4133821"/>
            <a:ext cx="131167" cy="131167"/>
          </a:xfrm>
          <a:prstGeom prst="ellipse">
            <a:avLst/>
          </a:prstGeom>
          <a:solidFill>
            <a:schemeClr val="tx1"/>
          </a:solidFill>
          <a:ln w="1905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7CAA197-DBA3-EC02-6B10-7BF275826781}"/>
              </a:ext>
            </a:extLst>
          </p:cNvPr>
          <p:cNvSpPr txBox="1"/>
          <p:nvPr/>
        </p:nvSpPr>
        <p:spPr>
          <a:xfrm>
            <a:off x="1444846" y="1085485"/>
            <a:ext cx="222048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2.54  +  2.39</a:t>
            </a:r>
          </a:p>
        </p:txBody>
      </p:sp>
      <p:graphicFrame>
        <p:nvGraphicFramePr>
          <p:cNvPr id="33" name="Table 6">
            <a:extLst>
              <a:ext uri="{FF2B5EF4-FFF2-40B4-BE49-F238E27FC236}">
                <a16:creationId xmlns:a16="http://schemas.microsoft.com/office/drawing/2014/main" id="{0D65D360-B573-6533-11EB-671D1A6CC33A}"/>
              </a:ext>
            </a:extLst>
          </p:cNvPr>
          <p:cNvGraphicFramePr>
            <a:graphicFrameLocks noGrp="1"/>
          </p:cNvGraphicFramePr>
          <p:nvPr/>
        </p:nvGraphicFramePr>
        <p:xfrm>
          <a:off x="358971" y="2077915"/>
          <a:ext cx="4260655" cy="3408928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852131">
                  <a:extLst>
                    <a:ext uri="{9D8B030D-6E8A-4147-A177-3AD203B41FA5}">
                      <a16:colId xmlns:a16="http://schemas.microsoft.com/office/drawing/2014/main" val="4001077677"/>
                    </a:ext>
                  </a:extLst>
                </a:gridCol>
                <a:gridCol w="852131">
                  <a:extLst>
                    <a:ext uri="{9D8B030D-6E8A-4147-A177-3AD203B41FA5}">
                      <a16:colId xmlns:a16="http://schemas.microsoft.com/office/drawing/2014/main" val="2295623795"/>
                    </a:ext>
                  </a:extLst>
                </a:gridCol>
                <a:gridCol w="852131">
                  <a:extLst>
                    <a:ext uri="{9D8B030D-6E8A-4147-A177-3AD203B41FA5}">
                      <a16:colId xmlns:a16="http://schemas.microsoft.com/office/drawing/2014/main" val="3022669155"/>
                    </a:ext>
                  </a:extLst>
                </a:gridCol>
                <a:gridCol w="852131">
                  <a:extLst>
                    <a:ext uri="{9D8B030D-6E8A-4147-A177-3AD203B41FA5}">
                      <a16:colId xmlns:a16="http://schemas.microsoft.com/office/drawing/2014/main" val="3567078726"/>
                    </a:ext>
                  </a:extLst>
                </a:gridCol>
                <a:gridCol w="852131">
                  <a:extLst>
                    <a:ext uri="{9D8B030D-6E8A-4147-A177-3AD203B41FA5}">
                      <a16:colId xmlns:a16="http://schemas.microsoft.com/office/drawing/2014/main" val="3791507715"/>
                    </a:ext>
                  </a:extLst>
                </a:gridCol>
              </a:tblGrid>
              <a:tr h="85223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20463872"/>
                  </a:ext>
                </a:extLst>
              </a:tr>
              <a:tr h="85223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58844605"/>
                  </a:ext>
                </a:extLst>
              </a:tr>
              <a:tr h="85223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52101844"/>
                  </a:ext>
                </a:extLst>
              </a:tr>
              <a:tr h="85223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56254613"/>
                  </a:ext>
                </a:extLst>
              </a:tr>
            </a:tbl>
          </a:graphicData>
        </a:graphic>
      </p:graphicFrame>
      <p:sp>
        <p:nvSpPr>
          <p:cNvPr id="34" name="TextBox 33">
            <a:extLst>
              <a:ext uri="{FF2B5EF4-FFF2-40B4-BE49-F238E27FC236}">
                <a16:creationId xmlns:a16="http://schemas.microsoft.com/office/drawing/2014/main" id="{8A0D927A-C91C-B1D5-CB3B-A80A4C2A33A5}"/>
              </a:ext>
            </a:extLst>
          </p:cNvPr>
          <p:cNvSpPr txBox="1"/>
          <p:nvPr/>
        </p:nvSpPr>
        <p:spPr>
          <a:xfrm>
            <a:off x="3102691" y="2116377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4</a:t>
            </a:r>
          </a:p>
        </p:txBody>
      </p: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7E6D2F1B-246E-A249-F3C7-782ED624B285}"/>
              </a:ext>
            </a:extLst>
          </p:cNvPr>
          <p:cNvCxnSpPr>
            <a:cxnSpLocks/>
          </p:cNvCxnSpPr>
          <p:nvPr/>
        </p:nvCxnSpPr>
        <p:spPr>
          <a:xfrm flipV="1">
            <a:off x="1155469" y="3773978"/>
            <a:ext cx="2668386" cy="41564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TextBox 35">
            <a:extLst>
              <a:ext uri="{FF2B5EF4-FFF2-40B4-BE49-F238E27FC236}">
                <a16:creationId xmlns:a16="http://schemas.microsoft.com/office/drawing/2014/main" id="{76FCE40A-53A6-30C7-DC96-9CE3B2801CD4}"/>
              </a:ext>
            </a:extLst>
          </p:cNvPr>
          <p:cNvSpPr txBox="1"/>
          <p:nvPr/>
        </p:nvSpPr>
        <p:spPr>
          <a:xfrm>
            <a:off x="2261027" y="2116377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5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9E091D64-5F99-4C88-356D-5ABCB72F435D}"/>
              </a:ext>
            </a:extLst>
          </p:cNvPr>
          <p:cNvSpPr txBox="1"/>
          <p:nvPr/>
        </p:nvSpPr>
        <p:spPr>
          <a:xfrm>
            <a:off x="1402565" y="2116377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2</a:t>
            </a:r>
          </a:p>
        </p:txBody>
      </p:sp>
      <p:sp>
        <p:nvSpPr>
          <p:cNvPr id="38" name="Oval 37">
            <a:extLst>
              <a:ext uri="{FF2B5EF4-FFF2-40B4-BE49-F238E27FC236}">
                <a16:creationId xmlns:a16="http://schemas.microsoft.com/office/drawing/2014/main" id="{EE8AF872-C521-3E04-119A-A4F3C73A3709}"/>
              </a:ext>
            </a:extLst>
          </p:cNvPr>
          <p:cNvSpPr/>
          <p:nvPr/>
        </p:nvSpPr>
        <p:spPr>
          <a:xfrm>
            <a:off x="1986558" y="2435514"/>
            <a:ext cx="131167" cy="131167"/>
          </a:xfrm>
          <a:prstGeom prst="ellipse">
            <a:avLst/>
          </a:prstGeom>
          <a:solidFill>
            <a:schemeClr val="tx1"/>
          </a:solidFill>
          <a:ln w="1905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916188C0-069B-6288-1694-6DA08FE59150}"/>
              </a:ext>
            </a:extLst>
          </p:cNvPr>
          <p:cNvSpPr txBox="1"/>
          <p:nvPr/>
        </p:nvSpPr>
        <p:spPr>
          <a:xfrm>
            <a:off x="521503" y="2939827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+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9A3B9616-2BA3-614F-A14D-A147B31273C7}"/>
              </a:ext>
            </a:extLst>
          </p:cNvPr>
          <p:cNvSpPr txBox="1"/>
          <p:nvPr/>
        </p:nvSpPr>
        <p:spPr>
          <a:xfrm>
            <a:off x="2278709" y="4545483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1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7A7702DE-599E-1560-CAFB-85E8C59D845D}"/>
              </a:ext>
            </a:extLst>
          </p:cNvPr>
          <p:cNvSpPr txBox="1"/>
          <p:nvPr/>
        </p:nvSpPr>
        <p:spPr>
          <a:xfrm>
            <a:off x="3102691" y="2968864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9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0C794389-B17E-3026-F849-FC4972DB4404}"/>
              </a:ext>
            </a:extLst>
          </p:cNvPr>
          <p:cNvSpPr txBox="1"/>
          <p:nvPr/>
        </p:nvSpPr>
        <p:spPr>
          <a:xfrm>
            <a:off x="2261027" y="2968864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3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31C286D6-BF22-DB5D-0477-ABA45A276F38}"/>
              </a:ext>
            </a:extLst>
          </p:cNvPr>
          <p:cNvSpPr txBox="1"/>
          <p:nvPr/>
        </p:nvSpPr>
        <p:spPr>
          <a:xfrm>
            <a:off x="1402565" y="2968864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2</a:t>
            </a:r>
          </a:p>
        </p:txBody>
      </p:sp>
      <p:sp>
        <p:nvSpPr>
          <p:cNvPr id="54" name="Oval 53">
            <a:extLst>
              <a:ext uri="{FF2B5EF4-FFF2-40B4-BE49-F238E27FC236}">
                <a16:creationId xmlns:a16="http://schemas.microsoft.com/office/drawing/2014/main" id="{0A50DA6E-7A43-85DA-DDD5-4694A9DF549F}"/>
              </a:ext>
            </a:extLst>
          </p:cNvPr>
          <p:cNvSpPr/>
          <p:nvPr/>
        </p:nvSpPr>
        <p:spPr>
          <a:xfrm>
            <a:off x="1986558" y="3288001"/>
            <a:ext cx="131167" cy="131167"/>
          </a:xfrm>
          <a:prstGeom prst="ellipse">
            <a:avLst/>
          </a:prstGeom>
          <a:solidFill>
            <a:schemeClr val="tx1"/>
          </a:solidFill>
          <a:ln w="1905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D7A5931A-9974-9D10-41D5-626D17FC3179}"/>
              </a:ext>
            </a:extLst>
          </p:cNvPr>
          <p:cNvSpPr txBox="1"/>
          <p:nvPr/>
        </p:nvSpPr>
        <p:spPr>
          <a:xfrm>
            <a:off x="3102691" y="3814684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3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88D1DAE5-EDDB-4943-E028-205470BA7450}"/>
              </a:ext>
            </a:extLst>
          </p:cNvPr>
          <p:cNvSpPr txBox="1"/>
          <p:nvPr/>
        </p:nvSpPr>
        <p:spPr>
          <a:xfrm>
            <a:off x="2261027" y="3814684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9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AC6594C2-E3A4-99F2-B842-039EBE3F28F6}"/>
              </a:ext>
            </a:extLst>
          </p:cNvPr>
          <p:cNvSpPr txBox="1"/>
          <p:nvPr/>
        </p:nvSpPr>
        <p:spPr>
          <a:xfrm>
            <a:off x="1402565" y="3814684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4</a:t>
            </a:r>
          </a:p>
        </p:txBody>
      </p:sp>
      <p:sp>
        <p:nvSpPr>
          <p:cNvPr id="58" name="Oval 57">
            <a:extLst>
              <a:ext uri="{FF2B5EF4-FFF2-40B4-BE49-F238E27FC236}">
                <a16:creationId xmlns:a16="http://schemas.microsoft.com/office/drawing/2014/main" id="{C51D8F8B-1589-A3DC-687A-04EE9479A1C4}"/>
              </a:ext>
            </a:extLst>
          </p:cNvPr>
          <p:cNvSpPr/>
          <p:nvPr/>
        </p:nvSpPr>
        <p:spPr>
          <a:xfrm>
            <a:off x="1986558" y="4133821"/>
            <a:ext cx="131167" cy="131167"/>
          </a:xfrm>
          <a:prstGeom prst="ellipse">
            <a:avLst/>
          </a:prstGeom>
          <a:solidFill>
            <a:schemeClr val="tx1"/>
          </a:solidFill>
          <a:ln w="1905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537DF20-FCBD-3B2A-1424-1FF69E241F3B}"/>
              </a:ext>
            </a:extLst>
          </p:cNvPr>
          <p:cNvSpPr txBox="1"/>
          <p:nvPr/>
        </p:nvSpPr>
        <p:spPr>
          <a:xfrm>
            <a:off x="7816163" y="30543"/>
            <a:ext cx="200728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800" b="1" dirty="0">
                <a:latin typeface="Stencil" panose="040409050D0802020404" pitchFamily="82" charset="0"/>
              </a:rPr>
              <a:t>СЕНИН КЕЗЕГИ</a:t>
            </a:r>
            <a:r>
              <a:rPr lang="ru-RU" sz="1800" b="1" dirty="0"/>
              <a:t>Ң</a:t>
            </a:r>
            <a:endParaRPr lang="en-GB" sz="1800" b="1" dirty="0">
              <a:latin typeface="Stencil" panose="040409050D0802020404" pitchFamily="8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359037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12" grpId="0"/>
      <p:bldP spid="13" grpId="0"/>
      <p:bldP spid="14" grpId="0" animBg="1"/>
      <p:bldP spid="15" grpId="0"/>
      <p:bldP spid="17" grpId="0"/>
      <p:bldP spid="19" grpId="0"/>
      <p:bldP spid="20" grpId="0"/>
      <p:bldP spid="22" grpId="0"/>
      <p:bldP spid="23" grpId="0" animBg="1"/>
      <p:bldP spid="24" grpId="0"/>
      <p:bldP spid="30" grpId="0"/>
      <p:bldP spid="31" grpId="0"/>
      <p:bldP spid="32" grpId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3F894A87-A1AF-4083-A3F7-631CA8FD7219}"/>
              </a:ext>
            </a:extLst>
          </p:cNvPr>
          <p:cNvSpPr txBox="1"/>
          <p:nvPr/>
        </p:nvSpPr>
        <p:spPr>
          <a:xfrm>
            <a:off x="3823947" y="0"/>
            <a:ext cx="225811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Ондуктарды кошуу</a:t>
            </a:r>
            <a:endParaRPr lang="en-GB" sz="2000" dirty="0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51BFBD33-D124-448C-AAFF-E3C05AF03BC3}"/>
              </a:ext>
            </a:extLst>
          </p:cNvPr>
          <p:cNvCxnSpPr>
            <a:cxnSpLocks/>
          </p:cNvCxnSpPr>
          <p:nvPr/>
        </p:nvCxnSpPr>
        <p:spPr>
          <a:xfrm flipH="1">
            <a:off x="4950940" y="400110"/>
            <a:ext cx="0" cy="6457890"/>
          </a:xfrm>
          <a:prstGeom prst="line">
            <a:avLst/>
          </a:prstGeom>
          <a:ln w="28575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TextBox 24">
            <a:extLst>
              <a:ext uri="{FF2B5EF4-FFF2-40B4-BE49-F238E27FC236}">
                <a16:creationId xmlns:a16="http://schemas.microsoft.com/office/drawing/2014/main" id="{2E3BF562-F06F-4C52-AEDC-7C7D04F4CC2C}"/>
              </a:ext>
            </a:extLst>
          </p:cNvPr>
          <p:cNvSpPr txBox="1"/>
          <p:nvPr/>
        </p:nvSpPr>
        <p:spPr>
          <a:xfrm>
            <a:off x="-4717" y="-30715"/>
            <a:ext cx="151676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y-KG" b="1" dirty="0">
                <a:latin typeface="Arial Black" panose="020B0A04020102020204" pitchFamily="34" charset="0"/>
              </a:rPr>
              <a:t>К</a:t>
            </a:r>
            <a:r>
              <a:rPr lang="ru-RU" sz="1800" b="1" dirty="0">
                <a:latin typeface="Arial Black" panose="020B0A04020102020204" pitchFamily="34" charset="0"/>
              </a:rPr>
              <a:t>Ө</a:t>
            </a:r>
            <a:r>
              <a:rPr lang="ky-KG" sz="1800" b="1" dirty="0">
                <a:latin typeface="Arial Black" panose="020B0A04020102020204" pitchFamily="34" charset="0"/>
              </a:rPr>
              <a:t>РГ</a:t>
            </a:r>
            <a:r>
              <a:rPr lang="ru-RU" sz="1800" b="1" dirty="0">
                <a:latin typeface="Arial Black" panose="020B0A04020102020204" pitchFamily="34" charset="0"/>
              </a:rPr>
              <a:t>Ө</a:t>
            </a:r>
            <a:r>
              <a:rPr lang="ky-KG" sz="1800" b="1" dirty="0">
                <a:latin typeface="Arial Black" panose="020B0A04020102020204" pitchFamily="34" charset="0"/>
              </a:rPr>
              <a:t>ЗМ</a:t>
            </a:r>
            <a:r>
              <a:rPr lang="ru-RU" sz="1800" b="1" dirty="0">
                <a:latin typeface="Arial Black" panose="020B0A04020102020204" pitchFamily="34" charset="0"/>
              </a:rPr>
              <a:t>Ө</a:t>
            </a:r>
            <a:endParaRPr lang="en-GB" b="1" dirty="0">
              <a:latin typeface="Bodoni MT Black" panose="02070A03080606020203" pitchFamily="18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C29D3E9-922C-45DF-6833-B767145B3E10}"/>
              </a:ext>
            </a:extLst>
          </p:cNvPr>
          <p:cNvSpPr txBox="1"/>
          <p:nvPr/>
        </p:nvSpPr>
        <p:spPr>
          <a:xfrm>
            <a:off x="1865151" y="461422"/>
            <a:ext cx="137986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Эсептеңиз:</a:t>
            </a:r>
            <a:endParaRPr lang="en-GB" sz="20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950D66B-5488-39AA-299D-59B87F92E681}"/>
              </a:ext>
            </a:extLst>
          </p:cNvPr>
          <p:cNvSpPr txBox="1"/>
          <p:nvPr/>
        </p:nvSpPr>
        <p:spPr>
          <a:xfrm>
            <a:off x="6378796" y="1085485"/>
            <a:ext cx="222048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0.56  +  0.26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E96934E-B4C8-1265-DA3B-978646477411}"/>
              </a:ext>
            </a:extLst>
          </p:cNvPr>
          <p:cNvSpPr txBox="1"/>
          <p:nvPr/>
        </p:nvSpPr>
        <p:spPr>
          <a:xfrm>
            <a:off x="6799101" y="461422"/>
            <a:ext cx="137986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Эсептеңиз:</a:t>
            </a:r>
            <a:endParaRPr lang="en-GB" sz="2000" dirty="0"/>
          </a:p>
        </p:txBody>
      </p:sp>
      <p:graphicFrame>
        <p:nvGraphicFramePr>
          <p:cNvPr id="8" name="Table 6">
            <a:extLst>
              <a:ext uri="{FF2B5EF4-FFF2-40B4-BE49-F238E27FC236}">
                <a16:creationId xmlns:a16="http://schemas.microsoft.com/office/drawing/2014/main" id="{AB16D3EE-D29A-D323-F3ED-E7DACD36240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89186441"/>
              </p:ext>
            </p:extLst>
          </p:nvPr>
        </p:nvGraphicFramePr>
        <p:xfrm>
          <a:off x="5292921" y="2077915"/>
          <a:ext cx="4260655" cy="3408928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852131">
                  <a:extLst>
                    <a:ext uri="{9D8B030D-6E8A-4147-A177-3AD203B41FA5}">
                      <a16:colId xmlns:a16="http://schemas.microsoft.com/office/drawing/2014/main" val="4001077677"/>
                    </a:ext>
                  </a:extLst>
                </a:gridCol>
                <a:gridCol w="852131">
                  <a:extLst>
                    <a:ext uri="{9D8B030D-6E8A-4147-A177-3AD203B41FA5}">
                      <a16:colId xmlns:a16="http://schemas.microsoft.com/office/drawing/2014/main" val="2295623795"/>
                    </a:ext>
                  </a:extLst>
                </a:gridCol>
                <a:gridCol w="852131">
                  <a:extLst>
                    <a:ext uri="{9D8B030D-6E8A-4147-A177-3AD203B41FA5}">
                      <a16:colId xmlns:a16="http://schemas.microsoft.com/office/drawing/2014/main" val="3022669155"/>
                    </a:ext>
                  </a:extLst>
                </a:gridCol>
                <a:gridCol w="852131">
                  <a:extLst>
                    <a:ext uri="{9D8B030D-6E8A-4147-A177-3AD203B41FA5}">
                      <a16:colId xmlns:a16="http://schemas.microsoft.com/office/drawing/2014/main" val="3567078726"/>
                    </a:ext>
                  </a:extLst>
                </a:gridCol>
                <a:gridCol w="852131">
                  <a:extLst>
                    <a:ext uri="{9D8B030D-6E8A-4147-A177-3AD203B41FA5}">
                      <a16:colId xmlns:a16="http://schemas.microsoft.com/office/drawing/2014/main" val="3791507715"/>
                    </a:ext>
                  </a:extLst>
                </a:gridCol>
              </a:tblGrid>
              <a:tr h="85223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20463872"/>
                  </a:ext>
                </a:extLst>
              </a:tr>
              <a:tr h="85223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58844605"/>
                  </a:ext>
                </a:extLst>
              </a:tr>
              <a:tr h="85223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52101844"/>
                  </a:ext>
                </a:extLst>
              </a:tr>
              <a:tr h="85223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56254613"/>
                  </a:ext>
                </a:extLst>
              </a:tr>
            </a:tbl>
          </a:graphicData>
        </a:graphic>
      </p:graphicFrame>
      <p:sp>
        <p:nvSpPr>
          <p:cNvPr id="10" name="TextBox 9">
            <a:extLst>
              <a:ext uri="{FF2B5EF4-FFF2-40B4-BE49-F238E27FC236}">
                <a16:creationId xmlns:a16="http://schemas.microsoft.com/office/drawing/2014/main" id="{B67A65A6-8EF9-0A1D-2644-9D4A6978CF06}"/>
              </a:ext>
            </a:extLst>
          </p:cNvPr>
          <p:cNvSpPr txBox="1"/>
          <p:nvPr/>
        </p:nvSpPr>
        <p:spPr>
          <a:xfrm>
            <a:off x="8036641" y="2116377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6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719FFDC1-E9F1-090D-783B-379ED75DEBFE}"/>
              </a:ext>
            </a:extLst>
          </p:cNvPr>
          <p:cNvCxnSpPr>
            <a:cxnSpLocks/>
          </p:cNvCxnSpPr>
          <p:nvPr/>
        </p:nvCxnSpPr>
        <p:spPr>
          <a:xfrm flipV="1">
            <a:off x="5984981" y="3724102"/>
            <a:ext cx="2859761" cy="87457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7CD7DD13-9B91-AAF1-87AC-A89AD1BF1063}"/>
              </a:ext>
            </a:extLst>
          </p:cNvPr>
          <p:cNvSpPr txBox="1"/>
          <p:nvPr/>
        </p:nvSpPr>
        <p:spPr>
          <a:xfrm>
            <a:off x="7194977" y="2116377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5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B15439D-7916-0FF5-2118-9DBA3DA0F5B4}"/>
              </a:ext>
            </a:extLst>
          </p:cNvPr>
          <p:cNvSpPr txBox="1"/>
          <p:nvPr/>
        </p:nvSpPr>
        <p:spPr>
          <a:xfrm>
            <a:off x="6336515" y="2116377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0</a:t>
            </a: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77EF72F1-710F-73AF-79F5-179A9AB5ECF2}"/>
              </a:ext>
            </a:extLst>
          </p:cNvPr>
          <p:cNvSpPr/>
          <p:nvPr/>
        </p:nvSpPr>
        <p:spPr>
          <a:xfrm>
            <a:off x="6920508" y="2435514"/>
            <a:ext cx="131167" cy="131167"/>
          </a:xfrm>
          <a:prstGeom prst="ellipse">
            <a:avLst/>
          </a:prstGeom>
          <a:solidFill>
            <a:schemeClr val="tx1"/>
          </a:solidFill>
          <a:ln w="1905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9DED837E-675C-6AD4-CCA3-990D366EC2C5}"/>
              </a:ext>
            </a:extLst>
          </p:cNvPr>
          <p:cNvSpPr txBox="1"/>
          <p:nvPr/>
        </p:nvSpPr>
        <p:spPr>
          <a:xfrm>
            <a:off x="5455453" y="2939827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+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90DDA4A8-FCEB-9229-B8AA-6492A1E5E63A}"/>
              </a:ext>
            </a:extLst>
          </p:cNvPr>
          <p:cNvSpPr txBox="1"/>
          <p:nvPr/>
        </p:nvSpPr>
        <p:spPr>
          <a:xfrm>
            <a:off x="7212659" y="4545483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1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8133951D-94C7-6FC9-8DF3-8B1912EBA668}"/>
              </a:ext>
            </a:extLst>
          </p:cNvPr>
          <p:cNvSpPr txBox="1"/>
          <p:nvPr/>
        </p:nvSpPr>
        <p:spPr>
          <a:xfrm>
            <a:off x="8036641" y="2968864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6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96FBD656-8D47-A362-EA41-024263A320AC}"/>
              </a:ext>
            </a:extLst>
          </p:cNvPr>
          <p:cNvSpPr txBox="1"/>
          <p:nvPr/>
        </p:nvSpPr>
        <p:spPr>
          <a:xfrm>
            <a:off x="7194977" y="2968864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2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3638A299-DC9C-D968-63D9-73975364F963}"/>
              </a:ext>
            </a:extLst>
          </p:cNvPr>
          <p:cNvSpPr txBox="1"/>
          <p:nvPr/>
        </p:nvSpPr>
        <p:spPr>
          <a:xfrm>
            <a:off x="6336515" y="2968864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0</a:t>
            </a:r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7F3977E3-EFE8-FCCC-C917-75E178C24D76}"/>
              </a:ext>
            </a:extLst>
          </p:cNvPr>
          <p:cNvSpPr/>
          <p:nvPr/>
        </p:nvSpPr>
        <p:spPr>
          <a:xfrm>
            <a:off x="6920508" y="3288001"/>
            <a:ext cx="131167" cy="131167"/>
          </a:xfrm>
          <a:prstGeom prst="ellipse">
            <a:avLst/>
          </a:prstGeom>
          <a:solidFill>
            <a:schemeClr val="tx1"/>
          </a:solidFill>
          <a:ln w="1905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2814B46E-B27D-FEDD-C6FB-DD083DDF452B}"/>
              </a:ext>
            </a:extLst>
          </p:cNvPr>
          <p:cNvSpPr txBox="1"/>
          <p:nvPr/>
        </p:nvSpPr>
        <p:spPr>
          <a:xfrm>
            <a:off x="8036641" y="3814684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2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0EE89A80-FF43-ACCA-A37B-FFBB883A8106}"/>
              </a:ext>
            </a:extLst>
          </p:cNvPr>
          <p:cNvSpPr txBox="1"/>
          <p:nvPr/>
        </p:nvSpPr>
        <p:spPr>
          <a:xfrm>
            <a:off x="7194977" y="3814684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8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8635335C-9D80-C13F-74FF-D364D5BAC9D1}"/>
              </a:ext>
            </a:extLst>
          </p:cNvPr>
          <p:cNvSpPr txBox="1"/>
          <p:nvPr/>
        </p:nvSpPr>
        <p:spPr>
          <a:xfrm>
            <a:off x="6336515" y="3814684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0</a:t>
            </a:r>
          </a:p>
        </p:txBody>
      </p:sp>
      <p:sp>
        <p:nvSpPr>
          <p:cNvPr id="32" name="Oval 31">
            <a:extLst>
              <a:ext uri="{FF2B5EF4-FFF2-40B4-BE49-F238E27FC236}">
                <a16:creationId xmlns:a16="http://schemas.microsoft.com/office/drawing/2014/main" id="{39440576-FA49-FF4A-C2E9-A42AC01488C8}"/>
              </a:ext>
            </a:extLst>
          </p:cNvPr>
          <p:cNvSpPr/>
          <p:nvPr/>
        </p:nvSpPr>
        <p:spPr>
          <a:xfrm>
            <a:off x="6920508" y="4133821"/>
            <a:ext cx="131167" cy="131167"/>
          </a:xfrm>
          <a:prstGeom prst="ellipse">
            <a:avLst/>
          </a:prstGeom>
          <a:solidFill>
            <a:schemeClr val="tx1"/>
          </a:solidFill>
          <a:ln w="1905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7273267-9FC7-B8F8-F78E-22D709D691BC}"/>
              </a:ext>
            </a:extLst>
          </p:cNvPr>
          <p:cNvSpPr txBox="1"/>
          <p:nvPr/>
        </p:nvSpPr>
        <p:spPr>
          <a:xfrm>
            <a:off x="1444846" y="1085485"/>
            <a:ext cx="222048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2.54  +  2.39</a:t>
            </a:r>
          </a:p>
        </p:txBody>
      </p:sp>
      <p:graphicFrame>
        <p:nvGraphicFramePr>
          <p:cNvPr id="33" name="Table 6">
            <a:extLst>
              <a:ext uri="{FF2B5EF4-FFF2-40B4-BE49-F238E27FC236}">
                <a16:creationId xmlns:a16="http://schemas.microsoft.com/office/drawing/2014/main" id="{BBEFE0A4-DF6C-418A-3730-8E84A1DC7A6B}"/>
              </a:ext>
            </a:extLst>
          </p:cNvPr>
          <p:cNvGraphicFramePr>
            <a:graphicFrameLocks noGrp="1"/>
          </p:cNvGraphicFramePr>
          <p:nvPr/>
        </p:nvGraphicFramePr>
        <p:xfrm>
          <a:off x="358971" y="2077915"/>
          <a:ext cx="4260655" cy="3408928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852131">
                  <a:extLst>
                    <a:ext uri="{9D8B030D-6E8A-4147-A177-3AD203B41FA5}">
                      <a16:colId xmlns:a16="http://schemas.microsoft.com/office/drawing/2014/main" val="4001077677"/>
                    </a:ext>
                  </a:extLst>
                </a:gridCol>
                <a:gridCol w="852131">
                  <a:extLst>
                    <a:ext uri="{9D8B030D-6E8A-4147-A177-3AD203B41FA5}">
                      <a16:colId xmlns:a16="http://schemas.microsoft.com/office/drawing/2014/main" val="2295623795"/>
                    </a:ext>
                  </a:extLst>
                </a:gridCol>
                <a:gridCol w="852131">
                  <a:extLst>
                    <a:ext uri="{9D8B030D-6E8A-4147-A177-3AD203B41FA5}">
                      <a16:colId xmlns:a16="http://schemas.microsoft.com/office/drawing/2014/main" val="3022669155"/>
                    </a:ext>
                  </a:extLst>
                </a:gridCol>
                <a:gridCol w="852131">
                  <a:extLst>
                    <a:ext uri="{9D8B030D-6E8A-4147-A177-3AD203B41FA5}">
                      <a16:colId xmlns:a16="http://schemas.microsoft.com/office/drawing/2014/main" val="3567078726"/>
                    </a:ext>
                  </a:extLst>
                </a:gridCol>
                <a:gridCol w="852131">
                  <a:extLst>
                    <a:ext uri="{9D8B030D-6E8A-4147-A177-3AD203B41FA5}">
                      <a16:colId xmlns:a16="http://schemas.microsoft.com/office/drawing/2014/main" val="3791507715"/>
                    </a:ext>
                  </a:extLst>
                </a:gridCol>
              </a:tblGrid>
              <a:tr h="85223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20463872"/>
                  </a:ext>
                </a:extLst>
              </a:tr>
              <a:tr h="85223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58844605"/>
                  </a:ext>
                </a:extLst>
              </a:tr>
              <a:tr h="85223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52101844"/>
                  </a:ext>
                </a:extLst>
              </a:tr>
              <a:tr h="85223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56254613"/>
                  </a:ext>
                </a:extLst>
              </a:tr>
            </a:tbl>
          </a:graphicData>
        </a:graphic>
      </p:graphicFrame>
      <p:sp>
        <p:nvSpPr>
          <p:cNvPr id="34" name="TextBox 33">
            <a:extLst>
              <a:ext uri="{FF2B5EF4-FFF2-40B4-BE49-F238E27FC236}">
                <a16:creationId xmlns:a16="http://schemas.microsoft.com/office/drawing/2014/main" id="{E3873EF0-8603-1272-B258-09573754461A}"/>
              </a:ext>
            </a:extLst>
          </p:cNvPr>
          <p:cNvSpPr txBox="1"/>
          <p:nvPr/>
        </p:nvSpPr>
        <p:spPr>
          <a:xfrm>
            <a:off x="3102691" y="2116377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4</a:t>
            </a:r>
          </a:p>
        </p:txBody>
      </p: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DBEE21F2-D5C4-8AD1-3FE1-E9EDE53B0587}"/>
              </a:ext>
            </a:extLst>
          </p:cNvPr>
          <p:cNvCxnSpPr>
            <a:cxnSpLocks/>
          </p:cNvCxnSpPr>
          <p:nvPr/>
        </p:nvCxnSpPr>
        <p:spPr>
          <a:xfrm flipV="1">
            <a:off x="1155469" y="3773978"/>
            <a:ext cx="2668386" cy="41564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TextBox 35">
            <a:extLst>
              <a:ext uri="{FF2B5EF4-FFF2-40B4-BE49-F238E27FC236}">
                <a16:creationId xmlns:a16="http://schemas.microsoft.com/office/drawing/2014/main" id="{57D9C773-44F3-06A9-E407-2C03C50CD341}"/>
              </a:ext>
            </a:extLst>
          </p:cNvPr>
          <p:cNvSpPr txBox="1"/>
          <p:nvPr/>
        </p:nvSpPr>
        <p:spPr>
          <a:xfrm>
            <a:off x="2261027" y="2116377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5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9EAF4214-7EAB-FD99-2271-3699B7E975FB}"/>
              </a:ext>
            </a:extLst>
          </p:cNvPr>
          <p:cNvSpPr txBox="1"/>
          <p:nvPr/>
        </p:nvSpPr>
        <p:spPr>
          <a:xfrm>
            <a:off x="1402565" y="2116377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2</a:t>
            </a:r>
          </a:p>
        </p:txBody>
      </p:sp>
      <p:sp>
        <p:nvSpPr>
          <p:cNvPr id="38" name="Oval 37">
            <a:extLst>
              <a:ext uri="{FF2B5EF4-FFF2-40B4-BE49-F238E27FC236}">
                <a16:creationId xmlns:a16="http://schemas.microsoft.com/office/drawing/2014/main" id="{211B9221-340E-5904-7235-8B6583B0E196}"/>
              </a:ext>
            </a:extLst>
          </p:cNvPr>
          <p:cNvSpPr/>
          <p:nvPr/>
        </p:nvSpPr>
        <p:spPr>
          <a:xfrm>
            <a:off x="1986558" y="2435514"/>
            <a:ext cx="131167" cy="131167"/>
          </a:xfrm>
          <a:prstGeom prst="ellipse">
            <a:avLst/>
          </a:prstGeom>
          <a:solidFill>
            <a:schemeClr val="tx1"/>
          </a:solidFill>
          <a:ln w="1905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A8A9CE7E-3510-3C5E-14D3-92D85531D2F5}"/>
              </a:ext>
            </a:extLst>
          </p:cNvPr>
          <p:cNvSpPr txBox="1"/>
          <p:nvPr/>
        </p:nvSpPr>
        <p:spPr>
          <a:xfrm>
            <a:off x="521503" y="2939827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+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CA76B364-83D6-5DEC-DF0A-D30836DD422E}"/>
              </a:ext>
            </a:extLst>
          </p:cNvPr>
          <p:cNvSpPr txBox="1"/>
          <p:nvPr/>
        </p:nvSpPr>
        <p:spPr>
          <a:xfrm>
            <a:off x="2278709" y="4545483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1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D7B02A21-3FF4-1239-3F47-AD8BFA90E12A}"/>
              </a:ext>
            </a:extLst>
          </p:cNvPr>
          <p:cNvSpPr txBox="1"/>
          <p:nvPr/>
        </p:nvSpPr>
        <p:spPr>
          <a:xfrm>
            <a:off x="3102691" y="2968864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9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8BC91781-5FFE-7D59-849E-417155185570}"/>
              </a:ext>
            </a:extLst>
          </p:cNvPr>
          <p:cNvSpPr txBox="1"/>
          <p:nvPr/>
        </p:nvSpPr>
        <p:spPr>
          <a:xfrm>
            <a:off x="2261027" y="2968864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3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E4CABF78-F470-D124-1607-235BD4095BFA}"/>
              </a:ext>
            </a:extLst>
          </p:cNvPr>
          <p:cNvSpPr txBox="1"/>
          <p:nvPr/>
        </p:nvSpPr>
        <p:spPr>
          <a:xfrm>
            <a:off x="1402565" y="2968864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2</a:t>
            </a:r>
          </a:p>
        </p:txBody>
      </p:sp>
      <p:sp>
        <p:nvSpPr>
          <p:cNvPr id="54" name="Oval 53">
            <a:extLst>
              <a:ext uri="{FF2B5EF4-FFF2-40B4-BE49-F238E27FC236}">
                <a16:creationId xmlns:a16="http://schemas.microsoft.com/office/drawing/2014/main" id="{243667AD-6394-BA0F-C68A-B36B417A0779}"/>
              </a:ext>
            </a:extLst>
          </p:cNvPr>
          <p:cNvSpPr/>
          <p:nvPr/>
        </p:nvSpPr>
        <p:spPr>
          <a:xfrm>
            <a:off x="1986558" y="3288001"/>
            <a:ext cx="131167" cy="131167"/>
          </a:xfrm>
          <a:prstGeom prst="ellipse">
            <a:avLst/>
          </a:prstGeom>
          <a:solidFill>
            <a:schemeClr val="tx1"/>
          </a:solidFill>
          <a:ln w="1905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D9D7F1F1-560D-2732-DD1B-3C2A5FBD2DB8}"/>
              </a:ext>
            </a:extLst>
          </p:cNvPr>
          <p:cNvSpPr txBox="1"/>
          <p:nvPr/>
        </p:nvSpPr>
        <p:spPr>
          <a:xfrm>
            <a:off x="3102691" y="3814684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3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773F0D22-3B49-FE5C-9E86-FF56FE49BC3F}"/>
              </a:ext>
            </a:extLst>
          </p:cNvPr>
          <p:cNvSpPr txBox="1"/>
          <p:nvPr/>
        </p:nvSpPr>
        <p:spPr>
          <a:xfrm>
            <a:off x="2261027" y="3814684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9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0186C658-6D1D-D497-A45B-286783BDAA79}"/>
              </a:ext>
            </a:extLst>
          </p:cNvPr>
          <p:cNvSpPr txBox="1"/>
          <p:nvPr/>
        </p:nvSpPr>
        <p:spPr>
          <a:xfrm>
            <a:off x="1402565" y="3814684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4</a:t>
            </a:r>
          </a:p>
        </p:txBody>
      </p:sp>
      <p:sp>
        <p:nvSpPr>
          <p:cNvPr id="58" name="Oval 57">
            <a:extLst>
              <a:ext uri="{FF2B5EF4-FFF2-40B4-BE49-F238E27FC236}">
                <a16:creationId xmlns:a16="http://schemas.microsoft.com/office/drawing/2014/main" id="{26FAE2AE-788F-0E34-A893-26E7E75FC3D1}"/>
              </a:ext>
            </a:extLst>
          </p:cNvPr>
          <p:cNvSpPr/>
          <p:nvPr/>
        </p:nvSpPr>
        <p:spPr>
          <a:xfrm>
            <a:off x="1986558" y="4133821"/>
            <a:ext cx="131167" cy="131167"/>
          </a:xfrm>
          <a:prstGeom prst="ellipse">
            <a:avLst/>
          </a:prstGeom>
          <a:solidFill>
            <a:schemeClr val="tx1"/>
          </a:solidFill>
          <a:ln w="1905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0CCE527-8E36-30BE-7BA2-18D8C3C79DAF}"/>
              </a:ext>
            </a:extLst>
          </p:cNvPr>
          <p:cNvSpPr txBox="1"/>
          <p:nvPr/>
        </p:nvSpPr>
        <p:spPr>
          <a:xfrm>
            <a:off x="7816163" y="30543"/>
            <a:ext cx="200728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800" b="1" dirty="0">
                <a:latin typeface="Stencil" panose="040409050D0802020404" pitchFamily="82" charset="0"/>
              </a:rPr>
              <a:t>СЕНИН КЕЗЕГИ</a:t>
            </a:r>
            <a:r>
              <a:rPr lang="ru-RU" sz="1800" b="1" dirty="0"/>
              <a:t>Ң</a:t>
            </a:r>
            <a:endParaRPr lang="en-GB" sz="1800" b="1" dirty="0">
              <a:latin typeface="Stencil" panose="040409050D0802020404" pitchFamily="8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608724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12" grpId="0"/>
      <p:bldP spid="13" grpId="0"/>
      <p:bldP spid="14" grpId="0" animBg="1"/>
      <p:bldP spid="15" grpId="0"/>
      <p:bldP spid="17" grpId="0"/>
      <p:bldP spid="19" grpId="0"/>
      <p:bldP spid="20" grpId="0"/>
      <p:bldP spid="22" grpId="0"/>
      <p:bldP spid="23" grpId="0" animBg="1"/>
      <p:bldP spid="24" grpId="0"/>
      <p:bldP spid="30" grpId="0"/>
      <p:bldP spid="31" grpId="0"/>
      <p:bldP spid="32" grpId="0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3F894A87-A1AF-4083-A3F7-631CA8FD7219}"/>
              </a:ext>
            </a:extLst>
          </p:cNvPr>
          <p:cNvSpPr txBox="1"/>
          <p:nvPr/>
        </p:nvSpPr>
        <p:spPr>
          <a:xfrm>
            <a:off x="3823947" y="0"/>
            <a:ext cx="225811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Ондуктарды кошуу</a:t>
            </a:r>
            <a:endParaRPr lang="en-GB" sz="2000" dirty="0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51BFBD33-D124-448C-AAFF-E3C05AF03BC3}"/>
              </a:ext>
            </a:extLst>
          </p:cNvPr>
          <p:cNvCxnSpPr>
            <a:cxnSpLocks/>
          </p:cNvCxnSpPr>
          <p:nvPr/>
        </p:nvCxnSpPr>
        <p:spPr>
          <a:xfrm flipH="1">
            <a:off x="4950940" y="400110"/>
            <a:ext cx="0" cy="6457890"/>
          </a:xfrm>
          <a:prstGeom prst="line">
            <a:avLst/>
          </a:prstGeom>
          <a:ln w="28575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TextBox 24">
            <a:extLst>
              <a:ext uri="{FF2B5EF4-FFF2-40B4-BE49-F238E27FC236}">
                <a16:creationId xmlns:a16="http://schemas.microsoft.com/office/drawing/2014/main" id="{2E3BF562-F06F-4C52-AEDC-7C7D04F4CC2C}"/>
              </a:ext>
            </a:extLst>
          </p:cNvPr>
          <p:cNvSpPr txBox="1"/>
          <p:nvPr/>
        </p:nvSpPr>
        <p:spPr>
          <a:xfrm>
            <a:off x="-4717" y="-30715"/>
            <a:ext cx="151676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y-KG" b="1" dirty="0">
                <a:latin typeface="Arial Black" panose="020B0A04020102020204" pitchFamily="34" charset="0"/>
              </a:rPr>
              <a:t>К</a:t>
            </a:r>
            <a:r>
              <a:rPr lang="ru-RU" sz="1800" b="1" dirty="0">
                <a:latin typeface="Arial Black" panose="020B0A04020102020204" pitchFamily="34" charset="0"/>
              </a:rPr>
              <a:t>Ө</a:t>
            </a:r>
            <a:r>
              <a:rPr lang="ky-KG" sz="1800" b="1" dirty="0">
                <a:latin typeface="Arial Black" panose="020B0A04020102020204" pitchFamily="34" charset="0"/>
              </a:rPr>
              <a:t>РГ</a:t>
            </a:r>
            <a:r>
              <a:rPr lang="ru-RU" sz="1800" b="1" dirty="0">
                <a:latin typeface="Arial Black" panose="020B0A04020102020204" pitchFamily="34" charset="0"/>
              </a:rPr>
              <a:t>Ө</a:t>
            </a:r>
            <a:r>
              <a:rPr lang="ky-KG" sz="1800" b="1" dirty="0">
                <a:latin typeface="Arial Black" panose="020B0A04020102020204" pitchFamily="34" charset="0"/>
              </a:rPr>
              <a:t>ЗМ</a:t>
            </a:r>
            <a:r>
              <a:rPr lang="ru-RU" sz="1800" b="1" dirty="0">
                <a:latin typeface="Arial Black" panose="020B0A04020102020204" pitchFamily="34" charset="0"/>
              </a:rPr>
              <a:t>Ө</a:t>
            </a:r>
            <a:endParaRPr lang="en-GB" b="1" dirty="0">
              <a:latin typeface="Bodoni MT Black" panose="02070A03080606020203" pitchFamily="18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C29D3E9-922C-45DF-6833-B767145B3E10}"/>
              </a:ext>
            </a:extLst>
          </p:cNvPr>
          <p:cNvSpPr txBox="1"/>
          <p:nvPr/>
        </p:nvSpPr>
        <p:spPr>
          <a:xfrm>
            <a:off x="1865151" y="461422"/>
            <a:ext cx="137986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Эсептеңиз:</a:t>
            </a:r>
            <a:endParaRPr lang="en-GB" sz="20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950D66B-5488-39AA-299D-59B87F92E681}"/>
              </a:ext>
            </a:extLst>
          </p:cNvPr>
          <p:cNvSpPr txBox="1"/>
          <p:nvPr/>
        </p:nvSpPr>
        <p:spPr>
          <a:xfrm>
            <a:off x="6378797" y="1085485"/>
            <a:ext cx="222048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3.47  +  1.33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E96934E-B4C8-1265-DA3B-978646477411}"/>
              </a:ext>
            </a:extLst>
          </p:cNvPr>
          <p:cNvSpPr txBox="1"/>
          <p:nvPr/>
        </p:nvSpPr>
        <p:spPr>
          <a:xfrm>
            <a:off x="6799101" y="461422"/>
            <a:ext cx="137986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Эсептеңиз:</a:t>
            </a:r>
            <a:endParaRPr lang="en-GB" sz="2000" dirty="0"/>
          </a:p>
        </p:txBody>
      </p:sp>
      <p:graphicFrame>
        <p:nvGraphicFramePr>
          <p:cNvPr id="8" name="Table 6">
            <a:extLst>
              <a:ext uri="{FF2B5EF4-FFF2-40B4-BE49-F238E27FC236}">
                <a16:creationId xmlns:a16="http://schemas.microsoft.com/office/drawing/2014/main" id="{AB16D3EE-D29A-D323-F3ED-E7DACD362401}"/>
              </a:ext>
            </a:extLst>
          </p:cNvPr>
          <p:cNvGraphicFramePr>
            <a:graphicFrameLocks noGrp="1"/>
          </p:cNvGraphicFramePr>
          <p:nvPr/>
        </p:nvGraphicFramePr>
        <p:xfrm>
          <a:off x="5292921" y="2077915"/>
          <a:ext cx="4260655" cy="3408928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852131">
                  <a:extLst>
                    <a:ext uri="{9D8B030D-6E8A-4147-A177-3AD203B41FA5}">
                      <a16:colId xmlns:a16="http://schemas.microsoft.com/office/drawing/2014/main" val="4001077677"/>
                    </a:ext>
                  </a:extLst>
                </a:gridCol>
                <a:gridCol w="852131">
                  <a:extLst>
                    <a:ext uri="{9D8B030D-6E8A-4147-A177-3AD203B41FA5}">
                      <a16:colId xmlns:a16="http://schemas.microsoft.com/office/drawing/2014/main" val="2295623795"/>
                    </a:ext>
                  </a:extLst>
                </a:gridCol>
                <a:gridCol w="852131">
                  <a:extLst>
                    <a:ext uri="{9D8B030D-6E8A-4147-A177-3AD203B41FA5}">
                      <a16:colId xmlns:a16="http://schemas.microsoft.com/office/drawing/2014/main" val="3022669155"/>
                    </a:ext>
                  </a:extLst>
                </a:gridCol>
                <a:gridCol w="852131">
                  <a:extLst>
                    <a:ext uri="{9D8B030D-6E8A-4147-A177-3AD203B41FA5}">
                      <a16:colId xmlns:a16="http://schemas.microsoft.com/office/drawing/2014/main" val="3567078726"/>
                    </a:ext>
                  </a:extLst>
                </a:gridCol>
                <a:gridCol w="852131">
                  <a:extLst>
                    <a:ext uri="{9D8B030D-6E8A-4147-A177-3AD203B41FA5}">
                      <a16:colId xmlns:a16="http://schemas.microsoft.com/office/drawing/2014/main" val="3791507715"/>
                    </a:ext>
                  </a:extLst>
                </a:gridCol>
              </a:tblGrid>
              <a:tr h="85223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20463872"/>
                  </a:ext>
                </a:extLst>
              </a:tr>
              <a:tr h="85223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58844605"/>
                  </a:ext>
                </a:extLst>
              </a:tr>
              <a:tr h="85223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52101844"/>
                  </a:ext>
                </a:extLst>
              </a:tr>
              <a:tr h="85223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56254613"/>
                  </a:ext>
                </a:extLst>
              </a:tr>
            </a:tbl>
          </a:graphicData>
        </a:graphic>
      </p:graphicFrame>
      <p:sp>
        <p:nvSpPr>
          <p:cNvPr id="10" name="TextBox 9">
            <a:extLst>
              <a:ext uri="{FF2B5EF4-FFF2-40B4-BE49-F238E27FC236}">
                <a16:creationId xmlns:a16="http://schemas.microsoft.com/office/drawing/2014/main" id="{B67A65A6-8EF9-0A1D-2644-9D4A6978CF06}"/>
              </a:ext>
            </a:extLst>
          </p:cNvPr>
          <p:cNvSpPr txBox="1"/>
          <p:nvPr/>
        </p:nvSpPr>
        <p:spPr>
          <a:xfrm>
            <a:off x="8036641" y="2116377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7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719FFDC1-E9F1-090D-783B-379ED75DEBFE}"/>
              </a:ext>
            </a:extLst>
          </p:cNvPr>
          <p:cNvCxnSpPr>
            <a:cxnSpLocks/>
          </p:cNvCxnSpPr>
          <p:nvPr/>
        </p:nvCxnSpPr>
        <p:spPr>
          <a:xfrm>
            <a:off x="6035040" y="3749040"/>
            <a:ext cx="2834640" cy="99753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7CD7DD13-9B91-AAF1-87AC-A89AD1BF1063}"/>
              </a:ext>
            </a:extLst>
          </p:cNvPr>
          <p:cNvSpPr txBox="1"/>
          <p:nvPr/>
        </p:nvSpPr>
        <p:spPr>
          <a:xfrm>
            <a:off x="7194977" y="2116377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4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B15439D-7916-0FF5-2118-9DBA3DA0F5B4}"/>
              </a:ext>
            </a:extLst>
          </p:cNvPr>
          <p:cNvSpPr txBox="1"/>
          <p:nvPr/>
        </p:nvSpPr>
        <p:spPr>
          <a:xfrm>
            <a:off x="6336515" y="2116377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3</a:t>
            </a: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77EF72F1-710F-73AF-79F5-179A9AB5ECF2}"/>
              </a:ext>
            </a:extLst>
          </p:cNvPr>
          <p:cNvSpPr/>
          <p:nvPr/>
        </p:nvSpPr>
        <p:spPr>
          <a:xfrm>
            <a:off x="6920508" y="2435514"/>
            <a:ext cx="131167" cy="131167"/>
          </a:xfrm>
          <a:prstGeom prst="ellipse">
            <a:avLst/>
          </a:prstGeom>
          <a:solidFill>
            <a:schemeClr val="tx1"/>
          </a:solidFill>
          <a:ln w="1905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9DED837E-675C-6AD4-CCA3-990D366EC2C5}"/>
              </a:ext>
            </a:extLst>
          </p:cNvPr>
          <p:cNvSpPr txBox="1"/>
          <p:nvPr/>
        </p:nvSpPr>
        <p:spPr>
          <a:xfrm>
            <a:off x="5455453" y="2939827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+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90DDA4A8-FCEB-9229-B8AA-6492A1E5E63A}"/>
              </a:ext>
            </a:extLst>
          </p:cNvPr>
          <p:cNvSpPr txBox="1"/>
          <p:nvPr/>
        </p:nvSpPr>
        <p:spPr>
          <a:xfrm>
            <a:off x="7212659" y="4545483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1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8133951D-94C7-6FC9-8DF3-8B1912EBA668}"/>
              </a:ext>
            </a:extLst>
          </p:cNvPr>
          <p:cNvSpPr txBox="1"/>
          <p:nvPr/>
        </p:nvSpPr>
        <p:spPr>
          <a:xfrm>
            <a:off x="8036641" y="2968864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3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96FBD656-8D47-A362-EA41-024263A320AC}"/>
              </a:ext>
            </a:extLst>
          </p:cNvPr>
          <p:cNvSpPr txBox="1"/>
          <p:nvPr/>
        </p:nvSpPr>
        <p:spPr>
          <a:xfrm>
            <a:off x="7194977" y="2968864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3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3638A299-DC9C-D968-63D9-73975364F963}"/>
              </a:ext>
            </a:extLst>
          </p:cNvPr>
          <p:cNvSpPr txBox="1"/>
          <p:nvPr/>
        </p:nvSpPr>
        <p:spPr>
          <a:xfrm>
            <a:off x="6336515" y="2968864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1</a:t>
            </a:r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7F3977E3-EFE8-FCCC-C917-75E178C24D76}"/>
              </a:ext>
            </a:extLst>
          </p:cNvPr>
          <p:cNvSpPr/>
          <p:nvPr/>
        </p:nvSpPr>
        <p:spPr>
          <a:xfrm>
            <a:off x="6920508" y="3288001"/>
            <a:ext cx="131167" cy="131167"/>
          </a:xfrm>
          <a:prstGeom prst="ellipse">
            <a:avLst/>
          </a:prstGeom>
          <a:solidFill>
            <a:schemeClr val="tx1"/>
          </a:solidFill>
          <a:ln w="1905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2814B46E-B27D-FEDD-C6FB-DD083DDF452B}"/>
              </a:ext>
            </a:extLst>
          </p:cNvPr>
          <p:cNvSpPr txBox="1"/>
          <p:nvPr/>
        </p:nvSpPr>
        <p:spPr>
          <a:xfrm>
            <a:off x="8036641" y="3814684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0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0EE89A80-FF43-ACCA-A37B-FFBB883A8106}"/>
              </a:ext>
            </a:extLst>
          </p:cNvPr>
          <p:cNvSpPr txBox="1"/>
          <p:nvPr/>
        </p:nvSpPr>
        <p:spPr>
          <a:xfrm>
            <a:off x="7194977" y="3814684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8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8635335C-9D80-C13F-74FF-D364D5BAC9D1}"/>
              </a:ext>
            </a:extLst>
          </p:cNvPr>
          <p:cNvSpPr txBox="1"/>
          <p:nvPr/>
        </p:nvSpPr>
        <p:spPr>
          <a:xfrm>
            <a:off x="6336515" y="3814684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4</a:t>
            </a:r>
          </a:p>
        </p:txBody>
      </p:sp>
      <p:sp>
        <p:nvSpPr>
          <p:cNvPr id="32" name="Oval 31">
            <a:extLst>
              <a:ext uri="{FF2B5EF4-FFF2-40B4-BE49-F238E27FC236}">
                <a16:creationId xmlns:a16="http://schemas.microsoft.com/office/drawing/2014/main" id="{39440576-FA49-FF4A-C2E9-A42AC01488C8}"/>
              </a:ext>
            </a:extLst>
          </p:cNvPr>
          <p:cNvSpPr/>
          <p:nvPr/>
        </p:nvSpPr>
        <p:spPr>
          <a:xfrm>
            <a:off x="6920508" y="4133821"/>
            <a:ext cx="131167" cy="131167"/>
          </a:xfrm>
          <a:prstGeom prst="ellipse">
            <a:avLst/>
          </a:prstGeom>
          <a:solidFill>
            <a:schemeClr val="tx1"/>
          </a:solidFill>
          <a:ln w="1905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4B763B4-0B8A-C683-8552-572BA866A4AB}"/>
              </a:ext>
            </a:extLst>
          </p:cNvPr>
          <p:cNvSpPr txBox="1"/>
          <p:nvPr/>
        </p:nvSpPr>
        <p:spPr>
          <a:xfrm>
            <a:off x="1444846" y="1085485"/>
            <a:ext cx="222048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2.54  +  2.39</a:t>
            </a:r>
          </a:p>
        </p:txBody>
      </p:sp>
      <p:graphicFrame>
        <p:nvGraphicFramePr>
          <p:cNvPr id="33" name="Table 6">
            <a:extLst>
              <a:ext uri="{FF2B5EF4-FFF2-40B4-BE49-F238E27FC236}">
                <a16:creationId xmlns:a16="http://schemas.microsoft.com/office/drawing/2014/main" id="{15ED8349-198D-CB80-2C74-EBF47526F3EB}"/>
              </a:ext>
            </a:extLst>
          </p:cNvPr>
          <p:cNvGraphicFramePr>
            <a:graphicFrameLocks noGrp="1"/>
          </p:cNvGraphicFramePr>
          <p:nvPr/>
        </p:nvGraphicFramePr>
        <p:xfrm>
          <a:off x="358971" y="2077915"/>
          <a:ext cx="4260655" cy="3408928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852131">
                  <a:extLst>
                    <a:ext uri="{9D8B030D-6E8A-4147-A177-3AD203B41FA5}">
                      <a16:colId xmlns:a16="http://schemas.microsoft.com/office/drawing/2014/main" val="4001077677"/>
                    </a:ext>
                  </a:extLst>
                </a:gridCol>
                <a:gridCol w="852131">
                  <a:extLst>
                    <a:ext uri="{9D8B030D-6E8A-4147-A177-3AD203B41FA5}">
                      <a16:colId xmlns:a16="http://schemas.microsoft.com/office/drawing/2014/main" val="2295623795"/>
                    </a:ext>
                  </a:extLst>
                </a:gridCol>
                <a:gridCol w="852131">
                  <a:extLst>
                    <a:ext uri="{9D8B030D-6E8A-4147-A177-3AD203B41FA5}">
                      <a16:colId xmlns:a16="http://schemas.microsoft.com/office/drawing/2014/main" val="3022669155"/>
                    </a:ext>
                  </a:extLst>
                </a:gridCol>
                <a:gridCol w="852131">
                  <a:extLst>
                    <a:ext uri="{9D8B030D-6E8A-4147-A177-3AD203B41FA5}">
                      <a16:colId xmlns:a16="http://schemas.microsoft.com/office/drawing/2014/main" val="3567078726"/>
                    </a:ext>
                  </a:extLst>
                </a:gridCol>
                <a:gridCol w="852131">
                  <a:extLst>
                    <a:ext uri="{9D8B030D-6E8A-4147-A177-3AD203B41FA5}">
                      <a16:colId xmlns:a16="http://schemas.microsoft.com/office/drawing/2014/main" val="3791507715"/>
                    </a:ext>
                  </a:extLst>
                </a:gridCol>
              </a:tblGrid>
              <a:tr h="85223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20463872"/>
                  </a:ext>
                </a:extLst>
              </a:tr>
              <a:tr h="85223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58844605"/>
                  </a:ext>
                </a:extLst>
              </a:tr>
              <a:tr h="85223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52101844"/>
                  </a:ext>
                </a:extLst>
              </a:tr>
              <a:tr h="85223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56254613"/>
                  </a:ext>
                </a:extLst>
              </a:tr>
            </a:tbl>
          </a:graphicData>
        </a:graphic>
      </p:graphicFrame>
      <p:sp>
        <p:nvSpPr>
          <p:cNvPr id="34" name="TextBox 33">
            <a:extLst>
              <a:ext uri="{FF2B5EF4-FFF2-40B4-BE49-F238E27FC236}">
                <a16:creationId xmlns:a16="http://schemas.microsoft.com/office/drawing/2014/main" id="{0675856F-2512-88CE-79CE-10A9B46B3BB9}"/>
              </a:ext>
            </a:extLst>
          </p:cNvPr>
          <p:cNvSpPr txBox="1"/>
          <p:nvPr/>
        </p:nvSpPr>
        <p:spPr>
          <a:xfrm>
            <a:off x="3102691" y="2116377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4</a:t>
            </a:r>
          </a:p>
        </p:txBody>
      </p: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666B61F2-C8FC-2F32-7D1F-85ED5DBE2194}"/>
              </a:ext>
            </a:extLst>
          </p:cNvPr>
          <p:cNvCxnSpPr>
            <a:cxnSpLocks/>
          </p:cNvCxnSpPr>
          <p:nvPr/>
        </p:nvCxnSpPr>
        <p:spPr>
          <a:xfrm flipV="1">
            <a:off x="1155469" y="3773978"/>
            <a:ext cx="2668386" cy="41564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TextBox 35">
            <a:extLst>
              <a:ext uri="{FF2B5EF4-FFF2-40B4-BE49-F238E27FC236}">
                <a16:creationId xmlns:a16="http://schemas.microsoft.com/office/drawing/2014/main" id="{3B44956F-05D0-E916-A58D-E99B42984D27}"/>
              </a:ext>
            </a:extLst>
          </p:cNvPr>
          <p:cNvSpPr txBox="1"/>
          <p:nvPr/>
        </p:nvSpPr>
        <p:spPr>
          <a:xfrm>
            <a:off x="2261027" y="2116377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5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E0517EE8-6264-8BC8-2AFD-3E234BDE5992}"/>
              </a:ext>
            </a:extLst>
          </p:cNvPr>
          <p:cNvSpPr txBox="1"/>
          <p:nvPr/>
        </p:nvSpPr>
        <p:spPr>
          <a:xfrm>
            <a:off x="1402565" y="2116377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2</a:t>
            </a:r>
          </a:p>
        </p:txBody>
      </p:sp>
      <p:sp>
        <p:nvSpPr>
          <p:cNvPr id="38" name="Oval 37">
            <a:extLst>
              <a:ext uri="{FF2B5EF4-FFF2-40B4-BE49-F238E27FC236}">
                <a16:creationId xmlns:a16="http://schemas.microsoft.com/office/drawing/2014/main" id="{60BFC1D1-2EFD-7974-53C6-5FAC8A08AFFC}"/>
              </a:ext>
            </a:extLst>
          </p:cNvPr>
          <p:cNvSpPr/>
          <p:nvPr/>
        </p:nvSpPr>
        <p:spPr>
          <a:xfrm>
            <a:off x="1986558" y="2435514"/>
            <a:ext cx="131167" cy="131167"/>
          </a:xfrm>
          <a:prstGeom prst="ellipse">
            <a:avLst/>
          </a:prstGeom>
          <a:solidFill>
            <a:schemeClr val="tx1"/>
          </a:solidFill>
          <a:ln w="1905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3A0BEA41-4428-7B15-A4D8-A3A37823BC41}"/>
              </a:ext>
            </a:extLst>
          </p:cNvPr>
          <p:cNvSpPr txBox="1"/>
          <p:nvPr/>
        </p:nvSpPr>
        <p:spPr>
          <a:xfrm>
            <a:off x="521503" y="2939827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+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A69BF2EA-E641-2BC5-0256-2EB24FA446A2}"/>
              </a:ext>
            </a:extLst>
          </p:cNvPr>
          <p:cNvSpPr txBox="1"/>
          <p:nvPr/>
        </p:nvSpPr>
        <p:spPr>
          <a:xfrm>
            <a:off x="2278709" y="4545483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1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C7F29540-E6DA-F434-4E1C-DF7CC9D5AF33}"/>
              </a:ext>
            </a:extLst>
          </p:cNvPr>
          <p:cNvSpPr txBox="1"/>
          <p:nvPr/>
        </p:nvSpPr>
        <p:spPr>
          <a:xfrm>
            <a:off x="3102691" y="2968864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9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97A4AEFF-2119-0C81-7565-2DBDDDBF0985}"/>
              </a:ext>
            </a:extLst>
          </p:cNvPr>
          <p:cNvSpPr txBox="1"/>
          <p:nvPr/>
        </p:nvSpPr>
        <p:spPr>
          <a:xfrm>
            <a:off x="2261027" y="2968864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3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5D2F4500-F29E-45A5-E894-738F236A3A5B}"/>
              </a:ext>
            </a:extLst>
          </p:cNvPr>
          <p:cNvSpPr txBox="1"/>
          <p:nvPr/>
        </p:nvSpPr>
        <p:spPr>
          <a:xfrm>
            <a:off x="1402565" y="2968864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2</a:t>
            </a:r>
          </a:p>
        </p:txBody>
      </p:sp>
      <p:sp>
        <p:nvSpPr>
          <p:cNvPr id="54" name="Oval 53">
            <a:extLst>
              <a:ext uri="{FF2B5EF4-FFF2-40B4-BE49-F238E27FC236}">
                <a16:creationId xmlns:a16="http://schemas.microsoft.com/office/drawing/2014/main" id="{300C962D-3FC3-C26F-148E-FAF30ED045AF}"/>
              </a:ext>
            </a:extLst>
          </p:cNvPr>
          <p:cNvSpPr/>
          <p:nvPr/>
        </p:nvSpPr>
        <p:spPr>
          <a:xfrm>
            <a:off x="1986558" y="3288001"/>
            <a:ext cx="131167" cy="131167"/>
          </a:xfrm>
          <a:prstGeom prst="ellipse">
            <a:avLst/>
          </a:prstGeom>
          <a:solidFill>
            <a:schemeClr val="tx1"/>
          </a:solidFill>
          <a:ln w="1905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4ACBA6BC-B38D-C3BA-B6EA-C85EA0A5700E}"/>
              </a:ext>
            </a:extLst>
          </p:cNvPr>
          <p:cNvSpPr txBox="1"/>
          <p:nvPr/>
        </p:nvSpPr>
        <p:spPr>
          <a:xfrm>
            <a:off x="3102691" y="3814684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3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43554A36-FD67-609F-5CF3-566DC57440E9}"/>
              </a:ext>
            </a:extLst>
          </p:cNvPr>
          <p:cNvSpPr txBox="1"/>
          <p:nvPr/>
        </p:nvSpPr>
        <p:spPr>
          <a:xfrm>
            <a:off x="2261027" y="3814684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9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90616DD2-9A75-4A5A-ECA1-4C6A46C4C3EE}"/>
              </a:ext>
            </a:extLst>
          </p:cNvPr>
          <p:cNvSpPr txBox="1"/>
          <p:nvPr/>
        </p:nvSpPr>
        <p:spPr>
          <a:xfrm>
            <a:off x="1402565" y="3814684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4</a:t>
            </a:r>
          </a:p>
        </p:txBody>
      </p:sp>
      <p:sp>
        <p:nvSpPr>
          <p:cNvPr id="58" name="Oval 57">
            <a:extLst>
              <a:ext uri="{FF2B5EF4-FFF2-40B4-BE49-F238E27FC236}">
                <a16:creationId xmlns:a16="http://schemas.microsoft.com/office/drawing/2014/main" id="{F7005537-33F7-14EF-9EF0-711A3043E797}"/>
              </a:ext>
            </a:extLst>
          </p:cNvPr>
          <p:cNvSpPr/>
          <p:nvPr/>
        </p:nvSpPr>
        <p:spPr>
          <a:xfrm>
            <a:off x="1986558" y="4133821"/>
            <a:ext cx="131167" cy="131167"/>
          </a:xfrm>
          <a:prstGeom prst="ellipse">
            <a:avLst/>
          </a:prstGeom>
          <a:solidFill>
            <a:schemeClr val="tx1"/>
          </a:solidFill>
          <a:ln w="1905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6348BF3-3153-4263-5038-063314ADC8E2}"/>
              </a:ext>
            </a:extLst>
          </p:cNvPr>
          <p:cNvSpPr txBox="1"/>
          <p:nvPr/>
        </p:nvSpPr>
        <p:spPr>
          <a:xfrm>
            <a:off x="7816163" y="30543"/>
            <a:ext cx="200728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800" b="1" dirty="0">
                <a:latin typeface="Stencil" panose="040409050D0802020404" pitchFamily="82" charset="0"/>
              </a:rPr>
              <a:t>СЕНИН КЕЗЕГИ</a:t>
            </a:r>
            <a:r>
              <a:rPr lang="ru-RU" sz="1800" b="1" dirty="0"/>
              <a:t>Ң</a:t>
            </a:r>
            <a:endParaRPr lang="en-GB" sz="1800" b="1" dirty="0">
              <a:latin typeface="Stencil" panose="040409050D0802020404" pitchFamily="8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170587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12" grpId="0"/>
      <p:bldP spid="13" grpId="0"/>
      <p:bldP spid="14" grpId="0" animBg="1"/>
      <p:bldP spid="15" grpId="0"/>
      <p:bldP spid="17" grpId="0"/>
      <p:bldP spid="19" grpId="0"/>
      <p:bldP spid="20" grpId="0"/>
      <p:bldP spid="22" grpId="0"/>
      <p:bldP spid="23" grpId="0" animBg="1"/>
      <p:bldP spid="24" grpId="0"/>
      <p:bldP spid="30" grpId="0"/>
      <p:bldP spid="31" grpId="0"/>
      <p:bldP spid="32" grpId="0" animBg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3F894A87-A1AF-4083-A3F7-631CA8FD7219}"/>
              </a:ext>
            </a:extLst>
          </p:cNvPr>
          <p:cNvSpPr txBox="1"/>
          <p:nvPr/>
        </p:nvSpPr>
        <p:spPr>
          <a:xfrm>
            <a:off x="3823947" y="0"/>
            <a:ext cx="225811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Ондуктарды кошуу</a:t>
            </a:r>
            <a:endParaRPr lang="en-GB" sz="2000" dirty="0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51BFBD33-D124-448C-AAFF-E3C05AF03BC3}"/>
              </a:ext>
            </a:extLst>
          </p:cNvPr>
          <p:cNvCxnSpPr>
            <a:cxnSpLocks/>
          </p:cNvCxnSpPr>
          <p:nvPr/>
        </p:nvCxnSpPr>
        <p:spPr>
          <a:xfrm flipH="1">
            <a:off x="4950940" y="400110"/>
            <a:ext cx="0" cy="6457890"/>
          </a:xfrm>
          <a:prstGeom prst="line">
            <a:avLst/>
          </a:prstGeom>
          <a:ln w="28575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5F5AC12B-B557-46E4-93A7-834BB4A62396}"/>
              </a:ext>
            </a:extLst>
          </p:cNvPr>
          <p:cNvSpPr txBox="1"/>
          <p:nvPr/>
        </p:nvSpPr>
        <p:spPr>
          <a:xfrm>
            <a:off x="1444846" y="1085485"/>
            <a:ext cx="222048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0.55  +  0.68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2E3BF562-F06F-4C52-AEDC-7C7D04F4CC2C}"/>
              </a:ext>
            </a:extLst>
          </p:cNvPr>
          <p:cNvSpPr txBox="1"/>
          <p:nvPr/>
        </p:nvSpPr>
        <p:spPr>
          <a:xfrm>
            <a:off x="-4717" y="-30715"/>
            <a:ext cx="151676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y-KG" b="1" dirty="0">
                <a:latin typeface="Arial Black" panose="020B0A04020102020204" pitchFamily="34" charset="0"/>
              </a:rPr>
              <a:t>К</a:t>
            </a:r>
            <a:r>
              <a:rPr lang="ru-RU" sz="1800" b="1" dirty="0">
                <a:latin typeface="Arial Black" panose="020B0A04020102020204" pitchFamily="34" charset="0"/>
              </a:rPr>
              <a:t>Ө</a:t>
            </a:r>
            <a:r>
              <a:rPr lang="ky-KG" sz="1800" b="1" dirty="0">
                <a:latin typeface="Arial Black" panose="020B0A04020102020204" pitchFamily="34" charset="0"/>
              </a:rPr>
              <a:t>РГ</a:t>
            </a:r>
            <a:r>
              <a:rPr lang="ru-RU" sz="1800" b="1" dirty="0">
                <a:latin typeface="Arial Black" panose="020B0A04020102020204" pitchFamily="34" charset="0"/>
              </a:rPr>
              <a:t>Ө</a:t>
            </a:r>
            <a:r>
              <a:rPr lang="ky-KG" sz="1800" b="1" dirty="0">
                <a:latin typeface="Arial Black" panose="020B0A04020102020204" pitchFamily="34" charset="0"/>
              </a:rPr>
              <a:t>ЗМ</a:t>
            </a:r>
            <a:r>
              <a:rPr lang="ru-RU" sz="1800" b="1" dirty="0">
                <a:latin typeface="Arial Black" panose="020B0A04020102020204" pitchFamily="34" charset="0"/>
              </a:rPr>
              <a:t>Ө</a:t>
            </a:r>
            <a:endParaRPr lang="en-GB" b="1" dirty="0">
              <a:latin typeface="Bodoni MT Black" panose="02070A03080606020203" pitchFamily="18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C29D3E9-922C-45DF-6833-B767145B3E10}"/>
              </a:ext>
            </a:extLst>
          </p:cNvPr>
          <p:cNvSpPr txBox="1"/>
          <p:nvPr/>
        </p:nvSpPr>
        <p:spPr>
          <a:xfrm>
            <a:off x="1865151" y="461422"/>
            <a:ext cx="137986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Эсептеңиз:</a:t>
            </a:r>
            <a:endParaRPr lang="en-GB" sz="2000" dirty="0"/>
          </a:p>
        </p:txBody>
      </p:sp>
      <p:graphicFrame>
        <p:nvGraphicFramePr>
          <p:cNvPr id="16" name="Table 6">
            <a:extLst>
              <a:ext uri="{FF2B5EF4-FFF2-40B4-BE49-F238E27FC236}">
                <a16:creationId xmlns:a16="http://schemas.microsoft.com/office/drawing/2014/main" id="{A5E2143D-4029-0744-B42C-CFA93E4ED271}"/>
              </a:ext>
            </a:extLst>
          </p:cNvPr>
          <p:cNvGraphicFramePr>
            <a:graphicFrameLocks noGrp="1"/>
          </p:cNvGraphicFramePr>
          <p:nvPr/>
        </p:nvGraphicFramePr>
        <p:xfrm>
          <a:off x="358971" y="2077915"/>
          <a:ext cx="4260655" cy="3408928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852131">
                  <a:extLst>
                    <a:ext uri="{9D8B030D-6E8A-4147-A177-3AD203B41FA5}">
                      <a16:colId xmlns:a16="http://schemas.microsoft.com/office/drawing/2014/main" val="4001077677"/>
                    </a:ext>
                  </a:extLst>
                </a:gridCol>
                <a:gridCol w="852131">
                  <a:extLst>
                    <a:ext uri="{9D8B030D-6E8A-4147-A177-3AD203B41FA5}">
                      <a16:colId xmlns:a16="http://schemas.microsoft.com/office/drawing/2014/main" val="2295623795"/>
                    </a:ext>
                  </a:extLst>
                </a:gridCol>
                <a:gridCol w="852131">
                  <a:extLst>
                    <a:ext uri="{9D8B030D-6E8A-4147-A177-3AD203B41FA5}">
                      <a16:colId xmlns:a16="http://schemas.microsoft.com/office/drawing/2014/main" val="3022669155"/>
                    </a:ext>
                  </a:extLst>
                </a:gridCol>
                <a:gridCol w="852131">
                  <a:extLst>
                    <a:ext uri="{9D8B030D-6E8A-4147-A177-3AD203B41FA5}">
                      <a16:colId xmlns:a16="http://schemas.microsoft.com/office/drawing/2014/main" val="3567078726"/>
                    </a:ext>
                  </a:extLst>
                </a:gridCol>
                <a:gridCol w="852131">
                  <a:extLst>
                    <a:ext uri="{9D8B030D-6E8A-4147-A177-3AD203B41FA5}">
                      <a16:colId xmlns:a16="http://schemas.microsoft.com/office/drawing/2014/main" val="3791507715"/>
                    </a:ext>
                  </a:extLst>
                </a:gridCol>
              </a:tblGrid>
              <a:tr h="85223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20463872"/>
                  </a:ext>
                </a:extLst>
              </a:tr>
              <a:tr h="85223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58844605"/>
                  </a:ext>
                </a:extLst>
              </a:tr>
              <a:tr h="85223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52101844"/>
                  </a:ext>
                </a:extLst>
              </a:tr>
              <a:tr h="85223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56254613"/>
                  </a:ext>
                </a:extLst>
              </a:tr>
            </a:tbl>
          </a:graphicData>
        </a:graphic>
      </p:graphicFrame>
      <p:sp>
        <p:nvSpPr>
          <p:cNvPr id="18" name="TextBox 17">
            <a:extLst>
              <a:ext uri="{FF2B5EF4-FFF2-40B4-BE49-F238E27FC236}">
                <a16:creationId xmlns:a16="http://schemas.microsoft.com/office/drawing/2014/main" id="{FE118FE7-AD4F-CB94-D916-8F6FC23E31A6}"/>
              </a:ext>
            </a:extLst>
          </p:cNvPr>
          <p:cNvSpPr txBox="1"/>
          <p:nvPr/>
        </p:nvSpPr>
        <p:spPr>
          <a:xfrm>
            <a:off x="3102691" y="2116377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5</a:t>
            </a:r>
          </a:p>
        </p:txBody>
      </p: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95A5B3E4-7824-E4F9-B438-9E659AB9F997}"/>
              </a:ext>
            </a:extLst>
          </p:cNvPr>
          <p:cNvCxnSpPr>
            <a:cxnSpLocks/>
          </p:cNvCxnSpPr>
          <p:nvPr/>
        </p:nvCxnSpPr>
        <p:spPr>
          <a:xfrm flipV="1">
            <a:off x="1100908" y="3740727"/>
            <a:ext cx="2764510" cy="70832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TextBox 26">
            <a:extLst>
              <a:ext uri="{FF2B5EF4-FFF2-40B4-BE49-F238E27FC236}">
                <a16:creationId xmlns:a16="http://schemas.microsoft.com/office/drawing/2014/main" id="{7CFA3058-4400-DCF8-270C-BDD22B62BE77}"/>
              </a:ext>
            </a:extLst>
          </p:cNvPr>
          <p:cNvSpPr txBox="1"/>
          <p:nvPr/>
        </p:nvSpPr>
        <p:spPr>
          <a:xfrm>
            <a:off x="2261027" y="2116377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5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E6E40340-138A-C3AB-C257-BA969038B3BC}"/>
              </a:ext>
            </a:extLst>
          </p:cNvPr>
          <p:cNvSpPr txBox="1"/>
          <p:nvPr/>
        </p:nvSpPr>
        <p:spPr>
          <a:xfrm>
            <a:off x="1402565" y="2116377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0</a:t>
            </a:r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2089FD58-85AA-6AA1-E111-B12969629B8B}"/>
              </a:ext>
            </a:extLst>
          </p:cNvPr>
          <p:cNvSpPr/>
          <p:nvPr/>
        </p:nvSpPr>
        <p:spPr>
          <a:xfrm>
            <a:off x="1986558" y="2435514"/>
            <a:ext cx="131167" cy="131167"/>
          </a:xfrm>
          <a:prstGeom prst="ellipse">
            <a:avLst/>
          </a:prstGeom>
          <a:solidFill>
            <a:schemeClr val="tx1"/>
          </a:solidFill>
          <a:ln w="1905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F5C6ABCF-EF9C-FA25-FC81-7DCAAEA99198}"/>
              </a:ext>
            </a:extLst>
          </p:cNvPr>
          <p:cNvSpPr txBox="1"/>
          <p:nvPr/>
        </p:nvSpPr>
        <p:spPr>
          <a:xfrm>
            <a:off x="521503" y="2939827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+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17A4E63D-65B9-232A-377D-87DD08B69970}"/>
              </a:ext>
            </a:extLst>
          </p:cNvPr>
          <p:cNvSpPr txBox="1"/>
          <p:nvPr/>
        </p:nvSpPr>
        <p:spPr>
          <a:xfrm>
            <a:off x="2278709" y="4545483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1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E7E7F6D4-E8FB-3D97-9B2E-C81A1933B614}"/>
              </a:ext>
            </a:extLst>
          </p:cNvPr>
          <p:cNvSpPr txBox="1"/>
          <p:nvPr/>
        </p:nvSpPr>
        <p:spPr>
          <a:xfrm>
            <a:off x="1419554" y="4545483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1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E9E7364E-297A-2C03-98B9-FDEF6CE38997}"/>
              </a:ext>
            </a:extLst>
          </p:cNvPr>
          <p:cNvSpPr txBox="1"/>
          <p:nvPr/>
        </p:nvSpPr>
        <p:spPr>
          <a:xfrm>
            <a:off x="3102691" y="2968864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8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AC026588-749E-A50C-4412-045DEF9A9368}"/>
              </a:ext>
            </a:extLst>
          </p:cNvPr>
          <p:cNvSpPr txBox="1"/>
          <p:nvPr/>
        </p:nvSpPr>
        <p:spPr>
          <a:xfrm>
            <a:off x="2261027" y="2968864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6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8440A480-97D0-DB4B-2052-C02EF2A88520}"/>
              </a:ext>
            </a:extLst>
          </p:cNvPr>
          <p:cNvSpPr txBox="1"/>
          <p:nvPr/>
        </p:nvSpPr>
        <p:spPr>
          <a:xfrm>
            <a:off x="1402565" y="2968864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0</a:t>
            </a:r>
          </a:p>
        </p:txBody>
      </p:sp>
      <p:sp>
        <p:nvSpPr>
          <p:cNvPr id="45" name="Oval 44">
            <a:extLst>
              <a:ext uri="{FF2B5EF4-FFF2-40B4-BE49-F238E27FC236}">
                <a16:creationId xmlns:a16="http://schemas.microsoft.com/office/drawing/2014/main" id="{AAD76230-28B4-E004-6DDE-E9BA44074464}"/>
              </a:ext>
            </a:extLst>
          </p:cNvPr>
          <p:cNvSpPr/>
          <p:nvPr/>
        </p:nvSpPr>
        <p:spPr>
          <a:xfrm>
            <a:off x="1986558" y="3288001"/>
            <a:ext cx="131167" cy="131167"/>
          </a:xfrm>
          <a:prstGeom prst="ellipse">
            <a:avLst/>
          </a:prstGeom>
          <a:solidFill>
            <a:schemeClr val="tx1"/>
          </a:solidFill>
          <a:ln w="1905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FC721D24-2379-C8B2-639D-9BA98B62DD2A}"/>
              </a:ext>
            </a:extLst>
          </p:cNvPr>
          <p:cNvSpPr txBox="1"/>
          <p:nvPr/>
        </p:nvSpPr>
        <p:spPr>
          <a:xfrm>
            <a:off x="3102691" y="3814684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3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D917E802-2900-64C5-E92C-4CAFD4A2A2D0}"/>
              </a:ext>
            </a:extLst>
          </p:cNvPr>
          <p:cNvSpPr txBox="1"/>
          <p:nvPr/>
        </p:nvSpPr>
        <p:spPr>
          <a:xfrm>
            <a:off x="2261027" y="3814684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2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36BA73C5-8B4A-0FC6-2D26-FEF30FD0C33C}"/>
              </a:ext>
            </a:extLst>
          </p:cNvPr>
          <p:cNvSpPr txBox="1"/>
          <p:nvPr/>
        </p:nvSpPr>
        <p:spPr>
          <a:xfrm>
            <a:off x="1402565" y="3814684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1</a:t>
            </a:r>
          </a:p>
        </p:txBody>
      </p:sp>
      <p:sp>
        <p:nvSpPr>
          <p:cNvPr id="49" name="Oval 48">
            <a:extLst>
              <a:ext uri="{FF2B5EF4-FFF2-40B4-BE49-F238E27FC236}">
                <a16:creationId xmlns:a16="http://schemas.microsoft.com/office/drawing/2014/main" id="{088A021B-C050-28E2-29A8-1C489B5A6816}"/>
              </a:ext>
            </a:extLst>
          </p:cNvPr>
          <p:cNvSpPr/>
          <p:nvPr/>
        </p:nvSpPr>
        <p:spPr>
          <a:xfrm>
            <a:off x="1986558" y="4133821"/>
            <a:ext cx="131167" cy="131167"/>
          </a:xfrm>
          <a:prstGeom prst="ellipse">
            <a:avLst/>
          </a:prstGeom>
          <a:solidFill>
            <a:schemeClr val="tx1"/>
          </a:solidFill>
          <a:ln w="1905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361943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8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/>
      <p:bldP spid="27" grpId="0"/>
      <p:bldP spid="28" grpId="0"/>
      <p:bldP spid="29" grpId="0" animBg="1"/>
      <p:bldP spid="39" grpId="0"/>
      <p:bldP spid="40" grpId="0"/>
      <p:bldP spid="41" grpId="0"/>
      <p:bldP spid="42" grpId="0"/>
      <p:bldP spid="43" grpId="0"/>
      <p:bldP spid="44" grpId="0"/>
      <p:bldP spid="45" grpId="0" animBg="1"/>
      <p:bldP spid="46" grpId="0"/>
      <p:bldP spid="47" grpId="0"/>
      <p:bldP spid="48" grpId="0"/>
      <p:bldP spid="49" grpId="0" animBg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3F894A87-A1AF-4083-A3F7-631CA8FD7219}"/>
              </a:ext>
            </a:extLst>
          </p:cNvPr>
          <p:cNvSpPr txBox="1"/>
          <p:nvPr/>
        </p:nvSpPr>
        <p:spPr>
          <a:xfrm>
            <a:off x="3823947" y="0"/>
            <a:ext cx="225811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Ондуктарды кошуу</a:t>
            </a:r>
            <a:endParaRPr lang="en-GB" sz="2000" dirty="0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51BFBD33-D124-448C-AAFF-E3C05AF03BC3}"/>
              </a:ext>
            </a:extLst>
          </p:cNvPr>
          <p:cNvCxnSpPr>
            <a:cxnSpLocks/>
          </p:cNvCxnSpPr>
          <p:nvPr/>
        </p:nvCxnSpPr>
        <p:spPr>
          <a:xfrm flipH="1">
            <a:off x="4950940" y="400110"/>
            <a:ext cx="0" cy="6457890"/>
          </a:xfrm>
          <a:prstGeom prst="line">
            <a:avLst/>
          </a:prstGeom>
          <a:ln w="28575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5F5AC12B-B557-46E4-93A7-834BB4A62396}"/>
              </a:ext>
            </a:extLst>
          </p:cNvPr>
          <p:cNvSpPr txBox="1"/>
          <p:nvPr/>
        </p:nvSpPr>
        <p:spPr>
          <a:xfrm>
            <a:off x="1444846" y="1085485"/>
            <a:ext cx="222048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3.43  +  1.89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2E3BF562-F06F-4C52-AEDC-7C7D04F4CC2C}"/>
              </a:ext>
            </a:extLst>
          </p:cNvPr>
          <p:cNvSpPr txBox="1"/>
          <p:nvPr/>
        </p:nvSpPr>
        <p:spPr>
          <a:xfrm>
            <a:off x="-4717" y="-30715"/>
            <a:ext cx="151676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y-KG" b="1" dirty="0">
                <a:latin typeface="Arial Black" panose="020B0A04020102020204" pitchFamily="34" charset="0"/>
              </a:rPr>
              <a:t>К</a:t>
            </a:r>
            <a:r>
              <a:rPr lang="ru-RU" sz="1800" b="1" dirty="0">
                <a:latin typeface="Arial Black" panose="020B0A04020102020204" pitchFamily="34" charset="0"/>
              </a:rPr>
              <a:t>Ө</a:t>
            </a:r>
            <a:r>
              <a:rPr lang="ky-KG" sz="1800" b="1" dirty="0">
                <a:latin typeface="Arial Black" panose="020B0A04020102020204" pitchFamily="34" charset="0"/>
              </a:rPr>
              <a:t>РГ</a:t>
            </a:r>
            <a:r>
              <a:rPr lang="ru-RU" sz="1800" b="1" dirty="0">
                <a:latin typeface="Arial Black" panose="020B0A04020102020204" pitchFamily="34" charset="0"/>
              </a:rPr>
              <a:t>Ө</a:t>
            </a:r>
            <a:r>
              <a:rPr lang="ky-KG" sz="1800" b="1" dirty="0">
                <a:latin typeface="Arial Black" panose="020B0A04020102020204" pitchFamily="34" charset="0"/>
              </a:rPr>
              <a:t>ЗМ</a:t>
            </a:r>
            <a:r>
              <a:rPr lang="ru-RU" sz="1800" b="1" dirty="0">
                <a:latin typeface="Arial Black" panose="020B0A04020102020204" pitchFamily="34" charset="0"/>
              </a:rPr>
              <a:t>Ө</a:t>
            </a:r>
            <a:endParaRPr lang="en-GB" b="1" dirty="0">
              <a:latin typeface="Bodoni MT Black" panose="02070A03080606020203" pitchFamily="18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C29D3E9-922C-45DF-6833-B767145B3E10}"/>
              </a:ext>
            </a:extLst>
          </p:cNvPr>
          <p:cNvSpPr txBox="1"/>
          <p:nvPr/>
        </p:nvSpPr>
        <p:spPr>
          <a:xfrm>
            <a:off x="1865151" y="461422"/>
            <a:ext cx="137986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Эсептеңиз:</a:t>
            </a:r>
            <a:endParaRPr lang="en-GB" sz="2000" dirty="0"/>
          </a:p>
        </p:txBody>
      </p:sp>
      <p:graphicFrame>
        <p:nvGraphicFramePr>
          <p:cNvPr id="16" name="Table 6">
            <a:extLst>
              <a:ext uri="{FF2B5EF4-FFF2-40B4-BE49-F238E27FC236}">
                <a16:creationId xmlns:a16="http://schemas.microsoft.com/office/drawing/2014/main" id="{A5E2143D-4029-0744-B42C-CFA93E4ED27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68719455"/>
              </p:ext>
            </p:extLst>
          </p:nvPr>
        </p:nvGraphicFramePr>
        <p:xfrm>
          <a:off x="358971" y="2077915"/>
          <a:ext cx="4260655" cy="3408928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852131">
                  <a:extLst>
                    <a:ext uri="{9D8B030D-6E8A-4147-A177-3AD203B41FA5}">
                      <a16:colId xmlns:a16="http://schemas.microsoft.com/office/drawing/2014/main" val="4001077677"/>
                    </a:ext>
                  </a:extLst>
                </a:gridCol>
                <a:gridCol w="852131">
                  <a:extLst>
                    <a:ext uri="{9D8B030D-6E8A-4147-A177-3AD203B41FA5}">
                      <a16:colId xmlns:a16="http://schemas.microsoft.com/office/drawing/2014/main" val="2295623795"/>
                    </a:ext>
                  </a:extLst>
                </a:gridCol>
                <a:gridCol w="852131">
                  <a:extLst>
                    <a:ext uri="{9D8B030D-6E8A-4147-A177-3AD203B41FA5}">
                      <a16:colId xmlns:a16="http://schemas.microsoft.com/office/drawing/2014/main" val="3022669155"/>
                    </a:ext>
                  </a:extLst>
                </a:gridCol>
                <a:gridCol w="852131">
                  <a:extLst>
                    <a:ext uri="{9D8B030D-6E8A-4147-A177-3AD203B41FA5}">
                      <a16:colId xmlns:a16="http://schemas.microsoft.com/office/drawing/2014/main" val="3567078726"/>
                    </a:ext>
                  </a:extLst>
                </a:gridCol>
                <a:gridCol w="852131">
                  <a:extLst>
                    <a:ext uri="{9D8B030D-6E8A-4147-A177-3AD203B41FA5}">
                      <a16:colId xmlns:a16="http://schemas.microsoft.com/office/drawing/2014/main" val="3791507715"/>
                    </a:ext>
                  </a:extLst>
                </a:gridCol>
              </a:tblGrid>
              <a:tr h="85223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20463872"/>
                  </a:ext>
                </a:extLst>
              </a:tr>
              <a:tr h="85223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58844605"/>
                  </a:ext>
                </a:extLst>
              </a:tr>
              <a:tr h="85223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52101844"/>
                  </a:ext>
                </a:extLst>
              </a:tr>
              <a:tr h="85223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56254613"/>
                  </a:ext>
                </a:extLst>
              </a:tr>
            </a:tbl>
          </a:graphicData>
        </a:graphic>
      </p:graphicFrame>
      <p:sp>
        <p:nvSpPr>
          <p:cNvPr id="18" name="TextBox 17">
            <a:extLst>
              <a:ext uri="{FF2B5EF4-FFF2-40B4-BE49-F238E27FC236}">
                <a16:creationId xmlns:a16="http://schemas.microsoft.com/office/drawing/2014/main" id="{FE118FE7-AD4F-CB94-D916-8F6FC23E31A6}"/>
              </a:ext>
            </a:extLst>
          </p:cNvPr>
          <p:cNvSpPr txBox="1"/>
          <p:nvPr/>
        </p:nvSpPr>
        <p:spPr>
          <a:xfrm>
            <a:off x="3102691" y="2116377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3</a:t>
            </a:r>
          </a:p>
        </p:txBody>
      </p: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95A5B3E4-7824-E4F9-B438-9E659AB9F997}"/>
              </a:ext>
            </a:extLst>
          </p:cNvPr>
          <p:cNvCxnSpPr>
            <a:cxnSpLocks/>
          </p:cNvCxnSpPr>
          <p:nvPr/>
        </p:nvCxnSpPr>
        <p:spPr>
          <a:xfrm>
            <a:off x="1109220" y="3720118"/>
            <a:ext cx="2747885" cy="87111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TextBox 26">
            <a:extLst>
              <a:ext uri="{FF2B5EF4-FFF2-40B4-BE49-F238E27FC236}">
                <a16:creationId xmlns:a16="http://schemas.microsoft.com/office/drawing/2014/main" id="{7CFA3058-4400-DCF8-270C-BDD22B62BE77}"/>
              </a:ext>
            </a:extLst>
          </p:cNvPr>
          <p:cNvSpPr txBox="1"/>
          <p:nvPr/>
        </p:nvSpPr>
        <p:spPr>
          <a:xfrm>
            <a:off x="2261027" y="2116377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4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E6E40340-138A-C3AB-C257-BA969038B3BC}"/>
              </a:ext>
            </a:extLst>
          </p:cNvPr>
          <p:cNvSpPr txBox="1"/>
          <p:nvPr/>
        </p:nvSpPr>
        <p:spPr>
          <a:xfrm>
            <a:off x="1402565" y="2116377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3</a:t>
            </a:r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2089FD58-85AA-6AA1-E111-B12969629B8B}"/>
              </a:ext>
            </a:extLst>
          </p:cNvPr>
          <p:cNvSpPr/>
          <p:nvPr/>
        </p:nvSpPr>
        <p:spPr>
          <a:xfrm>
            <a:off x="1986558" y="2435514"/>
            <a:ext cx="131167" cy="131167"/>
          </a:xfrm>
          <a:prstGeom prst="ellipse">
            <a:avLst/>
          </a:prstGeom>
          <a:solidFill>
            <a:schemeClr val="tx1"/>
          </a:solidFill>
          <a:ln w="1905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F5C6ABCF-EF9C-FA25-FC81-7DCAAEA99198}"/>
              </a:ext>
            </a:extLst>
          </p:cNvPr>
          <p:cNvSpPr txBox="1"/>
          <p:nvPr/>
        </p:nvSpPr>
        <p:spPr>
          <a:xfrm>
            <a:off x="521503" y="2939827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+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17A4E63D-65B9-232A-377D-87DD08B69970}"/>
              </a:ext>
            </a:extLst>
          </p:cNvPr>
          <p:cNvSpPr txBox="1"/>
          <p:nvPr/>
        </p:nvSpPr>
        <p:spPr>
          <a:xfrm>
            <a:off x="2278709" y="4545483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1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E7E7F6D4-E8FB-3D97-9B2E-C81A1933B614}"/>
              </a:ext>
            </a:extLst>
          </p:cNvPr>
          <p:cNvSpPr txBox="1"/>
          <p:nvPr/>
        </p:nvSpPr>
        <p:spPr>
          <a:xfrm>
            <a:off x="1419554" y="4545483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1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E9E7364E-297A-2C03-98B9-FDEF6CE38997}"/>
              </a:ext>
            </a:extLst>
          </p:cNvPr>
          <p:cNvSpPr txBox="1"/>
          <p:nvPr/>
        </p:nvSpPr>
        <p:spPr>
          <a:xfrm>
            <a:off x="3102691" y="2968864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9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AC026588-749E-A50C-4412-045DEF9A9368}"/>
              </a:ext>
            </a:extLst>
          </p:cNvPr>
          <p:cNvSpPr txBox="1"/>
          <p:nvPr/>
        </p:nvSpPr>
        <p:spPr>
          <a:xfrm>
            <a:off x="2261027" y="2968864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8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8440A480-97D0-DB4B-2052-C02EF2A88520}"/>
              </a:ext>
            </a:extLst>
          </p:cNvPr>
          <p:cNvSpPr txBox="1"/>
          <p:nvPr/>
        </p:nvSpPr>
        <p:spPr>
          <a:xfrm>
            <a:off x="1402565" y="2968864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1</a:t>
            </a:r>
          </a:p>
        </p:txBody>
      </p:sp>
      <p:sp>
        <p:nvSpPr>
          <p:cNvPr id="45" name="Oval 44">
            <a:extLst>
              <a:ext uri="{FF2B5EF4-FFF2-40B4-BE49-F238E27FC236}">
                <a16:creationId xmlns:a16="http://schemas.microsoft.com/office/drawing/2014/main" id="{AAD76230-28B4-E004-6DDE-E9BA44074464}"/>
              </a:ext>
            </a:extLst>
          </p:cNvPr>
          <p:cNvSpPr/>
          <p:nvPr/>
        </p:nvSpPr>
        <p:spPr>
          <a:xfrm>
            <a:off x="1986558" y="3288001"/>
            <a:ext cx="131167" cy="131167"/>
          </a:xfrm>
          <a:prstGeom prst="ellipse">
            <a:avLst/>
          </a:prstGeom>
          <a:solidFill>
            <a:schemeClr val="tx1"/>
          </a:solidFill>
          <a:ln w="1905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FC721D24-2379-C8B2-639D-9BA98B62DD2A}"/>
              </a:ext>
            </a:extLst>
          </p:cNvPr>
          <p:cNvSpPr txBox="1"/>
          <p:nvPr/>
        </p:nvSpPr>
        <p:spPr>
          <a:xfrm>
            <a:off x="3102691" y="3814684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2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D917E802-2900-64C5-E92C-4CAFD4A2A2D0}"/>
              </a:ext>
            </a:extLst>
          </p:cNvPr>
          <p:cNvSpPr txBox="1"/>
          <p:nvPr/>
        </p:nvSpPr>
        <p:spPr>
          <a:xfrm>
            <a:off x="2261027" y="3814684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3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36BA73C5-8B4A-0FC6-2D26-FEF30FD0C33C}"/>
              </a:ext>
            </a:extLst>
          </p:cNvPr>
          <p:cNvSpPr txBox="1"/>
          <p:nvPr/>
        </p:nvSpPr>
        <p:spPr>
          <a:xfrm>
            <a:off x="1402565" y="3814684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5</a:t>
            </a:r>
          </a:p>
        </p:txBody>
      </p:sp>
      <p:sp>
        <p:nvSpPr>
          <p:cNvPr id="49" name="Oval 48">
            <a:extLst>
              <a:ext uri="{FF2B5EF4-FFF2-40B4-BE49-F238E27FC236}">
                <a16:creationId xmlns:a16="http://schemas.microsoft.com/office/drawing/2014/main" id="{088A021B-C050-28E2-29A8-1C489B5A6816}"/>
              </a:ext>
            </a:extLst>
          </p:cNvPr>
          <p:cNvSpPr/>
          <p:nvPr/>
        </p:nvSpPr>
        <p:spPr>
          <a:xfrm>
            <a:off x="1986558" y="4133821"/>
            <a:ext cx="131167" cy="131167"/>
          </a:xfrm>
          <a:prstGeom prst="ellipse">
            <a:avLst/>
          </a:prstGeom>
          <a:solidFill>
            <a:schemeClr val="tx1"/>
          </a:solidFill>
          <a:ln w="1905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528935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8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/>
      <p:bldP spid="27" grpId="0"/>
      <p:bldP spid="28" grpId="0"/>
      <p:bldP spid="29" grpId="0" animBg="1"/>
      <p:bldP spid="39" grpId="0"/>
      <p:bldP spid="40" grpId="0"/>
      <p:bldP spid="41" grpId="0"/>
      <p:bldP spid="42" grpId="0"/>
      <p:bldP spid="43" grpId="0"/>
      <p:bldP spid="44" grpId="0"/>
      <p:bldP spid="45" grpId="0" animBg="1"/>
      <p:bldP spid="46" grpId="0"/>
      <p:bldP spid="47" grpId="0"/>
      <p:bldP spid="48" grpId="0"/>
      <p:bldP spid="49" grpId="0" animBg="1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3F894A87-A1AF-4083-A3F7-631CA8FD7219}"/>
              </a:ext>
            </a:extLst>
          </p:cNvPr>
          <p:cNvSpPr txBox="1"/>
          <p:nvPr/>
        </p:nvSpPr>
        <p:spPr>
          <a:xfrm>
            <a:off x="3823947" y="0"/>
            <a:ext cx="225811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Ондуктарды кошуу</a:t>
            </a:r>
            <a:endParaRPr lang="en-GB" sz="2000" dirty="0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51BFBD33-D124-448C-AAFF-E3C05AF03BC3}"/>
              </a:ext>
            </a:extLst>
          </p:cNvPr>
          <p:cNvCxnSpPr>
            <a:cxnSpLocks/>
          </p:cNvCxnSpPr>
          <p:nvPr/>
        </p:nvCxnSpPr>
        <p:spPr>
          <a:xfrm flipH="1">
            <a:off x="4950940" y="400110"/>
            <a:ext cx="0" cy="6457890"/>
          </a:xfrm>
          <a:prstGeom prst="line">
            <a:avLst/>
          </a:prstGeom>
          <a:ln w="28575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TextBox 24">
            <a:extLst>
              <a:ext uri="{FF2B5EF4-FFF2-40B4-BE49-F238E27FC236}">
                <a16:creationId xmlns:a16="http://schemas.microsoft.com/office/drawing/2014/main" id="{2E3BF562-F06F-4C52-AEDC-7C7D04F4CC2C}"/>
              </a:ext>
            </a:extLst>
          </p:cNvPr>
          <p:cNvSpPr txBox="1"/>
          <p:nvPr/>
        </p:nvSpPr>
        <p:spPr>
          <a:xfrm>
            <a:off x="-4717" y="-30715"/>
            <a:ext cx="151676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y-KG" b="1" dirty="0">
                <a:latin typeface="Arial Black" panose="020B0A04020102020204" pitchFamily="34" charset="0"/>
              </a:rPr>
              <a:t>К</a:t>
            </a:r>
            <a:r>
              <a:rPr lang="ru-RU" sz="1800" b="1" dirty="0">
                <a:latin typeface="Arial Black" panose="020B0A04020102020204" pitchFamily="34" charset="0"/>
              </a:rPr>
              <a:t>Ө</a:t>
            </a:r>
            <a:r>
              <a:rPr lang="ky-KG" sz="1800" b="1" dirty="0">
                <a:latin typeface="Arial Black" panose="020B0A04020102020204" pitchFamily="34" charset="0"/>
              </a:rPr>
              <a:t>РГ</a:t>
            </a:r>
            <a:r>
              <a:rPr lang="ru-RU" sz="1800" b="1" dirty="0">
                <a:latin typeface="Arial Black" panose="020B0A04020102020204" pitchFamily="34" charset="0"/>
              </a:rPr>
              <a:t>Ө</a:t>
            </a:r>
            <a:r>
              <a:rPr lang="ky-KG" sz="1800" b="1" dirty="0">
                <a:latin typeface="Arial Black" panose="020B0A04020102020204" pitchFamily="34" charset="0"/>
              </a:rPr>
              <a:t>ЗМ</a:t>
            </a:r>
            <a:r>
              <a:rPr lang="ru-RU" sz="1800" b="1" dirty="0">
                <a:latin typeface="Arial Black" panose="020B0A04020102020204" pitchFamily="34" charset="0"/>
              </a:rPr>
              <a:t>Ө</a:t>
            </a:r>
            <a:endParaRPr lang="en-GB" b="1" dirty="0">
              <a:latin typeface="Bodoni MT Black" panose="02070A03080606020203" pitchFamily="18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C29D3E9-922C-45DF-6833-B767145B3E10}"/>
              </a:ext>
            </a:extLst>
          </p:cNvPr>
          <p:cNvSpPr txBox="1"/>
          <p:nvPr/>
        </p:nvSpPr>
        <p:spPr>
          <a:xfrm>
            <a:off x="1865151" y="461422"/>
            <a:ext cx="137986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Эсептеңиз:</a:t>
            </a:r>
            <a:endParaRPr lang="en-GB" sz="20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AEE8FEB-8370-697E-963F-EE3211D57816}"/>
              </a:ext>
            </a:extLst>
          </p:cNvPr>
          <p:cNvSpPr txBox="1"/>
          <p:nvPr/>
        </p:nvSpPr>
        <p:spPr>
          <a:xfrm>
            <a:off x="6502042" y="1085485"/>
            <a:ext cx="2012089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2.37  +  0.9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C8A2529-F213-5C81-E51D-5DA38CA6DC34}"/>
              </a:ext>
            </a:extLst>
          </p:cNvPr>
          <p:cNvSpPr txBox="1"/>
          <p:nvPr/>
        </p:nvSpPr>
        <p:spPr>
          <a:xfrm>
            <a:off x="6818151" y="461422"/>
            <a:ext cx="137986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Эсептеңиз:</a:t>
            </a:r>
            <a:endParaRPr lang="en-GB" sz="2000" dirty="0"/>
          </a:p>
        </p:txBody>
      </p:sp>
      <p:graphicFrame>
        <p:nvGraphicFramePr>
          <p:cNvPr id="8" name="Table 6">
            <a:extLst>
              <a:ext uri="{FF2B5EF4-FFF2-40B4-BE49-F238E27FC236}">
                <a16:creationId xmlns:a16="http://schemas.microsoft.com/office/drawing/2014/main" id="{F63D9CAE-B2D7-99C2-44E4-4AA5C54C4929}"/>
              </a:ext>
            </a:extLst>
          </p:cNvPr>
          <p:cNvGraphicFramePr>
            <a:graphicFrameLocks noGrp="1"/>
          </p:cNvGraphicFramePr>
          <p:nvPr/>
        </p:nvGraphicFramePr>
        <p:xfrm>
          <a:off x="5311971" y="2077915"/>
          <a:ext cx="4260655" cy="3408928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852131">
                  <a:extLst>
                    <a:ext uri="{9D8B030D-6E8A-4147-A177-3AD203B41FA5}">
                      <a16:colId xmlns:a16="http://schemas.microsoft.com/office/drawing/2014/main" val="4001077677"/>
                    </a:ext>
                  </a:extLst>
                </a:gridCol>
                <a:gridCol w="852131">
                  <a:extLst>
                    <a:ext uri="{9D8B030D-6E8A-4147-A177-3AD203B41FA5}">
                      <a16:colId xmlns:a16="http://schemas.microsoft.com/office/drawing/2014/main" val="2295623795"/>
                    </a:ext>
                  </a:extLst>
                </a:gridCol>
                <a:gridCol w="852131">
                  <a:extLst>
                    <a:ext uri="{9D8B030D-6E8A-4147-A177-3AD203B41FA5}">
                      <a16:colId xmlns:a16="http://schemas.microsoft.com/office/drawing/2014/main" val="3022669155"/>
                    </a:ext>
                  </a:extLst>
                </a:gridCol>
                <a:gridCol w="852131">
                  <a:extLst>
                    <a:ext uri="{9D8B030D-6E8A-4147-A177-3AD203B41FA5}">
                      <a16:colId xmlns:a16="http://schemas.microsoft.com/office/drawing/2014/main" val="3567078726"/>
                    </a:ext>
                  </a:extLst>
                </a:gridCol>
                <a:gridCol w="852131">
                  <a:extLst>
                    <a:ext uri="{9D8B030D-6E8A-4147-A177-3AD203B41FA5}">
                      <a16:colId xmlns:a16="http://schemas.microsoft.com/office/drawing/2014/main" val="3791507715"/>
                    </a:ext>
                  </a:extLst>
                </a:gridCol>
              </a:tblGrid>
              <a:tr h="85223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20463872"/>
                  </a:ext>
                </a:extLst>
              </a:tr>
              <a:tr h="85223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58844605"/>
                  </a:ext>
                </a:extLst>
              </a:tr>
              <a:tr h="85223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52101844"/>
                  </a:ext>
                </a:extLst>
              </a:tr>
              <a:tr h="85223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56254613"/>
                  </a:ext>
                </a:extLst>
              </a:tr>
            </a:tbl>
          </a:graphicData>
        </a:graphic>
      </p:graphicFrame>
      <p:sp>
        <p:nvSpPr>
          <p:cNvPr id="10" name="TextBox 9">
            <a:extLst>
              <a:ext uri="{FF2B5EF4-FFF2-40B4-BE49-F238E27FC236}">
                <a16:creationId xmlns:a16="http://schemas.microsoft.com/office/drawing/2014/main" id="{D852A8F5-7A6B-0B62-DD14-B95F23956E69}"/>
              </a:ext>
            </a:extLst>
          </p:cNvPr>
          <p:cNvSpPr txBox="1"/>
          <p:nvPr/>
        </p:nvSpPr>
        <p:spPr>
          <a:xfrm>
            <a:off x="8055691" y="2116377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7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D9FE73BE-B4BB-BC62-EED9-F24C688D4657}"/>
              </a:ext>
            </a:extLst>
          </p:cNvPr>
          <p:cNvCxnSpPr>
            <a:cxnSpLocks/>
          </p:cNvCxnSpPr>
          <p:nvPr/>
        </p:nvCxnSpPr>
        <p:spPr>
          <a:xfrm flipV="1">
            <a:off x="5911763" y="3769995"/>
            <a:ext cx="3130570" cy="44689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3EAE3051-E60B-991B-7C24-63CA382A0CAF}"/>
              </a:ext>
            </a:extLst>
          </p:cNvPr>
          <p:cNvSpPr txBox="1"/>
          <p:nvPr/>
        </p:nvSpPr>
        <p:spPr>
          <a:xfrm>
            <a:off x="7214027" y="2116377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3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859DB33-C54D-956E-2783-883FE6F768A2}"/>
              </a:ext>
            </a:extLst>
          </p:cNvPr>
          <p:cNvSpPr txBox="1"/>
          <p:nvPr/>
        </p:nvSpPr>
        <p:spPr>
          <a:xfrm>
            <a:off x="6355565" y="2116377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2</a:t>
            </a: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DD730ABA-F5C0-D5EA-9A6B-F5C77998118F}"/>
              </a:ext>
            </a:extLst>
          </p:cNvPr>
          <p:cNvSpPr/>
          <p:nvPr/>
        </p:nvSpPr>
        <p:spPr>
          <a:xfrm>
            <a:off x="6939558" y="2435514"/>
            <a:ext cx="131167" cy="131167"/>
          </a:xfrm>
          <a:prstGeom prst="ellipse">
            <a:avLst/>
          </a:prstGeom>
          <a:solidFill>
            <a:schemeClr val="tx1"/>
          </a:solidFill>
          <a:ln w="1905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6C184F76-4F83-2B77-C9A7-7FA9C442186A}"/>
              </a:ext>
            </a:extLst>
          </p:cNvPr>
          <p:cNvSpPr txBox="1"/>
          <p:nvPr/>
        </p:nvSpPr>
        <p:spPr>
          <a:xfrm>
            <a:off x="5474503" y="2939827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+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0C81799A-9DA7-FEFC-49D4-7D160159DC18}"/>
              </a:ext>
            </a:extLst>
          </p:cNvPr>
          <p:cNvSpPr txBox="1"/>
          <p:nvPr/>
        </p:nvSpPr>
        <p:spPr>
          <a:xfrm>
            <a:off x="6372554" y="4545483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1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91EDA0FC-4EC1-9D11-D47C-5055939837C2}"/>
              </a:ext>
            </a:extLst>
          </p:cNvPr>
          <p:cNvSpPr txBox="1"/>
          <p:nvPr/>
        </p:nvSpPr>
        <p:spPr>
          <a:xfrm>
            <a:off x="8055691" y="2968864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0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0D87B463-4C76-76E6-7272-56BD5E9F1ACF}"/>
              </a:ext>
            </a:extLst>
          </p:cNvPr>
          <p:cNvSpPr txBox="1"/>
          <p:nvPr/>
        </p:nvSpPr>
        <p:spPr>
          <a:xfrm>
            <a:off x="7214027" y="2968864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9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AC1C5305-9B67-601E-588E-00FDDCAF541C}"/>
              </a:ext>
            </a:extLst>
          </p:cNvPr>
          <p:cNvSpPr txBox="1"/>
          <p:nvPr/>
        </p:nvSpPr>
        <p:spPr>
          <a:xfrm>
            <a:off x="6355565" y="2968864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0</a:t>
            </a:r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711830D8-B423-6A39-8DD4-68B495F4A02C}"/>
              </a:ext>
            </a:extLst>
          </p:cNvPr>
          <p:cNvSpPr/>
          <p:nvPr/>
        </p:nvSpPr>
        <p:spPr>
          <a:xfrm>
            <a:off x="6939558" y="3288001"/>
            <a:ext cx="131167" cy="131167"/>
          </a:xfrm>
          <a:prstGeom prst="ellipse">
            <a:avLst/>
          </a:prstGeom>
          <a:solidFill>
            <a:schemeClr val="tx1"/>
          </a:solidFill>
          <a:ln w="1905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D4CBDAC9-FC31-96FA-2F42-22B7928F3589}"/>
              </a:ext>
            </a:extLst>
          </p:cNvPr>
          <p:cNvSpPr txBox="1"/>
          <p:nvPr/>
        </p:nvSpPr>
        <p:spPr>
          <a:xfrm>
            <a:off x="8055691" y="3814684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7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8263EA5D-056B-672B-8687-85686F54DDD8}"/>
              </a:ext>
            </a:extLst>
          </p:cNvPr>
          <p:cNvSpPr txBox="1"/>
          <p:nvPr/>
        </p:nvSpPr>
        <p:spPr>
          <a:xfrm>
            <a:off x="7214027" y="3814684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2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81456CA1-7A69-87D9-F454-66B5683F9008}"/>
              </a:ext>
            </a:extLst>
          </p:cNvPr>
          <p:cNvSpPr txBox="1"/>
          <p:nvPr/>
        </p:nvSpPr>
        <p:spPr>
          <a:xfrm>
            <a:off x="6355565" y="3814684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3</a:t>
            </a:r>
          </a:p>
        </p:txBody>
      </p:sp>
      <p:sp>
        <p:nvSpPr>
          <p:cNvPr id="33" name="Oval 32">
            <a:extLst>
              <a:ext uri="{FF2B5EF4-FFF2-40B4-BE49-F238E27FC236}">
                <a16:creationId xmlns:a16="http://schemas.microsoft.com/office/drawing/2014/main" id="{2333010C-2624-5B8E-82CD-F727B2146604}"/>
              </a:ext>
            </a:extLst>
          </p:cNvPr>
          <p:cNvSpPr/>
          <p:nvPr/>
        </p:nvSpPr>
        <p:spPr>
          <a:xfrm>
            <a:off x="6939558" y="4133821"/>
            <a:ext cx="131167" cy="131167"/>
          </a:xfrm>
          <a:prstGeom prst="ellipse">
            <a:avLst/>
          </a:prstGeom>
          <a:solidFill>
            <a:schemeClr val="tx1"/>
          </a:solidFill>
          <a:ln w="1905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74DEBB6-2E08-DCB3-EF1F-2D569C380405}"/>
              </a:ext>
            </a:extLst>
          </p:cNvPr>
          <p:cNvSpPr txBox="1"/>
          <p:nvPr/>
        </p:nvSpPr>
        <p:spPr>
          <a:xfrm>
            <a:off x="1444846" y="1085485"/>
            <a:ext cx="222048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3.43  +  1.89</a:t>
            </a:r>
          </a:p>
        </p:txBody>
      </p:sp>
      <p:graphicFrame>
        <p:nvGraphicFramePr>
          <p:cNvPr id="34" name="Table 6">
            <a:extLst>
              <a:ext uri="{FF2B5EF4-FFF2-40B4-BE49-F238E27FC236}">
                <a16:creationId xmlns:a16="http://schemas.microsoft.com/office/drawing/2014/main" id="{95131436-78D2-3E8B-E466-043C4D1E3C90}"/>
              </a:ext>
            </a:extLst>
          </p:cNvPr>
          <p:cNvGraphicFramePr>
            <a:graphicFrameLocks noGrp="1"/>
          </p:cNvGraphicFramePr>
          <p:nvPr/>
        </p:nvGraphicFramePr>
        <p:xfrm>
          <a:off x="358971" y="2077915"/>
          <a:ext cx="4260655" cy="3408928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852131">
                  <a:extLst>
                    <a:ext uri="{9D8B030D-6E8A-4147-A177-3AD203B41FA5}">
                      <a16:colId xmlns:a16="http://schemas.microsoft.com/office/drawing/2014/main" val="4001077677"/>
                    </a:ext>
                  </a:extLst>
                </a:gridCol>
                <a:gridCol w="852131">
                  <a:extLst>
                    <a:ext uri="{9D8B030D-6E8A-4147-A177-3AD203B41FA5}">
                      <a16:colId xmlns:a16="http://schemas.microsoft.com/office/drawing/2014/main" val="2295623795"/>
                    </a:ext>
                  </a:extLst>
                </a:gridCol>
                <a:gridCol w="852131">
                  <a:extLst>
                    <a:ext uri="{9D8B030D-6E8A-4147-A177-3AD203B41FA5}">
                      <a16:colId xmlns:a16="http://schemas.microsoft.com/office/drawing/2014/main" val="3022669155"/>
                    </a:ext>
                  </a:extLst>
                </a:gridCol>
                <a:gridCol w="852131">
                  <a:extLst>
                    <a:ext uri="{9D8B030D-6E8A-4147-A177-3AD203B41FA5}">
                      <a16:colId xmlns:a16="http://schemas.microsoft.com/office/drawing/2014/main" val="3567078726"/>
                    </a:ext>
                  </a:extLst>
                </a:gridCol>
                <a:gridCol w="852131">
                  <a:extLst>
                    <a:ext uri="{9D8B030D-6E8A-4147-A177-3AD203B41FA5}">
                      <a16:colId xmlns:a16="http://schemas.microsoft.com/office/drawing/2014/main" val="3791507715"/>
                    </a:ext>
                  </a:extLst>
                </a:gridCol>
              </a:tblGrid>
              <a:tr h="85223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20463872"/>
                  </a:ext>
                </a:extLst>
              </a:tr>
              <a:tr h="85223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58844605"/>
                  </a:ext>
                </a:extLst>
              </a:tr>
              <a:tr h="85223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52101844"/>
                  </a:ext>
                </a:extLst>
              </a:tr>
              <a:tr h="85223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56254613"/>
                  </a:ext>
                </a:extLst>
              </a:tr>
            </a:tbl>
          </a:graphicData>
        </a:graphic>
      </p:graphicFrame>
      <p:sp>
        <p:nvSpPr>
          <p:cNvPr id="35" name="TextBox 34">
            <a:extLst>
              <a:ext uri="{FF2B5EF4-FFF2-40B4-BE49-F238E27FC236}">
                <a16:creationId xmlns:a16="http://schemas.microsoft.com/office/drawing/2014/main" id="{87DCFBCB-2631-DE55-48ED-CECAD11323E2}"/>
              </a:ext>
            </a:extLst>
          </p:cNvPr>
          <p:cNvSpPr txBox="1"/>
          <p:nvPr/>
        </p:nvSpPr>
        <p:spPr>
          <a:xfrm>
            <a:off x="3102691" y="2116377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3</a:t>
            </a:r>
          </a:p>
        </p:txBody>
      </p: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24CADCB6-D4DB-13F5-56B9-E4784FFB9E94}"/>
              </a:ext>
            </a:extLst>
          </p:cNvPr>
          <p:cNvCxnSpPr>
            <a:cxnSpLocks/>
          </p:cNvCxnSpPr>
          <p:nvPr/>
        </p:nvCxnSpPr>
        <p:spPr>
          <a:xfrm>
            <a:off x="1109220" y="3720118"/>
            <a:ext cx="2747885" cy="87111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TextBox 36">
            <a:extLst>
              <a:ext uri="{FF2B5EF4-FFF2-40B4-BE49-F238E27FC236}">
                <a16:creationId xmlns:a16="http://schemas.microsoft.com/office/drawing/2014/main" id="{DE8CAF72-B8C1-B96B-E88C-48C89546D09C}"/>
              </a:ext>
            </a:extLst>
          </p:cNvPr>
          <p:cNvSpPr txBox="1"/>
          <p:nvPr/>
        </p:nvSpPr>
        <p:spPr>
          <a:xfrm>
            <a:off x="2261027" y="2116377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4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C44229B5-8351-64D6-A3D6-EDFAE1ED4EBC}"/>
              </a:ext>
            </a:extLst>
          </p:cNvPr>
          <p:cNvSpPr txBox="1"/>
          <p:nvPr/>
        </p:nvSpPr>
        <p:spPr>
          <a:xfrm>
            <a:off x="1402565" y="2116377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3</a:t>
            </a:r>
          </a:p>
        </p:txBody>
      </p:sp>
      <p:sp>
        <p:nvSpPr>
          <p:cNvPr id="50" name="Oval 49">
            <a:extLst>
              <a:ext uri="{FF2B5EF4-FFF2-40B4-BE49-F238E27FC236}">
                <a16:creationId xmlns:a16="http://schemas.microsoft.com/office/drawing/2014/main" id="{0C0E61D9-59A6-A588-587F-0FDB9219BCE7}"/>
              </a:ext>
            </a:extLst>
          </p:cNvPr>
          <p:cNvSpPr/>
          <p:nvPr/>
        </p:nvSpPr>
        <p:spPr>
          <a:xfrm>
            <a:off x="1986558" y="2435514"/>
            <a:ext cx="131167" cy="131167"/>
          </a:xfrm>
          <a:prstGeom prst="ellipse">
            <a:avLst/>
          </a:prstGeom>
          <a:solidFill>
            <a:schemeClr val="tx1"/>
          </a:solidFill>
          <a:ln w="1905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65000CD2-099F-B31C-D75F-4D12A0648876}"/>
              </a:ext>
            </a:extLst>
          </p:cNvPr>
          <p:cNvSpPr txBox="1"/>
          <p:nvPr/>
        </p:nvSpPr>
        <p:spPr>
          <a:xfrm>
            <a:off x="521503" y="2939827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+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88BC19D4-3EA9-3D0D-B930-ADE63958507E}"/>
              </a:ext>
            </a:extLst>
          </p:cNvPr>
          <p:cNvSpPr txBox="1"/>
          <p:nvPr/>
        </p:nvSpPr>
        <p:spPr>
          <a:xfrm>
            <a:off x="2278709" y="4545483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1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69EE5EC8-74BE-F153-B797-EDCEA47AB3C3}"/>
              </a:ext>
            </a:extLst>
          </p:cNvPr>
          <p:cNvSpPr txBox="1"/>
          <p:nvPr/>
        </p:nvSpPr>
        <p:spPr>
          <a:xfrm>
            <a:off x="1419554" y="4545483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1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AC89BE90-D9AD-A67D-7B5C-F765AF3A3EB0}"/>
              </a:ext>
            </a:extLst>
          </p:cNvPr>
          <p:cNvSpPr txBox="1"/>
          <p:nvPr/>
        </p:nvSpPr>
        <p:spPr>
          <a:xfrm>
            <a:off x="3102691" y="2968864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9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548746A6-A316-9687-4CDE-49417E73E91A}"/>
              </a:ext>
            </a:extLst>
          </p:cNvPr>
          <p:cNvSpPr txBox="1"/>
          <p:nvPr/>
        </p:nvSpPr>
        <p:spPr>
          <a:xfrm>
            <a:off x="2261027" y="2968864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8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3D2010D2-1C66-A2A9-449A-20B0F86B8A83}"/>
              </a:ext>
            </a:extLst>
          </p:cNvPr>
          <p:cNvSpPr txBox="1"/>
          <p:nvPr/>
        </p:nvSpPr>
        <p:spPr>
          <a:xfrm>
            <a:off x="1402565" y="2968864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1</a:t>
            </a:r>
          </a:p>
        </p:txBody>
      </p:sp>
      <p:sp>
        <p:nvSpPr>
          <p:cNvPr id="57" name="Oval 56">
            <a:extLst>
              <a:ext uri="{FF2B5EF4-FFF2-40B4-BE49-F238E27FC236}">
                <a16:creationId xmlns:a16="http://schemas.microsoft.com/office/drawing/2014/main" id="{A10CA7F6-EE94-0784-4660-46F989238A6D}"/>
              </a:ext>
            </a:extLst>
          </p:cNvPr>
          <p:cNvSpPr/>
          <p:nvPr/>
        </p:nvSpPr>
        <p:spPr>
          <a:xfrm>
            <a:off x="1986558" y="3288001"/>
            <a:ext cx="131167" cy="131167"/>
          </a:xfrm>
          <a:prstGeom prst="ellipse">
            <a:avLst/>
          </a:prstGeom>
          <a:solidFill>
            <a:schemeClr val="tx1"/>
          </a:solidFill>
          <a:ln w="1905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9D0D117C-6C86-276B-202B-464B0E94E929}"/>
              </a:ext>
            </a:extLst>
          </p:cNvPr>
          <p:cNvSpPr txBox="1"/>
          <p:nvPr/>
        </p:nvSpPr>
        <p:spPr>
          <a:xfrm>
            <a:off x="3102691" y="3814684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2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1F78121B-A916-FC29-E1AB-1B2D7ABAAAD6}"/>
              </a:ext>
            </a:extLst>
          </p:cNvPr>
          <p:cNvSpPr txBox="1"/>
          <p:nvPr/>
        </p:nvSpPr>
        <p:spPr>
          <a:xfrm>
            <a:off x="2261027" y="3814684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3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94FACA8C-725F-2E27-04C9-0B02EE92BDC3}"/>
              </a:ext>
            </a:extLst>
          </p:cNvPr>
          <p:cNvSpPr txBox="1"/>
          <p:nvPr/>
        </p:nvSpPr>
        <p:spPr>
          <a:xfrm>
            <a:off x="1402565" y="3814684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5</a:t>
            </a:r>
          </a:p>
        </p:txBody>
      </p:sp>
      <p:sp>
        <p:nvSpPr>
          <p:cNvPr id="61" name="Oval 60">
            <a:extLst>
              <a:ext uri="{FF2B5EF4-FFF2-40B4-BE49-F238E27FC236}">
                <a16:creationId xmlns:a16="http://schemas.microsoft.com/office/drawing/2014/main" id="{DC157BAA-73EB-6A42-B2DD-A8DB67DCFBCD}"/>
              </a:ext>
            </a:extLst>
          </p:cNvPr>
          <p:cNvSpPr/>
          <p:nvPr/>
        </p:nvSpPr>
        <p:spPr>
          <a:xfrm>
            <a:off x="1986558" y="4133821"/>
            <a:ext cx="131167" cy="131167"/>
          </a:xfrm>
          <a:prstGeom prst="ellipse">
            <a:avLst/>
          </a:prstGeom>
          <a:solidFill>
            <a:schemeClr val="tx1"/>
          </a:solidFill>
          <a:ln w="1905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FE2C15B-E665-E5D5-734B-559F059B24F0}"/>
              </a:ext>
            </a:extLst>
          </p:cNvPr>
          <p:cNvSpPr txBox="1"/>
          <p:nvPr/>
        </p:nvSpPr>
        <p:spPr>
          <a:xfrm>
            <a:off x="7816163" y="30543"/>
            <a:ext cx="200728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800" b="1" dirty="0">
                <a:latin typeface="Stencil" panose="040409050D0802020404" pitchFamily="82" charset="0"/>
              </a:rPr>
              <a:t>СЕНИН КЕЗЕГИ</a:t>
            </a:r>
            <a:r>
              <a:rPr lang="ru-RU" sz="1800" b="1" dirty="0"/>
              <a:t>Ң</a:t>
            </a:r>
            <a:endParaRPr lang="en-GB" sz="1800" b="1" dirty="0">
              <a:latin typeface="Stencil" panose="040409050D0802020404" pitchFamily="8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916601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12" grpId="0"/>
      <p:bldP spid="13" grpId="0"/>
      <p:bldP spid="14" grpId="0" animBg="1"/>
      <p:bldP spid="15" grpId="0"/>
      <p:bldP spid="19" grpId="0"/>
      <p:bldP spid="20" grpId="0"/>
      <p:bldP spid="22" grpId="0"/>
      <p:bldP spid="23" grpId="0"/>
      <p:bldP spid="24" grpId="0" animBg="1"/>
      <p:bldP spid="30" grpId="0"/>
      <p:bldP spid="31" grpId="0"/>
      <p:bldP spid="32" grpId="0"/>
      <p:bldP spid="33" grpId="0" animBg="1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3F894A87-A1AF-4083-A3F7-631CA8FD7219}"/>
              </a:ext>
            </a:extLst>
          </p:cNvPr>
          <p:cNvSpPr txBox="1"/>
          <p:nvPr/>
        </p:nvSpPr>
        <p:spPr>
          <a:xfrm>
            <a:off x="3823947" y="0"/>
            <a:ext cx="225811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Ондуктарды кошуу</a:t>
            </a:r>
            <a:endParaRPr lang="en-GB" sz="2000" dirty="0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51BFBD33-D124-448C-AAFF-E3C05AF03BC3}"/>
              </a:ext>
            </a:extLst>
          </p:cNvPr>
          <p:cNvCxnSpPr>
            <a:cxnSpLocks/>
          </p:cNvCxnSpPr>
          <p:nvPr/>
        </p:nvCxnSpPr>
        <p:spPr>
          <a:xfrm flipH="1">
            <a:off x="4950940" y="400110"/>
            <a:ext cx="0" cy="6457890"/>
          </a:xfrm>
          <a:prstGeom prst="line">
            <a:avLst/>
          </a:prstGeom>
          <a:ln w="28575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TextBox 24">
            <a:extLst>
              <a:ext uri="{FF2B5EF4-FFF2-40B4-BE49-F238E27FC236}">
                <a16:creationId xmlns:a16="http://schemas.microsoft.com/office/drawing/2014/main" id="{2E3BF562-F06F-4C52-AEDC-7C7D04F4CC2C}"/>
              </a:ext>
            </a:extLst>
          </p:cNvPr>
          <p:cNvSpPr txBox="1"/>
          <p:nvPr/>
        </p:nvSpPr>
        <p:spPr>
          <a:xfrm>
            <a:off x="-4717" y="-30715"/>
            <a:ext cx="151676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y-KG" b="1" dirty="0">
                <a:latin typeface="Arial Black" panose="020B0A04020102020204" pitchFamily="34" charset="0"/>
              </a:rPr>
              <a:t>К</a:t>
            </a:r>
            <a:r>
              <a:rPr lang="ru-RU" sz="1800" b="1" dirty="0">
                <a:latin typeface="Arial Black" panose="020B0A04020102020204" pitchFamily="34" charset="0"/>
              </a:rPr>
              <a:t>Ө</a:t>
            </a:r>
            <a:r>
              <a:rPr lang="ky-KG" sz="1800" b="1" dirty="0">
                <a:latin typeface="Arial Black" panose="020B0A04020102020204" pitchFamily="34" charset="0"/>
              </a:rPr>
              <a:t>РГ</a:t>
            </a:r>
            <a:r>
              <a:rPr lang="ru-RU" sz="1800" b="1" dirty="0">
                <a:latin typeface="Arial Black" panose="020B0A04020102020204" pitchFamily="34" charset="0"/>
              </a:rPr>
              <a:t>Ө</a:t>
            </a:r>
            <a:r>
              <a:rPr lang="ky-KG" sz="1800" b="1" dirty="0">
                <a:latin typeface="Arial Black" panose="020B0A04020102020204" pitchFamily="34" charset="0"/>
              </a:rPr>
              <a:t>ЗМ</a:t>
            </a:r>
            <a:r>
              <a:rPr lang="ru-RU" sz="1800" b="1" dirty="0">
                <a:latin typeface="Arial Black" panose="020B0A04020102020204" pitchFamily="34" charset="0"/>
              </a:rPr>
              <a:t>Ө</a:t>
            </a:r>
            <a:endParaRPr lang="en-GB" b="1" dirty="0">
              <a:latin typeface="Bodoni MT Black" panose="02070A03080606020203" pitchFamily="18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C29D3E9-922C-45DF-6833-B767145B3E10}"/>
              </a:ext>
            </a:extLst>
          </p:cNvPr>
          <p:cNvSpPr txBox="1"/>
          <p:nvPr/>
        </p:nvSpPr>
        <p:spPr>
          <a:xfrm>
            <a:off x="1865151" y="461422"/>
            <a:ext cx="137986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Эсептеңиз:</a:t>
            </a:r>
            <a:endParaRPr lang="en-GB" sz="20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AEE8FEB-8370-697E-963F-EE3211D57816}"/>
              </a:ext>
            </a:extLst>
          </p:cNvPr>
          <p:cNvSpPr txBox="1"/>
          <p:nvPr/>
        </p:nvSpPr>
        <p:spPr>
          <a:xfrm>
            <a:off x="6397846" y="1085485"/>
            <a:ext cx="222048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2.75  +  4.42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C8A2529-F213-5C81-E51D-5DA38CA6DC34}"/>
              </a:ext>
            </a:extLst>
          </p:cNvPr>
          <p:cNvSpPr txBox="1"/>
          <p:nvPr/>
        </p:nvSpPr>
        <p:spPr>
          <a:xfrm>
            <a:off x="6818151" y="461422"/>
            <a:ext cx="137986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Эсептеңиз:</a:t>
            </a:r>
            <a:endParaRPr lang="en-GB" sz="2000" dirty="0"/>
          </a:p>
        </p:txBody>
      </p:sp>
      <p:graphicFrame>
        <p:nvGraphicFramePr>
          <p:cNvPr id="8" name="Table 6">
            <a:extLst>
              <a:ext uri="{FF2B5EF4-FFF2-40B4-BE49-F238E27FC236}">
                <a16:creationId xmlns:a16="http://schemas.microsoft.com/office/drawing/2014/main" id="{F63D9CAE-B2D7-99C2-44E4-4AA5C54C4929}"/>
              </a:ext>
            </a:extLst>
          </p:cNvPr>
          <p:cNvGraphicFramePr>
            <a:graphicFrameLocks noGrp="1"/>
          </p:cNvGraphicFramePr>
          <p:nvPr/>
        </p:nvGraphicFramePr>
        <p:xfrm>
          <a:off x="5311971" y="2077915"/>
          <a:ext cx="4260655" cy="3408928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852131">
                  <a:extLst>
                    <a:ext uri="{9D8B030D-6E8A-4147-A177-3AD203B41FA5}">
                      <a16:colId xmlns:a16="http://schemas.microsoft.com/office/drawing/2014/main" val="4001077677"/>
                    </a:ext>
                  </a:extLst>
                </a:gridCol>
                <a:gridCol w="852131">
                  <a:extLst>
                    <a:ext uri="{9D8B030D-6E8A-4147-A177-3AD203B41FA5}">
                      <a16:colId xmlns:a16="http://schemas.microsoft.com/office/drawing/2014/main" val="2295623795"/>
                    </a:ext>
                  </a:extLst>
                </a:gridCol>
                <a:gridCol w="852131">
                  <a:extLst>
                    <a:ext uri="{9D8B030D-6E8A-4147-A177-3AD203B41FA5}">
                      <a16:colId xmlns:a16="http://schemas.microsoft.com/office/drawing/2014/main" val="3022669155"/>
                    </a:ext>
                  </a:extLst>
                </a:gridCol>
                <a:gridCol w="852131">
                  <a:extLst>
                    <a:ext uri="{9D8B030D-6E8A-4147-A177-3AD203B41FA5}">
                      <a16:colId xmlns:a16="http://schemas.microsoft.com/office/drawing/2014/main" val="3567078726"/>
                    </a:ext>
                  </a:extLst>
                </a:gridCol>
                <a:gridCol w="852131">
                  <a:extLst>
                    <a:ext uri="{9D8B030D-6E8A-4147-A177-3AD203B41FA5}">
                      <a16:colId xmlns:a16="http://schemas.microsoft.com/office/drawing/2014/main" val="3791507715"/>
                    </a:ext>
                  </a:extLst>
                </a:gridCol>
              </a:tblGrid>
              <a:tr h="85223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20463872"/>
                  </a:ext>
                </a:extLst>
              </a:tr>
              <a:tr h="85223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58844605"/>
                  </a:ext>
                </a:extLst>
              </a:tr>
              <a:tr h="85223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52101844"/>
                  </a:ext>
                </a:extLst>
              </a:tr>
              <a:tr h="85223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56254613"/>
                  </a:ext>
                </a:extLst>
              </a:tr>
            </a:tbl>
          </a:graphicData>
        </a:graphic>
      </p:graphicFrame>
      <p:sp>
        <p:nvSpPr>
          <p:cNvPr id="10" name="TextBox 9">
            <a:extLst>
              <a:ext uri="{FF2B5EF4-FFF2-40B4-BE49-F238E27FC236}">
                <a16:creationId xmlns:a16="http://schemas.microsoft.com/office/drawing/2014/main" id="{D852A8F5-7A6B-0B62-DD14-B95F23956E69}"/>
              </a:ext>
            </a:extLst>
          </p:cNvPr>
          <p:cNvSpPr txBox="1"/>
          <p:nvPr/>
        </p:nvSpPr>
        <p:spPr>
          <a:xfrm>
            <a:off x="8055691" y="2116377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5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D9FE73BE-B4BB-BC62-EED9-F24C688D4657}"/>
              </a:ext>
            </a:extLst>
          </p:cNvPr>
          <p:cNvCxnSpPr>
            <a:cxnSpLocks/>
          </p:cNvCxnSpPr>
          <p:nvPr/>
        </p:nvCxnSpPr>
        <p:spPr>
          <a:xfrm>
            <a:off x="5744095" y="3738305"/>
            <a:ext cx="3258589" cy="76379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3EAE3051-E60B-991B-7C24-63CA382A0CAF}"/>
              </a:ext>
            </a:extLst>
          </p:cNvPr>
          <p:cNvSpPr txBox="1"/>
          <p:nvPr/>
        </p:nvSpPr>
        <p:spPr>
          <a:xfrm>
            <a:off x="7214027" y="2116377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7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859DB33-C54D-956E-2783-883FE6F768A2}"/>
              </a:ext>
            </a:extLst>
          </p:cNvPr>
          <p:cNvSpPr txBox="1"/>
          <p:nvPr/>
        </p:nvSpPr>
        <p:spPr>
          <a:xfrm>
            <a:off x="6355565" y="2116377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2</a:t>
            </a: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DD730ABA-F5C0-D5EA-9A6B-F5C77998118F}"/>
              </a:ext>
            </a:extLst>
          </p:cNvPr>
          <p:cNvSpPr/>
          <p:nvPr/>
        </p:nvSpPr>
        <p:spPr>
          <a:xfrm>
            <a:off x="6939558" y="2435514"/>
            <a:ext cx="131167" cy="131167"/>
          </a:xfrm>
          <a:prstGeom prst="ellipse">
            <a:avLst/>
          </a:prstGeom>
          <a:solidFill>
            <a:schemeClr val="tx1"/>
          </a:solidFill>
          <a:ln w="1905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6C184F76-4F83-2B77-C9A7-7FA9C442186A}"/>
              </a:ext>
            </a:extLst>
          </p:cNvPr>
          <p:cNvSpPr txBox="1"/>
          <p:nvPr/>
        </p:nvSpPr>
        <p:spPr>
          <a:xfrm>
            <a:off x="5474503" y="2939827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+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0C81799A-9DA7-FEFC-49D4-7D160159DC18}"/>
              </a:ext>
            </a:extLst>
          </p:cNvPr>
          <p:cNvSpPr txBox="1"/>
          <p:nvPr/>
        </p:nvSpPr>
        <p:spPr>
          <a:xfrm>
            <a:off x="6372554" y="4545483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1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91EDA0FC-4EC1-9D11-D47C-5055939837C2}"/>
              </a:ext>
            </a:extLst>
          </p:cNvPr>
          <p:cNvSpPr txBox="1"/>
          <p:nvPr/>
        </p:nvSpPr>
        <p:spPr>
          <a:xfrm>
            <a:off x="8055691" y="2968864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2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0D87B463-4C76-76E6-7272-56BD5E9F1ACF}"/>
              </a:ext>
            </a:extLst>
          </p:cNvPr>
          <p:cNvSpPr txBox="1"/>
          <p:nvPr/>
        </p:nvSpPr>
        <p:spPr>
          <a:xfrm>
            <a:off x="7214027" y="2968864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4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AC1C5305-9B67-601E-588E-00FDDCAF541C}"/>
              </a:ext>
            </a:extLst>
          </p:cNvPr>
          <p:cNvSpPr txBox="1"/>
          <p:nvPr/>
        </p:nvSpPr>
        <p:spPr>
          <a:xfrm>
            <a:off x="6355565" y="2968864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4</a:t>
            </a:r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711830D8-B423-6A39-8DD4-68B495F4A02C}"/>
              </a:ext>
            </a:extLst>
          </p:cNvPr>
          <p:cNvSpPr/>
          <p:nvPr/>
        </p:nvSpPr>
        <p:spPr>
          <a:xfrm>
            <a:off x="6939558" y="3288001"/>
            <a:ext cx="131167" cy="131167"/>
          </a:xfrm>
          <a:prstGeom prst="ellipse">
            <a:avLst/>
          </a:prstGeom>
          <a:solidFill>
            <a:schemeClr val="tx1"/>
          </a:solidFill>
          <a:ln w="1905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D4CBDAC9-FC31-96FA-2F42-22B7928F3589}"/>
              </a:ext>
            </a:extLst>
          </p:cNvPr>
          <p:cNvSpPr txBox="1"/>
          <p:nvPr/>
        </p:nvSpPr>
        <p:spPr>
          <a:xfrm>
            <a:off x="8055691" y="3814684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7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8263EA5D-056B-672B-8687-85686F54DDD8}"/>
              </a:ext>
            </a:extLst>
          </p:cNvPr>
          <p:cNvSpPr txBox="1"/>
          <p:nvPr/>
        </p:nvSpPr>
        <p:spPr>
          <a:xfrm>
            <a:off x="7214027" y="3814684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1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81456CA1-7A69-87D9-F454-66B5683F9008}"/>
              </a:ext>
            </a:extLst>
          </p:cNvPr>
          <p:cNvSpPr txBox="1"/>
          <p:nvPr/>
        </p:nvSpPr>
        <p:spPr>
          <a:xfrm>
            <a:off x="6355565" y="3814684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7</a:t>
            </a:r>
          </a:p>
        </p:txBody>
      </p:sp>
      <p:sp>
        <p:nvSpPr>
          <p:cNvPr id="33" name="Oval 32">
            <a:extLst>
              <a:ext uri="{FF2B5EF4-FFF2-40B4-BE49-F238E27FC236}">
                <a16:creationId xmlns:a16="http://schemas.microsoft.com/office/drawing/2014/main" id="{2333010C-2624-5B8E-82CD-F727B2146604}"/>
              </a:ext>
            </a:extLst>
          </p:cNvPr>
          <p:cNvSpPr/>
          <p:nvPr/>
        </p:nvSpPr>
        <p:spPr>
          <a:xfrm>
            <a:off x="6939558" y="4133821"/>
            <a:ext cx="131167" cy="131167"/>
          </a:xfrm>
          <a:prstGeom prst="ellipse">
            <a:avLst/>
          </a:prstGeom>
          <a:solidFill>
            <a:schemeClr val="tx1"/>
          </a:solidFill>
          <a:ln w="1905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D365969-5FA1-5E44-436B-5259899B21A8}"/>
              </a:ext>
            </a:extLst>
          </p:cNvPr>
          <p:cNvSpPr txBox="1"/>
          <p:nvPr/>
        </p:nvSpPr>
        <p:spPr>
          <a:xfrm>
            <a:off x="1444846" y="1085485"/>
            <a:ext cx="222048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3.43  +  1.89</a:t>
            </a:r>
          </a:p>
        </p:txBody>
      </p:sp>
      <p:graphicFrame>
        <p:nvGraphicFramePr>
          <p:cNvPr id="17" name="Table 6">
            <a:extLst>
              <a:ext uri="{FF2B5EF4-FFF2-40B4-BE49-F238E27FC236}">
                <a16:creationId xmlns:a16="http://schemas.microsoft.com/office/drawing/2014/main" id="{1348FE9B-CC37-A090-D0ED-BC8C4AD2BEA3}"/>
              </a:ext>
            </a:extLst>
          </p:cNvPr>
          <p:cNvGraphicFramePr>
            <a:graphicFrameLocks noGrp="1"/>
          </p:cNvGraphicFramePr>
          <p:nvPr/>
        </p:nvGraphicFramePr>
        <p:xfrm>
          <a:off x="358971" y="2077915"/>
          <a:ext cx="4260655" cy="3408928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852131">
                  <a:extLst>
                    <a:ext uri="{9D8B030D-6E8A-4147-A177-3AD203B41FA5}">
                      <a16:colId xmlns:a16="http://schemas.microsoft.com/office/drawing/2014/main" val="4001077677"/>
                    </a:ext>
                  </a:extLst>
                </a:gridCol>
                <a:gridCol w="852131">
                  <a:extLst>
                    <a:ext uri="{9D8B030D-6E8A-4147-A177-3AD203B41FA5}">
                      <a16:colId xmlns:a16="http://schemas.microsoft.com/office/drawing/2014/main" val="2295623795"/>
                    </a:ext>
                  </a:extLst>
                </a:gridCol>
                <a:gridCol w="852131">
                  <a:extLst>
                    <a:ext uri="{9D8B030D-6E8A-4147-A177-3AD203B41FA5}">
                      <a16:colId xmlns:a16="http://schemas.microsoft.com/office/drawing/2014/main" val="3022669155"/>
                    </a:ext>
                  </a:extLst>
                </a:gridCol>
                <a:gridCol w="852131">
                  <a:extLst>
                    <a:ext uri="{9D8B030D-6E8A-4147-A177-3AD203B41FA5}">
                      <a16:colId xmlns:a16="http://schemas.microsoft.com/office/drawing/2014/main" val="3567078726"/>
                    </a:ext>
                  </a:extLst>
                </a:gridCol>
                <a:gridCol w="852131">
                  <a:extLst>
                    <a:ext uri="{9D8B030D-6E8A-4147-A177-3AD203B41FA5}">
                      <a16:colId xmlns:a16="http://schemas.microsoft.com/office/drawing/2014/main" val="3791507715"/>
                    </a:ext>
                  </a:extLst>
                </a:gridCol>
              </a:tblGrid>
              <a:tr h="85223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20463872"/>
                  </a:ext>
                </a:extLst>
              </a:tr>
              <a:tr h="85223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58844605"/>
                  </a:ext>
                </a:extLst>
              </a:tr>
              <a:tr h="85223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52101844"/>
                  </a:ext>
                </a:extLst>
              </a:tr>
              <a:tr h="85223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56254613"/>
                  </a:ext>
                </a:extLst>
              </a:tr>
            </a:tbl>
          </a:graphicData>
        </a:graphic>
      </p:graphicFrame>
      <p:sp>
        <p:nvSpPr>
          <p:cNvPr id="34" name="TextBox 33">
            <a:extLst>
              <a:ext uri="{FF2B5EF4-FFF2-40B4-BE49-F238E27FC236}">
                <a16:creationId xmlns:a16="http://schemas.microsoft.com/office/drawing/2014/main" id="{1FD1ACE6-D4B5-EEAE-D33C-B745B25E7571}"/>
              </a:ext>
            </a:extLst>
          </p:cNvPr>
          <p:cNvSpPr txBox="1"/>
          <p:nvPr/>
        </p:nvSpPr>
        <p:spPr>
          <a:xfrm>
            <a:off x="3102691" y="2116377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3</a:t>
            </a:r>
          </a:p>
        </p:txBody>
      </p: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BCB313A9-90B7-6216-9298-5C0FE463C173}"/>
              </a:ext>
            </a:extLst>
          </p:cNvPr>
          <p:cNvCxnSpPr>
            <a:cxnSpLocks/>
          </p:cNvCxnSpPr>
          <p:nvPr/>
        </p:nvCxnSpPr>
        <p:spPr>
          <a:xfrm>
            <a:off x="1109220" y="3720118"/>
            <a:ext cx="2747885" cy="87111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TextBox 35">
            <a:extLst>
              <a:ext uri="{FF2B5EF4-FFF2-40B4-BE49-F238E27FC236}">
                <a16:creationId xmlns:a16="http://schemas.microsoft.com/office/drawing/2014/main" id="{472D638D-E9DF-3F67-F608-E47D72855441}"/>
              </a:ext>
            </a:extLst>
          </p:cNvPr>
          <p:cNvSpPr txBox="1"/>
          <p:nvPr/>
        </p:nvSpPr>
        <p:spPr>
          <a:xfrm>
            <a:off x="2261027" y="2116377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4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062CC055-9EC4-4570-5A9B-BE8624FF6098}"/>
              </a:ext>
            </a:extLst>
          </p:cNvPr>
          <p:cNvSpPr txBox="1"/>
          <p:nvPr/>
        </p:nvSpPr>
        <p:spPr>
          <a:xfrm>
            <a:off x="1402565" y="2116377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3</a:t>
            </a:r>
          </a:p>
        </p:txBody>
      </p:sp>
      <p:sp>
        <p:nvSpPr>
          <p:cNvPr id="38" name="Oval 37">
            <a:extLst>
              <a:ext uri="{FF2B5EF4-FFF2-40B4-BE49-F238E27FC236}">
                <a16:creationId xmlns:a16="http://schemas.microsoft.com/office/drawing/2014/main" id="{11CA0D37-4892-2415-9601-A102EE3E73A4}"/>
              </a:ext>
            </a:extLst>
          </p:cNvPr>
          <p:cNvSpPr/>
          <p:nvPr/>
        </p:nvSpPr>
        <p:spPr>
          <a:xfrm>
            <a:off x="1986558" y="2435514"/>
            <a:ext cx="131167" cy="131167"/>
          </a:xfrm>
          <a:prstGeom prst="ellipse">
            <a:avLst/>
          </a:prstGeom>
          <a:solidFill>
            <a:schemeClr val="tx1"/>
          </a:solidFill>
          <a:ln w="1905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88115796-D4A1-2F7E-CD10-F7E7EA950D59}"/>
              </a:ext>
            </a:extLst>
          </p:cNvPr>
          <p:cNvSpPr txBox="1"/>
          <p:nvPr/>
        </p:nvSpPr>
        <p:spPr>
          <a:xfrm>
            <a:off x="521503" y="2939827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+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5F2518FB-E320-7EEC-B192-A2F0ED2A1846}"/>
              </a:ext>
            </a:extLst>
          </p:cNvPr>
          <p:cNvSpPr txBox="1"/>
          <p:nvPr/>
        </p:nvSpPr>
        <p:spPr>
          <a:xfrm>
            <a:off x="2278709" y="4545483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1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AC022DB0-C2EB-ABEC-DF29-B2C2DB39CC1E}"/>
              </a:ext>
            </a:extLst>
          </p:cNvPr>
          <p:cNvSpPr txBox="1"/>
          <p:nvPr/>
        </p:nvSpPr>
        <p:spPr>
          <a:xfrm>
            <a:off x="1419554" y="4545483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1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C7FE0EA1-0213-A659-2DA0-45DFD5F47D8D}"/>
              </a:ext>
            </a:extLst>
          </p:cNvPr>
          <p:cNvSpPr txBox="1"/>
          <p:nvPr/>
        </p:nvSpPr>
        <p:spPr>
          <a:xfrm>
            <a:off x="3102691" y="2968864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9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9B024C0B-2711-9A92-2FBF-2863BA9050D2}"/>
              </a:ext>
            </a:extLst>
          </p:cNvPr>
          <p:cNvSpPr txBox="1"/>
          <p:nvPr/>
        </p:nvSpPr>
        <p:spPr>
          <a:xfrm>
            <a:off x="2261027" y="2968864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8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61B85F46-E1EA-E55C-F526-DA7B6E012CAD}"/>
              </a:ext>
            </a:extLst>
          </p:cNvPr>
          <p:cNvSpPr txBox="1"/>
          <p:nvPr/>
        </p:nvSpPr>
        <p:spPr>
          <a:xfrm>
            <a:off x="1402565" y="2968864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1</a:t>
            </a:r>
          </a:p>
        </p:txBody>
      </p:sp>
      <p:sp>
        <p:nvSpPr>
          <p:cNvPr id="56" name="Oval 55">
            <a:extLst>
              <a:ext uri="{FF2B5EF4-FFF2-40B4-BE49-F238E27FC236}">
                <a16:creationId xmlns:a16="http://schemas.microsoft.com/office/drawing/2014/main" id="{BB210B91-10C7-52E4-8FBA-4855AAB92388}"/>
              </a:ext>
            </a:extLst>
          </p:cNvPr>
          <p:cNvSpPr/>
          <p:nvPr/>
        </p:nvSpPr>
        <p:spPr>
          <a:xfrm>
            <a:off x="1986558" y="3288001"/>
            <a:ext cx="131167" cy="131167"/>
          </a:xfrm>
          <a:prstGeom prst="ellipse">
            <a:avLst/>
          </a:prstGeom>
          <a:solidFill>
            <a:schemeClr val="tx1"/>
          </a:solidFill>
          <a:ln w="1905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7AB1A7CF-36C2-C9FE-FD4F-FE2646A742D1}"/>
              </a:ext>
            </a:extLst>
          </p:cNvPr>
          <p:cNvSpPr txBox="1"/>
          <p:nvPr/>
        </p:nvSpPr>
        <p:spPr>
          <a:xfrm>
            <a:off x="3102691" y="3814684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2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B140FC8F-E54B-4365-07A1-B2352892B517}"/>
              </a:ext>
            </a:extLst>
          </p:cNvPr>
          <p:cNvSpPr txBox="1"/>
          <p:nvPr/>
        </p:nvSpPr>
        <p:spPr>
          <a:xfrm>
            <a:off x="2261027" y="3814684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3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FB29FEBA-33E7-5C46-4032-59EC5D31BB74}"/>
              </a:ext>
            </a:extLst>
          </p:cNvPr>
          <p:cNvSpPr txBox="1"/>
          <p:nvPr/>
        </p:nvSpPr>
        <p:spPr>
          <a:xfrm>
            <a:off x="1402565" y="3814684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5</a:t>
            </a:r>
          </a:p>
        </p:txBody>
      </p:sp>
      <p:sp>
        <p:nvSpPr>
          <p:cNvPr id="60" name="Oval 59">
            <a:extLst>
              <a:ext uri="{FF2B5EF4-FFF2-40B4-BE49-F238E27FC236}">
                <a16:creationId xmlns:a16="http://schemas.microsoft.com/office/drawing/2014/main" id="{50B6D7D9-E9D0-4BBF-994E-972C849796C0}"/>
              </a:ext>
            </a:extLst>
          </p:cNvPr>
          <p:cNvSpPr/>
          <p:nvPr/>
        </p:nvSpPr>
        <p:spPr>
          <a:xfrm>
            <a:off x="1986558" y="4133821"/>
            <a:ext cx="131167" cy="131167"/>
          </a:xfrm>
          <a:prstGeom prst="ellipse">
            <a:avLst/>
          </a:prstGeom>
          <a:solidFill>
            <a:schemeClr val="tx1"/>
          </a:solidFill>
          <a:ln w="1905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F120A0B-EB81-CA92-3C19-73AEF46DD2DF}"/>
              </a:ext>
            </a:extLst>
          </p:cNvPr>
          <p:cNvSpPr txBox="1"/>
          <p:nvPr/>
        </p:nvSpPr>
        <p:spPr>
          <a:xfrm>
            <a:off x="7816163" y="30543"/>
            <a:ext cx="200728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800" b="1" dirty="0">
                <a:latin typeface="Stencil" panose="040409050D0802020404" pitchFamily="82" charset="0"/>
              </a:rPr>
              <a:t>СЕНИН КЕЗЕГИ</a:t>
            </a:r>
            <a:r>
              <a:rPr lang="ru-RU" sz="1800" b="1" dirty="0"/>
              <a:t>Ң</a:t>
            </a:r>
            <a:endParaRPr lang="en-GB" sz="1800" b="1" dirty="0">
              <a:latin typeface="Stencil" panose="040409050D0802020404" pitchFamily="8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205023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12" grpId="0"/>
      <p:bldP spid="13" grpId="0"/>
      <p:bldP spid="14" grpId="0" animBg="1"/>
      <p:bldP spid="15" grpId="0"/>
      <p:bldP spid="19" grpId="0"/>
      <p:bldP spid="20" grpId="0"/>
      <p:bldP spid="22" grpId="0"/>
      <p:bldP spid="23" grpId="0"/>
      <p:bldP spid="24" grpId="0" animBg="1"/>
      <p:bldP spid="30" grpId="0"/>
      <p:bldP spid="31" grpId="0"/>
      <p:bldP spid="32" grpId="0"/>
      <p:bldP spid="33" grpId="0" animBg="1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3F894A87-A1AF-4083-A3F7-631CA8FD7219}"/>
              </a:ext>
            </a:extLst>
          </p:cNvPr>
          <p:cNvSpPr txBox="1"/>
          <p:nvPr/>
        </p:nvSpPr>
        <p:spPr>
          <a:xfrm>
            <a:off x="3823947" y="0"/>
            <a:ext cx="225811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Ондуктарды кошуу</a:t>
            </a:r>
            <a:endParaRPr lang="en-GB" sz="2000" dirty="0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51BFBD33-D124-448C-AAFF-E3C05AF03BC3}"/>
              </a:ext>
            </a:extLst>
          </p:cNvPr>
          <p:cNvCxnSpPr>
            <a:cxnSpLocks/>
          </p:cNvCxnSpPr>
          <p:nvPr/>
        </p:nvCxnSpPr>
        <p:spPr>
          <a:xfrm flipH="1">
            <a:off x="4950940" y="400110"/>
            <a:ext cx="0" cy="6457890"/>
          </a:xfrm>
          <a:prstGeom prst="line">
            <a:avLst/>
          </a:prstGeom>
          <a:ln w="28575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TextBox 24">
            <a:extLst>
              <a:ext uri="{FF2B5EF4-FFF2-40B4-BE49-F238E27FC236}">
                <a16:creationId xmlns:a16="http://schemas.microsoft.com/office/drawing/2014/main" id="{2E3BF562-F06F-4C52-AEDC-7C7D04F4CC2C}"/>
              </a:ext>
            </a:extLst>
          </p:cNvPr>
          <p:cNvSpPr txBox="1"/>
          <p:nvPr/>
        </p:nvSpPr>
        <p:spPr>
          <a:xfrm>
            <a:off x="-4717" y="-30715"/>
            <a:ext cx="151676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y-KG" b="1" dirty="0">
                <a:latin typeface="Arial Black" panose="020B0A04020102020204" pitchFamily="34" charset="0"/>
              </a:rPr>
              <a:t>К</a:t>
            </a:r>
            <a:r>
              <a:rPr lang="ru-RU" sz="1800" b="1" dirty="0">
                <a:latin typeface="Arial Black" panose="020B0A04020102020204" pitchFamily="34" charset="0"/>
              </a:rPr>
              <a:t>Ө</a:t>
            </a:r>
            <a:r>
              <a:rPr lang="ky-KG" sz="1800" b="1" dirty="0">
                <a:latin typeface="Arial Black" panose="020B0A04020102020204" pitchFamily="34" charset="0"/>
              </a:rPr>
              <a:t>РГ</a:t>
            </a:r>
            <a:r>
              <a:rPr lang="ru-RU" sz="1800" b="1" dirty="0">
                <a:latin typeface="Arial Black" panose="020B0A04020102020204" pitchFamily="34" charset="0"/>
              </a:rPr>
              <a:t>Ө</a:t>
            </a:r>
            <a:r>
              <a:rPr lang="ky-KG" sz="1800" b="1" dirty="0">
                <a:latin typeface="Arial Black" panose="020B0A04020102020204" pitchFamily="34" charset="0"/>
              </a:rPr>
              <a:t>ЗМ</a:t>
            </a:r>
            <a:r>
              <a:rPr lang="ru-RU" sz="1800" b="1" dirty="0">
                <a:latin typeface="Arial Black" panose="020B0A04020102020204" pitchFamily="34" charset="0"/>
              </a:rPr>
              <a:t>Ө</a:t>
            </a:r>
            <a:endParaRPr lang="en-GB" b="1" dirty="0">
              <a:latin typeface="Bodoni MT Black" panose="02070A03080606020203" pitchFamily="18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C29D3E9-922C-45DF-6833-B767145B3E10}"/>
              </a:ext>
            </a:extLst>
          </p:cNvPr>
          <p:cNvSpPr txBox="1"/>
          <p:nvPr/>
        </p:nvSpPr>
        <p:spPr>
          <a:xfrm>
            <a:off x="1865151" y="461422"/>
            <a:ext cx="137986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Эсептеңиз:</a:t>
            </a:r>
            <a:endParaRPr lang="en-GB" sz="20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AEE8FEB-8370-697E-963F-EE3211D57816}"/>
              </a:ext>
            </a:extLst>
          </p:cNvPr>
          <p:cNvSpPr txBox="1"/>
          <p:nvPr/>
        </p:nvSpPr>
        <p:spPr>
          <a:xfrm>
            <a:off x="6397846" y="1085485"/>
            <a:ext cx="222048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0.73  +  0.68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C8A2529-F213-5C81-E51D-5DA38CA6DC34}"/>
              </a:ext>
            </a:extLst>
          </p:cNvPr>
          <p:cNvSpPr txBox="1"/>
          <p:nvPr/>
        </p:nvSpPr>
        <p:spPr>
          <a:xfrm>
            <a:off x="6818151" y="461422"/>
            <a:ext cx="137986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Эсептеңиз:</a:t>
            </a:r>
            <a:endParaRPr lang="en-GB" sz="2000" dirty="0"/>
          </a:p>
        </p:txBody>
      </p:sp>
      <p:graphicFrame>
        <p:nvGraphicFramePr>
          <p:cNvPr id="8" name="Table 6">
            <a:extLst>
              <a:ext uri="{FF2B5EF4-FFF2-40B4-BE49-F238E27FC236}">
                <a16:creationId xmlns:a16="http://schemas.microsoft.com/office/drawing/2014/main" id="{F63D9CAE-B2D7-99C2-44E4-4AA5C54C492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01193903"/>
              </p:ext>
            </p:extLst>
          </p:nvPr>
        </p:nvGraphicFramePr>
        <p:xfrm>
          <a:off x="5311971" y="2077915"/>
          <a:ext cx="4260655" cy="3408928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852131">
                  <a:extLst>
                    <a:ext uri="{9D8B030D-6E8A-4147-A177-3AD203B41FA5}">
                      <a16:colId xmlns:a16="http://schemas.microsoft.com/office/drawing/2014/main" val="4001077677"/>
                    </a:ext>
                  </a:extLst>
                </a:gridCol>
                <a:gridCol w="852131">
                  <a:extLst>
                    <a:ext uri="{9D8B030D-6E8A-4147-A177-3AD203B41FA5}">
                      <a16:colId xmlns:a16="http://schemas.microsoft.com/office/drawing/2014/main" val="2295623795"/>
                    </a:ext>
                  </a:extLst>
                </a:gridCol>
                <a:gridCol w="852131">
                  <a:extLst>
                    <a:ext uri="{9D8B030D-6E8A-4147-A177-3AD203B41FA5}">
                      <a16:colId xmlns:a16="http://schemas.microsoft.com/office/drawing/2014/main" val="3022669155"/>
                    </a:ext>
                  </a:extLst>
                </a:gridCol>
                <a:gridCol w="852131">
                  <a:extLst>
                    <a:ext uri="{9D8B030D-6E8A-4147-A177-3AD203B41FA5}">
                      <a16:colId xmlns:a16="http://schemas.microsoft.com/office/drawing/2014/main" val="3567078726"/>
                    </a:ext>
                  </a:extLst>
                </a:gridCol>
                <a:gridCol w="852131">
                  <a:extLst>
                    <a:ext uri="{9D8B030D-6E8A-4147-A177-3AD203B41FA5}">
                      <a16:colId xmlns:a16="http://schemas.microsoft.com/office/drawing/2014/main" val="3791507715"/>
                    </a:ext>
                  </a:extLst>
                </a:gridCol>
              </a:tblGrid>
              <a:tr h="85223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20463872"/>
                  </a:ext>
                </a:extLst>
              </a:tr>
              <a:tr h="85223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58844605"/>
                  </a:ext>
                </a:extLst>
              </a:tr>
              <a:tr h="85223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52101844"/>
                  </a:ext>
                </a:extLst>
              </a:tr>
              <a:tr h="85223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56254613"/>
                  </a:ext>
                </a:extLst>
              </a:tr>
            </a:tbl>
          </a:graphicData>
        </a:graphic>
      </p:graphicFrame>
      <p:sp>
        <p:nvSpPr>
          <p:cNvPr id="10" name="TextBox 9">
            <a:extLst>
              <a:ext uri="{FF2B5EF4-FFF2-40B4-BE49-F238E27FC236}">
                <a16:creationId xmlns:a16="http://schemas.microsoft.com/office/drawing/2014/main" id="{D852A8F5-7A6B-0B62-DD14-B95F23956E69}"/>
              </a:ext>
            </a:extLst>
          </p:cNvPr>
          <p:cNvSpPr txBox="1"/>
          <p:nvPr/>
        </p:nvSpPr>
        <p:spPr>
          <a:xfrm>
            <a:off x="8055691" y="2116377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3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D9FE73BE-B4BB-BC62-EED9-F24C688D4657}"/>
              </a:ext>
            </a:extLst>
          </p:cNvPr>
          <p:cNvCxnSpPr>
            <a:cxnSpLocks/>
          </p:cNvCxnSpPr>
          <p:nvPr/>
        </p:nvCxnSpPr>
        <p:spPr>
          <a:xfrm flipV="1">
            <a:off x="5752407" y="3769995"/>
            <a:ext cx="3289926" cy="44689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3EAE3051-E60B-991B-7C24-63CA382A0CAF}"/>
              </a:ext>
            </a:extLst>
          </p:cNvPr>
          <p:cNvSpPr txBox="1"/>
          <p:nvPr/>
        </p:nvSpPr>
        <p:spPr>
          <a:xfrm>
            <a:off x="7214027" y="2116377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7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859DB33-C54D-956E-2783-883FE6F768A2}"/>
              </a:ext>
            </a:extLst>
          </p:cNvPr>
          <p:cNvSpPr txBox="1"/>
          <p:nvPr/>
        </p:nvSpPr>
        <p:spPr>
          <a:xfrm>
            <a:off x="6355565" y="2116377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0</a:t>
            </a: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DD730ABA-F5C0-D5EA-9A6B-F5C77998118F}"/>
              </a:ext>
            </a:extLst>
          </p:cNvPr>
          <p:cNvSpPr/>
          <p:nvPr/>
        </p:nvSpPr>
        <p:spPr>
          <a:xfrm>
            <a:off x="6939558" y="2435514"/>
            <a:ext cx="131167" cy="131167"/>
          </a:xfrm>
          <a:prstGeom prst="ellipse">
            <a:avLst/>
          </a:prstGeom>
          <a:solidFill>
            <a:schemeClr val="tx1"/>
          </a:solidFill>
          <a:ln w="1905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6C184F76-4F83-2B77-C9A7-7FA9C442186A}"/>
              </a:ext>
            </a:extLst>
          </p:cNvPr>
          <p:cNvSpPr txBox="1"/>
          <p:nvPr/>
        </p:nvSpPr>
        <p:spPr>
          <a:xfrm>
            <a:off x="5474503" y="2939827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+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12F93A0F-4B9E-4EA8-F0BE-D60527E701A0}"/>
              </a:ext>
            </a:extLst>
          </p:cNvPr>
          <p:cNvSpPr txBox="1"/>
          <p:nvPr/>
        </p:nvSpPr>
        <p:spPr>
          <a:xfrm>
            <a:off x="7231709" y="4545483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1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0C81799A-9DA7-FEFC-49D4-7D160159DC18}"/>
              </a:ext>
            </a:extLst>
          </p:cNvPr>
          <p:cNvSpPr txBox="1"/>
          <p:nvPr/>
        </p:nvSpPr>
        <p:spPr>
          <a:xfrm>
            <a:off x="6372554" y="4545483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1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91EDA0FC-4EC1-9D11-D47C-5055939837C2}"/>
              </a:ext>
            </a:extLst>
          </p:cNvPr>
          <p:cNvSpPr txBox="1"/>
          <p:nvPr/>
        </p:nvSpPr>
        <p:spPr>
          <a:xfrm>
            <a:off x="8055691" y="2968864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8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0D87B463-4C76-76E6-7272-56BD5E9F1ACF}"/>
              </a:ext>
            </a:extLst>
          </p:cNvPr>
          <p:cNvSpPr txBox="1"/>
          <p:nvPr/>
        </p:nvSpPr>
        <p:spPr>
          <a:xfrm>
            <a:off x="7214027" y="2968864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6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AC1C5305-9B67-601E-588E-00FDDCAF541C}"/>
              </a:ext>
            </a:extLst>
          </p:cNvPr>
          <p:cNvSpPr txBox="1"/>
          <p:nvPr/>
        </p:nvSpPr>
        <p:spPr>
          <a:xfrm>
            <a:off x="6355565" y="2968864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0</a:t>
            </a:r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711830D8-B423-6A39-8DD4-68B495F4A02C}"/>
              </a:ext>
            </a:extLst>
          </p:cNvPr>
          <p:cNvSpPr/>
          <p:nvPr/>
        </p:nvSpPr>
        <p:spPr>
          <a:xfrm>
            <a:off x="6939558" y="3288001"/>
            <a:ext cx="131167" cy="131167"/>
          </a:xfrm>
          <a:prstGeom prst="ellipse">
            <a:avLst/>
          </a:prstGeom>
          <a:solidFill>
            <a:schemeClr val="tx1"/>
          </a:solidFill>
          <a:ln w="1905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D4CBDAC9-FC31-96FA-2F42-22B7928F3589}"/>
              </a:ext>
            </a:extLst>
          </p:cNvPr>
          <p:cNvSpPr txBox="1"/>
          <p:nvPr/>
        </p:nvSpPr>
        <p:spPr>
          <a:xfrm>
            <a:off x="8055691" y="3814684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1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8263EA5D-056B-672B-8687-85686F54DDD8}"/>
              </a:ext>
            </a:extLst>
          </p:cNvPr>
          <p:cNvSpPr txBox="1"/>
          <p:nvPr/>
        </p:nvSpPr>
        <p:spPr>
          <a:xfrm>
            <a:off x="7214027" y="3814684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4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81456CA1-7A69-87D9-F454-66B5683F9008}"/>
              </a:ext>
            </a:extLst>
          </p:cNvPr>
          <p:cNvSpPr txBox="1"/>
          <p:nvPr/>
        </p:nvSpPr>
        <p:spPr>
          <a:xfrm>
            <a:off x="6355565" y="3814684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1</a:t>
            </a:r>
          </a:p>
        </p:txBody>
      </p:sp>
      <p:sp>
        <p:nvSpPr>
          <p:cNvPr id="33" name="Oval 32">
            <a:extLst>
              <a:ext uri="{FF2B5EF4-FFF2-40B4-BE49-F238E27FC236}">
                <a16:creationId xmlns:a16="http://schemas.microsoft.com/office/drawing/2014/main" id="{2333010C-2624-5B8E-82CD-F727B2146604}"/>
              </a:ext>
            </a:extLst>
          </p:cNvPr>
          <p:cNvSpPr/>
          <p:nvPr/>
        </p:nvSpPr>
        <p:spPr>
          <a:xfrm>
            <a:off x="6939558" y="4133821"/>
            <a:ext cx="131167" cy="131167"/>
          </a:xfrm>
          <a:prstGeom prst="ellipse">
            <a:avLst/>
          </a:prstGeom>
          <a:solidFill>
            <a:schemeClr val="tx1"/>
          </a:solidFill>
          <a:ln w="1905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54DB428-1668-18DB-C530-8FFA7F846BFE}"/>
              </a:ext>
            </a:extLst>
          </p:cNvPr>
          <p:cNvSpPr txBox="1"/>
          <p:nvPr/>
        </p:nvSpPr>
        <p:spPr>
          <a:xfrm>
            <a:off x="1444846" y="1085485"/>
            <a:ext cx="222048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3.43  +  1.89</a:t>
            </a:r>
          </a:p>
        </p:txBody>
      </p:sp>
      <p:graphicFrame>
        <p:nvGraphicFramePr>
          <p:cNvPr id="34" name="Table 6">
            <a:extLst>
              <a:ext uri="{FF2B5EF4-FFF2-40B4-BE49-F238E27FC236}">
                <a16:creationId xmlns:a16="http://schemas.microsoft.com/office/drawing/2014/main" id="{9231C00F-6952-1C78-F07F-8B94CF4437A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3640371"/>
              </p:ext>
            </p:extLst>
          </p:nvPr>
        </p:nvGraphicFramePr>
        <p:xfrm>
          <a:off x="358971" y="2077915"/>
          <a:ext cx="4260655" cy="3408928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852131">
                  <a:extLst>
                    <a:ext uri="{9D8B030D-6E8A-4147-A177-3AD203B41FA5}">
                      <a16:colId xmlns:a16="http://schemas.microsoft.com/office/drawing/2014/main" val="4001077677"/>
                    </a:ext>
                  </a:extLst>
                </a:gridCol>
                <a:gridCol w="852131">
                  <a:extLst>
                    <a:ext uri="{9D8B030D-6E8A-4147-A177-3AD203B41FA5}">
                      <a16:colId xmlns:a16="http://schemas.microsoft.com/office/drawing/2014/main" val="2295623795"/>
                    </a:ext>
                  </a:extLst>
                </a:gridCol>
                <a:gridCol w="852131">
                  <a:extLst>
                    <a:ext uri="{9D8B030D-6E8A-4147-A177-3AD203B41FA5}">
                      <a16:colId xmlns:a16="http://schemas.microsoft.com/office/drawing/2014/main" val="3022669155"/>
                    </a:ext>
                  </a:extLst>
                </a:gridCol>
                <a:gridCol w="852131">
                  <a:extLst>
                    <a:ext uri="{9D8B030D-6E8A-4147-A177-3AD203B41FA5}">
                      <a16:colId xmlns:a16="http://schemas.microsoft.com/office/drawing/2014/main" val="3567078726"/>
                    </a:ext>
                  </a:extLst>
                </a:gridCol>
                <a:gridCol w="852131">
                  <a:extLst>
                    <a:ext uri="{9D8B030D-6E8A-4147-A177-3AD203B41FA5}">
                      <a16:colId xmlns:a16="http://schemas.microsoft.com/office/drawing/2014/main" val="3791507715"/>
                    </a:ext>
                  </a:extLst>
                </a:gridCol>
              </a:tblGrid>
              <a:tr h="85223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20463872"/>
                  </a:ext>
                </a:extLst>
              </a:tr>
              <a:tr h="85223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58844605"/>
                  </a:ext>
                </a:extLst>
              </a:tr>
              <a:tr h="85223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52101844"/>
                  </a:ext>
                </a:extLst>
              </a:tr>
              <a:tr h="85223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56254613"/>
                  </a:ext>
                </a:extLst>
              </a:tr>
            </a:tbl>
          </a:graphicData>
        </a:graphic>
      </p:graphicFrame>
      <p:sp>
        <p:nvSpPr>
          <p:cNvPr id="35" name="TextBox 34">
            <a:extLst>
              <a:ext uri="{FF2B5EF4-FFF2-40B4-BE49-F238E27FC236}">
                <a16:creationId xmlns:a16="http://schemas.microsoft.com/office/drawing/2014/main" id="{A002ADB7-7AC0-0C4B-7C6B-F4945A792056}"/>
              </a:ext>
            </a:extLst>
          </p:cNvPr>
          <p:cNvSpPr txBox="1"/>
          <p:nvPr/>
        </p:nvSpPr>
        <p:spPr>
          <a:xfrm>
            <a:off x="3102691" y="2116377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3</a:t>
            </a:r>
          </a:p>
        </p:txBody>
      </p: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80FFD3EF-AC28-7FD8-F0E7-D478AAB71A96}"/>
              </a:ext>
            </a:extLst>
          </p:cNvPr>
          <p:cNvCxnSpPr>
            <a:cxnSpLocks/>
          </p:cNvCxnSpPr>
          <p:nvPr/>
        </p:nvCxnSpPr>
        <p:spPr>
          <a:xfrm>
            <a:off x="1109220" y="3720118"/>
            <a:ext cx="2747885" cy="87111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TextBox 36">
            <a:extLst>
              <a:ext uri="{FF2B5EF4-FFF2-40B4-BE49-F238E27FC236}">
                <a16:creationId xmlns:a16="http://schemas.microsoft.com/office/drawing/2014/main" id="{7C22E6D3-F469-F303-D528-FF98CCE5FAFA}"/>
              </a:ext>
            </a:extLst>
          </p:cNvPr>
          <p:cNvSpPr txBox="1"/>
          <p:nvPr/>
        </p:nvSpPr>
        <p:spPr>
          <a:xfrm>
            <a:off x="2261027" y="2116377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4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7E2140CE-9D3E-7408-D84C-C206C4F583A5}"/>
              </a:ext>
            </a:extLst>
          </p:cNvPr>
          <p:cNvSpPr txBox="1"/>
          <p:nvPr/>
        </p:nvSpPr>
        <p:spPr>
          <a:xfrm>
            <a:off x="1402565" y="2116377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3</a:t>
            </a:r>
          </a:p>
        </p:txBody>
      </p:sp>
      <p:sp>
        <p:nvSpPr>
          <p:cNvPr id="50" name="Oval 49">
            <a:extLst>
              <a:ext uri="{FF2B5EF4-FFF2-40B4-BE49-F238E27FC236}">
                <a16:creationId xmlns:a16="http://schemas.microsoft.com/office/drawing/2014/main" id="{80639568-CDF4-3758-B30D-D1F993D910EA}"/>
              </a:ext>
            </a:extLst>
          </p:cNvPr>
          <p:cNvSpPr/>
          <p:nvPr/>
        </p:nvSpPr>
        <p:spPr>
          <a:xfrm>
            <a:off x="1986558" y="2435514"/>
            <a:ext cx="131167" cy="131167"/>
          </a:xfrm>
          <a:prstGeom prst="ellipse">
            <a:avLst/>
          </a:prstGeom>
          <a:solidFill>
            <a:schemeClr val="tx1"/>
          </a:solidFill>
          <a:ln w="1905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C6A7FBFB-4F60-5F72-EAE6-A83AC89F5FFD}"/>
              </a:ext>
            </a:extLst>
          </p:cNvPr>
          <p:cNvSpPr txBox="1"/>
          <p:nvPr/>
        </p:nvSpPr>
        <p:spPr>
          <a:xfrm>
            <a:off x="521503" y="2939827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+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B7D21142-3B90-3B30-C597-367F7B0A5990}"/>
              </a:ext>
            </a:extLst>
          </p:cNvPr>
          <p:cNvSpPr txBox="1"/>
          <p:nvPr/>
        </p:nvSpPr>
        <p:spPr>
          <a:xfrm>
            <a:off x="2278709" y="4545483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1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FF310EA2-3220-C164-8D53-DBD918FBF459}"/>
              </a:ext>
            </a:extLst>
          </p:cNvPr>
          <p:cNvSpPr txBox="1"/>
          <p:nvPr/>
        </p:nvSpPr>
        <p:spPr>
          <a:xfrm>
            <a:off x="1419554" y="4545483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1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C96818FB-C116-A47F-F878-ACC439BF39A2}"/>
              </a:ext>
            </a:extLst>
          </p:cNvPr>
          <p:cNvSpPr txBox="1"/>
          <p:nvPr/>
        </p:nvSpPr>
        <p:spPr>
          <a:xfrm>
            <a:off x="3102691" y="2968864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9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BAE10515-2175-7CF2-EA81-E39B48A17CD8}"/>
              </a:ext>
            </a:extLst>
          </p:cNvPr>
          <p:cNvSpPr txBox="1"/>
          <p:nvPr/>
        </p:nvSpPr>
        <p:spPr>
          <a:xfrm>
            <a:off x="2261027" y="2968864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8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BC926DFA-8D79-B7BA-5B00-FB786602FD2C}"/>
              </a:ext>
            </a:extLst>
          </p:cNvPr>
          <p:cNvSpPr txBox="1"/>
          <p:nvPr/>
        </p:nvSpPr>
        <p:spPr>
          <a:xfrm>
            <a:off x="1402565" y="2968864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1</a:t>
            </a:r>
          </a:p>
        </p:txBody>
      </p:sp>
      <p:sp>
        <p:nvSpPr>
          <p:cNvPr id="57" name="Oval 56">
            <a:extLst>
              <a:ext uri="{FF2B5EF4-FFF2-40B4-BE49-F238E27FC236}">
                <a16:creationId xmlns:a16="http://schemas.microsoft.com/office/drawing/2014/main" id="{3A66AE92-DF68-3380-63C9-0B5AB4A1C6B2}"/>
              </a:ext>
            </a:extLst>
          </p:cNvPr>
          <p:cNvSpPr/>
          <p:nvPr/>
        </p:nvSpPr>
        <p:spPr>
          <a:xfrm>
            <a:off x="1986558" y="3288001"/>
            <a:ext cx="131167" cy="131167"/>
          </a:xfrm>
          <a:prstGeom prst="ellipse">
            <a:avLst/>
          </a:prstGeom>
          <a:solidFill>
            <a:schemeClr val="tx1"/>
          </a:solidFill>
          <a:ln w="1905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B7BDFFB3-DECF-4B22-8E8F-DEBFB90DF2D3}"/>
              </a:ext>
            </a:extLst>
          </p:cNvPr>
          <p:cNvSpPr txBox="1"/>
          <p:nvPr/>
        </p:nvSpPr>
        <p:spPr>
          <a:xfrm>
            <a:off x="3102691" y="3814684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2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5F0F963A-DFF3-120F-8ADB-2DDFBA11C5A3}"/>
              </a:ext>
            </a:extLst>
          </p:cNvPr>
          <p:cNvSpPr txBox="1"/>
          <p:nvPr/>
        </p:nvSpPr>
        <p:spPr>
          <a:xfrm>
            <a:off x="2261027" y="3814684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3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02A83597-269A-8EC9-D2AE-A007D9C35846}"/>
              </a:ext>
            </a:extLst>
          </p:cNvPr>
          <p:cNvSpPr txBox="1"/>
          <p:nvPr/>
        </p:nvSpPr>
        <p:spPr>
          <a:xfrm>
            <a:off x="1402565" y="3814684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5</a:t>
            </a:r>
          </a:p>
        </p:txBody>
      </p:sp>
      <p:sp>
        <p:nvSpPr>
          <p:cNvPr id="61" name="Oval 60">
            <a:extLst>
              <a:ext uri="{FF2B5EF4-FFF2-40B4-BE49-F238E27FC236}">
                <a16:creationId xmlns:a16="http://schemas.microsoft.com/office/drawing/2014/main" id="{108BAD79-4DA6-97B0-0B8A-8E10B03CFDD9}"/>
              </a:ext>
            </a:extLst>
          </p:cNvPr>
          <p:cNvSpPr/>
          <p:nvPr/>
        </p:nvSpPr>
        <p:spPr>
          <a:xfrm>
            <a:off x="1986558" y="4133821"/>
            <a:ext cx="131167" cy="131167"/>
          </a:xfrm>
          <a:prstGeom prst="ellipse">
            <a:avLst/>
          </a:prstGeom>
          <a:solidFill>
            <a:schemeClr val="tx1"/>
          </a:solidFill>
          <a:ln w="1905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89C4A17-E661-FE6F-3CF5-D6C26292E2D0}"/>
              </a:ext>
            </a:extLst>
          </p:cNvPr>
          <p:cNvSpPr txBox="1"/>
          <p:nvPr/>
        </p:nvSpPr>
        <p:spPr>
          <a:xfrm>
            <a:off x="7816163" y="30543"/>
            <a:ext cx="200728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800" b="1" dirty="0">
                <a:latin typeface="Stencil" panose="040409050D0802020404" pitchFamily="82" charset="0"/>
              </a:rPr>
              <a:t>СЕНИН КЕЗЕГИ</a:t>
            </a:r>
            <a:r>
              <a:rPr lang="ru-RU" sz="1800" b="1" dirty="0"/>
              <a:t>Ң</a:t>
            </a:r>
            <a:endParaRPr lang="en-GB" sz="1800" b="1" dirty="0">
              <a:latin typeface="Stencil" panose="040409050D0802020404" pitchFamily="8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436263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8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12" grpId="0"/>
      <p:bldP spid="13" grpId="0"/>
      <p:bldP spid="14" grpId="0" animBg="1"/>
      <p:bldP spid="15" grpId="0"/>
      <p:bldP spid="17" grpId="0"/>
      <p:bldP spid="19" grpId="0"/>
      <p:bldP spid="20" grpId="0"/>
      <p:bldP spid="22" grpId="0"/>
      <p:bldP spid="23" grpId="0"/>
      <p:bldP spid="24" grpId="0" animBg="1"/>
      <p:bldP spid="30" grpId="0"/>
      <p:bldP spid="31" grpId="0"/>
      <p:bldP spid="32" grpId="0"/>
      <p:bldP spid="33" grpId="0" animBg="1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3F894A87-A1AF-4083-A3F7-631CA8FD7219}"/>
              </a:ext>
            </a:extLst>
          </p:cNvPr>
          <p:cNvSpPr txBox="1"/>
          <p:nvPr/>
        </p:nvSpPr>
        <p:spPr>
          <a:xfrm>
            <a:off x="3823947" y="0"/>
            <a:ext cx="225811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Ондуктарды кошуу</a:t>
            </a:r>
            <a:endParaRPr lang="en-GB" sz="2000" dirty="0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51BFBD33-D124-448C-AAFF-E3C05AF03BC3}"/>
              </a:ext>
            </a:extLst>
          </p:cNvPr>
          <p:cNvCxnSpPr>
            <a:cxnSpLocks/>
          </p:cNvCxnSpPr>
          <p:nvPr/>
        </p:nvCxnSpPr>
        <p:spPr>
          <a:xfrm flipH="1">
            <a:off x="4950940" y="400110"/>
            <a:ext cx="0" cy="6457890"/>
          </a:xfrm>
          <a:prstGeom prst="line">
            <a:avLst/>
          </a:prstGeom>
          <a:ln w="28575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TextBox 24">
            <a:extLst>
              <a:ext uri="{FF2B5EF4-FFF2-40B4-BE49-F238E27FC236}">
                <a16:creationId xmlns:a16="http://schemas.microsoft.com/office/drawing/2014/main" id="{2E3BF562-F06F-4C52-AEDC-7C7D04F4CC2C}"/>
              </a:ext>
            </a:extLst>
          </p:cNvPr>
          <p:cNvSpPr txBox="1"/>
          <p:nvPr/>
        </p:nvSpPr>
        <p:spPr>
          <a:xfrm>
            <a:off x="-4717" y="-30715"/>
            <a:ext cx="151676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y-KG" b="1" dirty="0">
                <a:latin typeface="Arial Black" panose="020B0A04020102020204" pitchFamily="34" charset="0"/>
              </a:rPr>
              <a:t>К</a:t>
            </a:r>
            <a:r>
              <a:rPr lang="ru-RU" sz="1800" b="1" dirty="0">
                <a:latin typeface="Arial Black" panose="020B0A04020102020204" pitchFamily="34" charset="0"/>
              </a:rPr>
              <a:t>Ө</a:t>
            </a:r>
            <a:r>
              <a:rPr lang="ky-KG" sz="1800" b="1" dirty="0">
                <a:latin typeface="Arial Black" panose="020B0A04020102020204" pitchFamily="34" charset="0"/>
              </a:rPr>
              <a:t>РГ</a:t>
            </a:r>
            <a:r>
              <a:rPr lang="ru-RU" sz="1800" b="1" dirty="0">
                <a:latin typeface="Arial Black" panose="020B0A04020102020204" pitchFamily="34" charset="0"/>
              </a:rPr>
              <a:t>Ө</a:t>
            </a:r>
            <a:r>
              <a:rPr lang="ky-KG" sz="1800" b="1" dirty="0">
                <a:latin typeface="Arial Black" panose="020B0A04020102020204" pitchFamily="34" charset="0"/>
              </a:rPr>
              <a:t>ЗМ</a:t>
            </a:r>
            <a:r>
              <a:rPr lang="ru-RU" sz="1800" b="1" dirty="0">
                <a:latin typeface="Arial Black" panose="020B0A04020102020204" pitchFamily="34" charset="0"/>
              </a:rPr>
              <a:t>Ө</a:t>
            </a:r>
            <a:endParaRPr lang="en-GB" b="1" dirty="0">
              <a:latin typeface="Bodoni MT Black" panose="02070A03080606020203" pitchFamily="18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C29D3E9-922C-45DF-6833-B767145B3E10}"/>
              </a:ext>
            </a:extLst>
          </p:cNvPr>
          <p:cNvSpPr txBox="1"/>
          <p:nvPr/>
        </p:nvSpPr>
        <p:spPr>
          <a:xfrm>
            <a:off x="1865151" y="461422"/>
            <a:ext cx="137986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Эсептеңиз:</a:t>
            </a:r>
            <a:endParaRPr lang="en-GB" sz="20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AEE8FEB-8370-697E-963F-EE3211D57816}"/>
              </a:ext>
            </a:extLst>
          </p:cNvPr>
          <p:cNvSpPr txBox="1"/>
          <p:nvPr/>
        </p:nvSpPr>
        <p:spPr>
          <a:xfrm>
            <a:off x="6397846" y="1085485"/>
            <a:ext cx="222048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0.84  +  0.78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C8A2529-F213-5C81-E51D-5DA38CA6DC34}"/>
              </a:ext>
            </a:extLst>
          </p:cNvPr>
          <p:cNvSpPr txBox="1"/>
          <p:nvPr/>
        </p:nvSpPr>
        <p:spPr>
          <a:xfrm>
            <a:off x="6818151" y="461422"/>
            <a:ext cx="137986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Эсептеңиз:</a:t>
            </a:r>
            <a:endParaRPr lang="en-GB" sz="2000" dirty="0"/>
          </a:p>
        </p:txBody>
      </p:sp>
      <p:graphicFrame>
        <p:nvGraphicFramePr>
          <p:cNvPr id="8" name="Table 6">
            <a:extLst>
              <a:ext uri="{FF2B5EF4-FFF2-40B4-BE49-F238E27FC236}">
                <a16:creationId xmlns:a16="http://schemas.microsoft.com/office/drawing/2014/main" id="{F63D9CAE-B2D7-99C2-44E4-4AA5C54C4929}"/>
              </a:ext>
            </a:extLst>
          </p:cNvPr>
          <p:cNvGraphicFramePr>
            <a:graphicFrameLocks noGrp="1"/>
          </p:cNvGraphicFramePr>
          <p:nvPr/>
        </p:nvGraphicFramePr>
        <p:xfrm>
          <a:off x="5311971" y="2077915"/>
          <a:ext cx="4260655" cy="3408928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852131">
                  <a:extLst>
                    <a:ext uri="{9D8B030D-6E8A-4147-A177-3AD203B41FA5}">
                      <a16:colId xmlns:a16="http://schemas.microsoft.com/office/drawing/2014/main" val="4001077677"/>
                    </a:ext>
                  </a:extLst>
                </a:gridCol>
                <a:gridCol w="852131">
                  <a:extLst>
                    <a:ext uri="{9D8B030D-6E8A-4147-A177-3AD203B41FA5}">
                      <a16:colId xmlns:a16="http://schemas.microsoft.com/office/drawing/2014/main" val="2295623795"/>
                    </a:ext>
                  </a:extLst>
                </a:gridCol>
                <a:gridCol w="852131">
                  <a:extLst>
                    <a:ext uri="{9D8B030D-6E8A-4147-A177-3AD203B41FA5}">
                      <a16:colId xmlns:a16="http://schemas.microsoft.com/office/drawing/2014/main" val="3022669155"/>
                    </a:ext>
                  </a:extLst>
                </a:gridCol>
                <a:gridCol w="852131">
                  <a:extLst>
                    <a:ext uri="{9D8B030D-6E8A-4147-A177-3AD203B41FA5}">
                      <a16:colId xmlns:a16="http://schemas.microsoft.com/office/drawing/2014/main" val="3567078726"/>
                    </a:ext>
                  </a:extLst>
                </a:gridCol>
                <a:gridCol w="852131">
                  <a:extLst>
                    <a:ext uri="{9D8B030D-6E8A-4147-A177-3AD203B41FA5}">
                      <a16:colId xmlns:a16="http://schemas.microsoft.com/office/drawing/2014/main" val="3791507715"/>
                    </a:ext>
                  </a:extLst>
                </a:gridCol>
              </a:tblGrid>
              <a:tr h="85223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20463872"/>
                  </a:ext>
                </a:extLst>
              </a:tr>
              <a:tr h="85223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58844605"/>
                  </a:ext>
                </a:extLst>
              </a:tr>
              <a:tr h="85223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52101844"/>
                  </a:ext>
                </a:extLst>
              </a:tr>
              <a:tr h="85223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56254613"/>
                  </a:ext>
                </a:extLst>
              </a:tr>
            </a:tbl>
          </a:graphicData>
        </a:graphic>
      </p:graphicFrame>
      <p:sp>
        <p:nvSpPr>
          <p:cNvPr id="10" name="TextBox 9">
            <a:extLst>
              <a:ext uri="{FF2B5EF4-FFF2-40B4-BE49-F238E27FC236}">
                <a16:creationId xmlns:a16="http://schemas.microsoft.com/office/drawing/2014/main" id="{D852A8F5-7A6B-0B62-DD14-B95F23956E69}"/>
              </a:ext>
            </a:extLst>
          </p:cNvPr>
          <p:cNvSpPr txBox="1"/>
          <p:nvPr/>
        </p:nvSpPr>
        <p:spPr>
          <a:xfrm>
            <a:off x="8055691" y="2116377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4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D9FE73BE-B4BB-BC62-EED9-F24C688D4657}"/>
              </a:ext>
            </a:extLst>
          </p:cNvPr>
          <p:cNvCxnSpPr>
            <a:cxnSpLocks/>
          </p:cNvCxnSpPr>
          <p:nvPr/>
        </p:nvCxnSpPr>
        <p:spPr>
          <a:xfrm>
            <a:off x="5944504" y="3738305"/>
            <a:ext cx="3097829" cy="3169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3EAE3051-E60B-991B-7C24-63CA382A0CAF}"/>
              </a:ext>
            </a:extLst>
          </p:cNvPr>
          <p:cNvSpPr txBox="1"/>
          <p:nvPr/>
        </p:nvSpPr>
        <p:spPr>
          <a:xfrm>
            <a:off x="7214027" y="2116377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8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859DB33-C54D-956E-2783-883FE6F768A2}"/>
              </a:ext>
            </a:extLst>
          </p:cNvPr>
          <p:cNvSpPr txBox="1"/>
          <p:nvPr/>
        </p:nvSpPr>
        <p:spPr>
          <a:xfrm>
            <a:off x="6355565" y="2116377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0</a:t>
            </a: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DD730ABA-F5C0-D5EA-9A6B-F5C77998118F}"/>
              </a:ext>
            </a:extLst>
          </p:cNvPr>
          <p:cNvSpPr/>
          <p:nvPr/>
        </p:nvSpPr>
        <p:spPr>
          <a:xfrm>
            <a:off x="6939558" y="2435514"/>
            <a:ext cx="131167" cy="131167"/>
          </a:xfrm>
          <a:prstGeom prst="ellipse">
            <a:avLst/>
          </a:prstGeom>
          <a:solidFill>
            <a:schemeClr val="tx1"/>
          </a:solidFill>
          <a:ln w="1905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6C184F76-4F83-2B77-C9A7-7FA9C442186A}"/>
              </a:ext>
            </a:extLst>
          </p:cNvPr>
          <p:cNvSpPr txBox="1"/>
          <p:nvPr/>
        </p:nvSpPr>
        <p:spPr>
          <a:xfrm>
            <a:off x="5474503" y="2939827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+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12F93A0F-4B9E-4EA8-F0BE-D60527E701A0}"/>
              </a:ext>
            </a:extLst>
          </p:cNvPr>
          <p:cNvSpPr txBox="1"/>
          <p:nvPr/>
        </p:nvSpPr>
        <p:spPr>
          <a:xfrm>
            <a:off x="7231709" y="4545483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1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0C81799A-9DA7-FEFC-49D4-7D160159DC18}"/>
              </a:ext>
            </a:extLst>
          </p:cNvPr>
          <p:cNvSpPr txBox="1"/>
          <p:nvPr/>
        </p:nvSpPr>
        <p:spPr>
          <a:xfrm>
            <a:off x="6372554" y="4545483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1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91EDA0FC-4EC1-9D11-D47C-5055939837C2}"/>
              </a:ext>
            </a:extLst>
          </p:cNvPr>
          <p:cNvSpPr txBox="1"/>
          <p:nvPr/>
        </p:nvSpPr>
        <p:spPr>
          <a:xfrm>
            <a:off x="8055691" y="2968864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8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0D87B463-4C76-76E6-7272-56BD5E9F1ACF}"/>
              </a:ext>
            </a:extLst>
          </p:cNvPr>
          <p:cNvSpPr txBox="1"/>
          <p:nvPr/>
        </p:nvSpPr>
        <p:spPr>
          <a:xfrm>
            <a:off x="7214027" y="2968864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7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AC1C5305-9B67-601E-588E-00FDDCAF541C}"/>
              </a:ext>
            </a:extLst>
          </p:cNvPr>
          <p:cNvSpPr txBox="1"/>
          <p:nvPr/>
        </p:nvSpPr>
        <p:spPr>
          <a:xfrm>
            <a:off x="6355565" y="2968864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0</a:t>
            </a:r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711830D8-B423-6A39-8DD4-68B495F4A02C}"/>
              </a:ext>
            </a:extLst>
          </p:cNvPr>
          <p:cNvSpPr/>
          <p:nvPr/>
        </p:nvSpPr>
        <p:spPr>
          <a:xfrm>
            <a:off x="6939558" y="3288001"/>
            <a:ext cx="131167" cy="131167"/>
          </a:xfrm>
          <a:prstGeom prst="ellipse">
            <a:avLst/>
          </a:prstGeom>
          <a:solidFill>
            <a:schemeClr val="tx1"/>
          </a:solidFill>
          <a:ln w="1905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D4CBDAC9-FC31-96FA-2F42-22B7928F3589}"/>
              </a:ext>
            </a:extLst>
          </p:cNvPr>
          <p:cNvSpPr txBox="1"/>
          <p:nvPr/>
        </p:nvSpPr>
        <p:spPr>
          <a:xfrm>
            <a:off x="8055691" y="3814684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2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8263EA5D-056B-672B-8687-85686F54DDD8}"/>
              </a:ext>
            </a:extLst>
          </p:cNvPr>
          <p:cNvSpPr txBox="1"/>
          <p:nvPr/>
        </p:nvSpPr>
        <p:spPr>
          <a:xfrm>
            <a:off x="7214027" y="3814684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6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81456CA1-7A69-87D9-F454-66B5683F9008}"/>
              </a:ext>
            </a:extLst>
          </p:cNvPr>
          <p:cNvSpPr txBox="1"/>
          <p:nvPr/>
        </p:nvSpPr>
        <p:spPr>
          <a:xfrm>
            <a:off x="6355565" y="3814684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1</a:t>
            </a:r>
          </a:p>
        </p:txBody>
      </p:sp>
      <p:sp>
        <p:nvSpPr>
          <p:cNvPr id="33" name="Oval 32">
            <a:extLst>
              <a:ext uri="{FF2B5EF4-FFF2-40B4-BE49-F238E27FC236}">
                <a16:creationId xmlns:a16="http://schemas.microsoft.com/office/drawing/2014/main" id="{2333010C-2624-5B8E-82CD-F727B2146604}"/>
              </a:ext>
            </a:extLst>
          </p:cNvPr>
          <p:cNvSpPr/>
          <p:nvPr/>
        </p:nvSpPr>
        <p:spPr>
          <a:xfrm>
            <a:off x="6939558" y="4133821"/>
            <a:ext cx="131167" cy="131167"/>
          </a:xfrm>
          <a:prstGeom prst="ellipse">
            <a:avLst/>
          </a:prstGeom>
          <a:solidFill>
            <a:schemeClr val="tx1"/>
          </a:solidFill>
          <a:ln w="1905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394D323-1CE9-9EB6-199B-6067E653D7C3}"/>
              </a:ext>
            </a:extLst>
          </p:cNvPr>
          <p:cNvSpPr txBox="1"/>
          <p:nvPr/>
        </p:nvSpPr>
        <p:spPr>
          <a:xfrm>
            <a:off x="1444846" y="1085485"/>
            <a:ext cx="222048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3.43  +  1.89</a:t>
            </a:r>
          </a:p>
        </p:txBody>
      </p:sp>
      <p:graphicFrame>
        <p:nvGraphicFramePr>
          <p:cNvPr id="34" name="Table 6">
            <a:extLst>
              <a:ext uri="{FF2B5EF4-FFF2-40B4-BE49-F238E27FC236}">
                <a16:creationId xmlns:a16="http://schemas.microsoft.com/office/drawing/2014/main" id="{294C1551-D2C5-7E30-B349-D00DD94A619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39920376"/>
              </p:ext>
            </p:extLst>
          </p:nvPr>
        </p:nvGraphicFramePr>
        <p:xfrm>
          <a:off x="358971" y="2077915"/>
          <a:ext cx="4260655" cy="3408928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852131">
                  <a:extLst>
                    <a:ext uri="{9D8B030D-6E8A-4147-A177-3AD203B41FA5}">
                      <a16:colId xmlns:a16="http://schemas.microsoft.com/office/drawing/2014/main" val="4001077677"/>
                    </a:ext>
                  </a:extLst>
                </a:gridCol>
                <a:gridCol w="852131">
                  <a:extLst>
                    <a:ext uri="{9D8B030D-6E8A-4147-A177-3AD203B41FA5}">
                      <a16:colId xmlns:a16="http://schemas.microsoft.com/office/drawing/2014/main" val="2295623795"/>
                    </a:ext>
                  </a:extLst>
                </a:gridCol>
                <a:gridCol w="852131">
                  <a:extLst>
                    <a:ext uri="{9D8B030D-6E8A-4147-A177-3AD203B41FA5}">
                      <a16:colId xmlns:a16="http://schemas.microsoft.com/office/drawing/2014/main" val="3022669155"/>
                    </a:ext>
                  </a:extLst>
                </a:gridCol>
                <a:gridCol w="852131">
                  <a:extLst>
                    <a:ext uri="{9D8B030D-6E8A-4147-A177-3AD203B41FA5}">
                      <a16:colId xmlns:a16="http://schemas.microsoft.com/office/drawing/2014/main" val="3567078726"/>
                    </a:ext>
                  </a:extLst>
                </a:gridCol>
                <a:gridCol w="852131">
                  <a:extLst>
                    <a:ext uri="{9D8B030D-6E8A-4147-A177-3AD203B41FA5}">
                      <a16:colId xmlns:a16="http://schemas.microsoft.com/office/drawing/2014/main" val="3791507715"/>
                    </a:ext>
                  </a:extLst>
                </a:gridCol>
              </a:tblGrid>
              <a:tr h="85223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20463872"/>
                  </a:ext>
                </a:extLst>
              </a:tr>
              <a:tr h="85223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58844605"/>
                  </a:ext>
                </a:extLst>
              </a:tr>
              <a:tr h="85223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52101844"/>
                  </a:ext>
                </a:extLst>
              </a:tr>
              <a:tr h="85223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56254613"/>
                  </a:ext>
                </a:extLst>
              </a:tr>
            </a:tbl>
          </a:graphicData>
        </a:graphic>
      </p:graphicFrame>
      <p:sp>
        <p:nvSpPr>
          <p:cNvPr id="35" name="TextBox 34">
            <a:extLst>
              <a:ext uri="{FF2B5EF4-FFF2-40B4-BE49-F238E27FC236}">
                <a16:creationId xmlns:a16="http://schemas.microsoft.com/office/drawing/2014/main" id="{DFD89E48-2F89-0C46-F3A7-8F83C39D1294}"/>
              </a:ext>
            </a:extLst>
          </p:cNvPr>
          <p:cNvSpPr txBox="1"/>
          <p:nvPr/>
        </p:nvSpPr>
        <p:spPr>
          <a:xfrm>
            <a:off x="3102691" y="2116377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3</a:t>
            </a:r>
          </a:p>
        </p:txBody>
      </p: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2ADE395D-FA36-8698-B172-E3B443B1338C}"/>
              </a:ext>
            </a:extLst>
          </p:cNvPr>
          <p:cNvCxnSpPr>
            <a:cxnSpLocks/>
          </p:cNvCxnSpPr>
          <p:nvPr/>
        </p:nvCxnSpPr>
        <p:spPr>
          <a:xfrm>
            <a:off x="1109220" y="3720118"/>
            <a:ext cx="2747885" cy="87111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TextBox 36">
            <a:extLst>
              <a:ext uri="{FF2B5EF4-FFF2-40B4-BE49-F238E27FC236}">
                <a16:creationId xmlns:a16="http://schemas.microsoft.com/office/drawing/2014/main" id="{C11DD9F4-EB5A-70B4-EB13-94A27FF1905F}"/>
              </a:ext>
            </a:extLst>
          </p:cNvPr>
          <p:cNvSpPr txBox="1"/>
          <p:nvPr/>
        </p:nvSpPr>
        <p:spPr>
          <a:xfrm>
            <a:off x="2261027" y="2116377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4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D359DAC9-1A00-2DB3-97CC-EC9D052514A4}"/>
              </a:ext>
            </a:extLst>
          </p:cNvPr>
          <p:cNvSpPr txBox="1"/>
          <p:nvPr/>
        </p:nvSpPr>
        <p:spPr>
          <a:xfrm>
            <a:off x="1402565" y="2116377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3</a:t>
            </a:r>
          </a:p>
        </p:txBody>
      </p:sp>
      <p:sp>
        <p:nvSpPr>
          <p:cNvPr id="50" name="Oval 49">
            <a:extLst>
              <a:ext uri="{FF2B5EF4-FFF2-40B4-BE49-F238E27FC236}">
                <a16:creationId xmlns:a16="http://schemas.microsoft.com/office/drawing/2014/main" id="{BDAE2445-FE1B-C5DF-18A4-EC392D159A21}"/>
              </a:ext>
            </a:extLst>
          </p:cNvPr>
          <p:cNvSpPr/>
          <p:nvPr/>
        </p:nvSpPr>
        <p:spPr>
          <a:xfrm>
            <a:off x="1986558" y="2435514"/>
            <a:ext cx="131167" cy="131167"/>
          </a:xfrm>
          <a:prstGeom prst="ellipse">
            <a:avLst/>
          </a:prstGeom>
          <a:solidFill>
            <a:schemeClr val="tx1"/>
          </a:solidFill>
          <a:ln w="1905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BEF53AE2-D629-4BE4-34CB-19BCF84758B6}"/>
              </a:ext>
            </a:extLst>
          </p:cNvPr>
          <p:cNvSpPr txBox="1"/>
          <p:nvPr/>
        </p:nvSpPr>
        <p:spPr>
          <a:xfrm>
            <a:off x="521503" y="2939827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+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8574E879-D6E7-CDBB-63F5-675849B532B6}"/>
              </a:ext>
            </a:extLst>
          </p:cNvPr>
          <p:cNvSpPr txBox="1"/>
          <p:nvPr/>
        </p:nvSpPr>
        <p:spPr>
          <a:xfrm>
            <a:off x="2278709" y="4545483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1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BBC710C6-835F-03AA-86DC-AAF9033B3517}"/>
              </a:ext>
            </a:extLst>
          </p:cNvPr>
          <p:cNvSpPr txBox="1"/>
          <p:nvPr/>
        </p:nvSpPr>
        <p:spPr>
          <a:xfrm>
            <a:off x="1419554" y="4545483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1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2456DB1F-FF3B-6DB1-09B3-AD910C9A7B17}"/>
              </a:ext>
            </a:extLst>
          </p:cNvPr>
          <p:cNvSpPr txBox="1"/>
          <p:nvPr/>
        </p:nvSpPr>
        <p:spPr>
          <a:xfrm>
            <a:off x="3102691" y="2968864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9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270B5C4C-AB17-04BC-2125-C257A657EF63}"/>
              </a:ext>
            </a:extLst>
          </p:cNvPr>
          <p:cNvSpPr txBox="1"/>
          <p:nvPr/>
        </p:nvSpPr>
        <p:spPr>
          <a:xfrm>
            <a:off x="2261027" y="2968864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8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8746ED10-B31D-9EB1-1AD1-AE12C6446625}"/>
              </a:ext>
            </a:extLst>
          </p:cNvPr>
          <p:cNvSpPr txBox="1"/>
          <p:nvPr/>
        </p:nvSpPr>
        <p:spPr>
          <a:xfrm>
            <a:off x="1402565" y="2968864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1</a:t>
            </a:r>
          </a:p>
        </p:txBody>
      </p:sp>
      <p:sp>
        <p:nvSpPr>
          <p:cNvPr id="57" name="Oval 56">
            <a:extLst>
              <a:ext uri="{FF2B5EF4-FFF2-40B4-BE49-F238E27FC236}">
                <a16:creationId xmlns:a16="http://schemas.microsoft.com/office/drawing/2014/main" id="{BB7BA2F3-7A64-F357-0228-DC14DABF37FB}"/>
              </a:ext>
            </a:extLst>
          </p:cNvPr>
          <p:cNvSpPr/>
          <p:nvPr/>
        </p:nvSpPr>
        <p:spPr>
          <a:xfrm>
            <a:off x="1986558" y="3288001"/>
            <a:ext cx="131167" cy="131167"/>
          </a:xfrm>
          <a:prstGeom prst="ellipse">
            <a:avLst/>
          </a:prstGeom>
          <a:solidFill>
            <a:schemeClr val="tx1"/>
          </a:solidFill>
          <a:ln w="1905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CE73DA32-DC79-086A-C540-E4D4D1106F15}"/>
              </a:ext>
            </a:extLst>
          </p:cNvPr>
          <p:cNvSpPr txBox="1"/>
          <p:nvPr/>
        </p:nvSpPr>
        <p:spPr>
          <a:xfrm>
            <a:off x="3102691" y="3814684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2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905F4CAF-D435-1531-9D2B-FCB79D22FD69}"/>
              </a:ext>
            </a:extLst>
          </p:cNvPr>
          <p:cNvSpPr txBox="1"/>
          <p:nvPr/>
        </p:nvSpPr>
        <p:spPr>
          <a:xfrm>
            <a:off x="2261027" y="3814684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3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4A494109-4119-BE89-13C9-DE799E288BA1}"/>
              </a:ext>
            </a:extLst>
          </p:cNvPr>
          <p:cNvSpPr txBox="1"/>
          <p:nvPr/>
        </p:nvSpPr>
        <p:spPr>
          <a:xfrm>
            <a:off x="1402565" y="3814684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5</a:t>
            </a:r>
          </a:p>
        </p:txBody>
      </p:sp>
      <p:sp>
        <p:nvSpPr>
          <p:cNvPr id="61" name="Oval 60">
            <a:extLst>
              <a:ext uri="{FF2B5EF4-FFF2-40B4-BE49-F238E27FC236}">
                <a16:creationId xmlns:a16="http://schemas.microsoft.com/office/drawing/2014/main" id="{FF041A2E-750D-3FBC-4F34-206D8E026F21}"/>
              </a:ext>
            </a:extLst>
          </p:cNvPr>
          <p:cNvSpPr/>
          <p:nvPr/>
        </p:nvSpPr>
        <p:spPr>
          <a:xfrm>
            <a:off x="1986558" y="4133821"/>
            <a:ext cx="131167" cy="131167"/>
          </a:xfrm>
          <a:prstGeom prst="ellipse">
            <a:avLst/>
          </a:prstGeom>
          <a:solidFill>
            <a:schemeClr val="tx1"/>
          </a:solidFill>
          <a:ln w="1905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04E210B-649D-4C3F-1C59-9889AED62C37}"/>
              </a:ext>
            </a:extLst>
          </p:cNvPr>
          <p:cNvSpPr txBox="1"/>
          <p:nvPr/>
        </p:nvSpPr>
        <p:spPr>
          <a:xfrm>
            <a:off x="7816163" y="30543"/>
            <a:ext cx="200728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800" b="1" dirty="0">
                <a:latin typeface="Stencil" panose="040409050D0802020404" pitchFamily="82" charset="0"/>
              </a:rPr>
              <a:t>СЕНИН КЕЗЕГИ</a:t>
            </a:r>
            <a:r>
              <a:rPr lang="ru-RU" sz="1800" b="1" dirty="0"/>
              <a:t>Ң</a:t>
            </a:r>
            <a:endParaRPr lang="en-GB" sz="1800" b="1" dirty="0">
              <a:latin typeface="Stencil" panose="040409050D0802020404" pitchFamily="8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471737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8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12" grpId="0"/>
      <p:bldP spid="13" grpId="0"/>
      <p:bldP spid="14" grpId="0" animBg="1"/>
      <p:bldP spid="15" grpId="0"/>
      <p:bldP spid="17" grpId="0"/>
      <p:bldP spid="19" grpId="0"/>
      <p:bldP spid="20" grpId="0"/>
      <p:bldP spid="22" grpId="0"/>
      <p:bldP spid="23" grpId="0"/>
      <p:bldP spid="24" grpId="0" animBg="1"/>
      <p:bldP spid="30" grpId="0"/>
      <p:bldP spid="31" grpId="0"/>
      <p:bldP spid="32" grpId="0"/>
      <p:bldP spid="33" grpId="0" animBg="1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3F894A87-A1AF-4083-A3F7-631CA8FD7219}"/>
              </a:ext>
            </a:extLst>
          </p:cNvPr>
          <p:cNvSpPr txBox="1"/>
          <p:nvPr/>
        </p:nvSpPr>
        <p:spPr>
          <a:xfrm>
            <a:off x="3823947" y="0"/>
            <a:ext cx="225811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Ондуктарды кошуу</a:t>
            </a:r>
            <a:endParaRPr lang="en-GB" sz="2000" dirty="0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51BFBD33-D124-448C-AAFF-E3C05AF03BC3}"/>
              </a:ext>
            </a:extLst>
          </p:cNvPr>
          <p:cNvCxnSpPr>
            <a:cxnSpLocks/>
          </p:cNvCxnSpPr>
          <p:nvPr/>
        </p:nvCxnSpPr>
        <p:spPr>
          <a:xfrm flipH="1">
            <a:off x="4950940" y="400110"/>
            <a:ext cx="0" cy="6457890"/>
          </a:xfrm>
          <a:prstGeom prst="line">
            <a:avLst/>
          </a:prstGeom>
          <a:ln w="28575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TextBox 24">
            <a:extLst>
              <a:ext uri="{FF2B5EF4-FFF2-40B4-BE49-F238E27FC236}">
                <a16:creationId xmlns:a16="http://schemas.microsoft.com/office/drawing/2014/main" id="{2E3BF562-F06F-4C52-AEDC-7C7D04F4CC2C}"/>
              </a:ext>
            </a:extLst>
          </p:cNvPr>
          <p:cNvSpPr txBox="1"/>
          <p:nvPr/>
        </p:nvSpPr>
        <p:spPr>
          <a:xfrm>
            <a:off x="-4717" y="-30715"/>
            <a:ext cx="151676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y-KG" b="1" dirty="0">
                <a:latin typeface="Arial Black" panose="020B0A04020102020204" pitchFamily="34" charset="0"/>
              </a:rPr>
              <a:t>К</a:t>
            </a:r>
            <a:r>
              <a:rPr lang="ru-RU" sz="1800" b="1" dirty="0">
                <a:latin typeface="Arial Black" panose="020B0A04020102020204" pitchFamily="34" charset="0"/>
              </a:rPr>
              <a:t>Ө</a:t>
            </a:r>
            <a:r>
              <a:rPr lang="ky-KG" sz="1800" b="1" dirty="0">
                <a:latin typeface="Arial Black" panose="020B0A04020102020204" pitchFamily="34" charset="0"/>
              </a:rPr>
              <a:t>РГ</a:t>
            </a:r>
            <a:r>
              <a:rPr lang="ru-RU" sz="1800" b="1" dirty="0">
                <a:latin typeface="Arial Black" panose="020B0A04020102020204" pitchFamily="34" charset="0"/>
              </a:rPr>
              <a:t>Ө</a:t>
            </a:r>
            <a:r>
              <a:rPr lang="ky-KG" sz="1800" b="1" dirty="0">
                <a:latin typeface="Arial Black" panose="020B0A04020102020204" pitchFamily="34" charset="0"/>
              </a:rPr>
              <a:t>ЗМ</a:t>
            </a:r>
            <a:r>
              <a:rPr lang="ru-RU" sz="1800" b="1" dirty="0">
                <a:latin typeface="Arial Black" panose="020B0A04020102020204" pitchFamily="34" charset="0"/>
              </a:rPr>
              <a:t>Ө</a:t>
            </a:r>
            <a:endParaRPr lang="en-GB" b="1" dirty="0">
              <a:latin typeface="Bodoni MT Black" panose="02070A03080606020203" pitchFamily="18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C29D3E9-922C-45DF-6833-B767145B3E10}"/>
              </a:ext>
            </a:extLst>
          </p:cNvPr>
          <p:cNvSpPr txBox="1"/>
          <p:nvPr/>
        </p:nvSpPr>
        <p:spPr>
          <a:xfrm>
            <a:off x="1865151" y="461422"/>
            <a:ext cx="137986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Эсептеңиз:</a:t>
            </a:r>
            <a:endParaRPr lang="en-GB" sz="20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AEE8FEB-8370-697E-963F-EE3211D57816}"/>
              </a:ext>
            </a:extLst>
          </p:cNvPr>
          <p:cNvSpPr txBox="1"/>
          <p:nvPr/>
        </p:nvSpPr>
        <p:spPr>
          <a:xfrm>
            <a:off x="6397846" y="1085485"/>
            <a:ext cx="222048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1.47  +  0.96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C8A2529-F213-5C81-E51D-5DA38CA6DC34}"/>
              </a:ext>
            </a:extLst>
          </p:cNvPr>
          <p:cNvSpPr txBox="1"/>
          <p:nvPr/>
        </p:nvSpPr>
        <p:spPr>
          <a:xfrm>
            <a:off x="6818151" y="461422"/>
            <a:ext cx="137986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Эсептеңиз:</a:t>
            </a:r>
            <a:endParaRPr lang="en-GB" sz="2000" dirty="0"/>
          </a:p>
        </p:txBody>
      </p:sp>
      <p:graphicFrame>
        <p:nvGraphicFramePr>
          <p:cNvPr id="8" name="Table 6">
            <a:extLst>
              <a:ext uri="{FF2B5EF4-FFF2-40B4-BE49-F238E27FC236}">
                <a16:creationId xmlns:a16="http://schemas.microsoft.com/office/drawing/2014/main" id="{F63D9CAE-B2D7-99C2-44E4-4AA5C54C4929}"/>
              </a:ext>
            </a:extLst>
          </p:cNvPr>
          <p:cNvGraphicFramePr>
            <a:graphicFrameLocks noGrp="1"/>
          </p:cNvGraphicFramePr>
          <p:nvPr/>
        </p:nvGraphicFramePr>
        <p:xfrm>
          <a:off x="5311971" y="2077915"/>
          <a:ext cx="4260655" cy="3408928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852131">
                  <a:extLst>
                    <a:ext uri="{9D8B030D-6E8A-4147-A177-3AD203B41FA5}">
                      <a16:colId xmlns:a16="http://schemas.microsoft.com/office/drawing/2014/main" val="4001077677"/>
                    </a:ext>
                  </a:extLst>
                </a:gridCol>
                <a:gridCol w="852131">
                  <a:extLst>
                    <a:ext uri="{9D8B030D-6E8A-4147-A177-3AD203B41FA5}">
                      <a16:colId xmlns:a16="http://schemas.microsoft.com/office/drawing/2014/main" val="2295623795"/>
                    </a:ext>
                  </a:extLst>
                </a:gridCol>
                <a:gridCol w="852131">
                  <a:extLst>
                    <a:ext uri="{9D8B030D-6E8A-4147-A177-3AD203B41FA5}">
                      <a16:colId xmlns:a16="http://schemas.microsoft.com/office/drawing/2014/main" val="3022669155"/>
                    </a:ext>
                  </a:extLst>
                </a:gridCol>
                <a:gridCol w="852131">
                  <a:extLst>
                    <a:ext uri="{9D8B030D-6E8A-4147-A177-3AD203B41FA5}">
                      <a16:colId xmlns:a16="http://schemas.microsoft.com/office/drawing/2014/main" val="3567078726"/>
                    </a:ext>
                  </a:extLst>
                </a:gridCol>
                <a:gridCol w="852131">
                  <a:extLst>
                    <a:ext uri="{9D8B030D-6E8A-4147-A177-3AD203B41FA5}">
                      <a16:colId xmlns:a16="http://schemas.microsoft.com/office/drawing/2014/main" val="3791507715"/>
                    </a:ext>
                  </a:extLst>
                </a:gridCol>
              </a:tblGrid>
              <a:tr h="85223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20463872"/>
                  </a:ext>
                </a:extLst>
              </a:tr>
              <a:tr h="85223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58844605"/>
                  </a:ext>
                </a:extLst>
              </a:tr>
              <a:tr h="85223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52101844"/>
                  </a:ext>
                </a:extLst>
              </a:tr>
              <a:tr h="85223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56254613"/>
                  </a:ext>
                </a:extLst>
              </a:tr>
            </a:tbl>
          </a:graphicData>
        </a:graphic>
      </p:graphicFrame>
      <p:sp>
        <p:nvSpPr>
          <p:cNvPr id="10" name="TextBox 9">
            <a:extLst>
              <a:ext uri="{FF2B5EF4-FFF2-40B4-BE49-F238E27FC236}">
                <a16:creationId xmlns:a16="http://schemas.microsoft.com/office/drawing/2014/main" id="{D852A8F5-7A6B-0B62-DD14-B95F23956E69}"/>
              </a:ext>
            </a:extLst>
          </p:cNvPr>
          <p:cNvSpPr txBox="1"/>
          <p:nvPr/>
        </p:nvSpPr>
        <p:spPr>
          <a:xfrm>
            <a:off x="8055691" y="2116377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7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D9FE73BE-B4BB-BC62-EED9-F24C688D4657}"/>
              </a:ext>
            </a:extLst>
          </p:cNvPr>
          <p:cNvCxnSpPr>
            <a:cxnSpLocks/>
          </p:cNvCxnSpPr>
          <p:nvPr/>
        </p:nvCxnSpPr>
        <p:spPr>
          <a:xfrm flipV="1">
            <a:off x="5944504" y="3738305"/>
            <a:ext cx="2966740" cy="135426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3EAE3051-E60B-991B-7C24-63CA382A0CAF}"/>
              </a:ext>
            </a:extLst>
          </p:cNvPr>
          <p:cNvSpPr txBox="1"/>
          <p:nvPr/>
        </p:nvSpPr>
        <p:spPr>
          <a:xfrm>
            <a:off x="7214027" y="2116377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4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859DB33-C54D-956E-2783-883FE6F768A2}"/>
              </a:ext>
            </a:extLst>
          </p:cNvPr>
          <p:cNvSpPr txBox="1"/>
          <p:nvPr/>
        </p:nvSpPr>
        <p:spPr>
          <a:xfrm>
            <a:off x="6355565" y="2116377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1</a:t>
            </a: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DD730ABA-F5C0-D5EA-9A6B-F5C77998118F}"/>
              </a:ext>
            </a:extLst>
          </p:cNvPr>
          <p:cNvSpPr/>
          <p:nvPr/>
        </p:nvSpPr>
        <p:spPr>
          <a:xfrm>
            <a:off x="6939558" y="2435514"/>
            <a:ext cx="131167" cy="131167"/>
          </a:xfrm>
          <a:prstGeom prst="ellipse">
            <a:avLst/>
          </a:prstGeom>
          <a:solidFill>
            <a:schemeClr val="tx1"/>
          </a:solidFill>
          <a:ln w="1905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6C184F76-4F83-2B77-C9A7-7FA9C442186A}"/>
              </a:ext>
            </a:extLst>
          </p:cNvPr>
          <p:cNvSpPr txBox="1"/>
          <p:nvPr/>
        </p:nvSpPr>
        <p:spPr>
          <a:xfrm>
            <a:off x="5474503" y="2939827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+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12F93A0F-4B9E-4EA8-F0BE-D60527E701A0}"/>
              </a:ext>
            </a:extLst>
          </p:cNvPr>
          <p:cNvSpPr txBox="1"/>
          <p:nvPr/>
        </p:nvSpPr>
        <p:spPr>
          <a:xfrm>
            <a:off x="7231709" y="4545483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1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0C81799A-9DA7-FEFC-49D4-7D160159DC18}"/>
              </a:ext>
            </a:extLst>
          </p:cNvPr>
          <p:cNvSpPr txBox="1"/>
          <p:nvPr/>
        </p:nvSpPr>
        <p:spPr>
          <a:xfrm>
            <a:off x="6372554" y="4545483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1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91EDA0FC-4EC1-9D11-D47C-5055939837C2}"/>
              </a:ext>
            </a:extLst>
          </p:cNvPr>
          <p:cNvSpPr txBox="1"/>
          <p:nvPr/>
        </p:nvSpPr>
        <p:spPr>
          <a:xfrm>
            <a:off x="8055691" y="2968864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6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0D87B463-4C76-76E6-7272-56BD5E9F1ACF}"/>
              </a:ext>
            </a:extLst>
          </p:cNvPr>
          <p:cNvSpPr txBox="1"/>
          <p:nvPr/>
        </p:nvSpPr>
        <p:spPr>
          <a:xfrm>
            <a:off x="7214027" y="2968864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9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AC1C5305-9B67-601E-588E-00FDDCAF541C}"/>
              </a:ext>
            </a:extLst>
          </p:cNvPr>
          <p:cNvSpPr txBox="1"/>
          <p:nvPr/>
        </p:nvSpPr>
        <p:spPr>
          <a:xfrm>
            <a:off x="6355565" y="2968864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0</a:t>
            </a:r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711830D8-B423-6A39-8DD4-68B495F4A02C}"/>
              </a:ext>
            </a:extLst>
          </p:cNvPr>
          <p:cNvSpPr/>
          <p:nvPr/>
        </p:nvSpPr>
        <p:spPr>
          <a:xfrm>
            <a:off x="6939558" y="3288001"/>
            <a:ext cx="131167" cy="131167"/>
          </a:xfrm>
          <a:prstGeom prst="ellipse">
            <a:avLst/>
          </a:prstGeom>
          <a:solidFill>
            <a:schemeClr val="tx1"/>
          </a:solidFill>
          <a:ln w="1905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D4CBDAC9-FC31-96FA-2F42-22B7928F3589}"/>
              </a:ext>
            </a:extLst>
          </p:cNvPr>
          <p:cNvSpPr txBox="1"/>
          <p:nvPr/>
        </p:nvSpPr>
        <p:spPr>
          <a:xfrm>
            <a:off x="8055691" y="3814684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3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8263EA5D-056B-672B-8687-85686F54DDD8}"/>
              </a:ext>
            </a:extLst>
          </p:cNvPr>
          <p:cNvSpPr txBox="1"/>
          <p:nvPr/>
        </p:nvSpPr>
        <p:spPr>
          <a:xfrm>
            <a:off x="7214027" y="3814684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4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81456CA1-7A69-87D9-F454-66B5683F9008}"/>
              </a:ext>
            </a:extLst>
          </p:cNvPr>
          <p:cNvSpPr txBox="1"/>
          <p:nvPr/>
        </p:nvSpPr>
        <p:spPr>
          <a:xfrm>
            <a:off x="6355565" y="3814684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2</a:t>
            </a:r>
          </a:p>
        </p:txBody>
      </p:sp>
      <p:sp>
        <p:nvSpPr>
          <p:cNvPr id="33" name="Oval 32">
            <a:extLst>
              <a:ext uri="{FF2B5EF4-FFF2-40B4-BE49-F238E27FC236}">
                <a16:creationId xmlns:a16="http://schemas.microsoft.com/office/drawing/2014/main" id="{2333010C-2624-5B8E-82CD-F727B2146604}"/>
              </a:ext>
            </a:extLst>
          </p:cNvPr>
          <p:cNvSpPr/>
          <p:nvPr/>
        </p:nvSpPr>
        <p:spPr>
          <a:xfrm>
            <a:off x="6939558" y="4133821"/>
            <a:ext cx="131167" cy="131167"/>
          </a:xfrm>
          <a:prstGeom prst="ellipse">
            <a:avLst/>
          </a:prstGeom>
          <a:solidFill>
            <a:schemeClr val="tx1"/>
          </a:solidFill>
          <a:ln w="1905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74DEBB6-2E08-DCB3-EF1F-2D569C380405}"/>
              </a:ext>
            </a:extLst>
          </p:cNvPr>
          <p:cNvSpPr txBox="1"/>
          <p:nvPr/>
        </p:nvSpPr>
        <p:spPr>
          <a:xfrm>
            <a:off x="1444846" y="1085485"/>
            <a:ext cx="222048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3.43  +  1.89</a:t>
            </a:r>
          </a:p>
        </p:txBody>
      </p:sp>
      <p:graphicFrame>
        <p:nvGraphicFramePr>
          <p:cNvPr id="34" name="Table 6">
            <a:extLst>
              <a:ext uri="{FF2B5EF4-FFF2-40B4-BE49-F238E27FC236}">
                <a16:creationId xmlns:a16="http://schemas.microsoft.com/office/drawing/2014/main" id="{95131436-78D2-3E8B-E466-043C4D1E3C9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39920376"/>
              </p:ext>
            </p:extLst>
          </p:nvPr>
        </p:nvGraphicFramePr>
        <p:xfrm>
          <a:off x="358971" y="2077915"/>
          <a:ext cx="4260655" cy="3408928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852131">
                  <a:extLst>
                    <a:ext uri="{9D8B030D-6E8A-4147-A177-3AD203B41FA5}">
                      <a16:colId xmlns:a16="http://schemas.microsoft.com/office/drawing/2014/main" val="4001077677"/>
                    </a:ext>
                  </a:extLst>
                </a:gridCol>
                <a:gridCol w="852131">
                  <a:extLst>
                    <a:ext uri="{9D8B030D-6E8A-4147-A177-3AD203B41FA5}">
                      <a16:colId xmlns:a16="http://schemas.microsoft.com/office/drawing/2014/main" val="2295623795"/>
                    </a:ext>
                  </a:extLst>
                </a:gridCol>
                <a:gridCol w="852131">
                  <a:extLst>
                    <a:ext uri="{9D8B030D-6E8A-4147-A177-3AD203B41FA5}">
                      <a16:colId xmlns:a16="http://schemas.microsoft.com/office/drawing/2014/main" val="3022669155"/>
                    </a:ext>
                  </a:extLst>
                </a:gridCol>
                <a:gridCol w="852131">
                  <a:extLst>
                    <a:ext uri="{9D8B030D-6E8A-4147-A177-3AD203B41FA5}">
                      <a16:colId xmlns:a16="http://schemas.microsoft.com/office/drawing/2014/main" val="3567078726"/>
                    </a:ext>
                  </a:extLst>
                </a:gridCol>
                <a:gridCol w="852131">
                  <a:extLst>
                    <a:ext uri="{9D8B030D-6E8A-4147-A177-3AD203B41FA5}">
                      <a16:colId xmlns:a16="http://schemas.microsoft.com/office/drawing/2014/main" val="3791507715"/>
                    </a:ext>
                  </a:extLst>
                </a:gridCol>
              </a:tblGrid>
              <a:tr h="85223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20463872"/>
                  </a:ext>
                </a:extLst>
              </a:tr>
              <a:tr h="85223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58844605"/>
                  </a:ext>
                </a:extLst>
              </a:tr>
              <a:tr h="85223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52101844"/>
                  </a:ext>
                </a:extLst>
              </a:tr>
              <a:tr h="85223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56254613"/>
                  </a:ext>
                </a:extLst>
              </a:tr>
            </a:tbl>
          </a:graphicData>
        </a:graphic>
      </p:graphicFrame>
      <p:sp>
        <p:nvSpPr>
          <p:cNvPr id="35" name="TextBox 34">
            <a:extLst>
              <a:ext uri="{FF2B5EF4-FFF2-40B4-BE49-F238E27FC236}">
                <a16:creationId xmlns:a16="http://schemas.microsoft.com/office/drawing/2014/main" id="{87DCFBCB-2631-DE55-48ED-CECAD11323E2}"/>
              </a:ext>
            </a:extLst>
          </p:cNvPr>
          <p:cNvSpPr txBox="1"/>
          <p:nvPr/>
        </p:nvSpPr>
        <p:spPr>
          <a:xfrm>
            <a:off x="3102691" y="2116377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3</a:t>
            </a:r>
          </a:p>
        </p:txBody>
      </p: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24CADCB6-D4DB-13F5-56B9-E4784FFB9E94}"/>
              </a:ext>
            </a:extLst>
          </p:cNvPr>
          <p:cNvCxnSpPr>
            <a:cxnSpLocks/>
          </p:cNvCxnSpPr>
          <p:nvPr/>
        </p:nvCxnSpPr>
        <p:spPr>
          <a:xfrm>
            <a:off x="1109220" y="3720118"/>
            <a:ext cx="2747885" cy="87111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TextBox 36">
            <a:extLst>
              <a:ext uri="{FF2B5EF4-FFF2-40B4-BE49-F238E27FC236}">
                <a16:creationId xmlns:a16="http://schemas.microsoft.com/office/drawing/2014/main" id="{DE8CAF72-B8C1-B96B-E88C-48C89546D09C}"/>
              </a:ext>
            </a:extLst>
          </p:cNvPr>
          <p:cNvSpPr txBox="1"/>
          <p:nvPr/>
        </p:nvSpPr>
        <p:spPr>
          <a:xfrm>
            <a:off x="2261027" y="2116377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4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C44229B5-8351-64D6-A3D6-EDFAE1ED4EBC}"/>
              </a:ext>
            </a:extLst>
          </p:cNvPr>
          <p:cNvSpPr txBox="1"/>
          <p:nvPr/>
        </p:nvSpPr>
        <p:spPr>
          <a:xfrm>
            <a:off x="1402565" y="2116377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3</a:t>
            </a:r>
          </a:p>
        </p:txBody>
      </p:sp>
      <p:sp>
        <p:nvSpPr>
          <p:cNvPr id="50" name="Oval 49">
            <a:extLst>
              <a:ext uri="{FF2B5EF4-FFF2-40B4-BE49-F238E27FC236}">
                <a16:creationId xmlns:a16="http://schemas.microsoft.com/office/drawing/2014/main" id="{0C0E61D9-59A6-A588-587F-0FDB9219BCE7}"/>
              </a:ext>
            </a:extLst>
          </p:cNvPr>
          <p:cNvSpPr/>
          <p:nvPr/>
        </p:nvSpPr>
        <p:spPr>
          <a:xfrm>
            <a:off x="1986558" y="2435514"/>
            <a:ext cx="131167" cy="131167"/>
          </a:xfrm>
          <a:prstGeom prst="ellipse">
            <a:avLst/>
          </a:prstGeom>
          <a:solidFill>
            <a:schemeClr val="tx1"/>
          </a:solidFill>
          <a:ln w="1905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65000CD2-099F-B31C-D75F-4D12A0648876}"/>
              </a:ext>
            </a:extLst>
          </p:cNvPr>
          <p:cNvSpPr txBox="1"/>
          <p:nvPr/>
        </p:nvSpPr>
        <p:spPr>
          <a:xfrm>
            <a:off x="521503" y="2939827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+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88BC19D4-3EA9-3D0D-B930-ADE63958507E}"/>
              </a:ext>
            </a:extLst>
          </p:cNvPr>
          <p:cNvSpPr txBox="1"/>
          <p:nvPr/>
        </p:nvSpPr>
        <p:spPr>
          <a:xfrm>
            <a:off x="2278709" y="4545483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1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69EE5EC8-74BE-F153-B797-EDCEA47AB3C3}"/>
              </a:ext>
            </a:extLst>
          </p:cNvPr>
          <p:cNvSpPr txBox="1"/>
          <p:nvPr/>
        </p:nvSpPr>
        <p:spPr>
          <a:xfrm>
            <a:off x="1419554" y="4545483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1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AC89BE90-D9AD-A67D-7B5C-F765AF3A3EB0}"/>
              </a:ext>
            </a:extLst>
          </p:cNvPr>
          <p:cNvSpPr txBox="1"/>
          <p:nvPr/>
        </p:nvSpPr>
        <p:spPr>
          <a:xfrm>
            <a:off x="3102691" y="2968864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9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548746A6-A316-9687-4CDE-49417E73E91A}"/>
              </a:ext>
            </a:extLst>
          </p:cNvPr>
          <p:cNvSpPr txBox="1"/>
          <p:nvPr/>
        </p:nvSpPr>
        <p:spPr>
          <a:xfrm>
            <a:off x="2261027" y="2968864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8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3D2010D2-1C66-A2A9-449A-20B0F86B8A83}"/>
              </a:ext>
            </a:extLst>
          </p:cNvPr>
          <p:cNvSpPr txBox="1"/>
          <p:nvPr/>
        </p:nvSpPr>
        <p:spPr>
          <a:xfrm>
            <a:off x="1402565" y="2968864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1</a:t>
            </a:r>
          </a:p>
        </p:txBody>
      </p:sp>
      <p:sp>
        <p:nvSpPr>
          <p:cNvPr id="57" name="Oval 56">
            <a:extLst>
              <a:ext uri="{FF2B5EF4-FFF2-40B4-BE49-F238E27FC236}">
                <a16:creationId xmlns:a16="http://schemas.microsoft.com/office/drawing/2014/main" id="{A10CA7F6-EE94-0784-4660-46F989238A6D}"/>
              </a:ext>
            </a:extLst>
          </p:cNvPr>
          <p:cNvSpPr/>
          <p:nvPr/>
        </p:nvSpPr>
        <p:spPr>
          <a:xfrm>
            <a:off x="1986558" y="3288001"/>
            <a:ext cx="131167" cy="131167"/>
          </a:xfrm>
          <a:prstGeom prst="ellipse">
            <a:avLst/>
          </a:prstGeom>
          <a:solidFill>
            <a:schemeClr val="tx1"/>
          </a:solidFill>
          <a:ln w="1905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9D0D117C-6C86-276B-202B-464B0E94E929}"/>
              </a:ext>
            </a:extLst>
          </p:cNvPr>
          <p:cNvSpPr txBox="1"/>
          <p:nvPr/>
        </p:nvSpPr>
        <p:spPr>
          <a:xfrm>
            <a:off x="3102691" y="3814684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2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1F78121B-A916-FC29-E1AB-1B2D7ABAAAD6}"/>
              </a:ext>
            </a:extLst>
          </p:cNvPr>
          <p:cNvSpPr txBox="1"/>
          <p:nvPr/>
        </p:nvSpPr>
        <p:spPr>
          <a:xfrm>
            <a:off x="2261027" y="3814684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3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94FACA8C-725F-2E27-04C9-0B02EE92BDC3}"/>
              </a:ext>
            </a:extLst>
          </p:cNvPr>
          <p:cNvSpPr txBox="1"/>
          <p:nvPr/>
        </p:nvSpPr>
        <p:spPr>
          <a:xfrm>
            <a:off x="1402565" y="3814684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5</a:t>
            </a:r>
          </a:p>
        </p:txBody>
      </p:sp>
      <p:sp>
        <p:nvSpPr>
          <p:cNvPr id="61" name="Oval 60">
            <a:extLst>
              <a:ext uri="{FF2B5EF4-FFF2-40B4-BE49-F238E27FC236}">
                <a16:creationId xmlns:a16="http://schemas.microsoft.com/office/drawing/2014/main" id="{DC157BAA-73EB-6A42-B2DD-A8DB67DCFBCD}"/>
              </a:ext>
            </a:extLst>
          </p:cNvPr>
          <p:cNvSpPr/>
          <p:nvPr/>
        </p:nvSpPr>
        <p:spPr>
          <a:xfrm>
            <a:off x="1986558" y="4133821"/>
            <a:ext cx="131167" cy="131167"/>
          </a:xfrm>
          <a:prstGeom prst="ellipse">
            <a:avLst/>
          </a:prstGeom>
          <a:solidFill>
            <a:schemeClr val="tx1"/>
          </a:solidFill>
          <a:ln w="1905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E0F101B-DD84-4C2E-181B-C139B0C17914}"/>
              </a:ext>
            </a:extLst>
          </p:cNvPr>
          <p:cNvSpPr txBox="1"/>
          <p:nvPr/>
        </p:nvSpPr>
        <p:spPr>
          <a:xfrm>
            <a:off x="7816163" y="30543"/>
            <a:ext cx="200728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800" b="1" dirty="0">
                <a:latin typeface="Stencil" panose="040409050D0802020404" pitchFamily="82" charset="0"/>
              </a:rPr>
              <a:t>СЕНИН КЕЗЕГИ</a:t>
            </a:r>
            <a:r>
              <a:rPr lang="ru-RU" sz="1800" b="1" dirty="0"/>
              <a:t>Ң</a:t>
            </a:r>
            <a:endParaRPr lang="en-GB" sz="1800" b="1" dirty="0">
              <a:latin typeface="Stencil" panose="040409050D0802020404" pitchFamily="8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855056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8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12" grpId="0"/>
      <p:bldP spid="13" grpId="0"/>
      <p:bldP spid="14" grpId="0" animBg="1"/>
      <p:bldP spid="15" grpId="0"/>
      <p:bldP spid="17" grpId="0"/>
      <p:bldP spid="19" grpId="0"/>
      <p:bldP spid="20" grpId="0"/>
      <p:bldP spid="22" grpId="0"/>
      <p:bldP spid="23" grpId="0"/>
      <p:bldP spid="24" grpId="0" animBg="1"/>
      <p:bldP spid="30" grpId="0"/>
      <p:bldP spid="31" grpId="0"/>
      <p:bldP spid="32" grpId="0"/>
      <p:bldP spid="33" grpId="0" animBg="1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3F894A87-A1AF-4083-A3F7-631CA8FD7219}"/>
              </a:ext>
            </a:extLst>
          </p:cNvPr>
          <p:cNvSpPr txBox="1"/>
          <p:nvPr/>
        </p:nvSpPr>
        <p:spPr>
          <a:xfrm>
            <a:off x="3823947" y="0"/>
            <a:ext cx="225811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Ондуктарды кошуу</a:t>
            </a:r>
            <a:endParaRPr lang="en-GB" sz="2000" dirty="0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51BFBD33-D124-448C-AAFF-E3C05AF03BC3}"/>
              </a:ext>
            </a:extLst>
          </p:cNvPr>
          <p:cNvCxnSpPr>
            <a:cxnSpLocks/>
          </p:cNvCxnSpPr>
          <p:nvPr/>
        </p:nvCxnSpPr>
        <p:spPr>
          <a:xfrm flipH="1">
            <a:off x="4950940" y="400110"/>
            <a:ext cx="0" cy="6457890"/>
          </a:xfrm>
          <a:prstGeom prst="line">
            <a:avLst/>
          </a:prstGeom>
          <a:ln w="28575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TextBox 24">
            <a:extLst>
              <a:ext uri="{FF2B5EF4-FFF2-40B4-BE49-F238E27FC236}">
                <a16:creationId xmlns:a16="http://schemas.microsoft.com/office/drawing/2014/main" id="{2E3BF562-F06F-4C52-AEDC-7C7D04F4CC2C}"/>
              </a:ext>
            </a:extLst>
          </p:cNvPr>
          <p:cNvSpPr txBox="1"/>
          <p:nvPr/>
        </p:nvSpPr>
        <p:spPr>
          <a:xfrm>
            <a:off x="-4717" y="-30715"/>
            <a:ext cx="151676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y-KG" b="1" dirty="0">
                <a:latin typeface="Arial Black" panose="020B0A04020102020204" pitchFamily="34" charset="0"/>
              </a:rPr>
              <a:t>К</a:t>
            </a:r>
            <a:r>
              <a:rPr lang="ru-RU" sz="1800" b="1" dirty="0">
                <a:latin typeface="Arial Black" panose="020B0A04020102020204" pitchFamily="34" charset="0"/>
              </a:rPr>
              <a:t>Ө</a:t>
            </a:r>
            <a:r>
              <a:rPr lang="ky-KG" sz="1800" b="1" dirty="0">
                <a:latin typeface="Arial Black" panose="020B0A04020102020204" pitchFamily="34" charset="0"/>
              </a:rPr>
              <a:t>РГ</a:t>
            </a:r>
            <a:r>
              <a:rPr lang="ru-RU" sz="1800" b="1" dirty="0">
                <a:latin typeface="Arial Black" panose="020B0A04020102020204" pitchFamily="34" charset="0"/>
              </a:rPr>
              <a:t>Ө</a:t>
            </a:r>
            <a:r>
              <a:rPr lang="ky-KG" sz="1800" b="1" dirty="0">
                <a:latin typeface="Arial Black" panose="020B0A04020102020204" pitchFamily="34" charset="0"/>
              </a:rPr>
              <a:t>ЗМ</a:t>
            </a:r>
            <a:r>
              <a:rPr lang="ru-RU" sz="1800" b="1" dirty="0">
                <a:latin typeface="Arial Black" panose="020B0A04020102020204" pitchFamily="34" charset="0"/>
              </a:rPr>
              <a:t>Ө</a:t>
            </a:r>
            <a:endParaRPr lang="en-GB" b="1" dirty="0">
              <a:latin typeface="Bodoni MT Black" panose="02070A03080606020203" pitchFamily="18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C29D3E9-922C-45DF-6833-B767145B3E10}"/>
              </a:ext>
            </a:extLst>
          </p:cNvPr>
          <p:cNvSpPr txBox="1"/>
          <p:nvPr/>
        </p:nvSpPr>
        <p:spPr>
          <a:xfrm>
            <a:off x="1865151" y="461422"/>
            <a:ext cx="137986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Эсептеңиз:</a:t>
            </a:r>
            <a:endParaRPr lang="en-GB" sz="20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AEE8FEB-8370-697E-963F-EE3211D57816}"/>
              </a:ext>
            </a:extLst>
          </p:cNvPr>
          <p:cNvSpPr txBox="1"/>
          <p:nvPr/>
        </p:nvSpPr>
        <p:spPr>
          <a:xfrm>
            <a:off x="6397846" y="1085485"/>
            <a:ext cx="222048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3.65  +  1.87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C8A2529-F213-5C81-E51D-5DA38CA6DC34}"/>
              </a:ext>
            </a:extLst>
          </p:cNvPr>
          <p:cNvSpPr txBox="1"/>
          <p:nvPr/>
        </p:nvSpPr>
        <p:spPr>
          <a:xfrm>
            <a:off x="6818151" y="461422"/>
            <a:ext cx="137986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Эсептеңиз:</a:t>
            </a:r>
            <a:endParaRPr lang="en-GB" sz="2000" dirty="0"/>
          </a:p>
        </p:txBody>
      </p:sp>
      <p:graphicFrame>
        <p:nvGraphicFramePr>
          <p:cNvPr id="8" name="Table 6">
            <a:extLst>
              <a:ext uri="{FF2B5EF4-FFF2-40B4-BE49-F238E27FC236}">
                <a16:creationId xmlns:a16="http://schemas.microsoft.com/office/drawing/2014/main" id="{F63D9CAE-B2D7-99C2-44E4-4AA5C54C4929}"/>
              </a:ext>
            </a:extLst>
          </p:cNvPr>
          <p:cNvGraphicFramePr>
            <a:graphicFrameLocks noGrp="1"/>
          </p:cNvGraphicFramePr>
          <p:nvPr/>
        </p:nvGraphicFramePr>
        <p:xfrm>
          <a:off x="5311971" y="2077915"/>
          <a:ext cx="4260655" cy="3408928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852131">
                  <a:extLst>
                    <a:ext uri="{9D8B030D-6E8A-4147-A177-3AD203B41FA5}">
                      <a16:colId xmlns:a16="http://schemas.microsoft.com/office/drawing/2014/main" val="4001077677"/>
                    </a:ext>
                  </a:extLst>
                </a:gridCol>
                <a:gridCol w="852131">
                  <a:extLst>
                    <a:ext uri="{9D8B030D-6E8A-4147-A177-3AD203B41FA5}">
                      <a16:colId xmlns:a16="http://schemas.microsoft.com/office/drawing/2014/main" val="2295623795"/>
                    </a:ext>
                  </a:extLst>
                </a:gridCol>
                <a:gridCol w="852131">
                  <a:extLst>
                    <a:ext uri="{9D8B030D-6E8A-4147-A177-3AD203B41FA5}">
                      <a16:colId xmlns:a16="http://schemas.microsoft.com/office/drawing/2014/main" val="3022669155"/>
                    </a:ext>
                  </a:extLst>
                </a:gridCol>
                <a:gridCol w="852131">
                  <a:extLst>
                    <a:ext uri="{9D8B030D-6E8A-4147-A177-3AD203B41FA5}">
                      <a16:colId xmlns:a16="http://schemas.microsoft.com/office/drawing/2014/main" val="3567078726"/>
                    </a:ext>
                  </a:extLst>
                </a:gridCol>
                <a:gridCol w="852131">
                  <a:extLst>
                    <a:ext uri="{9D8B030D-6E8A-4147-A177-3AD203B41FA5}">
                      <a16:colId xmlns:a16="http://schemas.microsoft.com/office/drawing/2014/main" val="3791507715"/>
                    </a:ext>
                  </a:extLst>
                </a:gridCol>
              </a:tblGrid>
              <a:tr h="85223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20463872"/>
                  </a:ext>
                </a:extLst>
              </a:tr>
              <a:tr h="85223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58844605"/>
                  </a:ext>
                </a:extLst>
              </a:tr>
              <a:tr h="85223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52101844"/>
                  </a:ext>
                </a:extLst>
              </a:tr>
              <a:tr h="85223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56254613"/>
                  </a:ext>
                </a:extLst>
              </a:tr>
            </a:tbl>
          </a:graphicData>
        </a:graphic>
      </p:graphicFrame>
      <p:sp>
        <p:nvSpPr>
          <p:cNvPr id="10" name="TextBox 9">
            <a:extLst>
              <a:ext uri="{FF2B5EF4-FFF2-40B4-BE49-F238E27FC236}">
                <a16:creationId xmlns:a16="http://schemas.microsoft.com/office/drawing/2014/main" id="{D852A8F5-7A6B-0B62-DD14-B95F23956E69}"/>
              </a:ext>
            </a:extLst>
          </p:cNvPr>
          <p:cNvSpPr txBox="1"/>
          <p:nvPr/>
        </p:nvSpPr>
        <p:spPr>
          <a:xfrm>
            <a:off x="8055691" y="2116377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5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D9FE73BE-B4BB-BC62-EED9-F24C688D4657}"/>
              </a:ext>
            </a:extLst>
          </p:cNvPr>
          <p:cNvCxnSpPr>
            <a:cxnSpLocks/>
          </p:cNvCxnSpPr>
          <p:nvPr/>
        </p:nvCxnSpPr>
        <p:spPr>
          <a:xfrm flipV="1">
            <a:off x="5752407" y="3738305"/>
            <a:ext cx="3108960" cy="76379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3EAE3051-E60B-991B-7C24-63CA382A0CAF}"/>
              </a:ext>
            </a:extLst>
          </p:cNvPr>
          <p:cNvSpPr txBox="1"/>
          <p:nvPr/>
        </p:nvSpPr>
        <p:spPr>
          <a:xfrm>
            <a:off x="7214027" y="2116377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6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859DB33-C54D-956E-2783-883FE6F768A2}"/>
              </a:ext>
            </a:extLst>
          </p:cNvPr>
          <p:cNvSpPr txBox="1"/>
          <p:nvPr/>
        </p:nvSpPr>
        <p:spPr>
          <a:xfrm>
            <a:off x="6355565" y="2116377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3</a:t>
            </a: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DD730ABA-F5C0-D5EA-9A6B-F5C77998118F}"/>
              </a:ext>
            </a:extLst>
          </p:cNvPr>
          <p:cNvSpPr/>
          <p:nvPr/>
        </p:nvSpPr>
        <p:spPr>
          <a:xfrm>
            <a:off x="6939558" y="2435514"/>
            <a:ext cx="131167" cy="131167"/>
          </a:xfrm>
          <a:prstGeom prst="ellipse">
            <a:avLst/>
          </a:prstGeom>
          <a:solidFill>
            <a:schemeClr val="tx1"/>
          </a:solidFill>
          <a:ln w="1905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6C184F76-4F83-2B77-C9A7-7FA9C442186A}"/>
              </a:ext>
            </a:extLst>
          </p:cNvPr>
          <p:cNvSpPr txBox="1"/>
          <p:nvPr/>
        </p:nvSpPr>
        <p:spPr>
          <a:xfrm>
            <a:off x="5474503" y="2939827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+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12F93A0F-4B9E-4EA8-F0BE-D60527E701A0}"/>
              </a:ext>
            </a:extLst>
          </p:cNvPr>
          <p:cNvSpPr txBox="1"/>
          <p:nvPr/>
        </p:nvSpPr>
        <p:spPr>
          <a:xfrm>
            <a:off x="7231709" y="4545483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1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0C81799A-9DA7-FEFC-49D4-7D160159DC18}"/>
              </a:ext>
            </a:extLst>
          </p:cNvPr>
          <p:cNvSpPr txBox="1"/>
          <p:nvPr/>
        </p:nvSpPr>
        <p:spPr>
          <a:xfrm>
            <a:off x="6372554" y="4545483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1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91EDA0FC-4EC1-9D11-D47C-5055939837C2}"/>
              </a:ext>
            </a:extLst>
          </p:cNvPr>
          <p:cNvSpPr txBox="1"/>
          <p:nvPr/>
        </p:nvSpPr>
        <p:spPr>
          <a:xfrm>
            <a:off x="8055691" y="2968864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7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0D87B463-4C76-76E6-7272-56BD5E9F1ACF}"/>
              </a:ext>
            </a:extLst>
          </p:cNvPr>
          <p:cNvSpPr txBox="1"/>
          <p:nvPr/>
        </p:nvSpPr>
        <p:spPr>
          <a:xfrm>
            <a:off x="7214027" y="2968864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8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AC1C5305-9B67-601E-588E-00FDDCAF541C}"/>
              </a:ext>
            </a:extLst>
          </p:cNvPr>
          <p:cNvSpPr txBox="1"/>
          <p:nvPr/>
        </p:nvSpPr>
        <p:spPr>
          <a:xfrm>
            <a:off x="6355565" y="2968864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1</a:t>
            </a:r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711830D8-B423-6A39-8DD4-68B495F4A02C}"/>
              </a:ext>
            </a:extLst>
          </p:cNvPr>
          <p:cNvSpPr/>
          <p:nvPr/>
        </p:nvSpPr>
        <p:spPr>
          <a:xfrm>
            <a:off x="6939558" y="3288001"/>
            <a:ext cx="131167" cy="131167"/>
          </a:xfrm>
          <a:prstGeom prst="ellipse">
            <a:avLst/>
          </a:prstGeom>
          <a:solidFill>
            <a:schemeClr val="tx1"/>
          </a:solidFill>
          <a:ln w="1905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D4CBDAC9-FC31-96FA-2F42-22B7928F3589}"/>
              </a:ext>
            </a:extLst>
          </p:cNvPr>
          <p:cNvSpPr txBox="1"/>
          <p:nvPr/>
        </p:nvSpPr>
        <p:spPr>
          <a:xfrm>
            <a:off x="8055691" y="3814684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2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8263EA5D-056B-672B-8687-85686F54DDD8}"/>
              </a:ext>
            </a:extLst>
          </p:cNvPr>
          <p:cNvSpPr txBox="1"/>
          <p:nvPr/>
        </p:nvSpPr>
        <p:spPr>
          <a:xfrm>
            <a:off x="7214027" y="3814684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5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81456CA1-7A69-87D9-F454-66B5683F9008}"/>
              </a:ext>
            </a:extLst>
          </p:cNvPr>
          <p:cNvSpPr txBox="1"/>
          <p:nvPr/>
        </p:nvSpPr>
        <p:spPr>
          <a:xfrm>
            <a:off x="6355565" y="3814684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5</a:t>
            </a:r>
          </a:p>
        </p:txBody>
      </p:sp>
      <p:sp>
        <p:nvSpPr>
          <p:cNvPr id="33" name="Oval 32">
            <a:extLst>
              <a:ext uri="{FF2B5EF4-FFF2-40B4-BE49-F238E27FC236}">
                <a16:creationId xmlns:a16="http://schemas.microsoft.com/office/drawing/2014/main" id="{2333010C-2624-5B8E-82CD-F727B2146604}"/>
              </a:ext>
            </a:extLst>
          </p:cNvPr>
          <p:cNvSpPr/>
          <p:nvPr/>
        </p:nvSpPr>
        <p:spPr>
          <a:xfrm>
            <a:off x="6939558" y="4133821"/>
            <a:ext cx="131167" cy="131167"/>
          </a:xfrm>
          <a:prstGeom prst="ellipse">
            <a:avLst/>
          </a:prstGeom>
          <a:solidFill>
            <a:schemeClr val="tx1"/>
          </a:solidFill>
          <a:ln w="1905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69926DF-3AB3-1DF0-1CE8-B49DA08B2909}"/>
              </a:ext>
            </a:extLst>
          </p:cNvPr>
          <p:cNvSpPr txBox="1"/>
          <p:nvPr/>
        </p:nvSpPr>
        <p:spPr>
          <a:xfrm>
            <a:off x="1444846" y="1085485"/>
            <a:ext cx="222048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3.43  +  1.89</a:t>
            </a:r>
          </a:p>
        </p:txBody>
      </p:sp>
      <p:graphicFrame>
        <p:nvGraphicFramePr>
          <p:cNvPr id="34" name="Table 6">
            <a:extLst>
              <a:ext uri="{FF2B5EF4-FFF2-40B4-BE49-F238E27FC236}">
                <a16:creationId xmlns:a16="http://schemas.microsoft.com/office/drawing/2014/main" id="{B54BF6A3-C74B-726D-EF1B-2072A7F3423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39920376"/>
              </p:ext>
            </p:extLst>
          </p:nvPr>
        </p:nvGraphicFramePr>
        <p:xfrm>
          <a:off x="358971" y="2077915"/>
          <a:ext cx="4260655" cy="3408928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852131">
                  <a:extLst>
                    <a:ext uri="{9D8B030D-6E8A-4147-A177-3AD203B41FA5}">
                      <a16:colId xmlns:a16="http://schemas.microsoft.com/office/drawing/2014/main" val="4001077677"/>
                    </a:ext>
                  </a:extLst>
                </a:gridCol>
                <a:gridCol w="852131">
                  <a:extLst>
                    <a:ext uri="{9D8B030D-6E8A-4147-A177-3AD203B41FA5}">
                      <a16:colId xmlns:a16="http://schemas.microsoft.com/office/drawing/2014/main" val="2295623795"/>
                    </a:ext>
                  </a:extLst>
                </a:gridCol>
                <a:gridCol w="852131">
                  <a:extLst>
                    <a:ext uri="{9D8B030D-6E8A-4147-A177-3AD203B41FA5}">
                      <a16:colId xmlns:a16="http://schemas.microsoft.com/office/drawing/2014/main" val="3022669155"/>
                    </a:ext>
                  </a:extLst>
                </a:gridCol>
                <a:gridCol w="852131">
                  <a:extLst>
                    <a:ext uri="{9D8B030D-6E8A-4147-A177-3AD203B41FA5}">
                      <a16:colId xmlns:a16="http://schemas.microsoft.com/office/drawing/2014/main" val="3567078726"/>
                    </a:ext>
                  </a:extLst>
                </a:gridCol>
                <a:gridCol w="852131">
                  <a:extLst>
                    <a:ext uri="{9D8B030D-6E8A-4147-A177-3AD203B41FA5}">
                      <a16:colId xmlns:a16="http://schemas.microsoft.com/office/drawing/2014/main" val="3791507715"/>
                    </a:ext>
                  </a:extLst>
                </a:gridCol>
              </a:tblGrid>
              <a:tr h="85223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20463872"/>
                  </a:ext>
                </a:extLst>
              </a:tr>
              <a:tr h="85223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58844605"/>
                  </a:ext>
                </a:extLst>
              </a:tr>
              <a:tr h="85223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52101844"/>
                  </a:ext>
                </a:extLst>
              </a:tr>
              <a:tr h="85223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56254613"/>
                  </a:ext>
                </a:extLst>
              </a:tr>
            </a:tbl>
          </a:graphicData>
        </a:graphic>
      </p:graphicFrame>
      <p:sp>
        <p:nvSpPr>
          <p:cNvPr id="35" name="TextBox 34">
            <a:extLst>
              <a:ext uri="{FF2B5EF4-FFF2-40B4-BE49-F238E27FC236}">
                <a16:creationId xmlns:a16="http://schemas.microsoft.com/office/drawing/2014/main" id="{4660373A-0C0C-A8C2-DFFE-F2E415D98339}"/>
              </a:ext>
            </a:extLst>
          </p:cNvPr>
          <p:cNvSpPr txBox="1"/>
          <p:nvPr/>
        </p:nvSpPr>
        <p:spPr>
          <a:xfrm>
            <a:off x="3102691" y="2116377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3</a:t>
            </a:r>
          </a:p>
        </p:txBody>
      </p: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5C59BB57-1F8A-07D9-352B-3CA98BDE3298}"/>
              </a:ext>
            </a:extLst>
          </p:cNvPr>
          <p:cNvCxnSpPr>
            <a:cxnSpLocks/>
          </p:cNvCxnSpPr>
          <p:nvPr/>
        </p:nvCxnSpPr>
        <p:spPr>
          <a:xfrm>
            <a:off x="1109220" y="3720118"/>
            <a:ext cx="2747885" cy="87111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TextBox 36">
            <a:extLst>
              <a:ext uri="{FF2B5EF4-FFF2-40B4-BE49-F238E27FC236}">
                <a16:creationId xmlns:a16="http://schemas.microsoft.com/office/drawing/2014/main" id="{1D432567-348A-9EC7-A422-83A3601351B9}"/>
              </a:ext>
            </a:extLst>
          </p:cNvPr>
          <p:cNvSpPr txBox="1"/>
          <p:nvPr/>
        </p:nvSpPr>
        <p:spPr>
          <a:xfrm>
            <a:off x="2261027" y="2116377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4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C5C8E26E-163F-B594-4900-D98353990958}"/>
              </a:ext>
            </a:extLst>
          </p:cNvPr>
          <p:cNvSpPr txBox="1"/>
          <p:nvPr/>
        </p:nvSpPr>
        <p:spPr>
          <a:xfrm>
            <a:off x="1402565" y="2116377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3</a:t>
            </a:r>
          </a:p>
        </p:txBody>
      </p:sp>
      <p:sp>
        <p:nvSpPr>
          <p:cNvPr id="50" name="Oval 49">
            <a:extLst>
              <a:ext uri="{FF2B5EF4-FFF2-40B4-BE49-F238E27FC236}">
                <a16:creationId xmlns:a16="http://schemas.microsoft.com/office/drawing/2014/main" id="{B84BFE6D-1804-4C3C-2FE0-BA085E4D0FA9}"/>
              </a:ext>
            </a:extLst>
          </p:cNvPr>
          <p:cNvSpPr/>
          <p:nvPr/>
        </p:nvSpPr>
        <p:spPr>
          <a:xfrm>
            <a:off x="1986558" y="2435514"/>
            <a:ext cx="131167" cy="131167"/>
          </a:xfrm>
          <a:prstGeom prst="ellipse">
            <a:avLst/>
          </a:prstGeom>
          <a:solidFill>
            <a:schemeClr val="tx1"/>
          </a:solidFill>
          <a:ln w="1905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B39E5B21-DF5E-9C63-E84B-828D4FF5A9BE}"/>
              </a:ext>
            </a:extLst>
          </p:cNvPr>
          <p:cNvSpPr txBox="1"/>
          <p:nvPr/>
        </p:nvSpPr>
        <p:spPr>
          <a:xfrm>
            <a:off x="521503" y="2939827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+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CBAA628D-F91D-C260-69F3-7E00189A2937}"/>
              </a:ext>
            </a:extLst>
          </p:cNvPr>
          <p:cNvSpPr txBox="1"/>
          <p:nvPr/>
        </p:nvSpPr>
        <p:spPr>
          <a:xfrm>
            <a:off x="2278709" y="4545483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1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A113F0B6-EAA3-F942-3E0E-3A2895F38D47}"/>
              </a:ext>
            </a:extLst>
          </p:cNvPr>
          <p:cNvSpPr txBox="1"/>
          <p:nvPr/>
        </p:nvSpPr>
        <p:spPr>
          <a:xfrm>
            <a:off x="1419554" y="4545483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1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D95A09A1-3EA9-BC27-6747-5E6A070C0DB2}"/>
              </a:ext>
            </a:extLst>
          </p:cNvPr>
          <p:cNvSpPr txBox="1"/>
          <p:nvPr/>
        </p:nvSpPr>
        <p:spPr>
          <a:xfrm>
            <a:off x="3102691" y="2968864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9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236C77AB-EE3C-59AA-2E7A-F7941D487513}"/>
              </a:ext>
            </a:extLst>
          </p:cNvPr>
          <p:cNvSpPr txBox="1"/>
          <p:nvPr/>
        </p:nvSpPr>
        <p:spPr>
          <a:xfrm>
            <a:off x="2261027" y="2968864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8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F2D99AC5-004F-A732-C5E5-BB0B5FC6F582}"/>
              </a:ext>
            </a:extLst>
          </p:cNvPr>
          <p:cNvSpPr txBox="1"/>
          <p:nvPr/>
        </p:nvSpPr>
        <p:spPr>
          <a:xfrm>
            <a:off x="1402565" y="2968864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1</a:t>
            </a:r>
          </a:p>
        </p:txBody>
      </p:sp>
      <p:sp>
        <p:nvSpPr>
          <p:cNvPr id="57" name="Oval 56">
            <a:extLst>
              <a:ext uri="{FF2B5EF4-FFF2-40B4-BE49-F238E27FC236}">
                <a16:creationId xmlns:a16="http://schemas.microsoft.com/office/drawing/2014/main" id="{3CB0E4D6-68F0-542F-068D-588C349BC7D2}"/>
              </a:ext>
            </a:extLst>
          </p:cNvPr>
          <p:cNvSpPr/>
          <p:nvPr/>
        </p:nvSpPr>
        <p:spPr>
          <a:xfrm>
            <a:off x="1986558" y="3288001"/>
            <a:ext cx="131167" cy="131167"/>
          </a:xfrm>
          <a:prstGeom prst="ellipse">
            <a:avLst/>
          </a:prstGeom>
          <a:solidFill>
            <a:schemeClr val="tx1"/>
          </a:solidFill>
          <a:ln w="1905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57B27013-C1C9-FE4D-D4D7-F2E636D6D417}"/>
              </a:ext>
            </a:extLst>
          </p:cNvPr>
          <p:cNvSpPr txBox="1"/>
          <p:nvPr/>
        </p:nvSpPr>
        <p:spPr>
          <a:xfrm>
            <a:off x="3102691" y="3814684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2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0566B448-9A09-5996-460B-3B4D3DE77DFC}"/>
              </a:ext>
            </a:extLst>
          </p:cNvPr>
          <p:cNvSpPr txBox="1"/>
          <p:nvPr/>
        </p:nvSpPr>
        <p:spPr>
          <a:xfrm>
            <a:off x="2261027" y="3814684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3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413C7959-49C1-E004-7F0B-0E7B63AF91BC}"/>
              </a:ext>
            </a:extLst>
          </p:cNvPr>
          <p:cNvSpPr txBox="1"/>
          <p:nvPr/>
        </p:nvSpPr>
        <p:spPr>
          <a:xfrm>
            <a:off x="1402565" y="3814684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5</a:t>
            </a:r>
          </a:p>
        </p:txBody>
      </p:sp>
      <p:sp>
        <p:nvSpPr>
          <p:cNvPr id="61" name="Oval 60">
            <a:extLst>
              <a:ext uri="{FF2B5EF4-FFF2-40B4-BE49-F238E27FC236}">
                <a16:creationId xmlns:a16="http://schemas.microsoft.com/office/drawing/2014/main" id="{4B59CC2A-F10C-F527-EDA1-602FD3C23800}"/>
              </a:ext>
            </a:extLst>
          </p:cNvPr>
          <p:cNvSpPr/>
          <p:nvPr/>
        </p:nvSpPr>
        <p:spPr>
          <a:xfrm>
            <a:off x="1986558" y="4133821"/>
            <a:ext cx="131167" cy="131167"/>
          </a:xfrm>
          <a:prstGeom prst="ellipse">
            <a:avLst/>
          </a:prstGeom>
          <a:solidFill>
            <a:schemeClr val="tx1"/>
          </a:solidFill>
          <a:ln w="1905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5F9C640-7314-3710-170C-5654BD5EC5B6}"/>
              </a:ext>
            </a:extLst>
          </p:cNvPr>
          <p:cNvSpPr txBox="1"/>
          <p:nvPr/>
        </p:nvSpPr>
        <p:spPr>
          <a:xfrm>
            <a:off x="7816163" y="30543"/>
            <a:ext cx="200728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800" b="1" dirty="0">
                <a:latin typeface="Stencil" panose="040409050D0802020404" pitchFamily="82" charset="0"/>
              </a:rPr>
              <a:t>СЕНИН КЕЗЕГИ</a:t>
            </a:r>
            <a:r>
              <a:rPr lang="ru-RU" sz="1800" b="1" dirty="0"/>
              <a:t>Ң</a:t>
            </a:r>
            <a:endParaRPr lang="en-GB" sz="1800" b="1" dirty="0">
              <a:latin typeface="Stencil" panose="040409050D0802020404" pitchFamily="8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100591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8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12" grpId="0"/>
      <p:bldP spid="13" grpId="0"/>
      <p:bldP spid="14" grpId="0" animBg="1"/>
      <p:bldP spid="15" grpId="0"/>
      <p:bldP spid="17" grpId="0"/>
      <p:bldP spid="19" grpId="0"/>
      <p:bldP spid="20" grpId="0"/>
      <p:bldP spid="22" grpId="0"/>
      <p:bldP spid="23" grpId="0"/>
      <p:bldP spid="24" grpId="0" animBg="1"/>
      <p:bldP spid="30" grpId="0"/>
      <p:bldP spid="31" grpId="0"/>
      <p:bldP spid="32" grpId="0"/>
      <p:bldP spid="33" grpId="0" animBg="1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3F894A87-A1AF-4083-A3F7-631CA8FD7219}"/>
              </a:ext>
            </a:extLst>
          </p:cNvPr>
          <p:cNvSpPr txBox="1"/>
          <p:nvPr/>
        </p:nvSpPr>
        <p:spPr>
          <a:xfrm>
            <a:off x="3823947" y="0"/>
            <a:ext cx="225811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Ондуктарды кошуу</a:t>
            </a:r>
            <a:endParaRPr lang="en-GB" sz="2000" dirty="0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51BFBD33-D124-448C-AAFF-E3C05AF03BC3}"/>
              </a:ext>
            </a:extLst>
          </p:cNvPr>
          <p:cNvCxnSpPr>
            <a:cxnSpLocks/>
          </p:cNvCxnSpPr>
          <p:nvPr/>
        </p:nvCxnSpPr>
        <p:spPr>
          <a:xfrm flipH="1">
            <a:off x="4950940" y="400110"/>
            <a:ext cx="0" cy="6457890"/>
          </a:xfrm>
          <a:prstGeom prst="line">
            <a:avLst/>
          </a:prstGeom>
          <a:ln w="28575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TextBox 24">
            <a:extLst>
              <a:ext uri="{FF2B5EF4-FFF2-40B4-BE49-F238E27FC236}">
                <a16:creationId xmlns:a16="http://schemas.microsoft.com/office/drawing/2014/main" id="{2E3BF562-F06F-4C52-AEDC-7C7D04F4CC2C}"/>
              </a:ext>
            </a:extLst>
          </p:cNvPr>
          <p:cNvSpPr txBox="1"/>
          <p:nvPr/>
        </p:nvSpPr>
        <p:spPr>
          <a:xfrm>
            <a:off x="-4717" y="-30715"/>
            <a:ext cx="151676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y-KG" b="1" dirty="0">
                <a:latin typeface="Arial Black" panose="020B0A04020102020204" pitchFamily="34" charset="0"/>
              </a:rPr>
              <a:t>К</a:t>
            </a:r>
            <a:r>
              <a:rPr lang="ru-RU" sz="1800" b="1" dirty="0">
                <a:latin typeface="Arial Black" panose="020B0A04020102020204" pitchFamily="34" charset="0"/>
              </a:rPr>
              <a:t>Ө</a:t>
            </a:r>
            <a:r>
              <a:rPr lang="ky-KG" sz="1800" b="1" dirty="0">
                <a:latin typeface="Arial Black" panose="020B0A04020102020204" pitchFamily="34" charset="0"/>
              </a:rPr>
              <a:t>РГ</a:t>
            </a:r>
            <a:r>
              <a:rPr lang="ru-RU" sz="1800" b="1" dirty="0">
                <a:latin typeface="Arial Black" panose="020B0A04020102020204" pitchFamily="34" charset="0"/>
              </a:rPr>
              <a:t>Ө</a:t>
            </a:r>
            <a:r>
              <a:rPr lang="ky-KG" sz="1800" b="1" dirty="0">
                <a:latin typeface="Arial Black" panose="020B0A04020102020204" pitchFamily="34" charset="0"/>
              </a:rPr>
              <a:t>ЗМ</a:t>
            </a:r>
            <a:r>
              <a:rPr lang="ru-RU" sz="1800" b="1" dirty="0">
                <a:latin typeface="Arial Black" panose="020B0A04020102020204" pitchFamily="34" charset="0"/>
              </a:rPr>
              <a:t>Ө</a:t>
            </a:r>
            <a:endParaRPr lang="en-GB" b="1" dirty="0">
              <a:latin typeface="Bodoni MT Black" panose="02070A03080606020203" pitchFamily="18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C29D3E9-922C-45DF-6833-B767145B3E10}"/>
              </a:ext>
            </a:extLst>
          </p:cNvPr>
          <p:cNvSpPr txBox="1"/>
          <p:nvPr/>
        </p:nvSpPr>
        <p:spPr>
          <a:xfrm>
            <a:off x="1865151" y="461422"/>
            <a:ext cx="137986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Эсептеңиз:</a:t>
            </a:r>
            <a:endParaRPr lang="en-GB" sz="20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C8A2529-F213-5C81-E51D-5DA38CA6DC34}"/>
              </a:ext>
            </a:extLst>
          </p:cNvPr>
          <p:cNvSpPr txBox="1"/>
          <p:nvPr/>
        </p:nvSpPr>
        <p:spPr>
          <a:xfrm>
            <a:off x="6818151" y="461422"/>
            <a:ext cx="137986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Эсептеңиз:</a:t>
            </a:r>
            <a:endParaRPr lang="en-GB" sz="20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AEE8FEB-8370-697E-963F-EE3211D57816}"/>
              </a:ext>
            </a:extLst>
          </p:cNvPr>
          <p:cNvSpPr txBox="1"/>
          <p:nvPr/>
        </p:nvSpPr>
        <p:spPr>
          <a:xfrm>
            <a:off x="5105997" y="1085485"/>
            <a:ext cx="2919389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400" dirty="0">
                <a:solidFill>
                  <a:schemeClr val="bg1">
                    <a:lumMod val="65000"/>
                  </a:schemeClr>
                </a:solidFill>
              </a:rPr>
              <a:t>a)    </a:t>
            </a:r>
            <a:r>
              <a:rPr lang="en-GB" sz="3200" dirty="0"/>
              <a:t>0.4  +  0.17 = 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FE9E6F22-3470-E821-D41C-D13FB592E9A6}"/>
              </a:ext>
            </a:extLst>
          </p:cNvPr>
          <p:cNvSpPr txBox="1"/>
          <p:nvPr/>
        </p:nvSpPr>
        <p:spPr>
          <a:xfrm>
            <a:off x="8560465" y="1085485"/>
            <a:ext cx="914033" cy="584775"/>
          </a:xfrm>
          <a:prstGeom prst="rect">
            <a:avLst/>
          </a:prstGeom>
          <a:solidFill>
            <a:schemeClr val="bg1"/>
          </a:solidFill>
          <a:ln w="28575">
            <a:solidFill>
              <a:srgbClr val="0070C0"/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0.57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6339CA06-2080-D06F-3D74-E2C503560078}"/>
              </a:ext>
            </a:extLst>
          </p:cNvPr>
          <p:cNvSpPr txBox="1"/>
          <p:nvPr/>
        </p:nvSpPr>
        <p:spPr>
          <a:xfrm>
            <a:off x="5098783" y="1930035"/>
            <a:ext cx="314220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400" dirty="0">
                <a:solidFill>
                  <a:schemeClr val="bg1">
                    <a:lumMod val="65000"/>
                  </a:schemeClr>
                </a:solidFill>
              </a:rPr>
              <a:t>b)    </a:t>
            </a:r>
            <a:r>
              <a:rPr lang="en-GB" sz="3200" dirty="0"/>
              <a:t>0.26  +  0.11 = 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1FD385FF-6434-3CAD-F9E3-82112396D362}"/>
              </a:ext>
            </a:extLst>
          </p:cNvPr>
          <p:cNvSpPr txBox="1"/>
          <p:nvPr/>
        </p:nvSpPr>
        <p:spPr>
          <a:xfrm>
            <a:off x="8560465" y="1930035"/>
            <a:ext cx="914033" cy="584775"/>
          </a:xfrm>
          <a:prstGeom prst="rect">
            <a:avLst/>
          </a:prstGeom>
          <a:solidFill>
            <a:schemeClr val="bg1"/>
          </a:solidFill>
          <a:ln w="28575">
            <a:solidFill>
              <a:srgbClr val="0070C0"/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0.37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6DB411BF-F98D-56A6-D29D-B4F399C23C0B}"/>
              </a:ext>
            </a:extLst>
          </p:cNvPr>
          <p:cNvSpPr txBox="1"/>
          <p:nvPr/>
        </p:nvSpPr>
        <p:spPr>
          <a:xfrm>
            <a:off x="5105997" y="2774585"/>
            <a:ext cx="3127779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400" dirty="0">
                <a:solidFill>
                  <a:schemeClr val="bg1">
                    <a:lumMod val="65000"/>
                  </a:schemeClr>
                </a:solidFill>
              </a:rPr>
              <a:t>c)    </a:t>
            </a:r>
            <a:r>
              <a:rPr lang="en-GB" sz="3200" dirty="0"/>
              <a:t>2.51  +  1.37 = 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EF9402B4-9BE5-DADA-3A2C-E6160D1DB76B}"/>
              </a:ext>
            </a:extLst>
          </p:cNvPr>
          <p:cNvSpPr txBox="1"/>
          <p:nvPr/>
        </p:nvSpPr>
        <p:spPr>
          <a:xfrm>
            <a:off x="8560465" y="2774585"/>
            <a:ext cx="914033" cy="584775"/>
          </a:xfrm>
          <a:prstGeom prst="rect">
            <a:avLst/>
          </a:prstGeom>
          <a:solidFill>
            <a:schemeClr val="bg1"/>
          </a:solidFill>
          <a:ln w="28575">
            <a:solidFill>
              <a:srgbClr val="0070C0"/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3.88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D81B64FE-6708-6A18-B3C9-5B9AE0413E50}"/>
              </a:ext>
            </a:extLst>
          </p:cNvPr>
          <p:cNvSpPr txBox="1"/>
          <p:nvPr/>
        </p:nvSpPr>
        <p:spPr>
          <a:xfrm>
            <a:off x="5098783" y="3619135"/>
            <a:ext cx="314220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400" dirty="0">
                <a:solidFill>
                  <a:schemeClr val="bg1">
                    <a:lumMod val="65000"/>
                  </a:schemeClr>
                </a:solidFill>
              </a:rPr>
              <a:t>d)    </a:t>
            </a:r>
            <a:r>
              <a:rPr lang="en-GB" sz="3200" dirty="0"/>
              <a:t>0.74  +  0.07 = 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4B105299-B8F8-780C-29A1-887DC2A9259C}"/>
              </a:ext>
            </a:extLst>
          </p:cNvPr>
          <p:cNvSpPr txBox="1"/>
          <p:nvPr/>
        </p:nvSpPr>
        <p:spPr>
          <a:xfrm>
            <a:off x="8560465" y="3619135"/>
            <a:ext cx="914033" cy="584775"/>
          </a:xfrm>
          <a:prstGeom prst="rect">
            <a:avLst/>
          </a:prstGeom>
          <a:solidFill>
            <a:schemeClr val="bg1"/>
          </a:solidFill>
          <a:ln w="28575">
            <a:solidFill>
              <a:srgbClr val="0070C0"/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0.81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CDAA763F-89A0-7CFE-D620-14D2A2F54304}"/>
              </a:ext>
            </a:extLst>
          </p:cNvPr>
          <p:cNvSpPr txBox="1"/>
          <p:nvPr/>
        </p:nvSpPr>
        <p:spPr>
          <a:xfrm>
            <a:off x="5206986" y="4463685"/>
            <a:ext cx="292580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400" dirty="0">
                <a:solidFill>
                  <a:schemeClr val="bg1">
                    <a:lumMod val="65000"/>
                  </a:schemeClr>
                </a:solidFill>
              </a:rPr>
              <a:t>e)    </a:t>
            </a:r>
            <a:r>
              <a:rPr lang="en-GB" sz="3200" dirty="0"/>
              <a:t>0.5  +  0.63 = 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288B74F0-2263-E5E1-06B7-2BFC1F2BEE4C}"/>
              </a:ext>
            </a:extLst>
          </p:cNvPr>
          <p:cNvSpPr txBox="1"/>
          <p:nvPr/>
        </p:nvSpPr>
        <p:spPr>
          <a:xfrm>
            <a:off x="8560465" y="4463685"/>
            <a:ext cx="914033" cy="584775"/>
          </a:xfrm>
          <a:prstGeom prst="rect">
            <a:avLst/>
          </a:prstGeom>
          <a:solidFill>
            <a:schemeClr val="bg1"/>
          </a:solidFill>
          <a:ln w="28575">
            <a:solidFill>
              <a:srgbClr val="0070C0"/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1.13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BF164EDD-419A-8FD1-59CB-5F35B014A741}"/>
              </a:ext>
            </a:extLst>
          </p:cNvPr>
          <p:cNvSpPr txBox="1"/>
          <p:nvPr/>
        </p:nvSpPr>
        <p:spPr>
          <a:xfrm>
            <a:off x="5130203" y="5308235"/>
            <a:ext cx="307936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400" dirty="0">
                <a:solidFill>
                  <a:schemeClr val="bg1">
                    <a:lumMod val="65000"/>
                  </a:schemeClr>
                </a:solidFill>
              </a:rPr>
              <a:t>f)    </a:t>
            </a:r>
            <a:r>
              <a:rPr lang="en-GB" sz="3200" dirty="0"/>
              <a:t>0.64  +  0.28 = 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8BA6BBBE-141C-3DC2-143E-0C4C37175CB2}"/>
              </a:ext>
            </a:extLst>
          </p:cNvPr>
          <p:cNvSpPr txBox="1"/>
          <p:nvPr/>
        </p:nvSpPr>
        <p:spPr>
          <a:xfrm>
            <a:off x="8560465" y="5308235"/>
            <a:ext cx="914033" cy="584775"/>
          </a:xfrm>
          <a:prstGeom prst="rect">
            <a:avLst/>
          </a:prstGeom>
          <a:solidFill>
            <a:schemeClr val="bg1"/>
          </a:solidFill>
          <a:ln w="28575">
            <a:solidFill>
              <a:srgbClr val="0070C0"/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0.92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E31B7E45-0612-0712-6FE0-2CD866093066}"/>
              </a:ext>
            </a:extLst>
          </p:cNvPr>
          <p:cNvSpPr txBox="1"/>
          <p:nvPr/>
        </p:nvSpPr>
        <p:spPr>
          <a:xfrm>
            <a:off x="5107600" y="6152785"/>
            <a:ext cx="312457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400" dirty="0">
                <a:solidFill>
                  <a:schemeClr val="bg1">
                    <a:lumMod val="65000"/>
                  </a:schemeClr>
                </a:solidFill>
              </a:rPr>
              <a:t>g)    </a:t>
            </a:r>
            <a:r>
              <a:rPr lang="en-GB" sz="3200" dirty="0"/>
              <a:t>1.36  +  0.87 = 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13A79EFF-4012-0096-66B1-C6B3CBA34FF0}"/>
              </a:ext>
            </a:extLst>
          </p:cNvPr>
          <p:cNvSpPr txBox="1"/>
          <p:nvPr/>
        </p:nvSpPr>
        <p:spPr>
          <a:xfrm>
            <a:off x="8560465" y="6152785"/>
            <a:ext cx="914033" cy="584775"/>
          </a:xfrm>
          <a:prstGeom prst="rect">
            <a:avLst/>
          </a:prstGeom>
          <a:solidFill>
            <a:schemeClr val="bg1"/>
          </a:solidFill>
          <a:ln w="28575">
            <a:solidFill>
              <a:srgbClr val="0070C0"/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2.23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01C5B90-2490-C063-1422-C932F83203D8}"/>
              </a:ext>
            </a:extLst>
          </p:cNvPr>
          <p:cNvSpPr txBox="1"/>
          <p:nvPr/>
        </p:nvSpPr>
        <p:spPr>
          <a:xfrm>
            <a:off x="1444846" y="1085485"/>
            <a:ext cx="222048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3.43  +  1.89</a:t>
            </a:r>
          </a:p>
        </p:txBody>
      </p:sp>
      <p:graphicFrame>
        <p:nvGraphicFramePr>
          <p:cNvPr id="8" name="Table 6">
            <a:extLst>
              <a:ext uri="{FF2B5EF4-FFF2-40B4-BE49-F238E27FC236}">
                <a16:creationId xmlns:a16="http://schemas.microsoft.com/office/drawing/2014/main" id="{140B4E4F-B8BF-543E-4A48-3710F392238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73661272"/>
              </p:ext>
            </p:extLst>
          </p:nvPr>
        </p:nvGraphicFramePr>
        <p:xfrm>
          <a:off x="358971" y="2077915"/>
          <a:ext cx="4260655" cy="3408928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852131">
                  <a:extLst>
                    <a:ext uri="{9D8B030D-6E8A-4147-A177-3AD203B41FA5}">
                      <a16:colId xmlns:a16="http://schemas.microsoft.com/office/drawing/2014/main" val="4001077677"/>
                    </a:ext>
                  </a:extLst>
                </a:gridCol>
                <a:gridCol w="852131">
                  <a:extLst>
                    <a:ext uri="{9D8B030D-6E8A-4147-A177-3AD203B41FA5}">
                      <a16:colId xmlns:a16="http://schemas.microsoft.com/office/drawing/2014/main" val="2295623795"/>
                    </a:ext>
                  </a:extLst>
                </a:gridCol>
                <a:gridCol w="852131">
                  <a:extLst>
                    <a:ext uri="{9D8B030D-6E8A-4147-A177-3AD203B41FA5}">
                      <a16:colId xmlns:a16="http://schemas.microsoft.com/office/drawing/2014/main" val="3022669155"/>
                    </a:ext>
                  </a:extLst>
                </a:gridCol>
                <a:gridCol w="852131">
                  <a:extLst>
                    <a:ext uri="{9D8B030D-6E8A-4147-A177-3AD203B41FA5}">
                      <a16:colId xmlns:a16="http://schemas.microsoft.com/office/drawing/2014/main" val="3567078726"/>
                    </a:ext>
                  </a:extLst>
                </a:gridCol>
                <a:gridCol w="852131">
                  <a:extLst>
                    <a:ext uri="{9D8B030D-6E8A-4147-A177-3AD203B41FA5}">
                      <a16:colId xmlns:a16="http://schemas.microsoft.com/office/drawing/2014/main" val="3791507715"/>
                    </a:ext>
                  </a:extLst>
                </a:gridCol>
              </a:tblGrid>
              <a:tr h="85223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20463872"/>
                  </a:ext>
                </a:extLst>
              </a:tr>
              <a:tr h="85223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58844605"/>
                  </a:ext>
                </a:extLst>
              </a:tr>
              <a:tr h="85223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52101844"/>
                  </a:ext>
                </a:extLst>
              </a:tr>
              <a:tr h="85223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56254613"/>
                  </a:ext>
                </a:extLst>
              </a:tr>
            </a:tbl>
          </a:graphicData>
        </a:graphic>
      </p:graphicFrame>
      <p:sp>
        <p:nvSpPr>
          <p:cNvPr id="10" name="TextBox 9">
            <a:extLst>
              <a:ext uri="{FF2B5EF4-FFF2-40B4-BE49-F238E27FC236}">
                <a16:creationId xmlns:a16="http://schemas.microsoft.com/office/drawing/2014/main" id="{0EDEAC61-3C1F-22BF-ADB8-BF3101D1EDBD}"/>
              </a:ext>
            </a:extLst>
          </p:cNvPr>
          <p:cNvSpPr txBox="1"/>
          <p:nvPr/>
        </p:nvSpPr>
        <p:spPr>
          <a:xfrm>
            <a:off x="3102691" y="2116377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3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95E61E41-9B71-C3F8-A7B3-42D66FBF5D75}"/>
              </a:ext>
            </a:extLst>
          </p:cNvPr>
          <p:cNvCxnSpPr>
            <a:cxnSpLocks/>
          </p:cNvCxnSpPr>
          <p:nvPr/>
        </p:nvCxnSpPr>
        <p:spPr>
          <a:xfrm>
            <a:off x="1109220" y="3720118"/>
            <a:ext cx="2747885" cy="87111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F97CFA5A-6724-6458-C112-E545545204EE}"/>
              </a:ext>
            </a:extLst>
          </p:cNvPr>
          <p:cNvSpPr txBox="1"/>
          <p:nvPr/>
        </p:nvSpPr>
        <p:spPr>
          <a:xfrm>
            <a:off x="2261027" y="2116377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4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86A9273C-C534-6F48-3BFE-A2CB2F4CAC85}"/>
              </a:ext>
            </a:extLst>
          </p:cNvPr>
          <p:cNvSpPr txBox="1"/>
          <p:nvPr/>
        </p:nvSpPr>
        <p:spPr>
          <a:xfrm>
            <a:off x="1402565" y="2116377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3</a:t>
            </a: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40B31D90-FDA1-705E-D16D-52DE1B2A5838}"/>
              </a:ext>
            </a:extLst>
          </p:cNvPr>
          <p:cNvSpPr/>
          <p:nvPr/>
        </p:nvSpPr>
        <p:spPr>
          <a:xfrm>
            <a:off x="1986558" y="2435514"/>
            <a:ext cx="131167" cy="131167"/>
          </a:xfrm>
          <a:prstGeom prst="ellipse">
            <a:avLst/>
          </a:prstGeom>
          <a:solidFill>
            <a:schemeClr val="tx1"/>
          </a:solidFill>
          <a:ln w="1905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2B036E54-5E23-BCA7-9219-5FE7FAFBACAB}"/>
              </a:ext>
            </a:extLst>
          </p:cNvPr>
          <p:cNvSpPr txBox="1"/>
          <p:nvPr/>
        </p:nvSpPr>
        <p:spPr>
          <a:xfrm>
            <a:off x="521503" y="2939827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+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EDC171C1-482B-9D4B-89A1-A676E32A60CF}"/>
              </a:ext>
            </a:extLst>
          </p:cNvPr>
          <p:cNvSpPr txBox="1"/>
          <p:nvPr/>
        </p:nvSpPr>
        <p:spPr>
          <a:xfrm>
            <a:off x="2278709" y="4545483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1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14F54B08-FF92-FCD9-5808-F20C6FB3B88A}"/>
              </a:ext>
            </a:extLst>
          </p:cNvPr>
          <p:cNvSpPr txBox="1"/>
          <p:nvPr/>
        </p:nvSpPr>
        <p:spPr>
          <a:xfrm>
            <a:off x="1419554" y="4545483"/>
            <a:ext cx="418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600" dirty="0"/>
              <a:t>1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5599B1AA-55DD-E57F-093C-0C719AAD4269}"/>
              </a:ext>
            </a:extLst>
          </p:cNvPr>
          <p:cNvSpPr txBox="1"/>
          <p:nvPr/>
        </p:nvSpPr>
        <p:spPr>
          <a:xfrm>
            <a:off x="3102691" y="2968864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9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C2DB6791-2E7E-BCFA-76D4-4B3A10022F1E}"/>
              </a:ext>
            </a:extLst>
          </p:cNvPr>
          <p:cNvSpPr txBox="1"/>
          <p:nvPr/>
        </p:nvSpPr>
        <p:spPr>
          <a:xfrm>
            <a:off x="2261027" y="2968864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8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63012C43-B3BA-3D07-A1F7-AF76A77222C3}"/>
              </a:ext>
            </a:extLst>
          </p:cNvPr>
          <p:cNvSpPr txBox="1"/>
          <p:nvPr/>
        </p:nvSpPr>
        <p:spPr>
          <a:xfrm>
            <a:off x="1402565" y="2968864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1</a:t>
            </a:r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B907FD47-FA4D-DE2E-9AF4-BF36B1BAE7DF}"/>
              </a:ext>
            </a:extLst>
          </p:cNvPr>
          <p:cNvSpPr/>
          <p:nvPr/>
        </p:nvSpPr>
        <p:spPr>
          <a:xfrm>
            <a:off x="1986558" y="3288001"/>
            <a:ext cx="131167" cy="131167"/>
          </a:xfrm>
          <a:prstGeom prst="ellipse">
            <a:avLst/>
          </a:prstGeom>
          <a:solidFill>
            <a:schemeClr val="tx1"/>
          </a:solidFill>
          <a:ln w="1905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6EDCA4E4-ED3D-3DAC-2C13-6DBCC06EC496}"/>
              </a:ext>
            </a:extLst>
          </p:cNvPr>
          <p:cNvSpPr txBox="1"/>
          <p:nvPr/>
        </p:nvSpPr>
        <p:spPr>
          <a:xfrm>
            <a:off x="3102691" y="3814684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2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0EAB2E50-3689-C4E3-D925-3E4340BE26D5}"/>
              </a:ext>
            </a:extLst>
          </p:cNvPr>
          <p:cNvSpPr txBox="1"/>
          <p:nvPr/>
        </p:nvSpPr>
        <p:spPr>
          <a:xfrm>
            <a:off x="2261027" y="3814684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3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85950158-8347-7AAE-A049-1768AA41BC82}"/>
              </a:ext>
            </a:extLst>
          </p:cNvPr>
          <p:cNvSpPr txBox="1"/>
          <p:nvPr/>
        </p:nvSpPr>
        <p:spPr>
          <a:xfrm>
            <a:off x="1402565" y="3814684"/>
            <a:ext cx="47000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5</a:t>
            </a:r>
          </a:p>
        </p:txBody>
      </p:sp>
      <p:sp>
        <p:nvSpPr>
          <p:cNvPr id="33" name="Oval 32">
            <a:extLst>
              <a:ext uri="{FF2B5EF4-FFF2-40B4-BE49-F238E27FC236}">
                <a16:creationId xmlns:a16="http://schemas.microsoft.com/office/drawing/2014/main" id="{E11AD214-F475-A0A8-00AD-6300D312C965}"/>
              </a:ext>
            </a:extLst>
          </p:cNvPr>
          <p:cNvSpPr/>
          <p:nvPr/>
        </p:nvSpPr>
        <p:spPr>
          <a:xfrm>
            <a:off x="1986558" y="4133821"/>
            <a:ext cx="131167" cy="131167"/>
          </a:xfrm>
          <a:prstGeom prst="ellipse">
            <a:avLst/>
          </a:prstGeom>
          <a:solidFill>
            <a:schemeClr val="tx1"/>
          </a:solidFill>
          <a:ln w="19050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1D60660-38BD-24D1-78BC-4F38C4F8B7BA}"/>
              </a:ext>
            </a:extLst>
          </p:cNvPr>
          <p:cNvSpPr txBox="1"/>
          <p:nvPr/>
        </p:nvSpPr>
        <p:spPr>
          <a:xfrm>
            <a:off x="7816163" y="30543"/>
            <a:ext cx="200728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800" b="1" dirty="0">
                <a:latin typeface="Stencil" panose="040409050D0802020404" pitchFamily="82" charset="0"/>
              </a:rPr>
              <a:t>СЕНИН КЕЗЕГИ</a:t>
            </a:r>
            <a:r>
              <a:rPr lang="ru-RU" sz="1800" b="1" dirty="0"/>
              <a:t>Ң</a:t>
            </a:r>
            <a:endParaRPr lang="en-GB" sz="1800" b="1" dirty="0">
              <a:latin typeface="Stencil" panose="040409050D0802020404" pitchFamily="8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855765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5" grpId="0" animBg="1"/>
      <p:bldP spid="50" grpId="0" animBg="1"/>
      <p:bldP spid="53" grpId="0" animBg="1"/>
      <p:bldP spid="56" grpId="0" animBg="1"/>
      <p:bldP spid="62" grpId="0" animBg="1"/>
      <p:bldP spid="65" grpId="0" animBg="1"/>
      <p:bldP spid="68" grpId="0" animBg="1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2DCA9F68-6E55-31F8-21C8-6AD625FCA5E2}"/>
              </a:ext>
            </a:extLst>
          </p:cNvPr>
          <p:cNvSpPr txBox="1"/>
          <p:nvPr/>
        </p:nvSpPr>
        <p:spPr>
          <a:xfrm>
            <a:off x="2851605" y="149283"/>
            <a:ext cx="420281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Ар бир жуптун жалпы баасы канча?</a:t>
            </a:r>
            <a:endParaRPr lang="en-GB" sz="2000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C1596334-635E-DCFE-CD28-5903375ED69B}"/>
              </a:ext>
            </a:extLst>
          </p:cNvPr>
          <p:cNvPicPr>
            <a:picLocks noChangeAspect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duotone>
              <a:schemeClr val="accent4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06106" y="800937"/>
            <a:ext cx="1300059" cy="1300059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645301D9-6362-4A2B-3C61-A26A8EA7EFB0}"/>
              </a:ext>
            </a:extLst>
          </p:cNvPr>
          <p:cNvPicPr>
            <a:picLocks noChangeAspect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duotone>
              <a:schemeClr val="accent4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1990" y="860806"/>
            <a:ext cx="1300059" cy="1300059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DA6FF1A9-9BCD-5EFC-E781-821CE448CC43}"/>
              </a:ext>
            </a:extLst>
          </p:cNvPr>
          <p:cNvPicPr>
            <a:picLocks noChangeAspect="1"/>
          </p:cNvPicPr>
          <p:nvPr/>
        </p:nvPicPr>
        <p:blipFill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duotone>
              <a:schemeClr val="accent4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78982" y="4529673"/>
            <a:ext cx="1300059" cy="1300059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14E3D2BE-9F42-D6C6-8D49-9410C39E3BAF}"/>
              </a:ext>
            </a:extLst>
          </p:cNvPr>
          <p:cNvPicPr>
            <a:picLocks noChangeAspect="1"/>
          </p:cNvPicPr>
          <p:nvPr/>
        </p:nvPicPr>
        <p:blipFill>
          <a:blip r:embed="rId5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duotone>
              <a:schemeClr val="accent4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01833" y="3539288"/>
            <a:ext cx="1300059" cy="1300059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7AD18277-5FAD-5B73-EE6A-CE34B4441362}"/>
              </a:ext>
            </a:extLst>
          </p:cNvPr>
          <p:cNvPicPr>
            <a:picLocks noChangeAspect="1"/>
          </p:cNvPicPr>
          <p:nvPr/>
        </p:nvPicPr>
        <p:blipFill>
          <a:blip r:embed="rId6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duotone>
              <a:schemeClr val="accent4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87339" y="3590610"/>
            <a:ext cx="1300059" cy="1300059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64BDE48D-613E-BBE8-3F5B-D8B167EE1ED4}"/>
              </a:ext>
            </a:extLst>
          </p:cNvPr>
          <p:cNvPicPr>
            <a:picLocks noChangeAspect="1"/>
          </p:cNvPicPr>
          <p:nvPr/>
        </p:nvPicPr>
        <p:blipFill>
          <a:blip r:embed="rId7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duotone>
              <a:schemeClr val="accent4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2500" y="4707782"/>
            <a:ext cx="1300059" cy="1300059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7CCDD3DC-30A4-3121-777C-D086E8B13230}"/>
              </a:ext>
            </a:extLst>
          </p:cNvPr>
          <p:cNvPicPr>
            <a:picLocks noChangeAspect="1"/>
          </p:cNvPicPr>
          <p:nvPr/>
        </p:nvPicPr>
        <p:blipFill>
          <a:blip r:embed="rId8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duotone>
              <a:schemeClr val="accent4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33574" y="1112623"/>
            <a:ext cx="1300059" cy="1300059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F582BB0A-3F85-20F7-AA74-739CB01262DD}"/>
              </a:ext>
            </a:extLst>
          </p:cNvPr>
          <p:cNvPicPr>
            <a:picLocks noChangeAspect="1"/>
          </p:cNvPicPr>
          <p:nvPr/>
        </p:nvPicPr>
        <p:blipFill>
          <a:blip r:embed="rId9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duotone>
              <a:schemeClr val="accent4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19949" y="577570"/>
            <a:ext cx="1300059" cy="1300059"/>
          </a:xfrm>
          <a:prstGeom prst="rect">
            <a:avLst/>
          </a:prstGeom>
        </p:spPr>
      </p:pic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0296B4F5-0FA8-501A-BA1D-29237C875A23}"/>
              </a:ext>
            </a:extLst>
          </p:cNvPr>
          <p:cNvSpPr/>
          <p:nvPr/>
        </p:nvSpPr>
        <p:spPr>
          <a:xfrm>
            <a:off x="1102374" y="2016126"/>
            <a:ext cx="1056033" cy="449118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19050">
            <a:solidFill>
              <a:srgbClr val="FFC00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r>
              <a:rPr lang="en-GB" sz="2400" dirty="0"/>
              <a:t>0.52</a:t>
            </a:r>
            <a:r>
              <a:rPr lang="ky-KG" sz="2400" dirty="0"/>
              <a:t> </a:t>
            </a:r>
            <a:r>
              <a:rPr lang="ru-RU" sz="2400" b="0" i="0" u="sng" dirty="0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с</a:t>
            </a:r>
            <a:endParaRPr lang="en-GB" sz="2400" dirty="0"/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B1E1A27D-069C-3552-09D7-1A5B4A264628}"/>
              </a:ext>
            </a:extLst>
          </p:cNvPr>
          <p:cNvSpPr/>
          <p:nvPr/>
        </p:nvSpPr>
        <p:spPr>
          <a:xfrm>
            <a:off x="2673480" y="1791682"/>
            <a:ext cx="1056033" cy="449118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19050">
            <a:solidFill>
              <a:srgbClr val="FFC00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r>
              <a:rPr lang="en-GB" sz="2400" dirty="0"/>
              <a:t>0.24</a:t>
            </a:r>
            <a:r>
              <a:rPr lang="ky-KG" sz="2400" dirty="0"/>
              <a:t> </a:t>
            </a:r>
            <a:r>
              <a:rPr lang="ru-RU" sz="2400" b="0" i="0" u="sng" dirty="0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с</a:t>
            </a:r>
            <a:endParaRPr lang="en-GB" sz="2400" dirty="0"/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CE1E5AD2-B912-A43C-9EA3-8D87435C1128}"/>
              </a:ext>
            </a:extLst>
          </p:cNvPr>
          <p:cNvSpPr/>
          <p:nvPr/>
        </p:nvSpPr>
        <p:spPr>
          <a:xfrm>
            <a:off x="2023181" y="2606156"/>
            <a:ext cx="1424869" cy="449118"/>
          </a:xfrm>
          <a:prstGeom prst="roundRect">
            <a:avLst/>
          </a:prstGeom>
          <a:solidFill>
            <a:schemeClr val="bg1"/>
          </a:solidFill>
          <a:ln w="19050">
            <a:solidFill>
              <a:srgbClr val="0070C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r>
              <a:rPr lang="en-GB" sz="2400" dirty="0"/>
              <a:t>= 0.76</a:t>
            </a:r>
            <a:r>
              <a:rPr lang="ky-KG" sz="2400" dirty="0"/>
              <a:t> </a:t>
            </a:r>
            <a:r>
              <a:rPr lang="ru-RU" sz="2400" u="sng" dirty="0">
                <a:solidFill>
                  <a:srgbClr val="202122"/>
                </a:solidFill>
                <a:latin typeface="Arial" panose="020B0604020202020204" pitchFamily="34" charset="0"/>
              </a:rPr>
              <a:t>с</a:t>
            </a:r>
            <a:endParaRPr lang="en-GB" sz="2400" dirty="0"/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59DF4EDB-4E00-B7BF-4E47-2A7DB3DAD96A}"/>
              </a:ext>
            </a:extLst>
          </p:cNvPr>
          <p:cNvSpPr/>
          <p:nvPr/>
        </p:nvSpPr>
        <p:spPr>
          <a:xfrm>
            <a:off x="2663609" y="4645719"/>
            <a:ext cx="1056033" cy="449118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19050">
            <a:solidFill>
              <a:srgbClr val="FFC00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r>
              <a:rPr lang="en-GB" sz="2400" dirty="0"/>
              <a:t>1.53</a:t>
            </a:r>
            <a:r>
              <a:rPr lang="ky-KG" sz="2400" dirty="0"/>
              <a:t> </a:t>
            </a:r>
            <a:r>
              <a:rPr lang="ru-RU" sz="2400" b="0" i="0" u="sng" dirty="0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с</a:t>
            </a:r>
            <a:endParaRPr lang="en-GB" sz="2400" dirty="0"/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CC29B8FE-CAF0-7268-0961-9CE1762A31E9}"/>
              </a:ext>
            </a:extLst>
          </p:cNvPr>
          <p:cNvSpPr/>
          <p:nvPr/>
        </p:nvSpPr>
        <p:spPr>
          <a:xfrm>
            <a:off x="1799086" y="5543493"/>
            <a:ext cx="1056033" cy="449118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19050">
            <a:solidFill>
              <a:srgbClr val="FFC00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r>
              <a:rPr lang="en-GB" sz="2400" dirty="0"/>
              <a:t>0.82</a:t>
            </a:r>
            <a:r>
              <a:rPr lang="ky-KG" sz="2400" dirty="0"/>
              <a:t> </a:t>
            </a:r>
            <a:r>
              <a:rPr lang="ru-RU" sz="2400" b="0" i="0" u="sng" dirty="0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с</a:t>
            </a:r>
            <a:endParaRPr lang="en-GB" sz="2400" dirty="0"/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E122651E-BDA8-52AC-11D7-943245D3E19F}"/>
              </a:ext>
            </a:extLst>
          </p:cNvPr>
          <p:cNvSpPr/>
          <p:nvPr/>
        </p:nvSpPr>
        <p:spPr>
          <a:xfrm>
            <a:off x="6690952" y="5534660"/>
            <a:ext cx="1056033" cy="449118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19050">
            <a:solidFill>
              <a:srgbClr val="FFC00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r>
              <a:rPr lang="en-GB" sz="2400" dirty="0"/>
              <a:t>2.68</a:t>
            </a:r>
            <a:r>
              <a:rPr lang="ky-KG" sz="2400" dirty="0"/>
              <a:t> </a:t>
            </a:r>
            <a:r>
              <a:rPr lang="ru-RU" sz="2400" b="0" i="0" u="sng" dirty="0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с</a:t>
            </a:r>
            <a:endParaRPr lang="en-GB" sz="2400" dirty="0"/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26149DCA-4859-B4C3-A52F-0E736C4B91AD}"/>
              </a:ext>
            </a:extLst>
          </p:cNvPr>
          <p:cNvSpPr/>
          <p:nvPr/>
        </p:nvSpPr>
        <p:spPr>
          <a:xfrm>
            <a:off x="7538849" y="4678450"/>
            <a:ext cx="1056033" cy="449118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19050">
            <a:solidFill>
              <a:srgbClr val="FFC00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r>
              <a:rPr lang="en-GB" sz="2400" dirty="0"/>
              <a:t>1.57</a:t>
            </a:r>
            <a:r>
              <a:rPr lang="ky-KG" sz="2400" dirty="0"/>
              <a:t> </a:t>
            </a:r>
            <a:r>
              <a:rPr lang="ru-RU" sz="2400" b="0" i="0" u="sng" dirty="0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с</a:t>
            </a:r>
            <a:endParaRPr lang="en-GB" sz="2400" dirty="0"/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8C03474C-57D0-D832-3AC8-80B9F0989C17}"/>
              </a:ext>
            </a:extLst>
          </p:cNvPr>
          <p:cNvSpPr/>
          <p:nvPr/>
        </p:nvSpPr>
        <p:spPr>
          <a:xfrm>
            <a:off x="2347724" y="6092133"/>
            <a:ext cx="1424869" cy="449118"/>
          </a:xfrm>
          <a:prstGeom prst="roundRect">
            <a:avLst/>
          </a:prstGeom>
          <a:solidFill>
            <a:schemeClr val="bg1"/>
          </a:solidFill>
          <a:ln w="19050">
            <a:solidFill>
              <a:srgbClr val="0070C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r>
              <a:rPr lang="en-GB" sz="2400" dirty="0"/>
              <a:t>= 2.35</a:t>
            </a:r>
            <a:r>
              <a:rPr lang="ky-KG" sz="2400" dirty="0"/>
              <a:t> </a:t>
            </a:r>
            <a:r>
              <a:rPr lang="ru-RU" sz="2400" u="sng" dirty="0">
                <a:solidFill>
                  <a:srgbClr val="202122"/>
                </a:solidFill>
                <a:latin typeface="Arial" panose="020B0604020202020204" pitchFamily="34" charset="0"/>
              </a:rPr>
              <a:t>с</a:t>
            </a:r>
            <a:endParaRPr lang="en-GB" sz="2400" dirty="0"/>
          </a:p>
        </p:txBody>
      </p: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678112C5-8AA2-3A25-E491-193BA9EF780A}"/>
              </a:ext>
            </a:extLst>
          </p:cNvPr>
          <p:cNvSpPr/>
          <p:nvPr/>
        </p:nvSpPr>
        <p:spPr>
          <a:xfrm>
            <a:off x="6189590" y="1652791"/>
            <a:ext cx="1056033" cy="449118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19050">
            <a:solidFill>
              <a:srgbClr val="FFC00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r>
              <a:rPr lang="en-GB" sz="2400" dirty="0"/>
              <a:t>0.28</a:t>
            </a:r>
            <a:r>
              <a:rPr lang="ky-KG" sz="2400" dirty="0"/>
              <a:t> </a:t>
            </a:r>
            <a:r>
              <a:rPr lang="ru-RU" sz="2400" b="0" i="0" u="sng" dirty="0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с</a:t>
            </a:r>
            <a:endParaRPr lang="en-GB" sz="2400" dirty="0"/>
          </a:p>
        </p:txBody>
      </p: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0B072757-EA11-FAE0-6E54-F8265C984BA3}"/>
              </a:ext>
            </a:extLst>
          </p:cNvPr>
          <p:cNvSpPr/>
          <p:nvPr/>
        </p:nvSpPr>
        <p:spPr>
          <a:xfrm>
            <a:off x="8068267" y="2226368"/>
            <a:ext cx="1056033" cy="449118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19050">
            <a:solidFill>
              <a:srgbClr val="FFC00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r>
              <a:rPr lang="en-GB" sz="2400" dirty="0"/>
              <a:t>1.35</a:t>
            </a:r>
            <a:r>
              <a:rPr lang="ky-KG" sz="2400" dirty="0"/>
              <a:t> </a:t>
            </a:r>
            <a:r>
              <a:rPr lang="ru-RU" sz="2400" b="0" i="0" u="sng" dirty="0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с</a:t>
            </a:r>
            <a:endParaRPr lang="en-GB" sz="2400" dirty="0"/>
          </a:p>
        </p:txBody>
      </p:sp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5EF6FC62-83E8-32E6-094F-F6F9D1C4197B}"/>
              </a:ext>
            </a:extLst>
          </p:cNvPr>
          <p:cNvSpPr/>
          <p:nvPr/>
        </p:nvSpPr>
        <p:spPr>
          <a:xfrm>
            <a:off x="6305967" y="2533938"/>
            <a:ext cx="1424869" cy="449118"/>
          </a:xfrm>
          <a:prstGeom prst="roundRect">
            <a:avLst/>
          </a:prstGeom>
          <a:solidFill>
            <a:schemeClr val="bg1"/>
          </a:solidFill>
          <a:ln w="19050">
            <a:solidFill>
              <a:srgbClr val="0070C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r>
              <a:rPr lang="en-GB" sz="2400" dirty="0"/>
              <a:t>= 1.63</a:t>
            </a:r>
            <a:r>
              <a:rPr lang="ky-KG" sz="2400" dirty="0"/>
              <a:t> </a:t>
            </a:r>
            <a:r>
              <a:rPr lang="ru-RU" sz="2400" u="sng" dirty="0">
                <a:solidFill>
                  <a:srgbClr val="202122"/>
                </a:solidFill>
                <a:latin typeface="Arial" panose="020B0604020202020204" pitchFamily="34" charset="0"/>
              </a:rPr>
              <a:t>с</a:t>
            </a:r>
            <a:endParaRPr lang="en-GB" sz="2400" dirty="0"/>
          </a:p>
        </p:txBody>
      </p:sp>
      <p:sp>
        <p:nvSpPr>
          <p:cNvPr id="23" name="Rectangle: Rounded Corners 22">
            <a:extLst>
              <a:ext uri="{FF2B5EF4-FFF2-40B4-BE49-F238E27FC236}">
                <a16:creationId xmlns:a16="http://schemas.microsoft.com/office/drawing/2014/main" id="{0EC93F46-8A17-A717-4A9D-483B40D292D4}"/>
              </a:ext>
            </a:extLst>
          </p:cNvPr>
          <p:cNvSpPr/>
          <p:nvPr/>
        </p:nvSpPr>
        <p:spPr>
          <a:xfrm>
            <a:off x="6740827" y="6058362"/>
            <a:ext cx="1424869" cy="449118"/>
          </a:xfrm>
          <a:prstGeom prst="roundRect">
            <a:avLst/>
          </a:prstGeom>
          <a:solidFill>
            <a:schemeClr val="bg1"/>
          </a:solidFill>
          <a:ln w="19050">
            <a:solidFill>
              <a:srgbClr val="0070C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r>
              <a:rPr lang="en-GB" sz="2400" dirty="0"/>
              <a:t>= 4.25</a:t>
            </a:r>
            <a:r>
              <a:rPr lang="ky-KG" sz="2400" dirty="0"/>
              <a:t> </a:t>
            </a:r>
            <a:r>
              <a:rPr lang="ru-RU" sz="2400" u="sng" dirty="0">
                <a:solidFill>
                  <a:srgbClr val="202122"/>
                </a:solidFill>
                <a:latin typeface="Arial" panose="020B0604020202020204" pitchFamily="34" charset="0"/>
              </a:rPr>
              <a:t>с</a:t>
            </a:r>
            <a:endParaRPr lang="en-GB" sz="2400" dirty="0"/>
          </a:p>
        </p:txBody>
      </p:sp>
      <p:sp>
        <p:nvSpPr>
          <p:cNvPr id="24" name="Rectangle: Rounded Corners 23">
            <a:extLst>
              <a:ext uri="{FF2B5EF4-FFF2-40B4-BE49-F238E27FC236}">
                <a16:creationId xmlns:a16="http://schemas.microsoft.com/office/drawing/2014/main" id="{DB6D39F2-02C0-6277-20B0-D7DE8A828CA7}"/>
              </a:ext>
            </a:extLst>
          </p:cNvPr>
          <p:cNvSpPr/>
          <p:nvPr/>
        </p:nvSpPr>
        <p:spPr>
          <a:xfrm>
            <a:off x="40640" y="50800"/>
            <a:ext cx="9804400" cy="6766560"/>
          </a:xfrm>
          <a:prstGeom prst="roundRect">
            <a:avLst>
              <a:gd name="adj" fmla="val 5362"/>
            </a:avLst>
          </a:prstGeom>
          <a:noFill/>
          <a:ln w="28575"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 err="1">
              <a:solidFill>
                <a:schemeClr val="tx1"/>
              </a:solidFill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0F690E13-74CA-E0A8-8B63-43BC87C576F2}"/>
              </a:ext>
            </a:extLst>
          </p:cNvPr>
          <p:cNvSpPr txBox="1"/>
          <p:nvPr/>
        </p:nvSpPr>
        <p:spPr>
          <a:xfrm>
            <a:off x="375787" y="701733"/>
            <a:ext cx="39145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2000" b="1" dirty="0">
                <a:solidFill>
                  <a:schemeClr val="bg1">
                    <a:lumMod val="50000"/>
                  </a:schemeClr>
                </a:solidFill>
              </a:rPr>
              <a:t>а</a:t>
            </a:r>
            <a:r>
              <a:rPr lang="en-GB" sz="2000" b="1" dirty="0">
                <a:solidFill>
                  <a:schemeClr val="bg1">
                    <a:lumMod val="50000"/>
                  </a:schemeClr>
                </a:solidFill>
              </a:rPr>
              <a:t>)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4C8FB3B6-50F0-5DEF-F0AB-A55E37DDCA63}"/>
              </a:ext>
            </a:extLst>
          </p:cNvPr>
          <p:cNvSpPr txBox="1"/>
          <p:nvPr/>
        </p:nvSpPr>
        <p:spPr>
          <a:xfrm>
            <a:off x="5685928" y="1016058"/>
            <a:ext cx="40107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2000" b="1" dirty="0">
                <a:solidFill>
                  <a:schemeClr val="bg1">
                    <a:lumMod val="50000"/>
                  </a:schemeClr>
                </a:solidFill>
              </a:rPr>
              <a:t>б</a:t>
            </a:r>
            <a:r>
              <a:rPr lang="en-GB" sz="2000" b="1" dirty="0">
                <a:solidFill>
                  <a:schemeClr val="bg1">
                    <a:lumMod val="50000"/>
                  </a:schemeClr>
                </a:solidFill>
              </a:rPr>
              <a:t>)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1CBE9642-F05B-1A2C-9631-19012ED83264}"/>
              </a:ext>
            </a:extLst>
          </p:cNvPr>
          <p:cNvSpPr txBox="1"/>
          <p:nvPr/>
        </p:nvSpPr>
        <p:spPr>
          <a:xfrm>
            <a:off x="861562" y="4102158"/>
            <a:ext cx="39145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2000" b="1" dirty="0">
                <a:solidFill>
                  <a:schemeClr val="bg1">
                    <a:lumMod val="50000"/>
                  </a:schemeClr>
                </a:solidFill>
              </a:rPr>
              <a:t>в</a:t>
            </a:r>
            <a:r>
              <a:rPr lang="en-GB" sz="2000" b="1" dirty="0">
                <a:solidFill>
                  <a:schemeClr val="bg1">
                    <a:lumMod val="50000"/>
                  </a:schemeClr>
                </a:solidFill>
              </a:rPr>
              <a:t>)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662E4F2F-082D-DD6E-DD47-19458B76CAAB}"/>
              </a:ext>
            </a:extLst>
          </p:cNvPr>
          <p:cNvSpPr txBox="1"/>
          <p:nvPr/>
        </p:nvSpPr>
        <p:spPr>
          <a:xfrm>
            <a:off x="5784570" y="3940233"/>
            <a:ext cx="35618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2000" b="1" dirty="0">
                <a:solidFill>
                  <a:schemeClr val="bg1">
                    <a:lumMod val="50000"/>
                  </a:schemeClr>
                </a:solidFill>
              </a:rPr>
              <a:t>г</a:t>
            </a:r>
            <a:r>
              <a:rPr lang="en-GB" sz="2000" b="1" dirty="0">
                <a:solidFill>
                  <a:schemeClr val="bg1">
                    <a:lumMod val="50000"/>
                  </a:schemeClr>
                </a:solidFill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23797174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9" grpId="0" animBg="1"/>
      <p:bldP spid="22" grpId="0" animBg="1"/>
      <p:bldP spid="23" grpId="0" animBg="1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E94EE51F-7A9F-BBA6-4D52-96A950D8E45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12271" y="807544"/>
            <a:ext cx="8543925" cy="5400215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ru-RU" dirty="0"/>
              <a:t>Суроолор барбы?</a:t>
            </a:r>
          </a:p>
          <a:p>
            <a:pPr marL="0" indent="0" algn="ctr">
              <a:buNone/>
            </a:pPr>
            <a:r>
              <a:rPr lang="ru-RU" dirty="0"/>
              <a:t>Комментарийлер?</a:t>
            </a:r>
          </a:p>
          <a:p>
            <a:pPr marL="0" indent="0" algn="ctr">
              <a:buNone/>
            </a:pPr>
            <a:r>
              <a:rPr lang="ru-RU" dirty="0"/>
              <a:t>Сунуштар?</a:t>
            </a:r>
          </a:p>
          <a:p>
            <a:pPr marL="0" indent="0" algn="ctr">
              <a:buNone/>
            </a:pPr>
            <a:endParaRPr lang="ru-RU" dirty="0"/>
          </a:p>
          <a:p>
            <a:pPr marL="0" indent="0" algn="ctr">
              <a:buNone/>
            </a:pPr>
            <a:r>
              <a:rPr lang="ru-RU" dirty="0"/>
              <a:t>…же ката таптыңызбы!?</a:t>
            </a:r>
          </a:p>
          <a:p>
            <a:pPr marL="0" indent="0" algn="ctr">
              <a:buNone/>
            </a:pPr>
            <a:endParaRPr lang="ru-RU" dirty="0"/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Түрдүү пикирлер үчүн ыраазычылык билдиребиз.</a:t>
            </a:r>
          </a:p>
          <a:p>
            <a:pPr marL="0" indent="0" algn="ctr">
              <a:buNone/>
            </a:pPr>
            <a:endParaRPr lang="ru-RU" dirty="0"/>
          </a:p>
          <a:p>
            <a:pPr marL="0" indent="0" algn="ctr">
              <a:buNone/>
            </a:pPr>
            <a:r>
              <a:rPr lang="ru-RU" dirty="0"/>
              <a:t>Сураныч, электрондук кат жөнөтүңүз:</a:t>
            </a:r>
          </a:p>
          <a:p>
            <a:pPr marL="0" indent="0" algn="ctr">
              <a:buNone/>
            </a:pPr>
            <a:endParaRPr lang="ru-RU" dirty="0"/>
          </a:p>
          <a:p>
            <a:pPr marL="0" indent="0" algn="ctr">
              <a:buNone/>
            </a:pPr>
            <a:r>
              <a:rPr lang="en-US" dirty="0"/>
              <a:t>mathematicskgz@gmail.com</a:t>
            </a:r>
          </a:p>
        </p:txBody>
      </p:sp>
    </p:spTree>
    <p:extLst>
      <p:ext uri="{BB962C8B-B14F-4D97-AF65-F5344CB8AC3E}">
        <p14:creationId xmlns:p14="http://schemas.microsoft.com/office/powerpoint/2010/main" val="151558443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rgbClr val="0070C0"/>
        </a:solidFill>
        <a:ln w="19050">
          <a:solidFill>
            <a:srgbClr val="0070C0"/>
          </a:solidFill>
          <a:tailEnd type="none"/>
        </a:ln>
      </a:spPr>
      <a:bodyPr rtlCol="0" anchor="ctr"/>
      <a:lstStyle>
        <a:defPPr algn="ctr">
          <a:defRPr/>
        </a:defPPr>
      </a:lstStyle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spDef>
    <a:lnDef>
      <a:spPr>
        <a:ln w="28575">
          <a:solidFill>
            <a:schemeClr val="tx1"/>
          </a:solidFill>
          <a:tailEnd type="none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TM04033937[[fn=Vapor Trail]]</Template>
  <TotalTime>10702</TotalTime>
  <Words>1135</Words>
  <Application>Microsoft Office PowerPoint</Application>
  <PresentationFormat>A4 Paper (210x297 mm)</PresentationFormat>
  <Paragraphs>649</Paragraphs>
  <Slides>33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33</vt:i4>
      </vt:variant>
    </vt:vector>
  </HeadingPairs>
  <TitlesOfParts>
    <vt:vector size="41" baseType="lpstr">
      <vt:lpstr>Stencil</vt:lpstr>
      <vt:lpstr>Arial</vt:lpstr>
      <vt:lpstr>Bodoni MT Black</vt:lpstr>
      <vt:lpstr>Arial Black</vt:lpstr>
      <vt:lpstr>Calibri</vt:lpstr>
      <vt:lpstr>Calibri Light</vt:lpstr>
      <vt:lpstr>Office Theme</vt:lpstr>
      <vt:lpstr>1_Office Theme</vt:lpstr>
      <vt:lpstr>MathKGZ  --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Kite</dc:creator>
  <cp:lastModifiedBy>Isa Amanov</cp:lastModifiedBy>
  <cp:revision>518</cp:revision>
  <cp:lastPrinted>2017-12-31T22:38:51Z</cp:lastPrinted>
  <dcterms:created xsi:type="dcterms:W3CDTF">2017-01-17T16:57:04Z</dcterms:created>
  <dcterms:modified xsi:type="dcterms:W3CDTF">2023-10-16T16:53:30Z</dcterms:modified>
</cp:coreProperties>
</file>