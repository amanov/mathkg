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1"/>
  </p:notesMasterIdLst>
  <p:handoutMasterIdLst>
    <p:handoutMasterId r:id="rId32"/>
  </p:handoutMasterIdLst>
  <p:sldIdLst>
    <p:sldId id="257" r:id="rId3"/>
    <p:sldId id="1055" r:id="rId4"/>
    <p:sldId id="1057" r:id="rId5"/>
    <p:sldId id="1056" r:id="rId6"/>
    <p:sldId id="1058" r:id="rId7"/>
    <p:sldId id="1059" r:id="rId8"/>
    <p:sldId id="1050" r:id="rId9"/>
    <p:sldId id="1051" r:id="rId10"/>
    <p:sldId id="1026" r:id="rId11"/>
    <p:sldId id="1061" r:id="rId12"/>
    <p:sldId id="1062" r:id="rId13"/>
    <p:sldId id="1063" r:id="rId14"/>
    <p:sldId id="1064" r:id="rId15"/>
    <p:sldId id="1066" r:id="rId16"/>
    <p:sldId id="1065" r:id="rId17"/>
    <p:sldId id="1067" r:id="rId18"/>
    <p:sldId id="1070" r:id="rId19"/>
    <p:sldId id="1068" r:id="rId20"/>
    <p:sldId id="1069" r:id="rId21"/>
    <p:sldId id="1071" r:id="rId22"/>
    <p:sldId id="1072" r:id="rId23"/>
    <p:sldId id="1073" r:id="rId24"/>
    <p:sldId id="1074" r:id="rId25"/>
    <p:sldId id="1075" r:id="rId26"/>
    <p:sldId id="1076" r:id="rId27"/>
    <p:sldId id="1048" r:id="rId28"/>
    <p:sldId id="1060" r:id="rId29"/>
    <p:sldId id="274" r:id="rId30"/>
  </p:sldIdLst>
  <p:sldSz cx="9906000" cy="6858000" type="A4"/>
  <p:notesSz cx="7104063" cy="10234613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  <p:embeddedFont>
      <p:font typeface="Stencil" panose="040409050D0802020404" pitchFamily="82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025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35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4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4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3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06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9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170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7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ондуктар – Кемитүү –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120" y="39078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0.1 − 0.01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53000" y="287650"/>
            <a:ext cx="5012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0.24 − 0.11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2526" y="34053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0.3 − 0.16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77699" y="315964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0.33 − 0.08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4781" y="26152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0.45 − 0.27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058298" y="394752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51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0.51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0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B7682EF-5466-46EE-63C2-9F41156B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5684199" y="933450"/>
            <a:ext cx="764149" cy="5846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B93E80-9A46-6E36-A952-12D9A42B10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3264772" y="794927"/>
            <a:ext cx="1126254" cy="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72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0.72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25E4-2EC6-F1D6-F4A2-2FFF43DD6570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67D7-2E08-89A6-6D0F-5A1F6280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5" y="773089"/>
            <a:ext cx="764149" cy="764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F1454A-ED46-9B76-9657-787D1F1015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04" y="777530"/>
            <a:ext cx="764149" cy="76414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5555C-EA2C-4E41-EBFF-416068D39EDE}"/>
              </a:ext>
            </a:extLst>
          </p:cNvPr>
          <p:cNvCxnSpPr>
            <a:cxnSpLocks/>
          </p:cNvCxnSpPr>
          <p:nvPr/>
        </p:nvCxnSpPr>
        <p:spPr>
          <a:xfrm flipH="1">
            <a:off x="22828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1F903-59B4-8CEE-C5DF-7841D2275966}"/>
              </a:ext>
            </a:extLst>
          </p:cNvPr>
          <p:cNvSpPr txBox="1"/>
          <p:nvPr/>
        </p:nvSpPr>
        <p:spPr>
          <a:xfrm>
            <a:off x="74535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8BF83-F26C-23AB-DA8F-D21CE889C78C}"/>
              </a:ext>
            </a:extLst>
          </p:cNvPr>
          <p:cNvCxnSpPr>
            <a:cxnSpLocks/>
          </p:cNvCxnSpPr>
          <p:nvPr/>
        </p:nvCxnSpPr>
        <p:spPr>
          <a:xfrm flipH="1">
            <a:off x="74644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BCD166-2C8A-356A-1905-803ABF76EA98}"/>
              </a:ext>
            </a:extLst>
          </p:cNvPr>
          <p:cNvSpPr txBox="1"/>
          <p:nvPr/>
        </p:nvSpPr>
        <p:spPr>
          <a:xfrm>
            <a:off x="26212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0E84A-179E-D9BE-BD37-8E043E556713}"/>
              </a:ext>
            </a:extLst>
          </p:cNvPr>
          <p:cNvSpPr txBox="1"/>
          <p:nvPr/>
        </p:nvSpPr>
        <p:spPr>
          <a:xfrm>
            <a:off x="78028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89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3" grpId="0"/>
      <p:bldP spid="2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  −  0.3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14915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  −  0.7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 −  0.6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280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  −  0.9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−  0.17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0.54  −  0.16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-189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−  0.27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1.27  −  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0.42  −  0.25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4.55  −  2.19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1.43  −  0.55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415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2.21  −  0.68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43486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3071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3.53  −  0.94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4093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4.24  −  1.56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3.31  −  2.83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2.84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84293" y="305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0.26  −  0.12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0.52  −  0.3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0.32  −  0.18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1.54  −  0.26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3.5  −  1.02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558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5  −  3.57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3.42  −  2.59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2.34  −  0.47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1.68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1.63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2.27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715266" y="149283"/>
            <a:ext cx="4475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Түшкү тамагын сатып алгандан кийин, </a:t>
            </a:r>
            <a:endParaRPr lang="en-US" sz="2000" dirty="0"/>
          </a:p>
          <a:p>
            <a:pPr algn="ctr"/>
            <a:r>
              <a:rPr lang="ru-RU" sz="2000" dirty="0"/>
              <a:t>ар биринде канча акча калтырышат?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5.06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1118306" y="30633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2.32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2.17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en-GB" sz="2400" dirty="0"/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2.79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1.85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10726</TotalTime>
  <Words>900</Words>
  <Application>Microsoft Office PowerPoint</Application>
  <PresentationFormat>A4 Paper (210x297 mm)</PresentationFormat>
  <Paragraphs>596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Stencil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2023-10-18T05:06:44Z</dcterms:modified>
</cp:coreProperties>
</file>