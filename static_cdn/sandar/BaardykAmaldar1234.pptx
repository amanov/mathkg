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8"/>
  </p:notesMasterIdLst>
  <p:sldIdLst>
    <p:sldId id="947" r:id="rId3"/>
    <p:sldId id="944" r:id="rId4"/>
    <p:sldId id="943" r:id="rId5"/>
    <p:sldId id="945" r:id="rId6"/>
    <p:sldId id="938" r:id="rId7"/>
  </p:sldIdLst>
  <p:sldSz cx="9906000" cy="6858000" type="A4"/>
  <p:notesSz cx="7104063" cy="10234613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alibri Light" panose="020F0302020204030204" pitchFamily="34" charset="0"/>
      <p:regular r:id="rId13"/>
      <p:italic r:id="rId14"/>
    </p:embeddedFont>
    <p:embeddedFont>
      <p:font typeface="Cambria Math" panose="02040503050406030204" pitchFamily="18" charset="0"/>
      <p:regular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3.fntdata"/><Relationship Id="rId5" Type="http://schemas.openxmlformats.org/officeDocument/2006/relationships/slide" Target="slides/slide3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01/10/2023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2514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6877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23AB513-652E-C3BF-2C4E-383119CB0C3B}"/>
              </a:ext>
            </a:extLst>
          </p:cNvPr>
          <p:cNvSpPr txBox="1">
            <a:spLocks/>
          </p:cNvSpPr>
          <p:nvPr/>
        </p:nvSpPr>
        <p:spPr>
          <a:xfrm>
            <a:off x="74930" y="1767839"/>
            <a:ext cx="9292590" cy="40433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y-KG" dirty="0">
                <a:solidFill>
                  <a:prstClr val="black"/>
                </a:solidFill>
                <a:latin typeface="Calibri" panose="020F0502020204030204"/>
              </a:rPr>
              <a:t>Баардык </a:t>
            </a: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а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малдарды</a:t>
            </a: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н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аткаруу тартиби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1234</a:t>
            </a:r>
            <a:endParaRPr kumimoji="0" lang="ru-R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Проектордо чагылдырып койсо болот же принтерден чыгарып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таркатып койсо болот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02B12FE2-8A2D-1F09-EA87-1A4639F06177}"/>
              </a:ext>
            </a:extLst>
          </p:cNvPr>
          <p:cNvSpPr txBox="1">
            <a:spLocks/>
          </p:cNvSpPr>
          <p:nvPr/>
        </p:nvSpPr>
        <p:spPr>
          <a:xfrm>
            <a:off x="426720" y="26955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58182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CB9742-88CC-40B3-B3DD-9DCD4BC07A47}"/>
                  </a:ext>
                </a:extLst>
              </p:cNvPr>
              <p:cNvSpPr txBox="1"/>
              <p:nvPr/>
            </p:nvSpPr>
            <p:spPr>
              <a:xfrm>
                <a:off x="1633864" y="371345"/>
                <a:ext cx="15454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20−2</m:t>
                      </m:r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CB9742-88CC-40B3-B3DD-9DCD4BC07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864" y="371345"/>
                <a:ext cx="1545423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4CFF194-8A1E-4EB2-8A26-86C45EA53E66}"/>
                  </a:ext>
                </a:extLst>
              </p:cNvPr>
              <p:cNvSpPr txBox="1"/>
              <p:nvPr/>
            </p:nvSpPr>
            <p:spPr>
              <a:xfrm>
                <a:off x="6368539" y="371345"/>
                <a:ext cx="198483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4CFF194-8A1E-4EB2-8A26-86C45EA53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539" y="371345"/>
                <a:ext cx="1984839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343ED0E-1049-492F-BDDC-582C4E5517BD}"/>
              </a:ext>
            </a:extLst>
          </p:cNvPr>
          <p:cNvSpPr txBox="1"/>
          <p:nvPr/>
        </p:nvSpPr>
        <p:spPr>
          <a:xfrm>
            <a:off x="4965563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D658B1-A1FB-4FDC-8BA5-43178C976934}"/>
                  </a:ext>
                </a:extLst>
              </p:cNvPr>
              <p:cNvSpPr txBox="1"/>
              <p:nvPr/>
            </p:nvSpPr>
            <p:spPr>
              <a:xfrm>
                <a:off x="856953" y="3812814"/>
                <a:ext cx="3099245" cy="4426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0÷</m:t>
                      </m:r>
                      <m:rad>
                        <m:radPr>
                          <m:degHide m:val="on"/>
                          <m:ctrlPr>
                            <a:rPr lang="en-GB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25</m:t>
                          </m:r>
                        </m:e>
                      </m:rad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×2)</m:t>
                          </m:r>
                        </m:e>
                        <m:sup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D658B1-A1FB-4FDC-8BA5-43178C9769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953" y="3812814"/>
                <a:ext cx="3099245" cy="442685"/>
              </a:xfrm>
              <a:prstGeom prst="rect">
                <a:avLst/>
              </a:prstGeom>
              <a:blipFill>
                <a:blip r:embed="rId6"/>
                <a:stretch>
                  <a:fillRect b="-136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E5E24E8E-0EBD-4E4E-A691-95B2EE8A14B2}"/>
              </a:ext>
            </a:extLst>
          </p:cNvPr>
          <p:cNvSpPr txBox="1"/>
          <p:nvPr/>
        </p:nvSpPr>
        <p:spPr>
          <a:xfrm>
            <a:off x="11178" y="3448176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DA8C7EA-DFE4-429A-9097-DBC958D1CDFB}"/>
                  </a:ext>
                </a:extLst>
              </p:cNvPr>
              <p:cNvSpPr txBox="1"/>
              <p:nvPr/>
            </p:nvSpPr>
            <p:spPr>
              <a:xfrm>
                <a:off x="5303281" y="3812814"/>
                <a:ext cx="4115357" cy="9680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GB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000" b="0" i="1" dirty="0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  <m:sup>
                                  <m: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e>
                          </m:rad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GB" sz="20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GB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25</m:t>
                                      </m:r>
                                    </m:e>
                                  </m:rad>
                                  <m:r>
                                    <a:rPr lang="en-GB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+5</m:t>
                                  </m:r>
                                </m:e>
                              </m:d>
                              <m:r>
                                <a:rPr lang="en-GB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den>
                      </m:f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DA8C7EA-DFE4-429A-9097-DBC958D1C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281" y="3812814"/>
                <a:ext cx="4115357" cy="9680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EF4CB900-C6A5-45BD-AF34-518D0A5FF0B0}"/>
              </a:ext>
            </a:extLst>
          </p:cNvPr>
          <p:cNvSpPr txBox="1"/>
          <p:nvPr/>
        </p:nvSpPr>
        <p:spPr>
          <a:xfrm>
            <a:off x="4965563" y="3448176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714987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CB9742-88CC-40B3-B3DD-9DCD4BC07A47}"/>
                  </a:ext>
                </a:extLst>
              </p:cNvPr>
              <p:cNvSpPr txBox="1"/>
              <p:nvPr/>
            </p:nvSpPr>
            <p:spPr>
              <a:xfrm>
                <a:off x="1633864" y="371345"/>
                <a:ext cx="15454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20−2</m:t>
                      </m:r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CB9742-88CC-40B3-B3DD-9DCD4BC07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864" y="371345"/>
                <a:ext cx="1545423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2BB8E9-F020-4BDB-BE08-EC24F9534C91}"/>
                  </a:ext>
                </a:extLst>
              </p:cNvPr>
              <p:cNvSpPr txBox="1"/>
              <p:nvPr/>
            </p:nvSpPr>
            <p:spPr>
              <a:xfrm>
                <a:off x="3426205" y="324599"/>
                <a:ext cx="738214" cy="46166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2BB8E9-F020-4BDB-BE08-EC24F9534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6205" y="324599"/>
                <a:ext cx="738214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4CFF194-8A1E-4EB2-8A26-86C45EA53E66}"/>
                  </a:ext>
                </a:extLst>
              </p:cNvPr>
              <p:cNvSpPr txBox="1"/>
              <p:nvPr/>
            </p:nvSpPr>
            <p:spPr>
              <a:xfrm>
                <a:off x="6368539" y="371345"/>
                <a:ext cx="198483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4CFF194-8A1E-4EB2-8A26-86C45EA53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539" y="371345"/>
                <a:ext cx="1984839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343ED0E-1049-492F-BDDC-582C4E5517BD}"/>
              </a:ext>
            </a:extLst>
          </p:cNvPr>
          <p:cNvSpPr txBox="1"/>
          <p:nvPr/>
        </p:nvSpPr>
        <p:spPr>
          <a:xfrm>
            <a:off x="4965563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62DB20B-95D6-4754-945B-ACB49185F3D9}"/>
                  </a:ext>
                </a:extLst>
              </p:cNvPr>
              <p:cNvSpPr txBox="1"/>
              <p:nvPr/>
            </p:nvSpPr>
            <p:spPr>
              <a:xfrm>
                <a:off x="8428634" y="324599"/>
                <a:ext cx="908134" cy="46166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37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62DB20B-95D6-4754-945B-ACB49185F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8634" y="324599"/>
                <a:ext cx="908134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D658B1-A1FB-4FDC-8BA5-43178C976934}"/>
                  </a:ext>
                </a:extLst>
              </p:cNvPr>
              <p:cNvSpPr txBox="1"/>
              <p:nvPr/>
            </p:nvSpPr>
            <p:spPr>
              <a:xfrm>
                <a:off x="856953" y="3812814"/>
                <a:ext cx="3099245" cy="4426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0÷</m:t>
                      </m:r>
                      <m:rad>
                        <m:radPr>
                          <m:degHide m:val="on"/>
                          <m:ctrlPr>
                            <a:rPr lang="en-GB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25</m:t>
                          </m:r>
                        </m:e>
                      </m:rad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×2)</m:t>
                          </m:r>
                        </m:e>
                        <m:sup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D658B1-A1FB-4FDC-8BA5-43178C9769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953" y="3812814"/>
                <a:ext cx="3099245" cy="442685"/>
              </a:xfrm>
              <a:prstGeom prst="rect">
                <a:avLst/>
              </a:prstGeom>
              <a:blipFill>
                <a:blip r:embed="rId6"/>
                <a:stretch>
                  <a:fillRect b="-136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E5E24E8E-0EBD-4E4E-A691-95B2EE8A14B2}"/>
              </a:ext>
            </a:extLst>
          </p:cNvPr>
          <p:cNvSpPr txBox="1"/>
          <p:nvPr/>
        </p:nvSpPr>
        <p:spPr>
          <a:xfrm>
            <a:off x="11178" y="3448176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2F2A8B6-CA0A-47BA-884A-946AD86C52A4}"/>
                  </a:ext>
                </a:extLst>
              </p:cNvPr>
              <p:cNvSpPr txBox="1"/>
              <p:nvPr/>
            </p:nvSpPr>
            <p:spPr>
              <a:xfrm>
                <a:off x="3914823" y="4206643"/>
                <a:ext cx="908134" cy="46166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24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2F2A8B6-CA0A-47BA-884A-946AD86C5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4823" y="4206643"/>
                <a:ext cx="908134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DA8C7EA-DFE4-429A-9097-DBC958D1CDFB}"/>
                  </a:ext>
                </a:extLst>
              </p:cNvPr>
              <p:cNvSpPr txBox="1"/>
              <p:nvPr/>
            </p:nvSpPr>
            <p:spPr>
              <a:xfrm>
                <a:off x="5303281" y="3812814"/>
                <a:ext cx="4115357" cy="9680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GB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000" b="0" i="1" dirty="0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  <m:sup>
                                  <m: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e>
                          </m:rad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GB" sz="20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GB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25</m:t>
                                      </m:r>
                                    </m:e>
                                  </m:rad>
                                  <m:r>
                                    <a:rPr lang="en-GB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+5</m:t>
                                  </m:r>
                                </m:e>
                              </m:d>
                              <m:r>
                                <a:rPr lang="en-GB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den>
                      </m:f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DA8C7EA-DFE4-429A-9097-DBC958D1C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281" y="3812814"/>
                <a:ext cx="4115357" cy="9680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EF4CB900-C6A5-45BD-AF34-518D0A5FF0B0}"/>
              </a:ext>
            </a:extLst>
          </p:cNvPr>
          <p:cNvSpPr txBox="1"/>
          <p:nvPr/>
        </p:nvSpPr>
        <p:spPr>
          <a:xfrm>
            <a:off x="4965563" y="3448176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04339C4-064F-44E9-B404-CEB09820FCD6}"/>
                  </a:ext>
                </a:extLst>
              </p:cNvPr>
              <p:cNvSpPr txBox="1"/>
              <p:nvPr/>
            </p:nvSpPr>
            <p:spPr>
              <a:xfrm>
                <a:off x="8770764" y="4938162"/>
                <a:ext cx="967444" cy="46166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04339C4-064F-44E9-B404-CEB09820F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0764" y="4938162"/>
                <a:ext cx="967444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669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13" grpId="0" animBg="1"/>
      <p:bldP spid="16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5760D4-487D-0907-EEFA-80AE5352F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83580" y="1247741"/>
            <a:ext cx="6505732" cy="45385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00FF5A-DA9E-F9AA-F905-11E33D92A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69419" y="1247738"/>
            <a:ext cx="6505736" cy="453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757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24600"/>
            <a:ext cx="9240883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2800" dirty="0"/>
              <a:t>Суроолор барбы?</a:t>
            </a:r>
          </a:p>
          <a:p>
            <a:pPr marL="0" indent="0" algn="ctr">
              <a:buNone/>
            </a:pPr>
            <a:r>
              <a:rPr lang="ru-RU" sz="2800" dirty="0"/>
              <a:t>Комментарийлер?</a:t>
            </a:r>
          </a:p>
          <a:p>
            <a:pPr marL="0" indent="0" algn="ctr">
              <a:buNone/>
            </a:pPr>
            <a:r>
              <a:rPr lang="ru-RU" sz="2800" dirty="0"/>
              <a:t>Сунуштар?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…же ката таптыңызбы!?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en-US" sz="2800" dirty="0"/>
              <a:t>mathematicskgz@gmail.com</a:t>
            </a:r>
          </a:p>
          <a:p>
            <a:pPr algn="ctr" defTabSz="478226">
              <a:defRPr/>
            </a:pPr>
            <a:endParaRPr lang="en-GB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50000"/>
            </a:schemeClr>
          </a:solidFill>
          <a:headEnd type="arrow" w="sm" len="sm"/>
          <a:tailEnd type="arrow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10538</TotalTime>
  <Words>138</Words>
  <Application>Microsoft Office PowerPoint</Application>
  <PresentationFormat>A4 Paper (210x297 mm)</PresentationFormat>
  <Paragraphs>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Cambria Math</vt:lpstr>
      <vt:lpstr>Calibri Light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517</cp:revision>
  <cp:lastPrinted>2017-12-31T22:38:51Z</cp:lastPrinted>
  <dcterms:created xsi:type="dcterms:W3CDTF">2017-01-17T16:57:04Z</dcterms:created>
  <dcterms:modified xsi:type="dcterms:W3CDTF">2023-09-30T20:30:58Z</dcterms:modified>
</cp:coreProperties>
</file>