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939" r:id="rId3"/>
    <p:sldId id="831" r:id="rId4"/>
    <p:sldId id="940" r:id="rId5"/>
    <p:sldId id="938" r:id="rId6"/>
  </p:sldIdLst>
  <p:sldSz cx="9906000" cy="6858000" type="A4"/>
  <p:notesSz cx="6669088" cy="9926638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Matura MT Script Capitals" panose="03020802060602070202" pitchFamily="66" charset="0"/>
      <p:regular r:id="rId14"/>
    </p:embeddedFont>
    <p:embeddedFont>
      <p:font typeface="Ravie" panose="04040805050809020602" pitchFamily="82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Чвгылдыруу учун" id="{05C36403-E8B4-468F-A140-90D75B14B710}">
          <p14:sldIdLst>
            <p14:sldId id="939"/>
          </p14:sldIdLst>
        </p14:section>
        <p14:section name="Кагаздар" id="{C9917BAB-E32A-4A78-98A8-75E884F996CE}">
          <p14:sldIdLst>
            <p14:sldId id="831"/>
            <p14:sldId id="940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187960" y="177482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 Багытталган сандвр – катары менен төрт</a:t>
            </a:r>
          </a:p>
          <a:p>
            <a:endParaRPr lang="ky-KG" dirty="0"/>
          </a:p>
          <a:p>
            <a:r>
              <a:rPr lang="ky-KG" dirty="0"/>
              <a:t>Эки-экиден жарышып, окуучулар сол жактагы суроону тандашы керек жана </a:t>
            </a:r>
          </a:p>
          <a:p>
            <a:pPr marL="0" indent="0">
              <a:buNone/>
            </a:pPr>
            <a:r>
              <a:rPr lang="ky-KG" dirty="0"/>
              <a:t>жоопту эсептөөсу керек.</a:t>
            </a:r>
          </a:p>
          <a:p>
            <a:endParaRPr lang="ky-KG" dirty="0"/>
          </a:p>
          <a:p>
            <a:r>
              <a:rPr lang="ky-KG" dirty="0"/>
              <a:t>Алар жооп торчосунда катары менен төрт жооп алууга аракет кылышы керек</a:t>
            </a:r>
          </a:p>
          <a:p>
            <a:pPr marL="0" indent="0">
              <a:buNone/>
            </a:pPr>
            <a:r>
              <a:rPr lang="ky-KG" dirty="0"/>
              <a:t>(</a:t>
            </a:r>
            <a:r>
              <a:rPr lang="en-US" dirty="0" err="1"/>
              <a:t>Xs</a:t>
            </a:r>
            <a:r>
              <a:rPr lang="en-US" dirty="0"/>
              <a:t> </a:t>
            </a:r>
            <a:r>
              <a:rPr lang="ky-KG" dirty="0"/>
              <a:t>же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ky-KG" dirty="0"/>
              <a:t>колдонуу менен).</a:t>
            </a:r>
          </a:p>
          <a:p>
            <a:endParaRPr lang="ky-KG" dirty="0"/>
          </a:p>
          <a:p>
            <a:r>
              <a:rPr lang="ky-KG" dirty="0"/>
              <a:t>Окуучуларга суроолорду тандоо үчүн убакыт чегин белгилөө зарыл болушу мүмкүн!</a:t>
            </a:r>
          </a:p>
          <a:p>
            <a:endParaRPr lang="ky-KG" dirty="0"/>
          </a:p>
          <a:p>
            <a:r>
              <a:rPr lang="ky-KG" dirty="0"/>
              <a:t>Иш баракчалары 3 өлчөмдө.</a:t>
            </a:r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/>
        </p:nvGraphicFramePr>
        <p:xfrm>
          <a:off x="5214438" y="2342248"/>
          <a:ext cx="4477056" cy="44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17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2890655127"/>
                    </a:ext>
                  </a:extLst>
                </a:gridCol>
              </a:tblGrid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386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/>
        </p:nvGraphicFramePr>
        <p:xfrm>
          <a:off x="328807" y="43962"/>
          <a:ext cx="4426432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 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 –2 × –3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+ 1) × 3 + 3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(–5) – 4 ÷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× –5 –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× –3 + –2 ×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÷ –5 – 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– –6) × 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5 – 3 × (–6)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–20 ÷ 5 – 3 × –1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(–6 + 8)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36 ÷ –6 + 8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+ –9 × 4 ÷ 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 + 5) × (–3) + 8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+ 9) × –7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10 – 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+ 25 ÷ 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(–7 – –7) ÷ –7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–24 ÷ –6 – –12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× (4 – –4) ×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– (–3) ×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–3 +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4 + 1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(–3) + (–26) ÷ (–2)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 ÷ –6 + –3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+ 7 ×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– 3) ÷ –8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(2 + 2)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8 – –4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–35 ÷ 7 – –9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0 – (–3) ×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(–8) × 4 + 3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(–13) + 14 ÷ (–7)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–40 ÷ 4 × (–2 + 5)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 – –2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(–50) ÷ (–5) + (–5)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(–9 + 3) × (–6 + 9)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5528401" y="-459"/>
            <a:ext cx="32839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latin typeface="Ravie" panose="04040805050809020602" pitchFamily="82" charset="0"/>
              </a:rPr>
              <a:t>Төрт катар</a:t>
            </a:r>
            <a:endParaRPr lang="en-GB" sz="4400" b="1" dirty="0">
              <a:latin typeface="Matura MT Script Capitals" panose="03020802060602070202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AEF3E-B1F7-4278-B548-B64BCC3BB988}"/>
              </a:ext>
            </a:extLst>
          </p:cNvPr>
          <p:cNvSpPr txBox="1"/>
          <p:nvPr/>
        </p:nvSpPr>
        <p:spPr>
          <a:xfrm>
            <a:off x="5035798" y="596978"/>
            <a:ext cx="4834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Сол жактан суроо тандаңыз.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Төмөнкү жоопту таап,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 О) белгилеңиз.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Биринчи катары менен 4 жооп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туура келсген оюнчу жеңет!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2CEB-523F-4E96-9CEA-4010DA944B37}"/>
              </a:ext>
            </a:extLst>
          </p:cNvPr>
          <p:cNvSpPr txBox="1"/>
          <p:nvPr/>
        </p:nvSpPr>
        <p:spPr>
          <a:xfrm>
            <a:off x="6116126" y="1797307"/>
            <a:ext cx="2673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Жооп торчосу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67391"/>
            <a:ext cx="2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Суроолор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7767" y="997766"/>
            <a:ext cx="6924675" cy="492914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921501AA-2565-74A6-23D9-0B8C3881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383" y="997766"/>
            <a:ext cx="6924675" cy="49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9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417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D970B5-4811-8211-BE03-226CE3C2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1"/>
            <a:ext cx="4800600" cy="34171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D11EB9-A0C7-3BBB-059D-4D9EA0152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57576"/>
            <a:ext cx="4800600" cy="3417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DE91B7-4C7C-66EA-3BEA-EA4FCDC7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3457576"/>
            <a:ext cx="4800600" cy="34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6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8997</TotalTime>
  <Words>493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Ravie</vt:lpstr>
      <vt:lpstr>Calibri</vt:lpstr>
      <vt:lpstr>Matura MT Script Capitals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399</cp:revision>
  <cp:lastPrinted>2023-05-15T06:31:22Z</cp:lastPrinted>
  <dcterms:created xsi:type="dcterms:W3CDTF">2017-01-17T16:57:04Z</dcterms:created>
  <dcterms:modified xsi:type="dcterms:W3CDTF">2023-09-29T03:46:47Z</dcterms:modified>
</cp:coreProperties>
</file>