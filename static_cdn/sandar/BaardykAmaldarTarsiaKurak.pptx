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11"/>
  </p:notesMasterIdLst>
  <p:sldIdLst>
    <p:sldId id="941" r:id="rId3"/>
    <p:sldId id="940" r:id="rId4"/>
    <p:sldId id="281" r:id="rId5"/>
    <p:sldId id="835" r:id="rId6"/>
    <p:sldId id="939" r:id="rId7"/>
    <p:sldId id="833" r:id="rId8"/>
    <p:sldId id="834" r:id="rId9"/>
    <p:sldId id="938" r:id="rId10"/>
  </p:sldIdLst>
  <p:sldSz cx="9906000" cy="6858000" type="A4"/>
  <p:notesSz cx="6669088" cy="9926638"/>
  <p:embeddedFontLst>
    <p:embeddedFont>
      <p:font typeface="Verdana" panose="020B060403050404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30/04/2024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57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495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58662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74358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564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4/30/2024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59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4/30/2024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080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4/30/2024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7519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903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713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6686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5608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421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714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21050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398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53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29328" y="1578327"/>
            <a:ext cx="804862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88559">
              <a:defRPr/>
            </a:pPr>
            <a:r>
              <a:rPr lang="ru-RU" sz="1625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Амалдардын аткаруу таптиби – Аралаш– Тарсиа Курак</a:t>
            </a:r>
          </a:p>
          <a:p>
            <a:pPr algn="ctr" defTabSz="388559">
              <a:defRPr/>
            </a:pPr>
            <a:endParaRPr lang="ru-RU" sz="1625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388559">
              <a:defRPr/>
            </a:pPr>
            <a:endParaRPr lang="ru-RU" sz="1625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388559">
              <a:defRPr/>
            </a:pPr>
            <a:r>
              <a:rPr lang="ru-RU" sz="1625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algn="ctr" defTabSz="388559">
              <a:defRPr/>
            </a:pPr>
            <a:endParaRPr lang="ru-RU" sz="1625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388559">
              <a:defRPr/>
            </a:pPr>
            <a:r>
              <a:rPr lang="ru-RU" sz="1625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algn="ctr" defTabSz="388559">
              <a:defRPr/>
            </a:pPr>
            <a:endParaRPr lang="ru-RU" sz="1625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388559">
              <a:defRPr/>
            </a:pPr>
            <a:r>
              <a:rPr lang="ru-RU" sz="1625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algn="ctr" defTabSz="388559">
              <a:defRPr/>
            </a:pPr>
            <a:endParaRPr lang="ru-RU" sz="1625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388559">
              <a:defRPr/>
            </a:pPr>
            <a:r>
              <a:rPr lang="ru-RU" sz="1625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Тарсиа Курак  2 өлчөмдө даярдалган</a:t>
            </a:r>
            <a:r>
              <a:rPr lang="en-GB" sz="162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625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388559">
              <a:defRPr/>
            </a:pPr>
            <a:endParaRPr lang="ru-RU" sz="1625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388559">
              <a:defRPr/>
            </a:pPr>
            <a:r>
              <a:rPr lang="ru-RU" sz="2600" dirty="0">
                <a:solidFill>
                  <a:prstClr val="black"/>
                </a:solidFill>
                <a:latin typeface="Calibri" panose="020F0502020204030204"/>
              </a:rPr>
              <a:t>Анимацияларды текшерип, </a:t>
            </a:r>
            <a:r>
              <a:rPr lang="ky-KG" sz="2600" dirty="0">
                <a:solidFill>
                  <a:prstClr val="black"/>
                </a:solidFill>
                <a:latin typeface="Calibri" panose="020F0502020204030204"/>
              </a:rPr>
              <a:t>сабагы</a:t>
            </a:r>
            <a:r>
              <a:rPr lang="ru-RU" sz="2600" dirty="0">
                <a:solidFill>
                  <a:prstClr val="black"/>
                </a:solidFill>
                <a:latin typeface="Calibri" panose="020F0502020204030204"/>
              </a:rPr>
              <a:t>ң</a:t>
            </a:r>
            <a:r>
              <a:rPr lang="ky-KG" sz="2600" dirty="0">
                <a:solidFill>
                  <a:prstClr val="black"/>
                </a:solidFill>
                <a:latin typeface="Calibri" panose="020F0502020204030204"/>
              </a:rPr>
              <a:t>ызга </a:t>
            </a:r>
            <a:r>
              <a:rPr lang="ru-RU" sz="2600" b="1" dirty="0">
                <a:solidFill>
                  <a:srgbClr val="FF0000"/>
                </a:solidFill>
                <a:latin typeface="Calibri" panose="020F0502020204030204"/>
              </a:rPr>
              <a:t>КЕРЕГИ ЖОК </a:t>
            </a:r>
            <a:r>
              <a:rPr lang="ru-RU" sz="2600" dirty="0">
                <a:solidFill>
                  <a:prstClr val="black"/>
                </a:solidFill>
                <a:latin typeface="Calibri" panose="020F0502020204030204"/>
              </a:rPr>
              <a:t>слайддарды </a:t>
            </a:r>
            <a:r>
              <a:rPr lang="ru-RU" sz="1950" b="1" dirty="0">
                <a:solidFill>
                  <a:srgbClr val="FF0000"/>
                </a:solidFill>
                <a:latin typeface="Calibri" panose="020F0502020204030204"/>
              </a:rPr>
              <a:t>ӨЧҮРҮ</a:t>
            </a:r>
            <a:r>
              <a:rPr lang="ky-KG" sz="1950" b="1" dirty="0">
                <a:solidFill>
                  <a:srgbClr val="FF0000"/>
                </a:solidFill>
                <a:latin typeface="Calibri" panose="020F0502020204030204"/>
              </a:rPr>
              <a:t>П САЛЫ</a:t>
            </a:r>
            <a:r>
              <a:rPr lang="ru-RU" sz="1950" b="1" dirty="0">
                <a:solidFill>
                  <a:srgbClr val="FF0000"/>
                </a:solidFill>
                <a:latin typeface="Calibri" panose="020F0502020204030204"/>
              </a:rPr>
              <a:t>ҢЫЗ.</a:t>
            </a:r>
            <a:endParaRPr lang="en-US" sz="2600" b="1" dirty="0">
              <a:solidFill>
                <a:srgbClr val="FF0000"/>
              </a:solidFill>
              <a:latin typeface="Calibri" panose="020F0502020204030204"/>
            </a:endParaRPr>
          </a:p>
          <a:p>
            <a:pPr algn="ctr" defTabSz="388559">
              <a:defRPr/>
            </a:pPr>
            <a:endParaRPr lang="en-GB" sz="1625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87362" y="642938"/>
            <a:ext cx="7641034" cy="1137642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742950"/>
            <a:r>
              <a:rPr lang="en-US" sz="5363" dirty="0" err="1">
                <a:solidFill>
                  <a:srgbClr val="00B0F0"/>
                </a:solidFill>
                <a:latin typeface="Calibri Light" panose="020F0302020204030204"/>
              </a:rPr>
              <a:t>MathKGZ</a:t>
            </a:r>
            <a:r>
              <a:rPr lang="en-US" sz="4225" dirty="0">
                <a:solidFill>
                  <a:srgbClr val="00B0F0"/>
                </a:solidFill>
                <a:latin typeface="Calibri Light" panose="020F0302020204030204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764268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906D596C-741E-1A2A-CD50-0879A3B33A98}"/>
              </a:ext>
            </a:extLst>
          </p:cNvPr>
          <p:cNvSpPr txBox="1">
            <a:spLocks/>
          </p:cNvSpPr>
          <p:nvPr/>
        </p:nvSpPr>
        <p:spPr>
          <a:xfrm>
            <a:off x="187960" y="205422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0000"/>
                </a:solidFill>
              </a:rPr>
              <a:t>басып чыгарууда кагаз багытын өзгөртүүнү унутпаңыз</a:t>
            </a:r>
          </a:p>
          <a:p>
            <a:endParaRPr lang="ru-RU" b="1" dirty="0">
              <a:solidFill>
                <a:srgbClr val="FF000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портрет</a:t>
            </a:r>
          </a:p>
          <a:p>
            <a:endParaRPr lang="ru-RU" b="1" dirty="0">
              <a:solidFill>
                <a:srgbClr val="FF000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пейзаж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1951A7A-2633-DA24-EAAC-03098566D1A8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rgbClr val="00B0F0"/>
                </a:solidFill>
              </a:rPr>
              <a:t>MathKGZ</a:t>
            </a:r>
            <a:r>
              <a:rPr lang="en-US" sz="5200">
                <a:solidFill>
                  <a:srgbClr val="00B0F0"/>
                </a:solidFill>
              </a:rPr>
              <a:t>  -- 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856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54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3" b="1" dirty="0">
                <a:latin typeface="Verdana" panose="020B0604030504040204" pitchFamily="34" charset="0"/>
                <a:ea typeface="Verdana" panose="020B0604030504040204" pitchFamily="34" charset="0"/>
              </a:rPr>
              <a:t>1. </a:t>
            </a:r>
            <a:r>
              <a:rPr lang="ru-RU" sz="1463" b="1" dirty="0">
                <a:latin typeface="Verdana" panose="020B0604030504040204" pitchFamily="34" charset="0"/>
                <a:ea typeface="Verdana" panose="020B0604030504040204" pitchFamily="34" charset="0"/>
              </a:rPr>
              <a:t>Үч бурчтуктарды бөлүп кесип алгыла</a:t>
            </a:r>
            <a:endParaRPr lang="en-US" sz="146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54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63" b="1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n-US" sz="1463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sz="1463" b="1" dirty="0">
                <a:latin typeface="Verdana" panose="020B0604030504040204" pitchFamily="34" charset="0"/>
                <a:ea typeface="Verdana" panose="020B0604030504040204" pitchFamily="34" charset="0"/>
              </a:rPr>
              <a:t> Көнүгүүлөр топтомун чыгаргыла</a:t>
            </a:r>
            <a:endParaRPr lang="en-US" sz="146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75" dirty="0"/>
              <a:t>Ката</a:t>
            </a:r>
            <a:endParaRPr lang="en-US" sz="2275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600" dirty="0"/>
              <a:t>Туура</a:t>
            </a:r>
            <a:endParaRPr lang="en-US" sz="2600" dirty="0"/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3" y="2742651"/>
            <a:ext cx="3779204" cy="1217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63" b="1" dirty="0"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r>
              <a:rPr lang="en-US" sz="1463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sz="1463" b="1" dirty="0">
                <a:latin typeface="Verdana" panose="020B0604030504040204" pitchFamily="34" charset="0"/>
                <a:ea typeface="Verdana" panose="020B0604030504040204" pitchFamily="34" charset="0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lang="en-US" sz="146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588816" y="3113031"/>
            <a:ext cx="379058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Сиз баш катырманы </a:t>
            </a:r>
          </a:p>
          <a:p>
            <a:pPr algn="ctr"/>
            <a:r>
              <a:rPr lang="ru-RU" sz="3200" dirty="0"/>
              <a:t>бүтүрө аласызбы?</a:t>
            </a:r>
            <a:endParaRPr lang="en-GB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297F46-2A31-2BDE-5226-CA1A740153BD}"/>
              </a:ext>
            </a:extLst>
          </p:cNvPr>
          <p:cNvSpPr/>
          <p:nvPr/>
        </p:nvSpPr>
        <p:spPr>
          <a:xfrm>
            <a:off x="273653" y="0"/>
            <a:ext cx="602408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6"/>
                </a:solidFill>
                <a:effectLst>
                  <a:glow rad="393700">
                    <a:schemeClr val="accent6">
                      <a:satMod val="175000"/>
                      <a:alpha val="34000"/>
                    </a:schemeClr>
                  </a:glow>
                  <a:outerShdw dist="38100" algn="bl" rotWithShape="0">
                    <a:srgbClr val="00B050"/>
                  </a:outerShdw>
                  <a:reflection blurRad="6350" stA="60000" endA="900" endPos="60000" dist="60007" dir="5400000" sy="-100000" algn="bl" rotWithShape="0"/>
                </a:effectLst>
              </a:rPr>
              <a:t>Тарсиа Курак</a:t>
            </a:r>
            <a:endParaRPr lang="en-US" sz="80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chemeClr val="accent6"/>
              </a:solidFill>
              <a:effectLst>
                <a:glow rad="393700">
                  <a:schemeClr val="accent6">
                    <a:satMod val="175000"/>
                    <a:alpha val="34000"/>
                  </a:schemeClr>
                </a:glow>
                <a:outerShdw dist="38100" algn="bl" rotWithShape="0">
                  <a:srgbClr val="00B050"/>
                </a:outerShdw>
                <a:reflection blurRad="6350" stA="60000" endA="900" endPos="60000" dist="60007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44228B-18CD-4228-9200-D63F982A7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74633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6E5430-4232-4E25-9D40-1A23B1CE8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0"/>
            <a:ext cx="495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AB802F7-A2A2-495B-B468-D71C81D09FDE}"/>
              </a:ext>
            </a:extLst>
          </p:cNvPr>
          <p:cNvGrpSpPr/>
          <p:nvPr/>
        </p:nvGrpSpPr>
        <p:grpSpPr>
          <a:xfrm rot="16200000">
            <a:off x="-1053123" y="1053123"/>
            <a:ext cx="6845300" cy="4739054"/>
            <a:chOff x="0" y="0"/>
            <a:chExt cx="9906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6D11441-E19F-4ECD-8158-CDAEA8F84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74633" cy="685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09ECC40-4AB3-4247-9DB9-1A21E5746A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0" y="0"/>
              <a:ext cx="4953000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639E065-2FD6-46E2-8F18-15492B110586}"/>
              </a:ext>
            </a:extLst>
          </p:cNvPr>
          <p:cNvGrpSpPr/>
          <p:nvPr/>
        </p:nvGrpSpPr>
        <p:grpSpPr>
          <a:xfrm rot="16200000">
            <a:off x="3987800" y="1053124"/>
            <a:ext cx="6845300" cy="4739054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3CD31A9-3E19-48FC-819F-AF4E20AEE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74633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EC2BD6B-608C-4ECF-80EE-19E00AE93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0" y="0"/>
              <a:ext cx="4953000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5C713B-5E85-4626-98DC-5C5BBBE9D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775" y="4762"/>
            <a:ext cx="7896225" cy="68484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F135FA-A420-EB93-54D8-753F3B99FFBD}"/>
              </a:ext>
            </a:extLst>
          </p:cNvPr>
          <p:cNvSpPr txBox="1"/>
          <p:nvPr/>
        </p:nvSpPr>
        <p:spPr>
          <a:xfrm>
            <a:off x="-466725" y="196334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6"/>
                </a:solidFill>
                <a:effectLst>
                  <a:glow rad="393700">
                    <a:schemeClr val="accent6">
                      <a:satMod val="175000"/>
                      <a:alpha val="34000"/>
                    </a:schemeClr>
                  </a:glow>
                  <a:outerShdw dist="38100" algn="bl" rotWithShape="0">
                    <a:srgbClr val="00B050"/>
                  </a:outerShdw>
                  <a:reflection blurRad="6350" stA="60000" endA="900" endPos="60000" dist="60007" dir="5400000" sy="-100000" algn="bl" rotWithShape="0"/>
                </a:effectLst>
              </a:rPr>
              <a:t>Жообу</a:t>
            </a:r>
            <a:endParaRPr lang="en-US" sz="66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chemeClr val="accent6"/>
              </a:solidFill>
              <a:effectLst>
                <a:glow rad="393700">
                  <a:schemeClr val="accent6">
                    <a:satMod val="175000"/>
                    <a:alpha val="34000"/>
                  </a:schemeClr>
                </a:glow>
                <a:outerShdw dist="38100" algn="bl" rotWithShape="0">
                  <a:srgbClr val="00B050"/>
                </a:outerShdw>
                <a:reflection blurRad="6350" stA="60000" endA="900" endPos="60000" dist="60007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012954"/>
            <a:ext cx="924088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8372</TotalTime>
  <Words>174</Words>
  <Application>Microsoft Office PowerPoint</Application>
  <PresentationFormat>A4 Paper (210x297 mm)</PresentationFormat>
  <Paragraphs>42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 Light</vt:lpstr>
      <vt:lpstr>Verdana</vt:lpstr>
      <vt:lpstr>Calibri</vt:lpstr>
      <vt:lpstr>Office Theme</vt:lpstr>
      <vt:lpstr>1_Office Theme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359</cp:revision>
  <cp:lastPrinted>2019-08-02T05:25:33Z</cp:lastPrinted>
  <dcterms:created xsi:type="dcterms:W3CDTF">2017-01-17T16:57:04Z</dcterms:created>
  <dcterms:modified xsi:type="dcterms:W3CDTF">2024-04-30T07:26:31Z</dcterms:modified>
</cp:coreProperties>
</file>