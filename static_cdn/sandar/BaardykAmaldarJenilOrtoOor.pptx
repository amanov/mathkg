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  <p:embeddedFont>
      <p:font typeface="Helvetica" panose="020B0604020202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FFFF"/>
    <a:srgbClr val="00B050"/>
    <a:srgbClr val="2E75B6"/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9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6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0B557D-3E0D-10AA-556D-A2D4489959C9}"/>
              </a:ext>
            </a:extLst>
          </p:cNvPr>
          <p:cNvSpPr txBox="1"/>
          <p:nvPr/>
        </p:nvSpPr>
        <p:spPr>
          <a:xfrm>
            <a:off x="711200" y="1513840"/>
            <a:ext cx="892048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US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 </a:t>
            </a:r>
            <a:r>
              <a:rPr lang="en-GB" sz="4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дардын тартиби</a:t>
            </a:r>
            <a:r>
              <a:rPr lang="en-GB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>
                <a:solidFill>
                  <a:schemeClr val="accent4"/>
                </a:solidFill>
              </a:rPr>
              <a:t>ЖЕҢИЛ, </a:t>
            </a:r>
            <a:r>
              <a:rPr lang="ru-RU" sz="3200" dirty="0">
                <a:solidFill>
                  <a:srgbClr val="00B050"/>
                </a:solidFill>
              </a:rPr>
              <a:t>ОРТО,</a:t>
            </a:r>
            <a:r>
              <a:rPr lang="ru-RU" sz="3200" dirty="0">
                <a:solidFill>
                  <a:schemeClr val="accent1">
                    <a:lumMod val="75000"/>
                  </a:schemeClr>
                </a:solidFill>
              </a:rPr>
              <a:t> ООР</a:t>
            </a:r>
            <a:endParaRPr lang="en-US" sz="3200" dirty="0">
              <a:solidFill>
                <a:srgbClr val="00B050"/>
              </a:solidFill>
            </a:endParaRPr>
          </a:p>
          <a:p>
            <a:pPr algn="ctr" defTabSz="478226">
              <a:defRPr/>
            </a:pPr>
            <a:endParaRPr lang="en-US" sz="1200" dirty="0">
              <a:solidFill>
                <a:schemeClr val="accent4"/>
              </a:solidFill>
            </a:endParaRPr>
          </a:p>
          <a:p>
            <a:pPr algn="ctr" defTabSz="478226">
              <a:defRPr/>
            </a:pPr>
            <a:endParaRPr lang="ky-KG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Кашаа- Даража – Тамыр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өлүү -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өбөйтүү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ошуу </a:t>
            </a:r>
            <a:r>
              <a:rPr lang="ru-RU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</a:p>
          <a:p>
            <a:pPr algn="ctr" defTabSz="478226">
              <a:defRPr/>
            </a:pP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Баардык амалдардын тартиби</a:t>
            </a: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18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көнүгүү катары берсе болот. </a:t>
            </a:r>
            <a:endParaRPr lang="en-GB" sz="18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38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3" y="763511"/>
            <a:ext cx="3157425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82184" y="763511"/>
            <a:ext cx="2994815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32236" y="763511"/>
            <a:ext cx="3034261" cy="59217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33192" y="180340"/>
            <a:ext cx="467360" cy="39601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2130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9C50E50-2231-CCC4-58D1-39F134FBFA2D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/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(3+2)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blipFill>
                <a:blip r:embed="rId7"/>
                <a:stretch>
                  <a:fillRect l="-485"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F9BA69D-A8A5-CDE8-6F5D-334C9F32C9CA}"/>
              </a:ext>
            </a:extLst>
          </p:cNvPr>
          <p:cNvSpPr txBox="1"/>
          <p:nvPr/>
        </p:nvSpPr>
        <p:spPr>
          <a:xfrm>
            <a:off x="2542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/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2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DEA7A49-7094-1C11-AD44-A4F31E1E5C75}"/>
              </a:ext>
            </a:extLst>
          </p:cNvPr>
          <p:cNvSpPr txBox="1"/>
          <p:nvPr/>
        </p:nvSpPr>
        <p:spPr>
          <a:xfrm>
            <a:off x="2542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/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4D72EC7A-07F0-09CD-E604-A5F804BBE816}"/>
              </a:ext>
            </a:extLst>
          </p:cNvPr>
          <p:cNvSpPr txBox="1"/>
          <p:nvPr/>
        </p:nvSpPr>
        <p:spPr>
          <a:xfrm>
            <a:off x="2542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/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E83843B3-9EA7-2D04-10C3-44B87465E76F}"/>
              </a:ext>
            </a:extLst>
          </p:cNvPr>
          <p:cNvSpPr txBox="1"/>
          <p:nvPr/>
        </p:nvSpPr>
        <p:spPr>
          <a:xfrm>
            <a:off x="2542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5A45AE-E6F9-BD30-8F8D-B078A23B0503}"/>
              </a:ext>
            </a:extLst>
          </p:cNvPr>
          <p:cNvSpPr txBox="1"/>
          <p:nvPr/>
        </p:nvSpPr>
        <p:spPr>
          <a:xfrm>
            <a:off x="45277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/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E7A25935-E78E-7CE0-D6B1-373A99B20145}"/>
              </a:ext>
            </a:extLst>
          </p:cNvPr>
          <p:cNvSpPr txBox="1"/>
          <p:nvPr/>
        </p:nvSpPr>
        <p:spPr>
          <a:xfrm>
            <a:off x="35689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/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0BEF79EF-BCA8-EEAD-A39A-A5406A61A293}"/>
              </a:ext>
            </a:extLst>
          </p:cNvPr>
          <p:cNvSpPr txBox="1"/>
          <p:nvPr/>
        </p:nvSpPr>
        <p:spPr>
          <a:xfrm>
            <a:off x="35689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/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0CDA5FF2-9C32-51B1-F78D-DAA0D15EAD40}"/>
              </a:ext>
            </a:extLst>
          </p:cNvPr>
          <p:cNvSpPr txBox="1"/>
          <p:nvPr/>
        </p:nvSpPr>
        <p:spPr>
          <a:xfrm>
            <a:off x="35689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/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50F8051C-9E5D-E3F4-4A63-AD23647E9C5E}"/>
              </a:ext>
            </a:extLst>
          </p:cNvPr>
          <p:cNvSpPr txBox="1"/>
          <p:nvPr/>
        </p:nvSpPr>
        <p:spPr>
          <a:xfrm>
            <a:off x="35689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/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8FAC8D82-CFFC-B4C8-8BE6-112767CED0FC}"/>
              </a:ext>
            </a:extLst>
          </p:cNvPr>
          <p:cNvSpPr txBox="1"/>
          <p:nvPr/>
        </p:nvSpPr>
        <p:spPr>
          <a:xfrm>
            <a:off x="35689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39AB15-2AF1-BE2D-AD1D-DDF29EDC049C}"/>
              </a:ext>
            </a:extLst>
          </p:cNvPr>
          <p:cNvSpPr txBox="1"/>
          <p:nvPr/>
        </p:nvSpPr>
        <p:spPr>
          <a:xfrm>
            <a:off x="7871021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/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12F95DA2-B344-8AE9-759C-6272CE8C5F60}"/>
              </a:ext>
            </a:extLst>
          </p:cNvPr>
          <p:cNvSpPr txBox="1"/>
          <p:nvPr/>
        </p:nvSpPr>
        <p:spPr>
          <a:xfrm>
            <a:off x="6912216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/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35C091B1-510E-1275-4CC8-6AA9647D75DE}"/>
              </a:ext>
            </a:extLst>
          </p:cNvPr>
          <p:cNvSpPr txBox="1"/>
          <p:nvPr/>
        </p:nvSpPr>
        <p:spPr>
          <a:xfrm>
            <a:off x="6912216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/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(3−1)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27</m:t>
                                  </m:r>
                                </m:e>
                              </m:rad>
                            </m:e>
                          </m: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1606E2A5-E24F-519B-1ED8-710DA105345F}"/>
              </a:ext>
            </a:extLst>
          </p:cNvPr>
          <p:cNvSpPr txBox="1"/>
          <p:nvPr/>
        </p:nvSpPr>
        <p:spPr>
          <a:xfrm>
            <a:off x="6912216" y="37088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/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4)</m:t>
                              </m:r>
                            </m:e>
                          </m:rad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1381C7-1EDB-0EF1-0E20-E96E0DE97430}"/>
              </a:ext>
            </a:extLst>
          </p:cNvPr>
          <p:cNvSpPr txBox="1"/>
          <p:nvPr/>
        </p:nvSpPr>
        <p:spPr>
          <a:xfrm>
            <a:off x="6912216" y="478494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48FE7-0239-3EB3-90DA-BD23133623C4}"/>
              </a:ext>
            </a:extLst>
          </p:cNvPr>
          <p:cNvSpPr txBox="1"/>
          <p:nvPr/>
        </p:nvSpPr>
        <p:spPr>
          <a:xfrm>
            <a:off x="1061182" y="167367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BDE9C-FABC-A075-A3B0-0C2232C88C6A}"/>
              </a:ext>
            </a:extLst>
          </p:cNvPr>
          <p:cNvSpPr txBox="1"/>
          <p:nvPr/>
        </p:nvSpPr>
        <p:spPr>
          <a:xfrm>
            <a:off x="4299488" y="919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C19865-4522-121D-5CBA-BDCC0830E8D4}"/>
              </a:ext>
            </a:extLst>
          </p:cNvPr>
          <p:cNvSpPr/>
          <p:nvPr/>
        </p:nvSpPr>
        <p:spPr>
          <a:xfrm>
            <a:off x="7701724" y="280285"/>
            <a:ext cx="1402269" cy="29606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3658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9504" y="763511"/>
            <a:ext cx="3020256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56744" y="763511"/>
            <a:ext cx="3081114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73984" y="763511"/>
            <a:ext cx="3081114" cy="5972569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15952" y="119380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50432" y="263652"/>
            <a:ext cx="467360" cy="31270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0A964-A68D-4A00-B9C8-5AA9F99842DE}"/>
              </a:ext>
            </a:extLst>
          </p:cNvPr>
          <p:cNvSpPr txBox="1"/>
          <p:nvPr/>
        </p:nvSpPr>
        <p:spPr>
          <a:xfrm>
            <a:off x="1213046" y="763511"/>
            <a:ext cx="8633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/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DB77F0-CD0B-45C5-ADC1-5275B49BD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065" y="1243063"/>
                <a:ext cx="1025537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/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B4C9D0B-CBAB-4EFD-A6EF-AD0C7DF9B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1624703"/>
                <a:ext cx="84811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9C50E50-2231-CCC4-58D1-39F134FBFA2D}"/>
              </a:ext>
            </a:extLst>
          </p:cNvPr>
          <p:cNvSpPr txBox="1"/>
          <p:nvPr/>
        </p:nvSpPr>
        <p:spPr>
          <a:xfrm>
            <a:off x="2542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/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(3+2)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BABD88-64AA-CA97-BB02-5E1BCDA11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045" y="2402732"/>
                <a:ext cx="1259576" cy="430887"/>
              </a:xfrm>
              <a:prstGeom prst="rect">
                <a:avLst/>
              </a:prstGeom>
              <a:blipFill>
                <a:blip r:embed="rId7"/>
                <a:stretch>
                  <a:fillRect l="-485" b="-15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2BBB78-D231-CC65-F659-0AA1DB89C949}"/>
                  </a:ext>
                </a:extLst>
              </p:cNvPr>
              <p:cNvSpPr txBox="1"/>
              <p:nvPr/>
            </p:nvSpPr>
            <p:spPr>
              <a:xfrm>
                <a:off x="2153263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2BBB78-D231-CC65-F659-0AA1DB89C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2784372"/>
                <a:ext cx="84811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5F9BA69D-A8A5-CDE8-6F5D-334C9F32C9CA}"/>
              </a:ext>
            </a:extLst>
          </p:cNvPr>
          <p:cNvSpPr txBox="1"/>
          <p:nvPr/>
        </p:nvSpPr>
        <p:spPr>
          <a:xfrm>
            <a:off x="2542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/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GB" sz="2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rad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F83FFCB-C475-5E48-B332-ED63E8C0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597" y="3562401"/>
                <a:ext cx="1072473" cy="4708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0DA13FF-6F05-E772-7569-47FEF098590F}"/>
                  </a:ext>
                </a:extLst>
              </p:cNvPr>
              <p:cNvSpPr txBox="1"/>
              <p:nvPr/>
            </p:nvSpPr>
            <p:spPr>
              <a:xfrm>
                <a:off x="2231008" y="3944041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0DA13FF-6F05-E772-7569-47FEF0985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8" y="3944041"/>
                <a:ext cx="692626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8DEA7A49-7094-1C11-AD44-A4F31E1E5C75}"/>
              </a:ext>
            </a:extLst>
          </p:cNvPr>
          <p:cNvSpPr txBox="1"/>
          <p:nvPr/>
        </p:nvSpPr>
        <p:spPr>
          <a:xfrm>
            <a:off x="2542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/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FF53507-09D6-ED31-8A31-DDC1308B2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875" y="4722070"/>
                <a:ext cx="1663917" cy="430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994351-58D3-2C63-94BE-C575FB2E2804}"/>
                  </a:ext>
                </a:extLst>
              </p:cNvPr>
              <p:cNvSpPr txBox="1"/>
              <p:nvPr/>
            </p:nvSpPr>
            <p:spPr>
              <a:xfrm>
                <a:off x="2231008" y="5103710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A2994351-58D3-2C63-94BE-C575FB2E2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8" y="5103710"/>
                <a:ext cx="692626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4D72EC7A-07F0-09CD-E604-A5F804BBE816}"/>
              </a:ext>
            </a:extLst>
          </p:cNvPr>
          <p:cNvSpPr txBox="1"/>
          <p:nvPr/>
        </p:nvSpPr>
        <p:spPr>
          <a:xfrm>
            <a:off x="2542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/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1509AFF-D001-BF50-1D3A-FFEFB6185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867" y="5874960"/>
                <a:ext cx="1671933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45457A-8BB2-1CB1-3CE9-5D289B0907ED}"/>
                  </a:ext>
                </a:extLst>
              </p:cNvPr>
              <p:cNvSpPr txBox="1"/>
              <p:nvPr/>
            </p:nvSpPr>
            <p:spPr>
              <a:xfrm>
                <a:off x="2153263" y="6263378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6E45457A-8BB2-1CB1-3CE9-5D289B090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3" y="6263378"/>
                <a:ext cx="848117" cy="4308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E83843B3-9EA7-2D04-10C3-44B87465E76F}"/>
              </a:ext>
            </a:extLst>
          </p:cNvPr>
          <p:cNvSpPr txBox="1"/>
          <p:nvPr/>
        </p:nvSpPr>
        <p:spPr>
          <a:xfrm>
            <a:off x="2542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25A45AE-E6F9-BD30-8F8D-B078A23B0503}"/>
              </a:ext>
            </a:extLst>
          </p:cNvPr>
          <p:cNvSpPr txBox="1"/>
          <p:nvPr/>
        </p:nvSpPr>
        <p:spPr>
          <a:xfrm>
            <a:off x="4527746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/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CF623303-C642-DE37-E698-4E517A9E1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1243063"/>
                <a:ext cx="1516441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7C22CF6-CC95-C725-93C1-0CAB376C1ED4}"/>
                  </a:ext>
                </a:extLst>
              </p:cNvPr>
              <p:cNvSpPr txBox="1"/>
              <p:nvPr/>
            </p:nvSpPr>
            <p:spPr>
              <a:xfrm>
                <a:off x="5467963" y="1624703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7C22CF6-CC95-C725-93C1-0CAB376C1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1624703"/>
                <a:ext cx="848117" cy="43088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TextBox 93">
            <a:extLst>
              <a:ext uri="{FF2B5EF4-FFF2-40B4-BE49-F238E27FC236}">
                <a16:creationId xmlns:a16="http://schemas.microsoft.com/office/drawing/2014/main" id="{E7A25935-E78E-7CE0-D6B1-373A99B20145}"/>
              </a:ext>
            </a:extLst>
          </p:cNvPr>
          <p:cNvSpPr txBox="1"/>
          <p:nvPr/>
        </p:nvSpPr>
        <p:spPr>
          <a:xfrm>
            <a:off x="3568941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/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4+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C6BA28B-E36B-28A3-2EEB-5E7E81B699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90" y="2402732"/>
                <a:ext cx="1516441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5FAC81-A4BB-6C04-B1F1-4755FB36B2A4}"/>
                  </a:ext>
                </a:extLst>
              </p:cNvPr>
              <p:cNvSpPr txBox="1"/>
              <p:nvPr/>
            </p:nvSpPr>
            <p:spPr>
              <a:xfrm>
                <a:off x="5467963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D5FAC81-A4BB-6C04-B1F1-4755FB36B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2784372"/>
                <a:ext cx="848117" cy="43088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0BEF79EF-BCA8-EEAD-A39A-A5406A61A293}"/>
              </a:ext>
            </a:extLst>
          </p:cNvPr>
          <p:cNvSpPr txBox="1"/>
          <p:nvPr/>
        </p:nvSpPr>
        <p:spPr>
          <a:xfrm>
            <a:off x="3568941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/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÷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E164199-F926-B84A-9CEC-0A75C0DF2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146" y="3562401"/>
                <a:ext cx="2340128" cy="47083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B3969-EF26-F925-CBBF-4C4D76575D4D}"/>
                  </a:ext>
                </a:extLst>
              </p:cNvPr>
              <p:cNvSpPr txBox="1"/>
              <p:nvPr/>
            </p:nvSpPr>
            <p:spPr>
              <a:xfrm>
                <a:off x="5545708" y="3944041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B3969-EF26-F925-CBBF-4C4D76575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5708" y="3944041"/>
                <a:ext cx="692626" cy="4308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0CDA5FF2-9C32-51B1-F78D-DAA0D15EAD40}"/>
              </a:ext>
            </a:extLst>
          </p:cNvPr>
          <p:cNvSpPr txBox="1"/>
          <p:nvPr/>
        </p:nvSpPr>
        <p:spPr>
          <a:xfrm>
            <a:off x="3568941" y="36171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/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A5E71464-8588-E7D5-61F3-861A361B4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0063" y="4722070"/>
                <a:ext cx="2574294" cy="4776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7BC0A2C-58E7-D73E-1B4E-3D45A19F8493}"/>
                  </a:ext>
                </a:extLst>
              </p:cNvPr>
              <p:cNvSpPr txBox="1"/>
              <p:nvPr/>
            </p:nvSpPr>
            <p:spPr>
              <a:xfrm>
                <a:off x="5467963" y="5103710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38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7BC0A2C-58E7-D73E-1B4E-3D45A19F8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7963" y="5103710"/>
                <a:ext cx="848117" cy="4308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TextBox 102">
            <a:extLst>
              <a:ext uri="{FF2B5EF4-FFF2-40B4-BE49-F238E27FC236}">
                <a16:creationId xmlns:a16="http://schemas.microsoft.com/office/drawing/2014/main" id="{50F8051C-9E5D-E3F4-4A63-AD23647E9C5E}"/>
              </a:ext>
            </a:extLst>
          </p:cNvPr>
          <p:cNvSpPr txBox="1"/>
          <p:nvPr/>
        </p:nvSpPr>
        <p:spPr>
          <a:xfrm>
            <a:off x="3568941" y="4776848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/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6+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094EE72-8AC0-55C3-3E8A-971BDF104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97" y="5691238"/>
                <a:ext cx="1508426" cy="8350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488BF-20D4-52AE-F148-E6C4467FA454}"/>
                  </a:ext>
                </a:extLst>
              </p:cNvPr>
              <p:cNvSpPr txBox="1"/>
              <p:nvPr/>
            </p:nvSpPr>
            <p:spPr>
              <a:xfrm>
                <a:off x="5439110" y="6263378"/>
                <a:ext cx="9058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5.5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488BF-20D4-52AE-F148-E6C4467FA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110" y="6263378"/>
                <a:ext cx="905824" cy="43088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8FAC8D82-CFFC-B4C8-8BE6-112767CED0FC}"/>
              </a:ext>
            </a:extLst>
          </p:cNvPr>
          <p:cNvSpPr txBox="1"/>
          <p:nvPr/>
        </p:nvSpPr>
        <p:spPr>
          <a:xfrm>
            <a:off x="3568941" y="5936516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139AB15-2AF1-BE2D-AD1D-DDF29EDC049C}"/>
              </a:ext>
            </a:extLst>
          </p:cNvPr>
          <p:cNvSpPr txBox="1"/>
          <p:nvPr/>
        </p:nvSpPr>
        <p:spPr>
          <a:xfrm>
            <a:off x="7871021" y="763511"/>
            <a:ext cx="863378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000" dirty="0"/>
              <a:t>Эсепте </a:t>
            </a:r>
            <a:r>
              <a:rPr lang="en-GB" sz="2000" dirty="0"/>
              <a:t>: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/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121</m:t>
                          </m:r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d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C683C6F5-BFC4-C6D0-C2B7-17414AEA1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163" y="1243063"/>
                <a:ext cx="2511393" cy="47083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2832482-E8DC-B0B2-1DF6-A1F9CAE0DFDF}"/>
                  </a:ext>
                </a:extLst>
              </p:cNvPr>
              <p:cNvSpPr txBox="1"/>
              <p:nvPr/>
            </p:nvSpPr>
            <p:spPr>
              <a:xfrm>
                <a:off x="8783988" y="1624703"/>
                <a:ext cx="902618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−7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B2832482-E8DC-B0B2-1DF6-A1F9CAE0D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988" y="1624703"/>
                <a:ext cx="902618" cy="43088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TextBox 125">
            <a:extLst>
              <a:ext uri="{FF2B5EF4-FFF2-40B4-BE49-F238E27FC236}">
                <a16:creationId xmlns:a16="http://schemas.microsoft.com/office/drawing/2014/main" id="{12F95DA2-B344-8AE9-759C-6272CE8C5F60}"/>
              </a:ext>
            </a:extLst>
          </p:cNvPr>
          <p:cNvSpPr txBox="1"/>
          <p:nvPr/>
        </p:nvSpPr>
        <p:spPr>
          <a:xfrm>
            <a:off x="6912216" y="1297841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/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2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BED9076D-C867-CADE-F377-22D7FD558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671" y="2355107"/>
                <a:ext cx="2728376" cy="514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9F02AC3-A080-C16F-6FB7-E66018924E4C}"/>
                  </a:ext>
                </a:extLst>
              </p:cNvPr>
              <p:cNvSpPr txBox="1"/>
              <p:nvPr/>
            </p:nvSpPr>
            <p:spPr>
              <a:xfrm>
                <a:off x="8811238" y="2784372"/>
                <a:ext cx="84811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19F02AC3-A080-C16F-6FB7-E66018924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1238" y="2784372"/>
                <a:ext cx="848117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TextBox 128">
            <a:extLst>
              <a:ext uri="{FF2B5EF4-FFF2-40B4-BE49-F238E27FC236}">
                <a16:creationId xmlns:a16="http://schemas.microsoft.com/office/drawing/2014/main" id="{35C091B1-510E-1275-4CC8-6AA9647D75DE}"/>
              </a:ext>
            </a:extLst>
          </p:cNvPr>
          <p:cNvSpPr txBox="1"/>
          <p:nvPr/>
        </p:nvSpPr>
        <p:spPr>
          <a:xfrm>
            <a:off x="6912216" y="2457510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/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(3−1)</m:t>
                              </m:r>
                            </m:sup>
                          </m:sSup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2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11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2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GB" sz="22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27</m:t>
                                  </m:r>
                                </m:e>
                              </m:rad>
                            </m:e>
                          </m: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959CB540-8EEA-C1C0-1293-E4802645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7473" y="3463601"/>
                <a:ext cx="2610779" cy="9165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C901452-A3CE-CA84-6EBD-508F25D5DF19}"/>
                  </a:ext>
                </a:extLst>
              </p:cNvPr>
              <p:cNvSpPr txBox="1"/>
              <p:nvPr/>
            </p:nvSpPr>
            <p:spPr>
              <a:xfrm>
                <a:off x="8888983" y="4426266"/>
                <a:ext cx="6926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2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EC901452-A3CE-CA84-6EBD-508F25D5D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83" y="4426266"/>
                <a:ext cx="692626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>
            <a:extLst>
              <a:ext uri="{FF2B5EF4-FFF2-40B4-BE49-F238E27FC236}">
                <a16:creationId xmlns:a16="http://schemas.microsoft.com/office/drawing/2014/main" id="{1606E2A5-E24F-519B-1ED8-710DA105345F}"/>
              </a:ext>
            </a:extLst>
          </p:cNvPr>
          <p:cNvSpPr txBox="1"/>
          <p:nvPr/>
        </p:nvSpPr>
        <p:spPr>
          <a:xfrm>
            <a:off x="6912216" y="3708879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/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4)</m:t>
                              </m:r>
                            </m:e>
                          </m:rad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2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sz="22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200" i="1" dirty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sz="22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3C6A7E-D3CD-14F7-ECB6-66D361B69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559" y="5101641"/>
                <a:ext cx="2958952" cy="8822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48E405-A3C1-451A-CC3E-DD8A8943C44F}"/>
                  </a:ext>
                </a:extLst>
              </p:cNvPr>
              <p:cNvSpPr txBox="1"/>
              <p:nvPr/>
            </p:nvSpPr>
            <p:spPr>
              <a:xfrm>
                <a:off x="8888983" y="5956068"/>
                <a:ext cx="692626" cy="733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GB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48E405-A3C1-451A-CC3E-DD8A8943C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83" y="5956068"/>
                <a:ext cx="692626" cy="733983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81381C7-1EDB-0EF1-0E20-E96E0DE97430}"/>
              </a:ext>
            </a:extLst>
          </p:cNvPr>
          <p:cNvSpPr txBox="1"/>
          <p:nvPr/>
        </p:nvSpPr>
        <p:spPr>
          <a:xfrm>
            <a:off x="6912216" y="4784944"/>
            <a:ext cx="20839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  <a:endParaRPr lang="en-GB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EAE96-E44D-AC2D-BB62-2097524FC225}"/>
              </a:ext>
            </a:extLst>
          </p:cNvPr>
          <p:cNvSpPr txBox="1"/>
          <p:nvPr/>
        </p:nvSpPr>
        <p:spPr>
          <a:xfrm>
            <a:off x="816381" y="141064"/>
            <a:ext cx="1783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accent4"/>
                </a:solidFill>
              </a:rPr>
              <a:t>ЖЕҢИЛ</a:t>
            </a:r>
            <a:endParaRPr lang="en-US" sz="2400" dirty="0">
              <a:solidFill>
                <a:schemeClr val="accent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3540A7-3544-1D06-F930-32A5BC5CF0DF}"/>
              </a:ext>
            </a:extLst>
          </p:cNvPr>
          <p:cNvSpPr txBox="1"/>
          <p:nvPr/>
        </p:nvSpPr>
        <p:spPr>
          <a:xfrm>
            <a:off x="4305923" y="141064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00B050"/>
                </a:solidFill>
              </a:rPr>
              <a:t>ОРТО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3565A-41DF-7AEC-90B9-883084033DCC}"/>
              </a:ext>
            </a:extLst>
          </p:cNvPr>
          <p:cNvSpPr/>
          <p:nvPr/>
        </p:nvSpPr>
        <p:spPr>
          <a:xfrm>
            <a:off x="7701724" y="280285"/>
            <a:ext cx="1402269" cy="368848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600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71068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54" grpId="0"/>
      <p:bldP spid="72" grpId="0"/>
      <p:bldP spid="85" grpId="0"/>
      <p:bldP spid="89" grpId="0"/>
      <p:bldP spid="93" grpId="0"/>
      <p:bldP spid="96" grpId="0"/>
      <p:bldP spid="99" grpId="0"/>
      <p:bldP spid="102" grpId="0"/>
      <p:bldP spid="105" grpId="0"/>
      <p:bldP spid="125" grpId="0"/>
      <p:bldP spid="128" grpId="0"/>
      <p:bldP spid="137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DE22D-A0BC-8E63-12C2-E93380ADD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" y="98048"/>
            <a:ext cx="4578808" cy="3134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FB7854-4CEB-E630-CB69-6A6474316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160" y="98048"/>
            <a:ext cx="4944567" cy="31343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357D4A-2653-CDB9-7F2E-338DD1AC0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" y="3429000"/>
            <a:ext cx="4578808" cy="31343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FE7D0B-1F9F-40A7-8945-A8362E770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160" y="3429000"/>
            <a:ext cx="4944567" cy="31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6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052920"/>
            <a:ext cx="924088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Суроолор барбы?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Комментарийлер?</a:t>
            </a: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Сунуштар?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…же ката таптыңызбы!?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Баардык учун рахмат айтабыз.</a:t>
            </a: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Сураныч, электрондук кат жөнөтүңүз:</a:t>
            </a:r>
            <a:endParaRPr lang="en-US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defTabSz="478226">
              <a:defRPr/>
            </a:pPr>
            <a:r>
              <a:rPr lang="en-US" sz="2000" b="1" i="0" dirty="0">
                <a:solidFill>
                  <a:srgbClr val="44474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mathematicskgz@gmail.com</a:t>
            </a:r>
            <a:endParaRPr lang="ru-RU" sz="2000" b="1" dirty="0">
              <a:solidFill>
                <a:prstClr val="black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10627</TotalTime>
  <Words>260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Helvetica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526</cp:revision>
  <cp:lastPrinted>2017-12-31T22:38:51Z</cp:lastPrinted>
  <dcterms:created xsi:type="dcterms:W3CDTF">2017-01-17T16:57:04Z</dcterms:created>
  <dcterms:modified xsi:type="dcterms:W3CDTF">2024-04-29T09:40:31Z</dcterms:modified>
</cp:coreProperties>
</file>