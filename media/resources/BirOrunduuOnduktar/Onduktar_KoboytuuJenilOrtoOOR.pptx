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8"/>
  </p:notesMasterIdLst>
  <p:sldIdLst>
    <p:sldId id="951" r:id="rId3"/>
    <p:sldId id="948" r:id="rId4"/>
    <p:sldId id="947" r:id="rId5"/>
    <p:sldId id="949" r:id="rId6"/>
    <p:sldId id="952" r:id="rId7"/>
  </p:sldIdLst>
  <p:sldSz cx="9906000" cy="6858000" type="A4"/>
  <p:notesSz cx="7104063" cy="10234613"/>
  <p:embeddedFontLst>
    <p:embeddedFont>
      <p:font typeface="Calibri" panose="020F0502020204030204" pitchFamily="34" charset="0"/>
      <p:regular r:id="rId9"/>
      <p:bold r:id="rId10"/>
      <p:italic r:id="rId11"/>
      <p:boldItalic r:id="rId12"/>
    </p:embeddedFont>
    <p:embeddedFont>
      <p:font typeface="Calibri Light" panose="020F0302020204030204" pitchFamily="34" charset="0"/>
      <p:regular r:id="rId13"/>
      <p:italic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51"/>
          </p14:sldIdLst>
        </p14:section>
        <p14:section name="Көрсөтүүгө" id="{059544AC-2C27-45B1-9F95-F87DF8854DD6}">
          <p14:sldIdLst>
            <p14:sldId id="948"/>
          </p14:sldIdLst>
        </p14:section>
        <p14:section name="Жооптор" id="{1FEDB314-42DC-4694-9B04-D4A4AAE625F7}">
          <p14:sldIdLst>
            <p14:sldId id="947"/>
          </p14:sldIdLst>
        </p14:section>
        <p14:section name="Оз алдынча иштоо баракчалары" id="{A78D9305-6AAE-4715-A210-52F6908F30F7}">
          <p14:sldIdLst>
            <p14:sldId id="949"/>
          </p14:sldIdLst>
        </p14:section>
        <p14:section name="mathkgz" id="{F3D720CF-F566-46A6-9361-125255B68FA6}">
          <p14:sldIdLst>
            <p14:sldId id="95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E75B6"/>
    <a:srgbClr val="1D4999"/>
    <a:srgbClr val="FFC000"/>
    <a:srgbClr val="FFFFFF"/>
    <a:srgbClr val="00B050"/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83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4.fntdata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3.fntdata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font" Target="fonts/font2.fntdata"/><Relationship Id="rId4" Type="http://schemas.openxmlformats.org/officeDocument/2006/relationships/slide" Target="slides/slide2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06/10/2023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4090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19842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896211"/>
            <a:ext cx="9906000" cy="19697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ky-KG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орундуу ондуктарды көбөйтүү</a:t>
            </a:r>
            <a:r>
              <a:rPr kumimoji="0" lang="en-US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-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ЖЕҢИЛ, 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ОРТО,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ООР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B05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y-KG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суроолорду экранда көрсөтсө болот же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 </a:t>
            </a:r>
            <a:r>
              <a:rPr kumimoji="0" lang="ru-RU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көнүгүү катары берсе болот. 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217DE689-7B0D-751A-6FAB-87EE07C85818}"/>
              </a:ext>
            </a:extLst>
          </p:cNvPr>
          <p:cNvSpPr txBox="1">
            <a:spLocks/>
          </p:cNvSpPr>
          <p:nvPr/>
        </p:nvSpPr>
        <p:spPr>
          <a:xfrm>
            <a:off x="162560" y="496036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4506275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0" y="770610"/>
            <a:ext cx="3104155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104154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09139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149364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824821" y="1337644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0,3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C0349-C1ED-293B-40D8-066C7C43B8CB}"/>
              </a:ext>
            </a:extLst>
          </p:cNvPr>
          <p:cNvSpPr txBox="1"/>
          <p:nvPr/>
        </p:nvSpPr>
        <p:spPr>
          <a:xfrm>
            <a:off x="131166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1FB223-8073-4907-AAFF-3B2CAD4A63E7}"/>
              </a:ext>
            </a:extLst>
          </p:cNvPr>
          <p:cNvSpPr txBox="1"/>
          <p:nvPr/>
        </p:nvSpPr>
        <p:spPr>
          <a:xfrm>
            <a:off x="824821" y="211904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0,7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72E63-2D59-A355-465E-BFA8A9186B6F}"/>
              </a:ext>
            </a:extLst>
          </p:cNvPr>
          <p:cNvSpPr txBox="1"/>
          <p:nvPr/>
        </p:nvSpPr>
        <p:spPr>
          <a:xfrm>
            <a:off x="131166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29AEF-E07B-23B2-3717-C8F5629D48C2}"/>
              </a:ext>
            </a:extLst>
          </p:cNvPr>
          <p:cNvSpPr txBox="1"/>
          <p:nvPr/>
        </p:nvSpPr>
        <p:spPr>
          <a:xfrm>
            <a:off x="824821" y="290043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0,7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8B50F9-47FD-2F7B-CC0C-4465780951EA}"/>
              </a:ext>
            </a:extLst>
          </p:cNvPr>
          <p:cNvSpPr txBox="1"/>
          <p:nvPr/>
        </p:nvSpPr>
        <p:spPr>
          <a:xfrm>
            <a:off x="131166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754701-535F-8B85-7A78-868A7C2E89FC}"/>
              </a:ext>
            </a:extLst>
          </p:cNvPr>
          <p:cNvSpPr txBox="1"/>
          <p:nvPr/>
        </p:nvSpPr>
        <p:spPr>
          <a:xfrm>
            <a:off x="824821" y="3681832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0,8 × 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DB303B-3B9D-EB76-DC37-7AE8389BC6CB}"/>
              </a:ext>
            </a:extLst>
          </p:cNvPr>
          <p:cNvSpPr txBox="1"/>
          <p:nvPr/>
        </p:nvSpPr>
        <p:spPr>
          <a:xfrm>
            <a:off x="131166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A74248-31EB-1665-8D80-D37267153938}"/>
              </a:ext>
            </a:extLst>
          </p:cNvPr>
          <p:cNvSpPr txBox="1"/>
          <p:nvPr/>
        </p:nvSpPr>
        <p:spPr>
          <a:xfrm>
            <a:off x="824821" y="4463228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1,1 × 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B37C90-C18B-DE2F-C72B-94C795925A02}"/>
              </a:ext>
            </a:extLst>
          </p:cNvPr>
          <p:cNvSpPr txBox="1"/>
          <p:nvPr/>
        </p:nvSpPr>
        <p:spPr>
          <a:xfrm>
            <a:off x="131166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DC3654-18AF-031B-469A-EB21D46E461C}"/>
              </a:ext>
            </a:extLst>
          </p:cNvPr>
          <p:cNvSpPr txBox="1"/>
          <p:nvPr/>
        </p:nvSpPr>
        <p:spPr>
          <a:xfrm>
            <a:off x="824821" y="5244624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2,4 × 2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F0D348-568B-3079-E014-B769EE4C8B2E}"/>
              </a:ext>
            </a:extLst>
          </p:cNvPr>
          <p:cNvSpPr txBox="1"/>
          <p:nvPr/>
        </p:nvSpPr>
        <p:spPr>
          <a:xfrm>
            <a:off x="131166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97DAB4-45DB-9FA5-00E0-E2D4E0A52515}"/>
              </a:ext>
            </a:extLst>
          </p:cNvPr>
          <p:cNvSpPr txBox="1"/>
          <p:nvPr/>
        </p:nvSpPr>
        <p:spPr>
          <a:xfrm>
            <a:off x="824821" y="6026022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2,6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06610A-86E0-3972-98F5-6CD7CC2E6E40}"/>
              </a:ext>
            </a:extLst>
          </p:cNvPr>
          <p:cNvSpPr txBox="1"/>
          <p:nvPr/>
        </p:nvSpPr>
        <p:spPr>
          <a:xfrm>
            <a:off x="4466141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7B3BAE-5485-84F4-7F53-7E3AD6E7E56B}"/>
              </a:ext>
            </a:extLst>
          </p:cNvPr>
          <p:cNvSpPr txBox="1"/>
          <p:nvPr/>
        </p:nvSpPr>
        <p:spPr>
          <a:xfrm>
            <a:off x="3447943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CA639C-EB7D-0306-1E4A-C587F6F78581}"/>
              </a:ext>
            </a:extLst>
          </p:cNvPr>
          <p:cNvSpPr txBox="1"/>
          <p:nvPr/>
        </p:nvSpPr>
        <p:spPr>
          <a:xfrm>
            <a:off x="4141598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0,3 × 0,3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092658-C895-9728-E703-155A579D043F}"/>
              </a:ext>
            </a:extLst>
          </p:cNvPr>
          <p:cNvSpPr txBox="1"/>
          <p:nvPr/>
        </p:nvSpPr>
        <p:spPr>
          <a:xfrm>
            <a:off x="3447943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A15542-D1F6-3928-3DDA-9E05D948CC6D}"/>
              </a:ext>
            </a:extLst>
          </p:cNvPr>
          <p:cNvSpPr txBox="1"/>
          <p:nvPr/>
        </p:nvSpPr>
        <p:spPr>
          <a:xfrm>
            <a:off x="4141598" y="2119040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0,5 × 0,7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7215ED-C5CB-1A27-2F9F-CA5E176F4D37}"/>
              </a:ext>
            </a:extLst>
          </p:cNvPr>
          <p:cNvSpPr txBox="1"/>
          <p:nvPr/>
        </p:nvSpPr>
        <p:spPr>
          <a:xfrm>
            <a:off x="3447943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817CFD-8DE1-7C66-0E26-C757C9E12433}"/>
              </a:ext>
            </a:extLst>
          </p:cNvPr>
          <p:cNvSpPr txBox="1"/>
          <p:nvPr/>
        </p:nvSpPr>
        <p:spPr>
          <a:xfrm>
            <a:off x="4141598" y="290043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0,4 × 0,5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4C9451-E441-CAC7-6971-154435A674D2}"/>
              </a:ext>
            </a:extLst>
          </p:cNvPr>
          <p:cNvSpPr txBox="1"/>
          <p:nvPr/>
        </p:nvSpPr>
        <p:spPr>
          <a:xfrm>
            <a:off x="3447943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1D62BB-DFDB-AC70-E219-2A28E5606811}"/>
              </a:ext>
            </a:extLst>
          </p:cNvPr>
          <p:cNvSpPr txBox="1"/>
          <p:nvPr/>
        </p:nvSpPr>
        <p:spPr>
          <a:xfrm>
            <a:off x="4141598" y="368183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 × 0,3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86CB33-4B4A-D9A9-D566-F41701956CD0}"/>
              </a:ext>
            </a:extLst>
          </p:cNvPr>
          <p:cNvSpPr txBox="1"/>
          <p:nvPr/>
        </p:nvSpPr>
        <p:spPr>
          <a:xfrm>
            <a:off x="3447943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EAA3F3-EB62-FC5B-A932-C389E9C7B0FC}"/>
              </a:ext>
            </a:extLst>
          </p:cNvPr>
          <p:cNvSpPr txBox="1"/>
          <p:nvPr/>
        </p:nvSpPr>
        <p:spPr>
          <a:xfrm>
            <a:off x="4141598" y="4463228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0,4 × 1,6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B4C6E5-DE38-C531-FB7B-0740526B4DDF}"/>
              </a:ext>
            </a:extLst>
          </p:cNvPr>
          <p:cNvSpPr txBox="1"/>
          <p:nvPr/>
        </p:nvSpPr>
        <p:spPr>
          <a:xfrm>
            <a:off x="3447943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9D9F78-08ED-D6DD-542D-28EFDBDFF005}"/>
              </a:ext>
            </a:extLst>
          </p:cNvPr>
          <p:cNvSpPr txBox="1"/>
          <p:nvPr/>
        </p:nvSpPr>
        <p:spPr>
          <a:xfrm>
            <a:off x="4141598" y="524462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 × 1,3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B70C91-35E3-FA43-D6C7-47618B682441}"/>
              </a:ext>
            </a:extLst>
          </p:cNvPr>
          <p:cNvSpPr txBox="1"/>
          <p:nvPr/>
        </p:nvSpPr>
        <p:spPr>
          <a:xfrm>
            <a:off x="3447943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F87C23-864F-BC8B-5B9B-8318B36D9722}"/>
              </a:ext>
            </a:extLst>
          </p:cNvPr>
          <p:cNvSpPr txBox="1"/>
          <p:nvPr/>
        </p:nvSpPr>
        <p:spPr>
          <a:xfrm>
            <a:off x="4141598" y="602602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2,7 × 1,1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6E24AC-7477-3663-BCC8-DC2BD71CAA13}"/>
              </a:ext>
            </a:extLst>
          </p:cNvPr>
          <p:cNvSpPr txBox="1"/>
          <p:nvPr/>
        </p:nvSpPr>
        <p:spPr>
          <a:xfrm>
            <a:off x="7774606" y="770610"/>
            <a:ext cx="98392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Эсепте</a:t>
            </a:r>
            <a:r>
              <a:rPr lang="ru-RU" sz="1800" dirty="0"/>
              <a:t>:</a:t>
            </a:r>
            <a:endParaRPr lang="en-GB" sz="1200" dirty="0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021BF54-6004-85CC-60C8-6139B51D9BC7}"/>
              </a:ext>
            </a:extLst>
          </p:cNvPr>
          <p:cNvSpPr txBox="1"/>
          <p:nvPr/>
        </p:nvSpPr>
        <p:spPr>
          <a:xfrm>
            <a:off x="6756408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0DCB01D-0BDC-20F1-5FB6-11D5E1C5AF79}"/>
              </a:ext>
            </a:extLst>
          </p:cNvPr>
          <p:cNvSpPr txBox="1"/>
          <p:nvPr/>
        </p:nvSpPr>
        <p:spPr>
          <a:xfrm>
            <a:off x="7514984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 × 0,7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AAD253F-AF18-75F2-6224-F358C5D912A0}"/>
              </a:ext>
            </a:extLst>
          </p:cNvPr>
          <p:cNvSpPr txBox="1"/>
          <p:nvPr/>
        </p:nvSpPr>
        <p:spPr>
          <a:xfrm>
            <a:off x="6756408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0E1D7B-E692-7D59-C322-0478B69BC9C4}"/>
              </a:ext>
            </a:extLst>
          </p:cNvPr>
          <p:cNvSpPr txBox="1"/>
          <p:nvPr/>
        </p:nvSpPr>
        <p:spPr>
          <a:xfrm>
            <a:off x="7514984" y="2119040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1,4 × 1,8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FD86BF-CB50-6FCC-670D-0591F3EEAA97}"/>
              </a:ext>
            </a:extLst>
          </p:cNvPr>
          <p:cNvSpPr txBox="1"/>
          <p:nvPr/>
        </p:nvSpPr>
        <p:spPr>
          <a:xfrm>
            <a:off x="6756408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0648814-773C-0617-3004-CA56AE8455E5}"/>
              </a:ext>
            </a:extLst>
          </p:cNvPr>
          <p:cNvSpPr txBox="1"/>
          <p:nvPr/>
        </p:nvSpPr>
        <p:spPr>
          <a:xfrm>
            <a:off x="7450063" y="290043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0,2 × 0,16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D274DAD-6820-42FE-C65B-20B8821AE1CD}"/>
              </a:ext>
            </a:extLst>
          </p:cNvPr>
          <p:cNvSpPr txBox="1"/>
          <p:nvPr/>
        </p:nvSpPr>
        <p:spPr>
          <a:xfrm>
            <a:off x="6756408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C64C6B8-F320-C04A-EC29-0EA5FA67E4AE}"/>
              </a:ext>
            </a:extLst>
          </p:cNvPr>
          <p:cNvSpPr txBox="1"/>
          <p:nvPr/>
        </p:nvSpPr>
        <p:spPr>
          <a:xfrm>
            <a:off x="7450063" y="3681832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1,6 × 0,05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C1B95D8-FD1A-3B1E-EDF7-A668F477F836}"/>
              </a:ext>
            </a:extLst>
          </p:cNvPr>
          <p:cNvSpPr txBox="1"/>
          <p:nvPr/>
        </p:nvSpPr>
        <p:spPr>
          <a:xfrm>
            <a:off x="6756408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137D3EA-DF24-18DD-F2B0-790BCBC2EEDD}"/>
              </a:ext>
            </a:extLst>
          </p:cNvPr>
          <p:cNvSpPr txBox="1"/>
          <p:nvPr/>
        </p:nvSpPr>
        <p:spPr>
          <a:xfrm>
            <a:off x="7450063" y="446322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2,2 × 0,15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DC8E2B-7896-F423-4767-4A3A12C582CB}"/>
              </a:ext>
            </a:extLst>
          </p:cNvPr>
          <p:cNvSpPr txBox="1"/>
          <p:nvPr/>
        </p:nvSpPr>
        <p:spPr>
          <a:xfrm>
            <a:off x="6756408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FEF484-0BD5-8ABA-899A-2A36E14E8F51}"/>
              </a:ext>
            </a:extLst>
          </p:cNvPr>
          <p:cNvSpPr txBox="1"/>
          <p:nvPr/>
        </p:nvSpPr>
        <p:spPr>
          <a:xfrm>
            <a:off x="7450063" y="524462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1,24 × 0,6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5F5DE8-9B55-1323-58BD-90EC3EED71B2}"/>
              </a:ext>
            </a:extLst>
          </p:cNvPr>
          <p:cNvSpPr txBox="1"/>
          <p:nvPr/>
        </p:nvSpPr>
        <p:spPr>
          <a:xfrm>
            <a:off x="6756408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A51AA5C-4F79-0F66-188D-2F36C80BBDF8}"/>
              </a:ext>
            </a:extLst>
          </p:cNvPr>
          <p:cNvSpPr txBox="1"/>
          <p:nvPr/>
        </p:nvSpPr>
        <p:spPr>
          <a:xfrm>
            <a:off x="7450063" y="6026022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2,21 × 3,5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D8C015-1E7E-81D5-D770-5BBA4B66BAF9}"/>
              </a:ext>
            </a:extLst>
          </p:cNvPr>
          <p:cNvSpPr txBox="1"/>
          <p:nvPr/>
        </p:nvSpPr>
        <p:spPr>
          <a:xfrm>
            <a:off x="675537" y="139480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633020-BFFA-BB56-C23E-B39659491B5B}"/>
              </a:ext>
            </a:extLst>
          </p:cNvPr>
          <p:cNvSpPr txBox="1"/>
          <p:nvPr/>
        </p:nvSpPr>
        <p:spPr>
          <a:xfrm>
            <a:off x="7774606" y="149621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D34ECF-28B3-B1D5-62FE-542E4FF1941C}"/>
              </a:ext>
            </a:extLst>
          </p:cNvPr>
          <p:cNvSpPr txBox="1"/>
          <p:nvPr/>
        </p:nvSpPr>
        <p:spPr>
          <a:xfrm>
            <a:off x="2524008" y="139479"/>
            <a:ext cx="4953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21054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5B1D818-0124-4249-A022-EC89CA27E32E}"/>
              </a:ext>
            </a:extLst>
          </p:cNvPr>
          <p:cNvSpPr/>
          <p:nvPr/>
        </p:nvSpPr>
        <p:spPr>
          <a:xfrm>
            <a:off x="131191" y="770610"/>
            <a:ext cx="3019768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608AA5B6-BDAA-4273-BD45-4FCBFD97AECC}"/>
              </a:ext>
            </a:extLst>
          </p:cNvPr>
          <p:cNvSpPr/>
          <p:nvPr/>
        </p:nvSpPr>
        <p:spPr>
          <a:xfrm>
            <a:off x="3448431" y="770610"/>
            <a:ext cx="3019768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54191793-1A1E-41D5-B627-ECE63AC2F12C}"/>
              </a:ext>
            </a:extLst>
          </p:cNvPr>
          <p:cNvSpPr/>
          <p:nvPr/>
        </p:nvSpPr>
        <p:spPr>
          <a:xfrm>
            <a:off x="6765671" y="770610"/>
            <a:ext cx="3009138" cy="5965470"/>
          </a:xfrm>
          <a:prstGeom prst="roundRect">
            <a:avLst>
              <a:gd name="adj" fmla="val 6371"/>
            </a:avLst>
          </a:prstGeom>
          <a:noFill/>
          <a:ln w="38100">
            <a:solidFill>
              <a:srgbClr val="2E75B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4D98E1C-37EB-42FE-85B3-A4EB60295B1D}"/>
              </a:ext>
            </a:extLst>
          </p:cNvPr>
          <p:cNvSpPr/>
          <p:nvPr/>
        </p:nvSpPr>
        <p:spPr>
          <a:xfrm>
            <a:off x="1407639" y="112237"/>
            <a:ext cx="467360" cy="45697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6C6CC5-9261-4A4B-94C3-CA77BA378538}"/>
              </a:ext>
            </a:extLst>
          </p:cNvPr>
          <p:cNvSpPr/>
          <p:nvPr/>
        </p:nvSpPr>
        <p:spPr>
          <a:xfrm>
            <a:off x="4724879" y="111919"/>
            <a:ext cx="467360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0C45660-C8BE-42D6-90F7-F1BD99073914}"/>
              </a:ext>
            </a:extLst>
          </p:cNvPr>
          <p:cNvSpPr/>
          <p:nvPr/>
        </p:nvSpPr>
        <p:spPr>
          <a:xfrm>
            <a:off x="8042119" y="104775"/>
            <a:ext cx="467360" cy="47157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9E7C1E-455E-7680-3454-3DBC2E1C6D4B}"/>
              </a:ext>
            </a:extLst>
          </p:cNvPr>
          <p:cNvSpPr txBox="1"/>
          <p:nvPr/>
        </p:nvSpPr>
        <p:spPr>
          <a:xfrm>
            <a:off x="1036994" y="770610"/>
            <a:ext cx="1208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Calculate: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7A93A89-3BC2-4DBF-BB8D-F66993783F1D}"/>
              </a:ext>
            </a:extLst>
          </p:cNvPr>
          <p:cNvSpPr txBox="1"/>
          <p:nvPr/>
        </p:nvSpPr>
        <p:spPr>
          <a:xfrm>
            <a:off x="131166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A47E312-1D0D-FC59-4E57-932C58047ECC}"/>
              </a:ext>
            </a:extLst>
          </p:cNvPr>
          <p:cNvSpPr txBox="1"/>
          <p:nvPr/>
        </p:nvSpPr>
        <p:spPr>
          <a:xfrm>
            <a:off x="824821" y="1337644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0,3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C51E2D-9CE0-96A4-F4E8-6BF8CD855EDD}"/>
              </a:ext>
            </a:extLst>
          </p:cNvPr>
          <p:cNvSpPr txBox="1"/>
          <p:nvPr/>
        </p:nvSpPr>
        <p:spPr>
          <a:xfrm>
            <a:off x="2108802" y="1337644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9C0349-C1ED-293B-40D8-066C7C43B8CB}"/>
              </a:ext>
            </a:extLst>
          </p:cNvPr>
          <p:cNvSpPr txBox="1"/>
          <p:nvPr/>
        </p:nvSpPr>
        <p:spPr>
          <a:xfrm>
            <a:off x="131166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C1FB223-8073-4907-AAFF-3B2CAD4A63E7}"/>
              </a:ext>
            </a:extLst>
          </p:cNvPr>
          <p:cNvSpPr txBox="1"/>
          <p:nvPr/>
        </p:nvSpPr>
        <p:spPr>
          <a:xfrm>
            <a:off x="824821" y="2119040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 × 0,7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41F4EF-8A4E-951E-0748-3BC988782256}"/>
              </a:ext>
            </a:extLst>
          </p:cNvPr>
          <p:cNvSpPr txBox="1"/>
          <p:nvPr/>
        </p:nvSpPr>
        <p:spPr>
          <a:xfrm>
            <a:off x="2108802" y="2119040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1,4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8872E63-2D59-A355-465E-BFA8A9186B6F}"/>
              </a:ext>
            </a:extLst>
          </p:cNvPr>
          <p:cNvSpPr txBox="1"/>
          <p:nvPr/>
        </p:nvSpPr>
        <p:spPr>
          <a:xfrm>
            <a:off x="131166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0629AEF-E07B-23B2-3717-C8F5629D48C2}"/>
              </a:ext>
            </a:extLst>
          </p:cNvPr>
          <p:cNvSpPr txBox="1"/>
          <p:nvPr/>
        </p:nvSpPr>
        <p:spPr>
          <a:xfrm>
            <a:off x="824821" y="2900436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0,7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D01E3D-48B8-3DB8-76EB-BA22A3408404}"/>
              </a:ext>
            </a:extLst>
          </p:cNvPr>
          <p:cNvSpPr txBox="1"/>
          <p:nvPr/>
        </p:nvSpPr>
        <p:spPr>
          <a:xfrm>
            <a:off x="2108802" y="2900436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2,1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C8B50F9-47FD-2F7B-CC0C-4465780951EA}"/>
              </a:ext>
            </a:extLst>
          </p:cNvPr>
          <p:cNvSpPr txBox="1"/>
          <p:nvPr/>
        </p:nvSpPr>
        <p:spPr>
          <a:xfrm>
            <a:off x="131166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3754701-535F-8B85-7A78-868A7C2E89FC}"/>
              </a:ext>
            </a:extLst>
          </p:cNvPr>
          <p:cNvSpPr txBox="1"/>
          <p:nvPr/>
        </p:nvSpPr>
        <p:spPr>
          <a:xfrm>
            <a:off x="824821" y="3681832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0,8 × 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7ACA52D-618B-B4CB-2737-FE35D2229A7A}"/>
              </a:ext>
            </a:extLst>
          </p:cNvPr>
          <p:cNvSpPr txBox="1"/>
          <p:nvPr/>
        </p:nvSpPr>
        <p:spPr>
          <a:xfrm>
            <a:off x="2108802" y="3681832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3,2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2DB303B-3B9D-EB76-DC37-7AE8389BC6CB}"/>
              </a:ext>
            </a:extLst>
          </p:cNvPr>
          <p:cNvSpPr txBox="1"/>
          <p:nvPr/>
        </p:nvSpPr>
        <p:spPr>
          <a:xfrm>
            <a:off x="131166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7A74248-31EB-1665-8D80-D37267153938}"/>
              </a:ext>
            </a:extLst>
          </p:cNvPr>
          <p:cNvSpPr txBox="1"/>
          <p:nvPr/>
        </p:nvSpPr>
        <p:spPr>
          <a:xfrm>
            <a:off x="824821" y="4463228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1,1 × 6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F467CBD-2EC5-36F2-4B27-D0E41893A5F2}"/>
              </a:ext>
            </a:extLst>
          </p:cNvPr>
          <p:cNvSpPr txBox="1"/>
          <p:nvPr/>
        </p:nvSpPr>
        <p:spPr>
          <a:xfrm>
            <a:off x="2108802" y="4463228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6,6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9B37C90-C18B-DE2F-C72B-94C795925A02}"/>
              </a:ext>
            </a:extLst>
          </p:cNvPr>
          <p:cNvSpPr txBox="1"/>
          <p:nvPr/>
        </p:nvSpPr>
        <p:spPr>
          <a:xfrm>
            <a:off x="131166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8DC3654-18AF-031B-469A-EB21D46E461C}"/>
              </a:ext>
            </a:extLst>
          </p:cNvPr>
          <p:cNvSpPr txBox="1"/>
          <p:nvPr/>
        </p:nvSpPr>
        <p:spPr>
          <a:xfrm>
            <a:off x="824821" y="5244624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2,4 ×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ACA0EF0-3C5F-1E01-B065-D8FB09F1CC76}"/>
              </a:ext>
            </a:extLst>
          </p:cNvPr>
          <p:cNvSpPr txBox="1"/>
          <p:nvPr/>
        </p:nvSpPr>
        <p:spPr>
          <a:xfrm>
            <a:off x="2108802" y="5244624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4,8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BF0D348-568B-3079-E014-B769EE4C8B2E}"/>
              </a:ext>
            </a:extLst>
          </p:cNvPr>
          <p:cNvSpPr txBox="1"/>
          <p:nvPr/>
        </p:nvSpPr>
        <p:spPr>
          <a:xfrm>
            <a:off x="131166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7D97DAB4-45DB-9FA5-00E0-E2D4E0A52515}"/>
              </a:ext>
            </a:extLst>
          </p:cNvPr>
          <p:cNvSpPr txBox="1"/>
          <p:nvPr/>
        </p:nvSpPr>
        <p:spPr>
          <a:xfrm>
            <a:off x="824821" y="6026022"/>
            <a:ext cx="8819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3 × 2,6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97C3EEB-0762-69E0-162D-162A9AA1FF3E}"/>
              </a:ext>
            </a:extLst>
          </p:cNvPr>
          <p:cNvSpPr txBox="1"/>
          <p:nvPr/>
        </p:nvSpPr>
        <p:spPr>
          <a:xfrm>
            <a:off x="2108802" y="6026022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7,8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D06610A-86E0-3972-98F5-6CD7CC2E6E40}"/>
              </a:ext>
            </a:extLst>
          </p:cNvPr>
          <p:cNvSpPr txBox="1"/>
          <p:nvPr/>
        </p:nvSpPr>
        <p:spPr>
          <a:xfrm>
            <a:off x="4353771" y="770610"/>
            <a:ext cx="1208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Calculate: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7B3BAE-5485-84F4-7F53-7E3AD6E7E56B}"/>
              </a:ext>
            </a:extLst>
          </p:cNvPr>
          <p:cNvSpPr txBox="1"/>
          <p:nvPr/>
        </p:nvSpPr>
        <p:spPr>
          <a:xfrm>
            <a:off x="3447943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DCA639C-EB7D-0306-1E4A-C587F6F78581}"/>
              </a:ext>
            </a:extLst>
          </p:cNvPr>
          <p:cNvSpPr txBox="1"/>
          <p:nvPr/>
        </p:nvSpPr>
        <p:spPr>
          <a:xfrm>
            <a:off x="4141598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0,3 × 0,3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8B8B129D-F2AB-2C13-C376-82A0599AD1BF}"/>
              </a:ext>
            </a:extLst>
          </p:cNvPr>
          <p:cNvSpPr txBox="1"/>
          <p:nvPr/>
        </p:nvSpPr>
        <p:spPr>
          <a:xfrm>
            <a:off x="5360658" y="133764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0,09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7092658-C895-9728-E703-155A579D043F}"/>
              </a:ext>
            </a:extLst>
          </p:cNvPr>
          <p:cNvSpPr txBox="1"/>
          <p:nvPr/>
        </p:nvSpPr>
        <p:spPr>
          <a:xfrm>
            <a:off x="3447943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3A15542-D1F6-3928-3DDA-9E05D948CC6D}"/>
              </a:ext>
            </a:extLst>
          </p:cNvPr>
          <p:cNvSpPr txBox="1"/>
          <p:nvPr/>
        </p:nvSpPr>
        <p:spPr>
          <a:xfrm>
            <a:off x="4141598" y="2119040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0,5 × 0,7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85F4DCB-F758-60D4-55E2-7390F7062329}"/>
              </a:ext>
            </a:extLst>
          </p:cNvPr>
          <p:cNvSpPr txBox="1"/>
          <p:nvPr/>
        </p:nvSpPr>
        <p:spPr>
          <a:xfrm>
            <a:off x="5360658" y="2119040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0,35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7215ED-C5CB-1A27-2F9F-CA5E176F4D37}"/>
              </a:ext>
            </a:extLst>
          </p:cNvPr>
          <p:cNvSpPr txBox="1"/>
          <p:nvPr/>
        </p:nvSpPr>
        <p:spPr>
          <a:xfrm>
            <a:off x="3447943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7817CFD-8DE1-7C66-0E26-C757C9E12433}"/>
              </a:ext>
            </a:extLst>
          </p:cNvPr>
          <p:cNvSpPr txBox="1"/>
          <p:nvPr/>
        </p:nvSpPr>
        <p:spPr>
          <a:xfrm>
            <a:off x="4141598" y="2900436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0,4 × 0,5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C587A1-04A9-843D-3E3F-BEE3ECB2F189}"/>
              </a:ext>
            </a:extLst>
          </p:cNvPr>
          <p:cNvSpPr txBox="1"/>
          <p:nvPr/>
        </p:nvSpPr>
        <p:spPr>
          <a:xfrm>
            <a:off x="5425579" y="2900436"/>
            <a:ext cx="508474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0,2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D4C9451-E441-CAC7-6971-154435A674D2}"/>
              </a:ext>
            </a:extLst>
          </p:cNvPr>
          <p:cNvSpPr txBox="1"/>
          <p:nvPr/>
        </p:nvSpPr>
        <p:spPr>
          <a:xfrm>
            <a:off x="3447943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B1D62BB-DFDB-AC70-E219-2A28E5606811}"/>
              </a:ext>
            </a:extLst>
          </p:cNvPr>
          <p:cNvSpPr txBox="1"/>
          <p:nvPr/>
        </p:nvSpPr>
        <p:spPr>
          <a:xfrm>
            <a:off x="4141598" y="368183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 × 0,3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728F4A5C-3DD0-5AF3-5E1E-B063B52F5C7A}"/>
              </a:ext>
            </a:extLst>
          </p:cNvPr>
          <p:cNvSpPr txBox="1"/>
          <p:nvPr/>
        </p:nvSpPr>
        <p:spPr>
          <a:xfrm>
            <a:off x="5360658" y="368183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0,36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E86CB33-4B4A-D9A9-D566-F41701956CD0}"/>
              </a:ext>
            </a:extLst>
          </p:cNvPr>
          <p:cNvSpPr txBox="1"/>
          <p:nvPr/>
        </p:nvSpPr>
        <p:spPr>
          <a:xfrm>
            <a:off x="3447943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81EAA3F3-EB62-FC5B-A932-C389E9C7B0FC}"/>
              </a:ext>
            </a:extLst>
          </p:cNvPr>
          <p:cNvSpPr txBox="1"/>
          <p:nvPr/>
        </p:nvSpPr>
        <p:spPr>
          <a:xfrm>
            <a:off x="4141598" y="4463228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0,4 × 1,6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2AC70D4-68B9-6F2F-7428-AF4372F87987}"/>
              </a:ext>
            </a:extLst>
          </p:cNvPr>
          <p:cNvSpPr txBox="1"/>
          <p:nvPr/>
        </p:nvSpPr>
        <p:spPr>
          <a:xfrm>
            <a:off x="5360658" y="4463228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0,64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21B4C6E5-DE38-C531-FB7B-0740526B4DDF}"/>
              </a:ext>
            </a:extLst>
          </p:cNvPr>
          <p:cNvSpPr txBox="1"/>
          <p:nvPr/>
        </p:nvSpPr>
        <p:spPr>
          <a:xfrm>
            <a:off x="3447943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899D9F78-08ED-D6DD-542D-28EFDBDFF005}"/>
              </a:ext>
            </a:extLst>
          </p:cNvPr>
          <p:cNvSpPr txBox="1"/>
          <p:nvPr/>
        </p:nvSpPr>
        <p:spPr>
          <a:xfrm>
            <a:off x="4141598" y="524462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 × 1,3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2564E99-E097-ABCE-198A-90761E3048DC}"/>
              </a:ext>
            </a:extLst>
          </p:cNvPr>
          <p:cNvSpPr txBox="1"/>
          <p:nvPr/>
        </p:nvSpPr>
        <p:spPr>
          <a:xfrm>
            <a:off x="5360658" y="524462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1,56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DEB70C91-35E3-FA43-D6C7-47618B682441}"/>
              </a:ext>
            </a:extLst>
          </p:cNvPr>
          <p:cNvSpPr txBox="1"/>
          <p:nvPr/>
        </p:nvSpPr>
        <p:spPr>
          <a:xfrm>
            <a:off x="3447943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2CF87C23-864F-BC8B-5B9B-8318B36D9722}"/>
              </a:ext>
            </a:extLst>
          </p:cNvPr>
          <p:cNvSpPr txBox="1"/>
          <p:nvPr/>
        </p:nvSpPr>
        <p:spPr>
          <a:xfrm>
            <a:off x="4141598" y="6026022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2,7 × 1,1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0CB1259-584E-CDE8-1B2E-BA02E1448A80}"/>
              </a:ext>
            </a:extLst>
          </p:cNvPr>
          <p:cNvSpPr txBox="1"/>
          <p:nvPr/>
        </p:nvSpPr>
        <p:spPr>
          <a:xfrm>
            <a:off x="5360658" y="602602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2,97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CB6E24AC-7477-3663-BCC8-DC2BD71CAA13}"/>
              </a:ext>
            </a:extLst>
          </p:cNvPr>
          <p:cNvSpPr txBox="1"/>
          <p:nvPr/>
        </p:nvSpPr>
        <p:spPr>
          <a:xfrm>
            <a:off x="7662236" y="770610"/>
            <a:ext cx="120866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Calculate: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021BF54-6004-85CC-60C8-6139B51D9BC7}"/>
              </a:ext>
            </a:extLst>
          </p:cNvPr>
          <p:cNvSpPr txBox="1"/>
          <p:nvPr/>
        </p:nvSpPr>
        <p:spPr>
          <a:xfrm>
            <a:off x="6756408" y="138381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1)</a:t>
            </a: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10DCB01D-0BDC-20F1-5FB6-11D5E1C5AF79}"/>
              </a:ext>
            </a:extLst>
          </p:cNvPr>
          <p:cNvSpPr txBox="1"/>
          <p:nvPr/>
        </p:nvSpPr>
        <p:spPr>
          <a:xfrm>
            <a:off x="7514984" y="1337644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 × 0,7</a:t>
            </a: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7A2E61A-5651-80B3-D970-610C0495BB60}"/>
              </a:ext>
            </a:extLst>
          </p:cNvPr>
          <p:cNvSpPr txBox="1"/>
          <p:nvPr/>
        </p:nvSpPr>
        <p:spPr>
          <a:xfrm>
            <a:off x="8926818" y="1337644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0,84</a:t>
            </a: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AAD253F-AF18-75F2-6224-F358C5D912A0}"/>
              </a:ext>
            </a:extLst>
          </p:cNvPr>
          <p:cNvSpPr txBox="1"/>
          <p:nvPr/>
        </p:nvSpPr>
        <p:spPr>
          <a:xfrm>
            <a:off x="6756408" y="2165207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2)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0E1D7B-E692-7D59-C322-0478B69BC9C4}"/>
              </a:ext>
            </a:extLst>
          </p:cNvPr>
          <p:cNvSpPr txBox="1"/>
          <p:nvPr/>
        </p:nvSpPr>
        <p:spPr>
          <a:xfrm>
            <a:off x="7514984" y="2119040"/>
            <a:ext cx="107593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1,4 × 1,8</a:t>
            </a: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D91F75B1-E50E-F5D1-77D0-05FCD78DB874}"/>
              </a:ext>
            </a:extLst>
          </p:cNvPr>
          <p:cNvSpPr txBox="1"/>
          <p:nvPr/>
        </p:nvSpPr>
        <p:spPr>
          <a:xfrm>
            <a:off x="8926818" y="2119040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2,52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16FD86BF-CB50-6FCC-670D-0591F3EEAA97}"/>
              </a:ext>
            </a:extLst>
          </p:cNvPr>
          <p:cNvSpPr txBox="1"/>
          <p:nvPr/>
        </p:nvSpPr>
        <p:spPr>
          <a:xfrm>
            <a:off x="6756408" y="2946603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3)</a:t>
            </a: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60648814-773C-0617-3004-CA56AE8455E5}"/>
              </a:ext>
            </a:extLst>
          </p:cNvPr>
          <p:cNvSpPr txBox="1"/>
          <p:nvPr/>
        </p:nvSpPr>
        <p:spPr>
          <a:xfrm>
            <a:off x="7450063" y="2900436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0,2 × 0,16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847F8984-BE6C-8F42-8655-0CAABD943C57}"/>
              </a:ext>
            </a:extLst>
          </p:cNvPr>
          <p:cNvSpPr txBox="1"/>
          <p:nvPr/>
        </p:nvSpPr>
        <p:spPr>
          <a:xfrm>
            <a:off x="8861896" y="2900436"/>
            <a:ext cx="7681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0,032</a:t>
            </a:r>
          </a:p>
        </p:txBody>
      </p:sp>
      <p:sp>
        <p:nvSpPr>
          <p:cNvPr id="96" name="TextBox 95">
            <a:extLst>
              <a:ext uri="{FF2B5EF4-FFF2-40B4-BE49-F238E27FC236}">
                <a16:creationId xmlns:a16="http://schemas.microsoft.com/office/drawing/2014/main" id="{AD274DAD-6820-42FE-C65B-20B8821AE1CD}"/>
              </a:ext>
            </a:extLst>
          </p:cNvPr>
          <p:cNvSpPr txBox="1"/>
          <p:nvPr/>
        </p:nvSpPr>
        <p:spPr>
          <a:xfrm>
            <a:off x="6756408" y="372799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4)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4C64C6B8-F320-C04A-EC29-0EA5FA67E4AE}"/>
              </a:ext>
            </a:extLst>
          </p:cNvPr>
          <p:cNvSpPr txBox="1"/>
          <p:nvPr/>
        </p:nvSpPr>
        <p:spPr>
          <a:xfrm>
            <a:off x="7450063" y="3681832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1,6 × 0,05</a:t>
            </a:r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71E6CCF0-0650-7084-8289-2215D6C88C03}"/>
              </a:ext>
            </a:extLst>
          </p:cNvPr>
          <p:cNvSpPr txBox="1"/>
          <p:nvPr/>
        </p:nvSpPr>
        <p:spPr>
          <a:xfrm>
            <a:off x="8926818" y="3681832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0,08</a:t>
            </a:r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C1B95D8-FD1A-3B1E-EDF7-A668F477F836}"/>
              </a:ext>
            </a:extLst>
          </p:cNvPr>
          <p:cNvSpPr txBox="1"/>
          <p:nvPr/>
        </p:nvSpPr>
        <p:spPr>
          <a:xfrm>
            <a:off x="6756408" y="4509395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5)</a:t>
            </a: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137D3EA-DF24-18DD-F2B0-790BCBC2EEDD}"/>
              </a:ext>
            </a:extLst>
          </p:cNvPr>
          <p:cNvSpPr txBox="1"/>
          <p:nvPr/>
        </p:nvSpPr>
        <p:spPr>
          <a:xfrm>
            <a:off x="7450063" y="4463228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2,2 × 0,15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1FDA7D06-4A3B-8A83-7C76-4809315E15AD}"/>
              </a:ext>
            </a:extLst>
          </p:cNvPr>
          <p:cNvSpPr txBox="1"/>
          <p:nvPr/>
        </p:nvSpPr>
        <p:spPr>
          <a:xfrm>
            <a:off x="8926818" y="4463228"/>
            <a:ext cx="638316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0,33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14DC8E2B-7896-F423-4767-4A3A12C582CB}"/>
              </a:ext>
            </a:extLst>
          </p:cNvPr>
          <p:cNvSpPr txBox="1"/>
          <p:nvPr/>
        </p:nvSpPr>
        <p:spPr>
          <a:xfrm>
            <a:off x="6756408" y="5290791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6)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E4FEF484-0BD5-8ABA-899A-2A36E14E8F51}"/>
              </a:ext>
            </a:extLst>
          </p:cNvPr>
          <p:cNvSpPr txBox="1"/>
          <p:nvPr/>
        </p:nvSpPr>
        <p:spPr>
          <a:xfrm>
            <a:off x="7450063" y="5244624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1,24 × 0,6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936D889-0751-5F8F-5201-2F08E3F386B9}"/>
              </a:ext>
            </a:extLst>
          </p:cNvPr>
          <p:cNvSpPr txBox="1"/>
          <p:nvPr/>
        </p:nvSpPr>
        <p:spPr>
          <a:xfrm>
            <a:off x="8861896" y="5244624"/>
            <a:ext cx="7681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0,744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5F5DE8-9B55-1323-58BD-90EC3EED71B2}"/>
              </a:ext>
            </a:extLst>
          </p:cNvPr>
          <p:cNvSpPr txBox="1"/>
          <p:nvPr/>
        </p:nvSpPr>
        <p:spPr>
          <a:xfrm>
            <a:off x="6756408" y="6072189"/>
            <a:ext cx="317445" cy="307777"/>
          </a:xfrm>
          <a:prstGeom prst="rect">
            <a:avLst/>
          </a:prstGeom>
          <a:noFill/>
        </p:spPr>
        <p:txBody>
          <a:bodyPr wrap="none" lIns="108000" tIns="0" rIns="0" bIns="0" rtlCol="0">
            <a:spAutoFit/>
          </a:bodyPr>
          <a:lstStyle/>
          <a:p>
            <a:r>
              <a:rPr lang="en-GB" sz="2000" dirty="0">
                <a:solidFill>
                  <a:schemeClr val="bg1">
                    <a:lumMod val="50000"/>
                  </a:schemeClr>
                </a:solidFill>
              </a:rPr>
              <a:t>7)</a:t>
            </a: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6A51AA5C-4F79-0F66-188D-2F36C80BBDF8}"/>
              </a:ext>
            </a:extLst>
          </p:cNvPr>
          <p:cNvSpPr txBox="1"/>
          <p:nvPr/>
        </p:nvSpPr>
        <p:spPr>
          <a:xfrm>
            <a:off x="7450063" y="6026022"/>
            <a:ext cx="1205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/>
              <a:t>2,21 × 3,5</a:t>
            </a: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A9813FA6-ACE5-2ABF-144F-EC439CDDD214}"/>
              </a:ext>
            </a:extLst>
          </p:cNvPr>
          <p:cNvSpPr txBox="1"/>
          <p:nvPr/>
        </p:nvSpPr>
        <p:spPr>
          <a:xfrm>
            <a:off x="8861896" y="6026022"/>
            <a:ext cx="768160" cy="400110"/>
          </a:xfrm>
          <a:prstGeom prst="rect">
            <a:avLst/>
          </a:prstGeom>
          <a:solidFill>
            <a:schemeClr val="bg1"/>
          </a:solidFill>
          <a:ln w="28575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n-GB" sz="2000" dirty="0"/>
              <a:t>7,735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DDE9C49-F8A0-A19A-436A-F5BF4ED6BF53}"/>
              </a:ext>
            </a:extLst>
          </p:cNvPr>
          <p:cNvSpPr txBox="1"/>
          <p:nvPr/>
        </p:nvSpPr>
        <p:spPr>
          <a:xfrm>
            <a:off x="784744" y="137272"/>
            <a:ext cx="19315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>
                <a:solidFill>
                  <a:schemeClr val="accent4"/>
                </a:solidFill>
              </a:rPr>
              <a:t>ЖЕҢИЛ</a:t>
            </a:r>
            <a:endParaRPr lang="en-US" sz="3200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33543B4-DF00-9D5C-0B90-98C767F0C009}"/>
              </a:ext>
            </a:extLst>
          </p:cNvPr>
          <p:cNvSpPr/>
          <p:nvPr/>
        </p:nvSpPr>
        <p:spPr>
          <a:xfrm>
            <a:off x="4300667" y="232787"/>
            <a:ext cx="1189265" cy="464435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3200" b="1" dirty="0">
                <a:solidFill>
                  <a:srgbClr val="00B050"/>
                </a:solidFill>
              </a:rPr>
              <a:t>ОРТО</a:t>
            </a:r>
            <a:endParaRPr lang="en-US" sz="2000" b="1" dirty="0">
              <a:solidFill>
                <a:srgbClr val="00B05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3D679E-F0C9-90EF-D16B-D9545984005E}"/>
              </a:ext>
            </a:extLst>
          </p:cNvPr>
          <p:cNvSpPr txBox="1"/>
          <p:nvPr/>
        </p:nvSpPr>
        <p:spPr>
          <a:xfrm>
            <a:off x="7622287" y="175649"/>
            <a:ext cx="130702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600" b="1" dirty="0">
                <a:solidFill>
                  <a:schemeClr val="accent1">
                    <a:lumMod val="75000"/>
                  </a:schemeClr>
                </a:solidFill>
              </a:rPr>
              <a:t>ООР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3731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2" grpId="0" animBg="1"/>
      <p:bldP spid="16" grpId="0" animBg="1"/>
      <p:bldP spid="21" grpId="0" animBg="1"/>
      <p:bldP spid="25" grpId="0" animBg="1"/>
      <p:bldP spid="29" grpId="0" animBg="1"/>
      <p:bldP spid="35" grpId="0" animBg="1"/>
      <p:bldP spid="42" grpId="0" animBg="1"/>
      <p:bldP spid="45" grpId="0" animBg="1"/>
      <p:bldP spid="51" grpId="0" animBg="1"/>
      <p:bldP spid="54" grpId="0" animBg="1"/>
      <p:bldP spid="57" grpId="0" animBg="1"/>
      <p:bldP spid="60" grpId="0" animBg="1"/>
      <p:bldP spid="63" grpId="0" animBg="1"/>
      <p:bldP spid="89" grpId="0" animBg="1"/>
      <p:bldP spid="92" grpId="0" animBg="1"/>
      <p:bldP spid="95" grpId="0" animBg="1"/>
      <p:bldP spid="98" grpId="0" animBg="1"/>
      <p:bldP spid="101" grpId="0" animBg="1"/>
      <p:bldP spid="104" grpId="0" animBg="1"/>
      <p:bldP spid="10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AA0B8B-956D-D049-F180-9BDD311CD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2176"/>
            <a:ext cx="4795520" cy="32685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06A18AD-4513-136E-E6E4-DC668B297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952" y="12440"/>
            <a:ext cx="4925048" cy="33568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AD96539-485F-6B7D-5979-3C0EC9DCB3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589461"/>
            <a:ext cx="4795520" cy="326853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3283508-77D7-1B8C-82CC-425CD553F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0952" y="3501178"/>
            <a:ext cx="4925048" cy="335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16820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13838" y="67440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672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40000"/>
            <a:lumOff val="60000"/>
          </a:schemeClr>
        </a:solidFill>
        <a:ln w="1270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10640</TotalTime>
  <Words>301</Words>
  <Application>Microsoft Office PowerPoint</Application>
  <PresentationFormat>A4 Paper (210x297 mm)</PresentationFormat>
  <Paragraphs>135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Calibri Light</vt:lpstr>
      <vt:lpstr>Arial</vt:lpstr>
      <vt:lpstr>Calibri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546</cp:revision>
  <cp:lastPrinted>2017-12-31T22:38:51Z</cp:lastPrinted>
  <dcterms:created xsi:type="dcterms:W3CDTF">2017-01-17T16:57:04Z</dcterms:created>
  <dcterms:modified xsi:type="dcterms:W3CDTF">2023-10-05T18:14:09Z</dcterms:modified>
</cp:coreProperties>
</file>