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848" r:id="rId2"/>
    <p:sldId id="943" r:id="rId3"/>
    <p:sldId id="947" r:id="rId4"/>
    <p:sldId id="944" r:id="rId5"/>
    <p:sldId id="938" r:id="rId6"/>
  </p:sldIdLst>
  <p:sldSz cx="9906000" cy="6858000" type="A4"/>
  <p:notesSz cx="6889750" cy="10021888"/>
  <p:embeddedFontLst>
    <p:embeddedFont>
      <p:font typeface="Comic Sans MS" panose="030F0702030302020204" pitchFamily="66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848"/>
          </p14:sldIdLst>
        </p14:section>
        <p14:section name="10 × 10" id="{7617865C-55E8-4E80-88D8-B55679FB792A}">
          <p14:sldIdLst>
            <p14:sldId id="943"/>
            <p14:sldId id="947"/>
          </p14:sldIdLst>
        </p14:section>
        <p14:section name="5 × 5" id="{CE927F82-C794-4E64-A94C-23FC93AF8D7F}">
          <p14:sldIdLst>
            <p14:sldId id="944"/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9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9" tIns="46150" rIns="92299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6"/>
            <a:ext cx="5511800" cy="3946118"/>
          </a:xfrm>
          <a:prstGeom prst="rect">
            <a:avLst/>
          </a:prstGeom>
        </p:spPr>
        <p:txBody>
          <a:bodyPr vert="horz" lIns="92299" tIns="46150" rIns="92299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9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Кошуу кутучалар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таркатмаларды "Кошуу  кутучалар" 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электрондук жадыбалында колдонсо болот.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Кошуу  кутучалардагы таблицанын аталыштары менен толтуруңуз (жооптор автоматтык түрдө түзүлөт).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өз кутучаларына аталыштарды көчүрүп алышы керек.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3200" dirty="0"/>
              <a:t>Слайттарды текшерип, </a:t>
            </a:r>
            <a:r>
              <a:rPr lang="ky-KG" sz="3200" dirty="0"/>
              <a:t>сабагы</a:t>
            </a:r>
            <a:r>
              <a:rPr lang="ru-RU" sz="3200" dirty="0"/>
              <a:t>ң</a:t>
            </a:r>
            <a:r>
              <a:rPr lang="ky-KG" sz="3200" dirty="0"/>
              <a:t>ызга </a:t>
            </a:r>
            <a:r>
              <a:rPr lang="ru-RU" sz="3200" b="1" dirty="0">
                <a:solidFill>
                  <a:srgbClr val="FF0000"/>
                </a:solidFill>
              </a:rPr>
              <a:t>КЕРЕГИ ЖОК </a:t>
            </a:r>
            <a:r>
              <a:rPr lang="ru-RU" sz="3200" dirty="0"/>
              <a:t>слайддарды </a:t>
            </a:r>
            <a:r>
              <a:rPr lang="ru-RU" sz="2400" b="1" dirty="0">
                <a:solidFill>
                  <a:srgbClr val="FF0000"/>
                </a:solidFill>
              </a:rPr>
              <a:t>ӨЧҮРҮ</a:t>
            </a:r>
            <a:r>
              <a:rPr lang="ky-KG" sz="2400" b="1" dirty="0">
                <a:solidFill>
                  <a:srgbClr val="FF0000"/>
                </a:solidFill>
              </a:rPr>
              <a:t>П САЛЫ</a:t>
            </a:r>
            <a:r>
              <a:rPr lang="ru-RU" sz="2400" b="1" dirty="0">
                <a:solidFill>
                  <a:srgbClr val="FF0000"/>
                </a:solidFill>
              </a:rPr>
              <a:t>ҢЫЗ.</a:t>
            </a:r>
            <a:endParaRPr lang="en-US" sz="3200" b="1" dirty="0">
              <a:solidFill>
                <a:srgbClr val="FF0000"/>
              </a:solidFill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29D69E2-DE02-D8E1-2F41-754691F3F472}"/>
              </a:ext>
            </a:extLst>
          </p:cNvPr>
          <p:cNvSpPr txBox="1">
            <a:spLocks/>
          </p:cNvSpPr>
          <p:nvPr/>
        </p:nvSpPr>
        <p:spPr>
          <a:xfrm>
            <a:off x="250825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2F5A85-A418-448F-BC86-25E043AA7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709780"/>
              </p:ext>
            </p:extLst>
          </p:nvPr>
        </p:nvGraphicFramePr>
        <p:xfrm>
          <a:off x="86229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27E2C92-1342-4601-8C97-A2995050F1FF}"/>
              </a:ext>
            </a:extLst>
          </p:cNvPr>
          <p:cNvCxnSpPr>
            <a:cxnSpLocks/>
          </p:cNvCxnSpPr>
          <p:nvPr/>
        </p:nvCxnSpPr>
        <p:spPr>
          <a:xfrm>
            <a:off x="-5207" y="3429000"/>
            <a:ext cx="9911207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C6849DE-9268-4667-A3A4-BEA8E30C2531}"/>
              </a:ext>
            </a:extLst>
          </p:cNvPr>
          <p:cNvCxnSpPr>
            <a:cxnSpLocks/>
          </p:cNvCxnSpPr>
          <p:nvPr/>
        </p:nvCxnSpPr>
        <p:spPr>
          <a:xfrm flipH="1" flipV="1">
            <a:off x="6642027" y="-5865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8ADE99-C054-408A-9BE8-81E678CBE412}"/>
              </a:ext>
            </a:extLst>
          </p:cNvPr>
          <p:cNvCxnSpPr>
            <a:cxnSpLocks/>
          </p:cNvCxnSpPr>
          <p:nvPr/>
        </p:nvCxnSpPr>
        <p:spPr>
          <a:xfrm flipH="1" flipV="1">
            <a:off x="3284569" y="-14982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77794EC-E1A5-4754-A00A-C486042B7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340258"/>
              </p:ext>
            </p:extLst>
          </p:nvPr>
        </p:nvGraphicFramePr>
        <p:xfrm>
          <a:off x="3438351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AFA18BC2-4C3A-4831-ADE4-C7B0D06C6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638792"/>
              </p:ext>
            </p:extLst>
          </p:nvPr>
        </p:nvGraphicFramePr>
        <p:xfrm>
          <a:off x="6784041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A3F815F-BBF8-4504-8336-BD869406D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757760"/>
              </p:ext>
            </p:extLst>
          </p:nvPr>
        </p:nvGraphicFramePr>
        <p:xfrm>
          <a:off x="86229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4FCE0488-63A6-4111-9A6A-2BE76CCBD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633620"/>
              </p:ext>
            </p:extLst>
          </p:nvPr>
        </p:nvGraphicFramePr>
        <p:xfrm>
          <a:off x="3438351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51412DD6-59C7-4060-8CF8-80E4BAAFE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444945"/>
              </p:ext>
            </p:extLst>
          </p:nvPr>
        </p:nvGraphicFramePr>
        <p:xfrm>
          <a:off x="6784041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9183B18-D2B9-E1E8-F832-CCC41C531DA0}"/>
              </a:ext>
            </a:extLst>
          </p:cNvPr>
          <p:cNvSpPr txBox="1"/>
          <p:nvPr/>
        </p:nvSpPr>
        <p:spPr>
          <a:xfrm>
            <a:off x="817998" y="911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425F42-2F14-B99E-CF56-04B8BB221CD1}"/>
              </a:ext>
            </a:extLst>
          </p:cNvPr>
          <p:cNvSpPr txBox="1"/>
          <p:nvPr/>
        </p:nvSpPr>
        <p:spPr>
          <a:xfrm>
            <a:off x="1972669" y="911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4CD1AD-B132-B188-61B2-3AF56D1F71C2}"/>
              </a:ext>
            </a:extLst>
          </p:cNvPr>
          <p:cNvSpPr txBox="1"/>
          <p:nvPr/>
        </p:nvSpPr>
        <p:spPr>
          <a:xfrm>
            <a:off x="-19278" y="911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FB969-2BCA-9E36-BE02-5D1145204D51}"/>
              </a:ext>
            </a:extLst>
          </p:cNvPr>
          <p:cNvSpPr txBox="1"/>
          <p:nvPr/>
        </p:nvSpPr>
        <p:spPr>
          <a:xfrm>
            <a:off x="4164378" y="9119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99580-898D-7FC4-DC05-E3D85D2A7188}"/>
              </a:ext>
            </a:extLst>
          </p:cNvPr>
          <p:cNvSpPr txBox="1"/>
          <p:nvPr/>
        </p:nvSpPr>
        <p:spPr>
          <a:xfrm>
            <a:off x="5319049" y="9119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EB9B1F-CA22-4B53-575C-0736ABF0241B}"/>
              </a:ext>
            </a:extLst>
          </p:cNvPr>
          <p:cNvSpPr txBox="1"/>
          <p:nvPr/>
        </p:nvSpPr>
        <p:spPr>
          <a:xfrm>
            <a:off x="3327102" y="9119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246444-C240-0F79-8604-B40AF740E47B}"/>
              </a:ext>
            </a:extLst>
          </p:cNvPr>
          <p:cNvSpPr txBox="1"/>
          <p:nvPr/>
        </p:nvSpPr>
        <p:spPr>
          <a:xfrm>
            <a:off x="7527599" y="911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E339CD-C2E0-54B8-35E3-AEAB6C7478C0}"/>
              </a:ext>
            </a:extLst>
          </p:cNvPr>
          <p:cNvSpPr txBox="1"/>
          <p:nvPr/>
        </p:nvSpPr>
        <p:spPr>
          <a:xfrm>
            <a:off x="8682270" y="911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7529BC-7045-795F-0510-B1934C02C73D}"/>
              </a:ext>
            </a:extLst>
          </p:cNvPr>
          <p:cNvSpPr txBox="1"/>
          <p:nvPr/>
        </p:nvSpPr>
        <p:spPr>
          <a:xfrm>
            <a:off x="6690323" y="911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75E08D-4213-F693-02CA-2078E9D5D802}"/>
              </a:ext>
            </a:extLst>
          </p:cNvPr>
          <p:cNvSpPr txBox="1"/>
          <p:nvPr/>
        </p:nvSpPr>
        <p:spPr>
          <a:xfrm>
            <a:off x="859293" y="347688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BC4931-766B-8007-0899-4AC1E4C18041}"/>
              </a:ext>
            </a:extLst>
          </p:cNvPr>
          <p:cNvSpPr txBox="1"/>
          <p:nvPr/>
        </p:nvSpPr>
        <p:spPr>
          <a:xfrm>
            <a:off x="2013964" y="347688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CBC960-3BB3-233A-20AC-B685BA1CFCFE}"/>
              </a:ext>
            </a:extLst>
          </p:cNvPr>
          <p:cNvSpPr txBox="1"/>
          <p:nvPr/>
        </p:nvSpPr>
        <p:spPr>
          <a:xfrm>
            <a:off x="22017" y="347688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B1EC27-031D-3B62-3D5B-071530AA9973}"/>
              </a:ext>
            </a:extLst>
          </p:cNvPr>
          <p:cNvSpPr txBox="1"/>
          <p:nvPr/>
        </p:nvSpPr>
        <p:spPr>
          <a:xfrm>
            <a:off x="4220191" y="3458713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A040E3-C36E-BE53-3288-A000603A6BA4}"/>
              </a:ext>
            </a:extLst>
          </p:cNvPr>
          <p:cNvSpPr txBox="1"/>
          <p:nvPr/>
        </p:nvSpPr>
        <p:spPr>
          <a:xfrm>
            <a:off x="5374862" y="3458713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BCD831-77B8-DAC8-16B0-7FB9AD2826D2}"/>
              </a:ext>
            </a:extLst>
          </p:cNvPr>
          <p:cNvSpPr txBox="1"/>
          <p:nvPr/>
        </p:nvSpPr>
        <p:spPr>
          <a:xfrm>
            <a:off x="3382915" y="3458713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6D2393-A95D-BED6-4010-F5EE89D87C04}"/>
              </a:ext>
            </a:extLst>
          </p:cNvPr>
          <p:cNvSpPr txBox="1"/>
          <p:nvPr/>
        </p:nvSpPr>
        <p:spPr>
          <a:xfrm>
            <a:off x="7536719" y="346822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7A8007-708A-7268-74AE-E7D2961B23C4}"/>
              </a:ext>
            </a:extLst>
          </p:cNvPr>
          <p:cNvSpPr txBox="1"/>
          <p:nvPr/>
        </p:nvSpPr>
        <p:spPr>
          <a:xfrm>
            <a:off x="8691390" y="346822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29F800-7C39-C90C-1FE4-355E4A77923E}"/>
              </a:ext>
            </a:extLst>
          </p:cNvPr>
          <p:cNvSpPr txBox="1"/>
          <p:nvPr/>
        </p:nvSpPr>
        <p:spPr>
          <a:xfrm>
            <a:off x="6699443" y="346822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1671053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93E7113-5204-4D1A-9EDD-57986E3B8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084086"/>
              </p:ext>
            </p:extLst>
          </p:nvPr>
        </p:nvGraphicFramePr>
        <p:xfrm>
          <a:off x="88056" y="1049218"/>
          <a:ext cx="4755201" cy="4755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291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432291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73F82F66-2885-45AE-A6AA-392D6F91799B}"/>
              </a:ext>
            </a:extLst>
          </p:cNvPr>
          <p:cNvGrpSpPr/>
          <p:nvPr/>
        </p:nvGrpSpPr>
        <p:grpSpPr>
          <a:xfrm>
            <a:off x="404864" y="5891055"/>
            <a:ext cx="4233794" cy="261610"/>
            <a:chOff x="126609" y="5891055"/>
            <a:chExt cx="4233794" cy="2616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A373FC2-82BB-4C2D-8413-86AC09994112}"/>
                </a:ext>
              </a:extLst>
            </p:cNvPr>
            <p:cNvSpPr txBox="1"/>
            <p:nvPr/>
          </p:nvSpPr>
          <p:spPr>
            <a:xfrm>
              <a:off x="126609" y="5891055"/>
              <a:ext cx="13227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>
                  <a:latin typeface="Comic Sans MS" panose="030F0702030302020204" pitchFamily="66" charset="0"/>
                </a:rPr>
                <a:t>Туура:________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2FD715-A3FD-4FB4-A7A7-29D82D6B3711}"/>
                </a:ext>
              </a:extLst>
            </p:cNvPr>
            <p:cNvSpPr txBox="1"/>
            <p:nvPr/>
          </p:nvSpPr>
          <p:spPr>
            <a:xfrm>
              <a:off x="2670517" y="5891055"/>
              <a:ext cx="16898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 эмес:________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A28B79-5221-4FA1-A86A-9EB1C9706E49}"/>
              </a:ext>
            </a:extLst>
          </p:cNvPr>
          <p:cNvSpPr/>
          <p:nvPr/>
        </p:nvSpPr>
        <p:spPr>
          <a:xfrm>
            <a:off x="7620" y="597877"/>
            <a:ext cx="4916072" cy="5662246"/>
          </a:xfrm>
          <a:prstGeom prst="roundRect">
            <a:avLst>
              <a:gd name="adj" fmla="val 3451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8E118EA-C225-462A-99F2-0840442E9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373721"/>
              </p:ext>
            </p:extLst>
          </p:nvPr>
        </p:nvGraphicFramePr>
        <p:xfrm>
          <a:off x="5051606" y="1049218"/>
          <a:ext cx="4755201" cy="4755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291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432291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E2EDB7EB-2771-4EF2-83D6-8BF2514C1093}"/>
              </a:ext>
            </a:extLst>
          </p:cNvPr>
          <p:cNvGrpSpPr/>
          <p:nvPr/>
        </p:nvGrpSpPr>
        <p:grpSpPr>
          <a:xfrm>
            <a:off x="5368414" y="5891055"/>
            <a:ext cx="4233794" cy="261610"/>
            <a:chOff x="126609" y="5891055"/>
            <a:chExt cx="4233794" cy="2616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175D143-CC2E-4627-A52C-25BCC2676023}"/>
                </a:ext>
              </a:extLst>
            </p:cNvPr>
            <p:cNvSpPr txBox="1"/>
            <p:nvPr/>
          </p:nvSpPr>
          <p:spPr>
            <a:xfrm>
              <a:off x="126609" y="5891055"/>
              <a:ext cx="13227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7F217A9-4A50-4EE5-8647-31B361EC0BCE}"/>
                </a:ext>
              </a:extLst>
            </p:cNvPr>
            <p:cNvSpPr txBox="1"/>
            <p:nvPr/>
          </p:nvSpPr>
          <p:spPr>
            <a:xfrm>
              <a:off x="2670517" y="5891055"/>
              <a:ext cx="16898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 эмес:________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92B62D3-4126-4BEA-A72D-931EAAAC07D4}"/>
              </a:ext>
            </a:extLst>
          </p:cNvPr>
          <p:cNvSpPr/>
          <p:nvPr/>
        </p:nvSpPr>
        <p:spPr>
          <a:xfrm>
            <a:off x="4971170" y="597877"/>
            <a:ext cx="4916072" cy="5662246"/>
          </a:xfrm>
          <a:prstGeom prst="roundRect">
            <a:avLst>
              <a:gd name="adj" fmla="val 3451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19B4A4-95C1-2E54-07C8-B1D99B33BCFE}"/>
              </a:ext>
            </a:extLst>
          </p:cNvPr>
          <p:cNvSpPr txBox="1"/>
          <p:nvPr/>
        </p:nvSpPr>
        <p:spPr>
          <a:xfrm>
            <a:off x="1338364" y="647974"/>
            <a:ext cx="2029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Comic Sans MS" panose="030F0702030302020204" pitchFamily="66" charset="0"/>
              </a:rPr>
              <a:t>Аты-жөнү </a:t>
            </a:r>
            <a:r>
              <a:rPr lang="en-GB" sz="14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F7A635-6629-9D77-A1CD-D96C1D88DE4B}"/>
              </a:ext>
            </a:extLst>
          </p:cNvPr>
          <p:cNvSpPr txBox="1"/>
          <p:nvPr/>
        </p:nvSpPr>
        <p:spPr>
          <a:xfrm>
            <a:off x="3213785" y="647974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   </a:t>
            </a:r>
            <a:r>
              <a:rPr lang="ru-RU" sz="1600" dirty="0">
                <a:latin typeface="Comic Sans MS" panose="030F0702030302020204" pitchFamily="66" charset="0"/>
              </a:rPr>
              <a:t>Убакыт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7A9867-511F-86BF-0170-C41F910A3E6B}"/>
              </a:ext>
            </a:extLst>
          </p:cNvPr>
          <p:cNvSpPr txBox="1"/>
          <p:nvPr/>
        </p:nvSpPr>
        <p:spPr>
          <a:xfrm>
            <a:off x="6362" y="647974"/>
            <a:ext cx="1412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Comic Sans MS" panose="030F0702030302020204" pitchFamily="66" charset="0"/>
              </a:rPr>
              <a:t>Дата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51E209-D315-9735-20FD-0FBFFFCD9CAA}"/>
              </a:ext>
            </a:extLst>
          </p:cNvPr>
          <p:cNvSpPr txBox="1"/>
          <p:nvPr/>
        </p:nvSpPr>
        <p:spPr>
          <a:xfrm>
            <a:off x="6278804" y="677676"/>
            <a:ext cx="2029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Comic Sans MS" panose="030F0702030302020204" pitchFamily="66" charset="0"/>
              </a:rPr>
              <a:t>Аты-жөнү </a:t>
            </a:r>
            <a:r>
              <a:rPr lang="en-GB" sz="14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76EC00-0F8A-75C5-D4A1-8A567C93DF20}"/>
              </a:ext>
            </a:extLst>
          </p:cNvPr>
          <p:cNvSpPr txBox="1"/>
          <p:nvPr/>
        </p:nvSpPr>
        <p:spPr>
          <a:xfrm>
            <a:off x="8154225" y="677676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   </a:t>
            </a:r>
            <a:r>
              <a:rPr lang="ru-RU" sz="1600" dirty="0">
                <a:latin typeface="Comic Sans MS" panose="030F0702030302020204" pitchFamily="66" charset="0"/>
              </a:rPr>
              <a:t>Убакыт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831B67-5CEB-CF91-37CF-FE2F9D6CBAE7}"/>
              </a:ext>
            </a:extLst>
          </p:cNvPr>
          <p:cNvSpPr txBox="1"/>
          <p:nvPr/>
        </p:nvSpPr>
        <p:spPr>
          <a:xfrm>
            <a:off x="4946802" y="677676"/>
            <a:ext cx="1412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Comic Sans MS" panose="030F0702030302020204" pitchFamily="66" charset="0"/>
              </a:rPr>
              <a:t>Дата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378090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2F5A85-A418-448F-BC86-25E043AA7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861788"/>
              </p:ext>
            </p:extLst>
          </p:nvPr>
        </p:nvGraphicFramePr>
        <p:xfrm>
          <a:off x="86228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27E2C92-1342-4601-8C97-A2995050F1FF}"/>
              </a:ext>
            </a:extLst>
          </p:cNvPr>
          <p:cNvCxnSpPr>
            <a:cxnSpLocks/>
          </p:cNvCxnSpPr>
          <p:nvPr/>
        </p:nvCxnSpPr>
        <p:spPr>
          <a:xfrm>
            <a:off x="-5207" y="3429000"/>
            <a:ext cx="9911207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C6849DE-9268-4667-A3A4-BEA8E30C2531}"/>
              </a:ext>
            </a:extLst>
          </p:cNvPr>
          <p:cNvCxnSpPr>
            <a:cxnSpLocks/>
          </p:cNvCxnSpPr>
          <p:nvPr/>
        </p:nvCxnSpPr>
        <p:spPr>
          <a:xfrm flipH="1" flipV="1">
            <a:off x="6642027" y="-5865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8ADE99-C054-408A-9BE8-81E678CBE412}"/>
              </a:ext>
            </a:extLst>
          </p:cNvPr>
          <p:cNvCxnSpPr>
            <a:cxnSpLocks/>
          </p:cNvCxnSpPr>
          <p:nvPr/>
        </p:nvCxnSpPr>
        <p:spPr>
          <a:xfrm flipH="1" flipV="1">
            <a:off x="3284569" y="-14982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2BE45DD1-EEFA-4A1B-B897-206C0AD57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442056"/>
              </p:ext>
            </p:extLst>
          </p:nvPr>
        </p:nvGraphicFramePr>
        <p:xfrm>
          <a:off x="3443685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7A92F63A-6E0F-4D8A-A3A6-F89BE2B52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104421"/>
              </p:ext>
            </p:extLst>
          </p:nvPr>
        </p:nvGraphicFramePr>
        <p:xfrm>
          <a:off x="6784042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0D2E207E-57BA-4A6F-8084-F909F8846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519005"/>
              </p:ext>
            </p:extLst>
          </p:nvPr>
        </p:nvGraphicFramePr>
        <p:xfrm>
          <a:off x="86228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963D0993-C971-4C4A-B585-44FF9A5B2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845447"/>
              </p:ext>
            </p:extLst>
          </p:nvPr>
        </p:nvGraphicFramePr>
        <p:xfrm>
          <a:off x="3443685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0C2FBABD-F7E3-4FD0-87F4-CEC326F97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292832"/>
              </p:ext>
            </p:extLst>
          </p:nvPr>
        </p:nvGraphicFramePr>
        <p:xfrm>
          <a:off x="6784042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2D3E47-7669-26E4-0182-799AFD97223F}"/>
              </a:ext>
            </a:extLst>
          </p:cNvPr>
          <p:cNvSpPr txBox="1"/>
          <p:nvPr/>
        </p:nvSpPr>
        <p:spPr>
          <a:xfrm>
            <a:off x="817998" y="911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EE4E3D-BF79-47B5-4589-6FA85BF159C1}"/>
              </a:ext>
            </a:extLst>
          </p:cNvPr>
          <p:cNvSpPr txBox="1"/>
          <p:nvPr/>
        </p:nvSpPr>
        <p:spPr>
          <a:xfrm>
            <a:off x="1972669" y="911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8D3188-D26B-A943-0580-A0CBCE288AE4}"/>
              </a:ext>
            </a:extLst>
          </p:cNvPr>
          <p:cNvSpPr txBox="1"/>
          <p:nvPr/>
        </p:nvSpPr>
        <p:spPr>
          <a:xfrm>
            <a:off x="-19278" y="911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BC430A-5380-91A9-94C7-17577851CD7E}"/>
              </a:ext>
            </a:extLst>
          </p:cNvPr>
          <p:cNvSpPr txBox="1"/>
          <p:nvPr/>
        </p:nvSpPr>
        <p:spPr>
          <a:xfrm>
            <a:off x="4173430" y="3123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2478B-C7AC-D04C-D645-E9A99E6F88E6}"/>
              </a:ext>
            </a:extLst>
          </p:cNvPr>
          <p:cNvSpPr txBox="1"/>
          <p:nvPr/>
        </p:nvSpPr>
        <p:spPr>
          <a:xfrm>
            <a:off x="5328101" y="3123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2EB65C-EFC6-B5FA-563F-9899B8C9510B}"/>
              </a:ext>
            </a:extLst>
          </p:cNvPr>
          <p:cNvSpPr txBox="1"/>
          <p:nvPr/>
        </p:nvSpPr>
        <p:spPr>
          <a:xfrm>
            <a:off x="3336154" y="3123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7DFBA8-862C-73CB-0DB5-008DDCA0B1BB}"/>
              </a:ext>
            </a:extLst>
          </p:cNvPr>
          <p:cNvSpPr txBox="1"/>
          <p:nvPr/>
        </p:nvSpPr>
        <p:spPr>
          <a:xfrm>
            <a:off x="884140" y="347514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A71B0F-D39A-0A56-BBD9-E3F1C3EF43B4}"/>
              </a:ext>
            </a:extLst>
          </p:cNvPr>
          <p:cNvSpPr txBox="1"/>
          <p:nvPr/>
        </p:nvSpPr>
        <p:spPr>
          <a:xfrm>
            <a:off x="2038811" y="347514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948107-C133-FA2B-7592-FA5EBFFE99BB}"/>
              </a:ext>
            </a:extLst>
          </p:cNvPr>
          <p:cNvSpPr txBox="1"/>
          <p:nvPr/>
        </p:nvSpPr>
        <p:spPr>
          <a:xfrm>
            <a:off x="46864" y="347514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A6EAE2-3655-8E1A-5516-0B52DFD5FE44}"/>
              </a:ext>
            </a:extLst>
          </p:cNvPr>
          <p:cNvSpPr txBox="1"/>
          <p:nvPr/>
        </p:nvSpPr>
        <p:spPr>
          <a:xfrm>
            <a:off x="4197129" y="347463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046A66-9F50-0166-D0AE-94ECD3002287}"/>
              </a:ext>
            </a:extLst>
          </p:cNvPr>
          <p:cNvSpPr txBox="1"/>
          <p:nvPr/>
        </p:nvSpPr>
        <p:spPr>
          <a:xfrm>
            <a:off x="5351800" y="347463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1A749F-4FFB-ACB0-C06E-9C912B627D55}"/>
              </a:ext>
            </a:extLst>
          </p:cNvPr>
          <p:cNvSpPr txBox="1"/>
          <p:nvPr/>
        </p:nvSpPr>
        <p:spPr>
          <a:xfrm>
            <a:off x="3359853" y="347463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2BE4DA-519C-359E-979B-81E4C5CF08FA}"/>
              </a:ext>
            </a:extLst>
          </p:cNvPr>
          <p:cNvSpPr txBox="1"/>
          <p:nvPr/>
        </p:nvSpPr>
        <p:spPr>
          <a:xfrm>
            <a:off x="7544857" y="344861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51198E-3762-D73F-939E-A27C8C7504C0}"/>
              </a:ext>
            </a:extLst>
          </p:cNvPr>
          <p:cNvSpPr txBox="1"/>
          <p:nvPr/>
        </p:nvSpPr>
        <p:spPr>
          <a:xfrm>
            <a:off x="8699528" y="344861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F59616-5C5B-8792-2AF5-95B9BFF31B5F}"/>
              </a:ext>
            </a:extLst>
          </p:cNvPr>
          <p:cNvSpPr txBox="1"/>
          <p:nvPr/>
        </p:nvSpPr>
        <p:spPr>
          <a:xfrm>
            <a:off x="6707581" y="344861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215265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9892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10378</TotalTime>
  <Words>194</Words>
  <Application>Microsoft Office PowerPoint</Application>
  <PresentationFormat>A4 Paper (210x297 mm)</PresentationFormat>
  <Paragraphs>78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Comic Sans MS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476</cp:revision>
  <cp:lastPrinted>2019-03-20T06:46:59Z</cp:lastPrinted>
  <dcterms:created xsi:type="dcterms:W3CDTF">2017-01-17T16:57:04Z</dcterms:created>
  <dcterms:modified xsi:type="dcterms:W3CDTF">2024-05-04T06:22:09Z</dcterms:modified>
</cp:coreProperties>
</file>