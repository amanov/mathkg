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831" r:id="rId3"/>
    <p:sldId id="939" r:id="rId4"/>
    <p:sldId id="833" r:id="rId5"/>
    <p:sldId id="832" r:id="rId6"/>
    <p:sldId id="941" r:id="rId7"/>
    <p:sldId id="938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 Сандуу Ондуктар – Кошуу – Катаны тап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endParaRPr lang="ru-RU" dirty="0"/>
          </a:p>
          <a:p>
            <a:r>
              <a:rPr lang="ru-RU" dirty="0"/>
              <a:t>Окуучуларга канча ката табуу керек экенин айтуунун кажети жок.</a:t>
            </a:r>
          </a:p>
          <a:p>
            <a:endParaRPr lang="ru-RU" dirty="0"/>
          </a:p>
          <a:p>
            <a:r>
              <a:rPr lang="ru-RU" dirty="0"/>
              <a:t>Иш барагы </a:t>
            </a:r>
            <a:r>
              <a:rPr lang="ky-KG" dirty="0"/>
              <a:t>ар кандай</a:t>
            </a:r>
            <a:r>
              <a:rPr lang="ru-RU" dirty="0"/>
              <a:t> өлчөмдө жана форматта.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E94D9A-0165-4984-A72B-33D87FF9F923}"/>
              </a:ext>
            </a:extLst>
          </p:cNvPr>
          <p:cNvGrpSpPr/>
          <p:nvPr/>
        </p:nvGrpSpPr>
        <p:grpSpPr>
          <a:xfrm>
            <a:off x="2042161" y="17875"/>
            <a:ext cx="7863840" cy="6840126"/>
            <a:chOff x="2975830" y="548660"/>
            <a:chExt cx="6934785" cy="603201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11CB1C-9379-436C-891D-40EFBA0E8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100" y="548660"/>
              <a:ext cx="3590260" cy="302980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346BC2-3565-435A-AAAD-9991AC42E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5830" y="3544341"/>
              <a:ext cx="6934785" cy="303633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11C3D59-B747-85E0-EC30-EFF14E3DEEB2}"/>
              </a:ext>
            </a:extLst>
          </p:cNvPr>
          <p:cNvSpPr txBox="1"/>
          <p:nvPr/>
        </p:nvSpPr>
        <p:spPr>
          <a:xfrm>
            <a:off x="0" y="1088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C1328-97A5-5F38-A6AA-637BFE80156F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ADCEFA0-6A70-45B8-8CAE-A0381965C076}"/>
              </a:ext>
            </a:extLst>
          </p:cNvPr>
          <p:cNvGrpSpPr/>
          <p:nvPr/>
        </p:nvGrpSpPr>
        <p:grpSpPr>
          <a:xfrm>
            <a:off x="2042161" y="17875"/>
            <a:ext cx="7863840" cy="6840126"/>
            <a:chOff x="2975830" y="548660"/>
            <a:chExt cx="6934785" cy="60320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C12BBA-EC78-4265-91E1-D1005EB50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100" y="548660"/>
              <a:ext cx="3590260" cy="30298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FB095C-D200-4B05-891D-9B6DA674C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5830" y="3544341"/>
              <a:ext cx="6934785" cy="303633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922831" y="20129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56040" y="11531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76159" y="53095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7201279" y="45522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348569" y="441308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8B441-F3CD-CBE1-ED79-EFE14EE5F919}"/>
              </a:ext>
            </a:extLst>
          </p:cNvPr>
          <p:cNvSpPr txBox="1"/>
          <p:nvPr/>
        </p:nvSpPr>
        <p:spPr>
          <a:xfrm>
            <a:off x="375920" y="45095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165F9-32D2-D3AC-392A-1CC8FBED8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53914" y="1211326"/>
            <a:ext cx="6676787" cy="4616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82232-AC57-D394-41EC-20A3C253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83127" y="1120719"/>
            <a:ext cx="6676788" cy="461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D2D61-7E35-6F3B-199E-2298DF81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" y="0"/>
            <a:ext cx="4753538" cy="3286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B61CD3-DFD3-D453-C791-0CFE6525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52" y="0"/>
            <a:ext cx="4699770" cy="3249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5A8A2C-605F-7BB8-F59C-023DA27DB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" y="3429000"/>
            <a:ext cx="4753538" cy="3286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DBE63-DD76-C01F-D39F-7465079D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52" y="3429000"/>
            <a:ext cx="4699770" cy="32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5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8326</TotalTime>
  <Words>117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2019-05-06T03:05:49Z</cp:lastPrinted>
  <dcterms:created xsi:type="dcterms:W3CDTF">2017-01-17T16:57:04Z</dcterms:created>
  <dcterms:modified xsi:type="dcterms:W3CDTF">2024-05-04T06:47:55Z</dcterms:modified>
</cp:coreProperties>
</file>