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9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605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078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9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3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84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98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3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76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26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0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8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87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Кемитүү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15579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0,5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1,3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42934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 – 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2,7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– 1,8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 – 2,6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 – 3,8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– 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– 3,2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 –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3,8 – 2,1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5,8 – 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4,3 – 4,2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–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1,9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 – 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 – 5,6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 – 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>
                <a:latin typeface="Ravie" panose="04040805050809020602" pitchFamily="82" charset="0"/>
              </a:rPr>
              <a:t>3ту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71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8392</TotalTime>
  <Words>174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Ravie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2024-05-02T07:17:58Z</dcterms:modified>
</cp:coreProperties>
</file>