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</p:sldMasterIdLst>
  <p:notesMasterIdLst>
    <p:notesMasterId r:id="rId24"/>
  </p:notesMasterIdLst>
  <p:sldIdLst>
    <p:sldId id="981" r:id="rId3"/>
    <p:sldId id="982" r:id="rId4"/>
    <p:sldId id="851" r:id="rId5"/>
    <p:sldId id="948" r:id="rId6"/>
    <p:sldId id="961" r:id="rId7"/>
    <p:sldId id="958" r:id="rId8"/>
    <p:sldId id="950" r:id="rId9"/>
    <p:sldId id="959" r:id="rId10"/>
    <p:sldId id="954" r:id="rId11"/>
    <p:sldId id="951" r:id="rId12"/>
    <p:sldId id="963" r:id="rId13"/>
    <p:sldId id="952" r:id="rId14"/>
    <p:sldId id="960" r:id="rId15"/>
    <p:sldId id="955" r:id="rId16"/>
    <p:sldId id="953" r:id="rId17"/>
    <p:sldId id="956" r:id="rId18"/>
    <p:sldId id="962" r:id="rId19"/>
    <p:sldId id="957" r:id="rId20"/>
    <p:sldId id="964" r:id="rId21"/>
    <p:sldId id="940" r:id="rId22"/>
    <p:sldId id="274" r:id="rId23"/>
  </p:sldIdLst>
  <p:sldSz cx="9906000" cy="6858000" type="A4"/>
  <p:notesSz cx="6669088" cy="9926638"/>
  <p:embeddedFontLst>
    <p:embeddedFont>
      <p:font typeface="Calibri" panose="020F0502020204030204" pitchFamily="34" charset="0"/>
      <p:regular r:id="rId25"/>
      <p:bold r:id="rId26"/>
      <p:italic r:id="rId27"/>
      <p:boldItalic r:id="rId28"/>
    </p:embeddedFont>
    <p:embeddedFont>
      <p:font typeface="Calibri Light" panose="020F0302020204030204" pitchFamily="34" charset="0"/>
      <p:regular r:id="rId29"/>
      <p:italic r:id="rId3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55A11"/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748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4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-308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2.fntdata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1.fntdata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32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font" Target="fonts/font4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font" Target="fonts/font3.fntdata"/><Relationship Id="rId30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16/10/2023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10/16/2023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10/16/2023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10/16/2023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93F4D-D01F-93A3-9EB0-D06BC57F7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812B11-7E4E-839A-04E0-02C24D955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BD867-CBFE-B60E-94FE-5E77AFA18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662E-FAF4-44BC-88B5-85A7CBFB6D30}" type="datetime1">
              <a:rPr lang="en-US" smtClean="0"/>
              <a:pPr/>
              <a:t>10/16/2023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92923-5691-201D-9863-7C3050753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7E006-83CA-71CA-8D81-D81C549A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5524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B602F-6E81-0690-42B3-F31996130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CCCDD-EFAD-983F-26E9-4DF01E94A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BEF54-E3A6-3438-FB70-CA9F72840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10/16/2023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C804C-59EB-58AD-19D6-DD91BE1A2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E3ABE-C108-D63B-0C80-FF56F17F3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1422938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461F2-375D-397C-903D-1C9A6DC9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9" y="1709741"/>
            <a:ext cx="8543925" cy="2852737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5F7C1-DA44-F885-7F76-6AEF872F4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9" y="4589466"/>
            <a:ext cx="8543925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A5E7A-3C4E-B0FF-6048-2428F13D7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10/16/2023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EF43D-AA59-6F72-6E99-24BACA4DB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0488E-9575-AA10-6650-5EFF64A31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3761595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4C236-4D6A-F50F-F96A-0B33FAF75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B67EB-5934-4033-C48B-523183C75E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70EE30-BC22-BA32-5555-2D92711BB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A8EA1-F6CD-6BFF-8918-10BD9D7CB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10/16/2023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52A51-170D-0A97-76E8-C96E6E36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E1132-9890-0200-7169-348F438F0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7371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23700-5056-34AA-A2B1-5A0B192AE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365128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E887B-58EA-8D7A-9294-12B7F549D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AF15E-9662-63E9-7EFD-AAF9E5371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A126DF-2F27-AAE9-509B-33B91D26E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A3A8AA-F2AC-1915-04A9-63EC75684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AD720E-DDCF-A042-525A-A95B33AF8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10/16/2023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CC3DD1-3866-8861-C983-17EB3743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F36F28-5B8B-A0E8-06F7-3F5B93025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88913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6B005-13E9-BCAA-22F3-54833121B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7409B5-5904-AB68-A3D2-EEE55612C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10/16/2023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5F024-0351-150D-CE65-CA2A74137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FD2D2-622D-EAB7-F9F1-A6687F2A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9231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5E6D05-C3FE-5D83-ABAE-5EA740EFA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10/16/2023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48A5EF-28C1-DD13-2869-594EA5A3D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7AFC8-9655-DD74-E767-245E9A7B1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01860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3982C-0085-BA19-333E-A71327042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01765-BF41-54B2-CCAB-9A893B528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4472CA-71AC-D0BD-DA67-C0026E7E7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DE5CC-1DCA-74E9-1894-D78E49D29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10/16/2023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BF998-C4E1-7D1D-7798-8E64EF355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4DEEC-F443-F9CC-3C71-43B43309D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2250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275CA-C16C-F543-5FBE-94BA8E748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05EFBD-08DC-FEC5-DB7F-889F30898B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55E3FE-8205-A0D3-E364-AE2329A9A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73538-62E9-2462-AC52-41FA61FD5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10/16/2023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01BD5-559A-AC1D-5F9F-FFE05E5E7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CE6E5-78E7-6241-E001-F0C758D0C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32493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13D88-2BF6-614B-3079-2C6D33215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328EC6-2893-E93C-61E9-FBB8B8BEF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8F509-5F7D-165D-0064-2BDE7D928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10/16/2023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E5BE3-6897-E183-83EE-24E2A66D8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6FFAB-F65C-AA1B-F804-E5137C3FF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78689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B1A297-8AFF-A561-0BCF-DFDC84114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8CB72B-897C-F259-A022-BD779EA2AC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C401B-ED7F-8920-B7DE-5D74C0C21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10/16/2023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96E29-87BB-96E5-3FFA-F963A867B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EF2CD-2735-30BE-2465-466EEE1C4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98082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10/16/2023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18940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10/16/2023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22316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401" y="4777381"/>
            <a:ext cx="7170848" cy="860400"/>
          </a:xfrm>
        </p:spPr>
        <p:txBody>
          <a:bodyPr anchor="t"/>
          <a:lstStyle>
            <a:lvl1pPr marL="0" indent="0" algn="l">
              <a:buNone/>
              <a:defRPr sz="1625" cap="all">
                <a:solidFill>
                  <a:schemeClr val="accent1"/>
                </a:solidFill>
              </a:defRPr>
            </a:lvl1pPr>
            <a:lvl2pPr marL="371475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201265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10/16/2023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83609-0CE5-670D-75C4-4EB473A03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8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6DF15-2EE1-DB9D-BDD5-2BEDF4A94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9A8A0-7FAC-CC94-B820-32410EC44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0CF6C-748E-4B7A-BC8B-3011EF78ED13}" type="datetime1">
              <a:rPr lang="en-US" smtClean="0"/>
              <a:pPr/>
              <a:t>10/16/2023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D8C11-3CED-972F-4CCA-6920830ACC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3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3F2AE-352A-A10E-B208-93514C0EF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3460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  <p:sldLayoutId id="2147483730" r:id="rId13"/>
    <p:sldLayoutId id="2147483731" r:id="rId14"/>
  </p:sldLayoutIdLst>
  <p:hf sldNum="0" hdr="0" ftr="0" dt="0"/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025EA81-A56A-F313-A57E-1902D826223E}"/>
              </a:ext>
            </a:extLst>
          </p:cNvPr>
          <p:cNvSpPr txBox="1"/>
          <p:nvPr/>
        </p:nvSpPr>
        <p:spPr>
          <a:xfrm>
            <a:off x="71120" y="1557973"/>
            <a:ext cx="9404350" cy="4955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Бөлүү – Бөлүүчү 1ден аз – Бинго  жооптору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менен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 тордон тогуз жоопту тандап, дептердеги 3х3 чакмакка каалагандай коюшат.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Мугалим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оюн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учурундагы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кыйынчылыкка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жараша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суроолорду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тандаса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болот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Убакыттын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өтүшүнө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жараша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сызык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X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же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(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бардыгы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менен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жеңе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алышат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A5549679-E227-A24B-8160-3267950C6BC5}"/>
              </a:ext>
            </a:extLst>
          </p:cNvPr>
          <p:cNvSpPr txBox="1">
            <a:spLocks/>
          </p:cNvSpPr>
          <p:nvPr/>
        </p:nvSpPr>
        <p:spPr>
          <a:xfrm>
            <a:off x="71120" y="15779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35210373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34A0ED1-3629-4CDD-A58D-B95B3284C69E}"/>
              </a:ext>
            </a:extLst>
          </p:cNvPr>
          <p:cNvGraphicFramePr>
            <a:graphicFrameLocks noGrp="1"/>
          </p:cNvGraphicFramePr>
          <p:nvPr/>
        </p:nvGraphicFramePr>
        <p:xfrm>
          <a:off x="5400040" y="495497"/>
          <a:ext cx="3896361" cy="38963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8787">
                  <a:extLst>
                    <a:ext uri="{9D8B030D-6E8A-4147-A177-3AD203B41FA5}">
                      <a16:colId xmlns:a16="http://schemas.microsoft.com/office/drawing/2014/main" val="115635351"/>
                    </a:ext>
                  </a:extLst>
                </a:gridCol>
                <a:gridCol w="1298787">
                  <a:extLst>
                    <a:ext uri="{9D8B030D-6E8A-4147-A177-3AD203B41FA5}">
                      <a16:colId xmlns:a16="http://schemas.microsoft.com/office/drawing/2014/main" val="2834483198"/>
                    </a:ext>
                  </a:extLst>
                </a:gridCol>
                <a:gridCol w="1298787">
                  <a:extLst>
                    <a:ext uri="{9D8B030D-6E8A-4147-A177-3AD203B41FA5}">
                      <a16:colId xmlns:a16="http://schemas.microsoft.com/office/drawing/2014/main" val="3183003522"/>
                    </a:ext>
                  </a:extLst>
                </a:gridCol>
              </a:tblGrid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45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54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2735878"/>
                  </a:ext>
                </a:extLst>
              </a:tr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82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37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7044118"/>
                  </a:ext>
                </a:extLst>
              </a:tr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76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25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91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527153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A7B2AA45-FF2C-4A34-9A81-5A8EBE133E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0040" y="495497"/>
            <a:ext cx="1328420" cy="13284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5FCF7CF-6A6C-4477-AEEE-930530D464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46367">
            <a:off x="6721372" y="1804985"/>
            <a:ext cx="1189215" cy="11892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A51917A-7ABA-4CF9-9A1E-DE9D9BF533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17761">
            <a:off x="8065365" y="3076658"/>
            <a:ext cx="1328420" cy="13284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A58D772-7203-4047-B730-8A75F50264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17761" flipH="1" flipV="1">
            <a:off x="5322490" y="2932737"/>
            <a:ext cx="1526948" cy="152694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D5FBB59-7545-4187-BFB5-71AAC1644F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70123">
            <a:off x="6753612" y="523758"/>
            <a:ext cx="1189215" cy="118921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BF76227-595D-492B-8E21-FFB692418519}"/>
              </a:ext>
            </a:extLst>
          </p:cNvPr>
          <p:cNvSpPr/>
          <p:nvPr/>
        </p:nvSpPr>
        <p:spPr>
          <a:xfrm>
            <a:off x="0" y="297064"/>
            <a:ext cx="7221249" cy="264687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600" b="1" i="0" u="none" strike="noStrike" kern="1200" cap="none" spc="0" normalizeH="0" baseline="0" noProof="0" dirty="0">
                <a:ln w="5715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Бинго</a:t>
            </a:r>
            <a:r>
              <a:rPr kumimoji="0" lang="en-US" sz="16600" b="1" i="0" u="none" strike="noStrike" kern="1200" cap="none" spc="0" normalizeH="0" baseline="0" noProof="0" dirty="0">
                <a:ln w="5715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!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E67413-2406-441B-89DC-A1394BD34636}"/>
              </a:ext>
            </a:extLst>
          </p:cNvPr>
          <p:cNvSpPr/>
          <p:nvPr/>
        </p:nvSpPr>
        <p:spPr>
          <a:xfrm>
            <a:off x="0" y="3868893"/>
            <a:ext cx="9811954" cy="304698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9600" b="1" i="0" u="none" strike="noStrike" kern="1200" cap="none" spc="0" normalizeH="0" baseline="0" noProof="0" dirty="0">
                <a:ln w="3810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Ондуктарды 1ден аз санга бөлүү</a:t>
            </a:r>
            <a:endParaRPr kumimoji="0" lang="en-US" sz="9600" b="1" i="0" u="none" strike="noStrike" kern="1200" cap="none" spc="0" normalizeH="0" baseline="0" noProof="0" dirty="0">
              <a:ln w="38100">
                <a:solidFill>
                  <a:sysClr val="windowText" lastClr="000000"/>
                </a:solidFill>
              </a:ln>
              <a:solidFill>
                <a:srgbClr val="00B050"/>
              </a:solidFill>
              <a:effectLst>
                <a:reflection blurRad="6350" stA="53000" endA="300" endPos="35500" dir="5400000" sy="-90000" algn="bl" rotWithShape="0"/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18683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8151882"/>
              </p:ext>
            </p:extLst>
          </p:nvPr>
        </p:nvGraphicFramePr>
        <p:xfrm>
          <a:off x="292100" y="1544873"/>
          <a:ext cx="9321800" cy="3589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0450">
                  <a:extLst>
                    <a:ext uri="{9D8B030D-6E8A-4147-A177-3AD203B41FA5}">
                      <a16:colId xmlns:a16="http://schemas.microsoft.com/office/drawing/2014/main" val="62045395"/>
                    </a:ext>
                  </a:extLst>
                </a:gridCol>
                <a:gridCol w="2330450">
                  <a:extLst>
                    <a:ext uri="{9D8B030D-6E8A-4147-A177-3AD203B41FA5}">
                      <a16:colId xmlns:a16="http://schemas.microsoft.com/office/drawing/2014/main" val="2161216684"/>
                    </a:ext>
                  </a:extLst>
                </a:gridCol>
                <a:gridCol w="2330450">
                  <a:extLst>
                    <a:ext uri="{9D8B030D-6E8A-4147-A177-3AD203B41FA5}">
                      <a16:colId xmlns:a16="http://schemas.microsoft.com/office/drawing/2014/main" val="2924408573"/>
                    </a:ext>
                  </a:extLst>
                </a:gridCol>
                <a:gridCol w="2330450">
                  <a:extLst>
                    <a:ext uri="{9D8B030D-6E8A-4147-A177-3AD203B41FA5}">
                      <a16:colId xmlns:a16="http://schemas.microsoft.com/office/drawing/2014/main" val="2772295460"/>
                    </a:ext>
                  </a:extLst>
                </a:gridCol>
              </a:tblGrid>
              <a:tr h="89725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75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658278"/>
                  </a:ext>
                </a:extLst>
              </a:tr>
              <a:tr h="89725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dirty="0"/>
                        <a:t>25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dirty="0"/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dirty="0"/>
                        <a:t>50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dirty="0"/>
                        <a:t>80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458257"/>
                  </a:ext>
                </a:extLst>
              </a:tr>
              <a:tr h="89725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62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040813"/>
                  </a:ext>
                </a:extLst>
              </a:tr>
              <a:tr h="89725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dirty="0"/>
                        <a:t>150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dirty="0"/>
                        <a:t>40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dirty="0"/>
                        <a:t>20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dirty="0"/>
                        <a:t>60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8986472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5F6707C-594E-4BE7-9A2A-69EC69C30D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8246953"/>
              </p:ext>
            </p:extLst>
          </p:nvPr>
        </p:nvGraphicFramePr>
        <p:xfrm>
          <a:off x="5530918" y="5786675"/>
          <a:ext cx="879027" cy="879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009">
                  <a:extLst>
                    <a:ext uri="{9D8B030D-6E8A-4147-A177-3AD203B41FA5}">
                      <a16:colId xmlns:a16="http://schemas.microsoft.com/office/drawing/2014/main" val="62045395"/>
                    </a:ext>
                  </a:extLst>
                </a:gridCol>
                <a:gridCol w="293009">
                  <a:extLst>
                    <a:ext uri="{9D8B030D-6E8A-4147-A177-3AD203B41FA5}">
                      <a16:colId xmlns:a16="http://schemas.microsoft.com/office/drawing/2014/main" val="2161216684"/>
                    </a:ext>
                  </a:extLst>
                </a:gridCol>
                <a:gridCol w="293009">
                  <a:extLst>
                    <a:ext uri="{9D8B030D-6E8A-4147-A177-3AD203B41FA5}">
                      <a16:colId xmlns:a16="http://schemas.microsoft.com/office/drawing/2014/main" val="2924408573"/>
                    </a:ext>
                  </a:extLst>
                </a:gridCol>
              </a:tblGrid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658278"/>
                  </a:ext>
                </a:extLst>
              </a:tr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458257"/>
                  </a:ext>
                </a:extLst>
              </a:tr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04081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EDEA543-F1EE-4312-B1A0-843C76004B58}"/>
              </a:ext>
            </a:extLst>
          </p:cNvPr>
          <p:cNvSpPr txBox="1"/>
          <p:nvPr/>
        </p:nvSpPr>
        <p:spPr>
          <a:xfrm>
            <a:off x="1800352" y="6041522"/>
            <a:ext cx="31446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Дертерге 3х3 торчо тартыңыз.</a:t>
            </a:r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2F4F46F-045C-22D8-F7EE-698C3EF05D66}"/>
              </a:ext>
            </a:extLst>
          </p:cNvPr>
          <p:cNvSpPr/>
          <p:nvPr/>
        </p:nvSpPr>
        <p:spPr>
          <a:xfrm>
            <a:off x="726618" y="151658"/>
            <a:ext cx="8452763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6600" b="1" cap="none" spc="0" dirty="0">
                <a:ln w="9525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</a:rPr>
              <a:t>Сандарды тандаңыз…</a:t>
            </a:r>
            <a:endParaRPr lang="en-US" sz="6600" b="1" cap="none" spc="0" dirty="0">
              <a:ln w="9525">
                <a:solidFill>
                  <a:sysClr val="windowText" lastClr="000000"/>
                </a:solidFill>
              </a:ln>
              <a:solidFill>
                <a:srgbClr val="00B050"/>
              </a:soli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436885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1050000" y="1449237"/>
            <a:ext cx="7806000" cy="2225615"/>
          </a:xfrm>
          <a:prstGeom prst="roundRect">
            <a:avLst>
              <a:gd name="adj" fmla="val 8376"/>
            </a:avLst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025481" y="84853"/>
            <a:ext cx="18550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Эсептеңиз:</a:t>
            </a:r>
            <a:endParaRPr lang="en-GB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2872142" y="1777214"/>
            <a:ext cx="416171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40 ÷ 0,8</a:t>
            </a:r>
          </a:p>
        </p:txBody>
      </p:sp>
      <p:sp>
        <p:nvSpPr>
          <p:cNvPr id="9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3429226" y="4985959"/>
            <a:ext cx="3047547" cy="1337095"/>
          </a:xfrm>
          <a:prstGeom prst="roundRect">
            <a:avLst>
              <a:gd name="adj" fmla="val 8376"/>
            </a:avLst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</a:rPr>
              <a:t>50</a:t>
            </a:r>
            <a:endParaRPr lang="en-GB" sz="3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6439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1050000" y="1449237"/>
            <a:ext cx="7806000" cy="2225615"/>
          </a:xfrm>
          <a:prstGeom prst="roundRect">
            <a:avLst>
              <a:gd name="adj" fmla="val 8376"/>
            </a:avLst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025481" y="84853"/>
            <a:ext cx="18550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Эсептеңиз:</a:t>
            </a:r>
            <a:endParaRPr lang="en-GB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2872143" y="1777214"/>
            <a:ext cx="416171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16 ÷ 0,4</a:t>
            </a:r>
          </a:p>
        </p:txBody>
      </p:sp>
      <p:sp>
        <p:nvSpPr>
          <p:cNvPr id="9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3429226" y="4985959"/>
            <a:ext cx="3047547" cy="1337095"/>
          </a:xfrm>
          <a:prstGeom prst="roundRect">
            <a:avLst>
              <a:gd name="adj" fmla="val 8376"/>
            </a:avLst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</a:rPr>
              <a:t>40</a:t>
            </a:r>
            <a:endParaRPr lang="en-GB" sz="3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3958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1050000" y="1449237"/>
            <a:ext cx="7806000" cy="2225615"/>
          </a:xfrm>
          <a:prstGeom prst="roundRect">
            <a:avLst>
              <a:gd name="adj" fmla="val 8376"/>
            </a:avLst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025481" y="84853"/>
            <a:ext cx="18550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Эсептеңиз:</a:t>
            </a:r>
            <a:endParaRPr lang="en-GB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2872142" y="1777214"/>
            <a:ext cx="416171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24 ÷ 0,3</a:t>
            </a:r>
          </a:p>
        </p:txBody>
      </p:sp>
      <p:sp>
        <p:nvSpPr>
          <p:cNvPr id="9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3429226" y="4985959"/>
            <a:ext cx="3047547" cy="1337095"/>
          </a:xfrm>
          <a:prstGeom prst="roundRect">
            <a:avLst>
              <a:gd name="adj" fmla="val 8376"/>
            </a:avLst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</a:rPr>
              <a:t>80</a:t>
            </a:r>
            <a:endParaRPr lang="en-GB" sz="3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7600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1050000" y="1449237"/>
            <a:ext cx="7806000" cy="2225615"/>
          </a:xfrm>
          <a:prstGeom prst="roundRect">
            <a:avLst>
              <a:gd name="adj" fmla="val 8376"/>
            </a:avLst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025481" y="84853"/>
            <a:ext cx="18550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Эсептеңиз:</a:t>
            </a:r>
            <a:endParaRPr lang="en-GB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2872142" y="1777214"/>
            <a:ext cx="416171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45 ÷ 0,3</a:t>
            </a:r>
          </a:p>
        </p:txBody>
      </p:sp>
      <p:sp>
        <p:nvSpPr>
          <p:cNvPr id="9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3429226" y="4985959"/>
            <a:ext cx="3047547" cy="1337095"/>
          </a:xfrm>
          <a:prstGeom prst="roundRect">
            <a:avLst>
              <a:gd name="adj" fmla="val 8376"/>
            </a:avLst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</a:rPr>
              <a:t>150</a:t>
            </a:r>
            <a:endParaRPr lang="en-GB" sz="3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8220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1050000" y="1449237"/>
            <a:ext cx="7806000" cy="2225615"/>
          </a:xfrm>
          <a:prstGeom prst="roundRect">
            <a:avLst>
              <a:gd name="adj" fmla="val 8376"/>
            </a:avLst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025481" y="84853"/>
            <a:ext cx="18550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Эсептеңиз:</a:t>
            </a:r>
            <a:endParaRPr lang="en-GB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2872142" y="1777214"/>
            <a:ext cx="416171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20 ÷ 0,8</a:t>
            </a:r>
          </a:p>
        </p:txBody>
      </p:sp>
      <p:sp>
        <p:nvSpPr>
          <p:cNvPr id="9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3429226" y="4985959"/>
            <a:ext cx="3047547" cy="1337095"/>
          </a:xfrm>
          <a:prstGeom prst="roundRect">
            <a:avLst>
              <a:gd name="adj" fmla="val 8376"/>
            </a:avLst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</a:rPr>
              <a:t>25</a:t>
            </a:r>
            <a:endParaRPr lang="en-GB" sz="3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8458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1050000" y="1449237"/>
            <a:ext cx="7806000" cy="2225615"/>
          </a:xfrm>
          <a:prstGeom prst="roundRect">
            <a:avLst>
              <a:gd name="adj" fmla="val 8376"/>
            </a:avLst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025481" y="84853"/>
            <a:ext cx="18550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Эсептеңиз:</a:t>
            </a:r>
            <a:endParaRPr lang="en-GB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2872142" y="1777214"/>
            <a:ext cx="416171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60 ÷ 0,3</a:t>
            </a:r>
          </a:p>
        </p:txBody>
      </p:sp>
      <p:sp>
        <p:nvSpPr>
          <p:cNvPr id="9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3429226" y="4985959"/>
            <a:ext cx="3047547" cy="1337095"/>
          </a:xfrm>
          <a:prstGeom prst="roundRect">
            <a:avLst>
              <a:gd name="adj" fmla="val 8376"/>
            </a:avLst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</a:rPr>
              <a:t>200</a:t>
            </a:r>
            <a:endParaRPr lang="en-GB" sz="3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5687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1050000" y="1449237"/>
            <a:ext cx="7806000" cy="2225615"/>
          </a:xfrm>
          <a:prstGeom prst="roundRect">
            <a:avLst>
              <a:gd name="adj" fmla="val 8376"/>
            </a:avLst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025481" y="84853"/>
            <a:ext cx="18550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Эсептеңиз:</a:t>
            </a:r>
            <a:endParaRPr lang="en-GB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2872142" y="1777214"/>
            <a:ext cx="416171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18 ÷ 0,6</a:t>
            </a:r>
          </a:p>
        </p:txBody>
      </p:sp>
      <p:sp>
        <p:nvSpPr>
          <p:cNvPr id="9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3429226" y="4985959"/>
            <a:ext cx="3047547" cy="1337095"/>
          </a:xfrm>
          <a:prstGeom prst="roundRect">
            <a:avLst>
              <a:gd name="adj" fmla="val 8376"/>
            </a:avLst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</a:rPr>
              <a:t>30</a:t>
            </a:r>
            <a:endParaRPr lang="en-GB" sz="3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3764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1050000" y="1449237"/>
            <a:ext cx="7806000" cy="2225615"/>
          </a:xfrm>
          <a:prstGeom prst="roundRect">
            <a:avLst>
              <a:gd name="adj" fmla="val 8376"/>
            </a:avLst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025481" y="84853"/>
            <a:ext cx="18550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Эсептеңиз:</a:t>
            </a:r>
            <a:endParaRPr lang="en-GB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2872142" y="1777214"/>
            <a:ext cx="416171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12 ÷ 0,8</a:t>
            </a:r>
          </a:p>
        </p:txBody>
      </p:sp>
      <p:sp>
        <p:nvSpPr>
          <p:cNvPr id="9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3429226" y="4985959"/>
            <a:ext cx="3047547" cy="1337095"/>
          </a:xfrm>
          <a:prstGeom prst="roundRect">
            <a:avLst>
              <a:gd name="adj" fmla="val 8376"/>
            </a:avLst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</a:rPr>
              <a:t>15</a:t>
            </a:r>
            <a:endParaRPr lang="en-GB" sz="3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3847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1050000" y="1449237"/>
            <a:ext cx="7806000" cy="2225615"/>
          </a:xfrm>
          <a:prstGeom prst="roundRect">
            <a:avLst>
              <a:gd name="adj" fmla="val 8376"/>
            </a:avLst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025481" y="84853"/>
            <a:ext cx="18550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Эсептеңиз:</a:t>
            </a:r>
            <a:endParaRPr lang="en-GB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2872142" y="1777214"/>
            <a:ext cx="416171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24 ÷ 0,4</a:t>
            </a:r>
          </a:p>
        </p:txBody>
      </p:sp>
      <p:sp>
        <p:nvSpPr>
          <p:cNvPr id="9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3429226" y="4985959"/>
            <a:ext cx="3047547" cy="1337095"/>
          </a:xfrm>
          <a:prstGeom prst="roundRect">
            <a:avLst>
              <a:gd name="adj" fmla="val 8376"/>
            </a:avLst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</a:rPr>
              <a:t>60</a:t>
            </a:r>
            <a:endParaRPr lang="en-GB" sz="3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8858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1050000" y="1449237"/>
            <a:ext cx="7806000" cy="2225615"/>
          </a:xfrm>
          <a:prstGeom prst="roundRect">
            <a:avLst>
              <a:gd name="adj" fmla="val 8376"/>
            </a:avLst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025481" y="84853"/>
            <a:ext cx="18550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Эсептеңиз:</a:t>
            </a:r>
            <a:endParaRPr lang="en-GB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3183926" y="1777214"/>
            <a:ext cx="353814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7 ÷ 0,2</a:t>
            </a:r>
          </a:p>
        </p:txBody>
      </p:sp>
      <p:sp>
        <p:nvSpPr>
          <p:cNvPr id="9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3429226" y="4985959"/>
            <a:ext cx="3047547" cy="1337095"/>
          </a:xfrm>
          <a:prstGeom prst="roundRect">
            <a:avLst>
              <a:gd name="adj" fmla="val 8376"/>
            </a:avLst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</a:rPr>
              <a:t>35</a:t>
            </a:r>
            <a:endParaRPr lang="en-GB" sz="3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6969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1050000" y="1449237"/>
            <a:ext cx="7806000" cy="2225615"/>
          </a:xfrm>
          <a:prstGeom prst="roundRect">
            <a:avLst>
              <a:gd name="adj" fmla="val 8376"/>
            </a:avLst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025481" y="84853"/>
            <a:ext cx="18550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Эсептеңиз:</a:t>
            </a:r>
            <a:endParaRPr lang="en-GB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2872142" y="1777214"/>
            <a:ext cx="416171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24 ÷ 0,5</a:t>
            </a:r>
          </a:p>
        </p:txBody>
      </p:sp>
      <p:sp>
        <p:nvSpPr>
          <p:cNvPr id="9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3429226" y="4985959"/>
            <a:ext cx="3047547" cy="1337095"/>
          </a:xfrm>
          <a:prstGeom prst="roundRect">
            <a:avLst>
              <a:gd name="adj" fmla="val 8376"/>
            </a:avLst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</a:rPr>
              <a:t>48</a:t>
            </a:r>
            <a:endParaRPr lang="en-GB" sz="3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5806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1050000" y="1449237"/>
            <a:ext cx="7806000" cy="2225615"/>
          </a:xfrm>
          <a:prstGeom prst="roundRect">
            <a:avLst>
              <a:gd name="adj" fmla="val 8376"/>
            </a:avLst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025481" y="84853"/>
            <a:ext cx="18550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Эсептеңиз:</a:t>
            </a:r>
            <a:endParaRPr lang="en-GB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2872142" y="1777214"/>
            <a:ext cx="416171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15 ÷ 0,2</a:t>
            </a:r>
          </a:p>
        </p:txBody>
      </p:sp>
      <p:sp>
        <p:nvSpPr>
          <p:cNvPr id="9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3429226" y="4985959"/>
            <a:ext cx="3047547" cy="1337095"/>
          </a:xfrm>
          <a:prstGeom prst="roundRect">
            <a:avLst>
              <a:gd name="adj" fmla="val 8376"/>
            </a:avLst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</a:rPr>
              <a:t>75</a:t>
            </a:r>
            <a:endParaRPr lang="en-GB" sz="3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2066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1050000" y="1449237"/>
            <a:ext cx="7806000" cy="2225615"/>
          </a:xfrm>
          <a:prstGeom prst="roundRect">
            <a:avLst>
              <a:gd name="adj" fmla="val 8376"/>
            </a:avLst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025481" y="84853"/>
            <a:ext cx="18550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Эсептеңиз:</a:t>
            </a:r>
            <a:endParaRPr lang="en-GB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3183926" y="1777214"/>
            <a:ext cx="353814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4 ÷ 0,4</a:t>
            </a:r>
          </a:p>
        </p:txBody>
      </p:sp>
      <p:sp>
        <p:nvSpPr>
          <p:cNvPr id="9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3429226" y="4985959"/>
            <a:ext cx="3047547" cy="1337095"/>
          </a:xfrm>
          <a:prstGeom prst="roundRect">
            <a:avLst>
              <a:gd name="adj" fmla="val 8376"/>
            </a:avLst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</a:rPr>
              <a:t>10</a:t>
            </a:r>
            <a:endParaRPr lang="en-GB" sz="3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6240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1050000" y="1449237"/>
            <a:ext cx="7806000" cy="2225615"/>
          </a:xfrm>
          <a:prstGeom prst="roundRect">
            <a:avLst>
              <a:gd name="adj" fmla="val 8376"/>
            </a:avLst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025481" y="84853"/>
            <a:ext cx="18550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Эсептеңиз:</a:t>
            </a:r>
            <a:endParaRPr lang="en-GB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3183926" y="1777214"/>
            <a:ext cx="353814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4 ÷ 0,2</a:t>
            </a:r>
          </a:p>
        </p:txBody>
      </p:sp>
      <p:sp>
        <p:nvSpPr>
          <p:cNvPr id="9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3429226" y="4985959"/>
            <a:ext cx="3047547" cy="1337095"/>
          </a:xfrm>
          <a:prstGeom prst="roundRect">
            <a:avLst>
              <a:gd name="adj" fmla="val 8376"/>
            </a:avLst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</a:rPr>
              <a:t>20</a:t>
            </a:r>
            <a:endParaRPr lang="en-GB" sz="3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7912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1050000" y="1449237"/>
            <a:ext cx="7806000" cy="2225615"/>
          </a:xfrm>
          <a:prstGeom prst="roundRect">
            <a:avLst>
              <a:gd name="adj" fmla="val 8376"/>
            </a:avLst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025481" y="84853"/>
            <a:ext cx="18550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Эсептеңиз:</a:t>
            </a:r>
            <a:endParaRPr lang="en-GB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3183926" y="1777214"/>
            <a:ext cx="353814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3 ÷ 0,6</a:t>
            </a:r>
          </a:p>
        </p:txBody>
      </p:sp>
      <p:sp>
        <p:nvSpPr>
          <p:cNvPr id="9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3429226" y="4985959"/>
            <a:ext cx="3047547" cy="1337095"/>
          </a:xfrm>
          <a:prstGeom prst="roundRect">
            <a:avLst>
              <a:gd name="adj" fmla="val 8376"/>
            </a:avLst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</a:rPr>
              <a:t>5</a:t>
            </a:r>
            <a:endParaRPr lang="en-GB" sz="3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0872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1050000" y="1449237"/>
            <a:ext cx="7806000" cy="2225615"/>
          </a:xfrm>
          <a:prstGeom prst="roundRect">
            <a:avLst>
              <a:gd name="adj" fmla="val 8376"/>
            </a:avLst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025481" y="84853"/>
            <a:ext cx="18550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Эсептеңиз:</a:t>
            </a:r>
            <a:endParaRPr lang="en-GB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2872142" y="1777214"/>
            <a:ext cx="416171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31 ÷ 0,5</a:t>
            </a:r>
          </a:p>
        </p:txBody>
      </p:sp>
      <p:sp>
        <p:nvSpPr>
          <p:cNvPr id="9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3429226" y="4985959"/>
            <a:ext cx="3047547" cy="1337095"/>
          </a:xfrm>
          <a:prstGeom prst="roundRect">
            <a:avLst>
              <a:gd name="adj" fmla="val 8376"/>
            </a:avLst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</a:rPr>
              <a:t>62</a:t>
            </a:r>
            <a:endParaRPr lang="en-GB" sz="3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0410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455F9FF-A775-44DB-99DD-42DDB47487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2929352"/>
              </p:ext>
            </p:extLst>
          </p:nvPr>
        </p:nvGraphicFramePr>
        <p:xfrm>
          <a:off x="59945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AD8C36C-2AB2-44CF-BF97-992F65F82F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1891624"/>
              </p:ext>
            </p:extLst>
          </p:nvPr>
        </p:nvGraphicFramePr>
        <p:xfrm>
          <a:off x="2042419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2773A22-7D82-4A6C-9386-8C73822F86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8005975"/>
              </p:ext>
            </p:extLst>
          </p:nvPr>
        </p:nvGraphicFramePr>
        <p:xfrm>
          <a:off x="4024893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ACA04EB-1AF0-4BA4-B56C-D92E4B8FC6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8737508"/>
              </p:ext>
            </p:extLst>
          </p:nvPr>
        </p:nvGraphicFramePr>
        <p:xfrm>
          <a:off x="6007367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DD0CEA2-BF13-4F1F-BDF8-723774394B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2065140"/>
              </p:ext>
            </p:extLst>
          </p:nvPr>
        </p:nvGraphicFramePr>
        <p:xfrm>
          <a:off x="7989841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217ECC1-187E-45C6-AAD9-69FCF451F4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819278"/>
              </p:ext>
            </p:extLst>
          </p:nvPr>
        </p:nvGraphicFramePr>
        <p:xfrm>
          <a:off x="59945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8F2A369-4849-4D8C-9C48-42AC19EAC6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3002619"/>
              </p:ext>
            </p:extLst>
          </p:nvPr>
        </p:nvGraphicFramePr>
        <p:xfrm>
          <a:off x="2042419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CC34FD8-28B7-4290-89FF-C844EE6A1A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619173"/>
              </p:ext>
            </p:extLst>
          </p:nvPr>
        </p:nvGraphicFramePr>
        <p:xfrm>
          <a:off x="4024893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EE0B481-E5E6-4A56-A167-F7909231AE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741186"/>
              </p:ext>
            </p:extLst>
          </p:nvPr>
        </p:nvGraphicFramePr>
        <p:xfrm>
          <a:off x="6007367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04524C6-1AA7-41E4-A1BD-52B735BCF1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8690728"/>
              </p:ext>
            </p:extLst>
          </p:nvPr>
        </p:nvGraphicFramePr>
        <p:xfrm>
          <a:off x="7989841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D378E7F-888B-451D-A437-1143E900F4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2700732"/>
              </p:ext>
            </p:extLst>
          </p:nvPr>
        </p:nvGraphicFramePr>
        <p:xfrm>
          <a:off x="59945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DD9438F2-5F7B-453A-9852-A5D953E267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7154783"/>
              </p:ext>
            </p:extLst>
          </p:nvPr>
        </p:nvGraphicFramePr>
        <p:xfrm>
          <a:off x="2042419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8E97513C-7184-48FD-B483-FD49969CA2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9329546"/>
              </p:ext>
            </p:extLst>
          </p:nvPr>
        </p:nvGraphicFramePr>
        <p:xfrm>
          <a:off x="4024893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4FE2DA72-78F4-437E-AA8B-E7D5DF47DE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355289"/>
              </p:ext>
            </p:extLst>
          </p:nvPr>
        </p:nvGraphicFramePr>
        <p:xfrm>
          <a:off x="6007367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6BB7F846-3757-45E8-B86C-628E47A78F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4402805"/>
              </p:ext>
            </p:extLst>
          </p:nvPr>
        </p:nvGraphicFramePr>
        <p:xfrm>
          <a:off x="7989841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88449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4EE51F-7A9F-BBA6-4D52-96A950D8E4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1037" y="1022985"/>
            <a:ext cx="8543925" cy="4351338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ru-RU" dirty="0"/>
              <a:t>Суроолор барбы?</a:t>
            </a:r>
          </a:p>
          <a:p>
            <a:pPr marL="0" indent="0" algn="ctr">
              <a:buNone/>
            </a:pPr>
            <a:r>
              <a:rPr lang="ru-RU" dirty="0"/>
              <a:t>Комментарийлер?</a:t>
            </a:r>
          </a:p>
          <a:p>
            <a:pPr marL="0" indent="0" algn="ctr">
              <a:buNone/>
            </a:pPr>
            <a:r>
              <a:rPr lang="ru-RU" dirty="0"/>
              <a:t>Сунуштар?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…же ката таптыңызбы!?</a:t>
            </a:r>
          </a:p>
          <a:p>
            <a:pPr marL="0" indent="0" algn="ctr">
              <a:buNone/>
            </a:pPr>
            <a:endParaRPr lang="ru-RU" dirty="0"/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en-US" dirty="0"/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1515584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8735</TotalTime>
  <Words>232</Words>
  <Application>Microsoft Office PowerPoint</Application>
  <PresentationFormat>A4 Paper (210x297 mm)</PresentationFormat>
  <Paragraphs>99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Calibri Light</vt:lpstr>
      <vt:lpstr>Arial</vt:lpstr>
      <vt:lpstr>Calibri</vt:lpstr>
      <vt:lpstr>Office Theme</vt:lpstr>
      <vt:lpstr>2_Office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396</cp:revision>
  <cp:lastPrinted>2017-12-31T22:38:51Z</cp:lastPrinted>
  <dcterms:created xsi:type="dcterms:W3CDTF">2017-01-17T16:57:04Z</dcterms:created>
  <dcterms:modified xsi:type="dcterms:W3CDTF">2023-10-16T08:12:57Z</dcterms:modified>
</cp:coreProperties>
</file>