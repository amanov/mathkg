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1014" r:id="rId4"/>
    <p:sldId id="944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onstantia" panose="02030602050306030303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2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79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4B6014C0-28E4-440F-8750-D30E822F8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74402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1" name="Table 11">
            <a:extLst>
              <a:ext uri="{FF2B5EF4-FFF2-40B4-BE49-F238E27FC236}">
                <a16:creationId xmlns:a16="http://schemas.microsoft.com/office/drawing/2014/main" id="{22340668-9DAE-4508-85AA-31981774A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2695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F5D89BB3-9F7E-4325-BB3A-3659EA2C4322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182E27-07CC-44A3-91D4-281DEAD77DCA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1BEBA-ABEB-4203-B524-1B8B550910D8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D6E818-8C45-4FDD-A2A8-BBCD900C767B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68592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4131"/>
              </p:ext>
            </p:extLst>
          </p:nvPr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4B6014C0-28E4-440F-8750-D30E822F8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054369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1" name="Table 11">
            <a:extLst>
              <a:ext uri="{FF2B5EF4-FFF2-40B4-BE49-F238E27FC236}">
                <a16:creationId xmlns:a16="http://schemas.microsoft.com/office/drawing/2014/main" id="{22340668-9DAE-4508-85AA-31981774A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580629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F5D89BB3-9F7E-4325-BB3A-3659EA2C4322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182E27-07CC-44A3-91D4-281DEAD77DCA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1BEBA-ABEB-4203-B524-1B8B550910D8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D6E818-8C45-4FDD-A2A8-BBCD900C767B}"/>
              </a:ext>
            </a:extLst>
          </p:cNvPr>
          <p:cNvSpPr/>
          <p:nvPr/>
        </p:nvSpPr>
        <p:spPr>
          <a:xfrm>
            <a:off x="951893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55B52E-CB33-4FED-9E82-35B70162F2FD}"/>
              </a:ext>
            </a:extLst>
          </p:cNvPr>
          <p:cNvSpPr/>
          <p:nvPr/>
        </p:nvSpPr>
        <p:spPr>
          <a:xfrm>
            <a:off x="499618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76851-0E90-4A5B-8CD7-FE725522E8A5}"/>
              </a:ext>
            </a:extLst>
          </p:cNvPr>
          <p:cNvSpPr txBox="1"/>
          <p:nvPr/>
        </p:nvSpPr>
        <p:spPr>
          <a:xfrm>
            <a:off x="5354912" y="-45138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2" name="Table 11">
            <a:extLst>
              <a:ext uri="{FF2B5EF4-FFF2-40B4-BE49-F238E27FC236}">
                <a16:creationId xmlns:a16="http://schemas.microsoft.com/office/drawing/2014/main" id="{CD660B8C-D9A2-47A0-8CC6-464C99B9C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4131"/>
              </p:ext>
            </p:extLst>
          </p:nvPr>
        </p:nvGraphicFramePr>
        <p:xfrm>
          <a:off x="502177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BE28F5D-BE41-4585-8448-5FA2C36793E9}"/>
              </a:ext>
            </a:extLst>
          </p:cNvPr>
          <p:cNvSpPr txBox="1"/>
          <p:nvPr/>
        </p:nvSpPr>
        <p:spPr>
          <a:xfrm>
            <a:off x="575362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6" name="Table 11">
            <a:extLst>
              <a:ext uri="{FF2B5EF4-FFF2-40B4-BE49-F238E27FC236}">
                <a16:creationId xmlns:a16="http://schemas.microsoft.com/office/drawing/2014/main" id="{DA6A87F1-1139-46A8-A363-881EFB2EA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76449"/>
              </p:ext>
            </p:extLst>
          </p:nvPr>
        </p:nvGraphicFramePr>
        <p:xfrm>
          <a:off x="695734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CD8C92E-DF45-4D7D-A615-6E52D2224D76}"/>
              </a:ext>
            </a:extLst>
          </p:cNvPr>
          <p:cNvSpPr txBox="1"/>
          <p:nvPr/>
        </p:nvSpPr>
        <p:spPr>
          <a:xfrm>
            <a:off x="577686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8" name="Table 11">
            <a:extLst>
              <a:ext uri="{FF2B5EF4-FFF2-40B4-BE49-F238E27FC236}">
                <a16:creationId xmlns:a16="http://schemas.microsoft.com/office/drawing/2014/main" id="{C18105EC-4E3E-4F33-AD77-EF9F3539F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7319"/>
              </p:ext>
            </p:extLst>
          </p:nvPr>
        </p:nvGraphicFramePr>
        <p:xfrm>
          <a:off x="6957342" y="1803099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CF8561F1-1B18-4A32-9AAF-79303C050029}"/>
              </a:ext>
            </a:extLst>
          </p:cNvPr>
          <p:cNvSpPr/>
          <p:nvPr/>
        </p:nvSpPr>
        <p:spPr>
          <a:xfrm>
            <a:off x="786348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BF09B6-3D85-4C8E-B85D-AB0155B2B1EB}"/>
              </a:ext>
            </a:extLst>
          </p:cNvPr>
          <p:cNvSpPr/>
          <p:nvPr/>
        </p:nvSpPr>
        <p:spPr>
          <a:xfrm>
            <a:off x="786348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3840150-03CE-45F3-A654-45F0357883D8}"/>
              </a:ext>
            </a:extLst>
          </p:cNvPr>
          <p:cNvSpPr/>
          <p:nvPr/>
        </p:nvSpPr>
        <p:spPr>
          <a:xfrm>
            <a:off x="567896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90F6D-E273-23B2-DF87-AD56C699DC5B}"/>
              </a:ext>
            </a:extLst>
          </p:cNvPr>
          <p:cNvSpPr txBox="1"/>
          <p:nvPr/>
        </p:nvSpPr>
        <p:spPr>
          <a:xfrm>
            <a:off x="5354912" y="211283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1736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10423</TotalTime>
  <Words>373</Words>
  <Application>Microsoft Office PowerPoint</Application>
  <PresentationFormat>A4 Paper (210x297 mm)</PresentationFormat>
  <Paragraphs>125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 Light</vt:lpstr>
      <vt:lpstr>Calibri</vt:lpstr>
      <vt:lpstr>Constantia</vt:lpstr>
      <vt:lpstr>Berlin Sans FB Demi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496</cp:revision>
  <cp:lastPrinted>2024-05-02T06:37:34Z</cp:lastPrinted>
  <dcterms:created xsi:type="dcterms:W3CDTF">2017-01-17T16:57:04Z</dcterms:created>
  <dcterms:modified xsi:type="dcterms:W3CDTF">2024-05-02T06:44:52Z</dcterms:modified>
</cp:coreProperties>
</file>