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4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548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15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08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0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9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31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67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52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3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56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3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Кошуу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324368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60101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+ 1,7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 + 4,1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+ 3,5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 + 2,6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 + 3,1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 + 0,5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 + 2,6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 + 3,7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+ 1,6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 + 2,5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 + 0,3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 + 0,7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+ 1,9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 + 1,4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 + 1,9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 + 1,1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</a:t>
            </a:r>
            <a:r>
              <a:rPr lang="ky-KG" sz="480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30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8389</TotalTime>
  <Words>175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2017-12-31T22:38:51Z</cp:lastPrinted>
  <dcterms:created xsi:type="dcterms:W3CDTF">2017-01-17T16:57:04Z</dcterms:created>
  <dcterms:modified xsi:type="dcterms:W3CDTF">2024-05-02T07:17:33Z</dcterms:modified>
</cp:coreProperties>
</file>