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25"/>
  </p:notesMasterIdLst>
  <p:sldIdLst>
    <p:sldId id="965" r:id="rId4"/>
    <p:sldId id="966" r:id="rId5"/>
    <p:sldId id="851" r:id="rId6"/>
    <p:sldId id="961" r:id="rId7"/>
    <p:sldId id="962" r:id="rId8"/>
    <p:sldId id="955" r:id="rId9"/>
    <p:sldId id="951" r:id="rId10"/>
    <p:sldId id="959" r:id="rId11"/>
    <p:sldId id="950" r:id="rId12"/>
    <p:sldId id="949" r:id="rId13"/>
    <p:sldId id="957" r:id="rId14"/>
    <p:sldId id="960" r:id="rId15"/>
    <p:sldId id="952" r:id="rId16"/>
    <p:sldId id="956" r:id="rId17"/>
    <p:sldId id="958" r:id="rId18"/>
    <p:sldId id="963" r:id="rId19"/>
    <p:sldId id="953" r:id="rId20"/>
    <p:sldId id="964" r:id="rId21"/>
    <p:sldId id="954" r:id="rId22"/>
    <p:sldId id="940" r:id="rId23"/>
    <p:sldId id="274" r:id="rId24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70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6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874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7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854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32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907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305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903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320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765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16398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149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57281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87124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65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806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080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31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685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58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64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129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57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964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12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1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1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орундуу ондуктар – кошуу – </a:t>
            </a: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Бинго,жооптору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кошуу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465121" y="6041522"/>
            <a:ext cx="398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19,1</a:t>
            </a:r>
          </a:p>
        </p:txBody>
      </p:sp>
    </p:spTree>
    <p:extLst>
      <p:ext uri="{BB962C8B-B14F-4D97-AF65-F5344CB8AC3E}">
        <p14:creationId xmlns:p14="http://schemas.microsoft.com/office/powerpoint/2010/main" val="185382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15,1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A2E15-864C-978D-2C5D-980B006F6F7D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A6EC0-6E38-FFBC-26A3-13DDCCA1E0E9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9723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49893" y="2076557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10,3</a:t>
            </a:r>
          </a:p>
        </p:txBody>
      </p:sp>
    </p:spTree>
    <p:extLst>
      <p:ext uri="{BB962C8B-B14F-4D97-AF65-F5344CB8AC3E}">
        <p14:creationId xmlns:p14="http://schemas.microsoft.com/office/powerpoint/2010/main" val="162813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8,5</a:t>
            </a:r>
          </a:p>
        </p:txBody>
      </p:sp>
    </p:spTree>
    <p:extLst>
      <p:ext uri="{BB962C8B-B14F-4D97-AF65-F5344CB8AC3E}">
        <p14:creationId xmlns:p14="http://schemas.microsoft.com/office/powerpoint/2010/main" val="19746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14,3</a:t>
            </a:r>
          </a:p>
        </p:txBody>
      </p:sp>
    </p:spTree>
    <p:extLst>
      <p:ext uri="{BB962C8B-B14F-4D97-AF65-F5344CB8AC3E}">
        <p14:creationId xmlns:p14="http://schemas.microsoft.com/office/powerpoint/2010/main" val="328338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3,2</a:t>
            </a:r>
          </a:p>
        </p:txBody>
      </p:sp>
    </p:spTree>
    <p:extLst>
      <p:ext uri="{BB962C8B-B14F-4D97-AF65-F5344CB8AC3E}">
        <p14:creationId xmlns:p14="http://schemas.microsoft.com/office/powerpoint/2010/main" val="246969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12,2</a:t>
            </a:r>
          </a:p>
        </p:txBody>
      </p:sp>
    </p:spTree>
    <p:extLst>
      <p:ext uri="{BB962C8B-B14F-4D97-AF65-F5344CB8AC3E}">
        <p14:creationId xmlns:p14="http://schemas.microsoft.com/office/powerpoint/2010/main" val="16807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6,7</a:t>
            </a:r>
          </a:p>
        </p:txBody>
      </p:sp>
    </p:spTree>
    <p:extLst>
      <p:ext uri="{BB962C8B-B14F-4D97-AF65-F5344CB8AC3E}">
        <p14:creationId xmlns:p14="http://schemas.microsoft.com/office/powerpoint/2010/main" val="211082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16,1</a:t>
            </a:r>
          </a:p>
        </p:txBody>
      </p:sp>
    </p:spTree>
    <p:extLst>
      <p:ext uri="{BB962C8B-B14F-4D97-AF65-F5344CB8AC3E}">
        <p14:creationId xmlns:p14="http://schemas.microsoft.com/office/powerpoint/2010/main" val="40062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13,5</a:t>
            </a:r>
          </a:p>
        </p:txBody>
      </p:sp>
    </p:spTree>
    <p:extLst>
      <p:ext uri="{BB962C8B-B14F-4D97-AF65-F5344CB8AC3E}">
        <p14:creationId xmlns:p14="http://schemas.microsoft.com/office/powerpoint/2010/main" val="263007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4,7</a:t>
            </a:r>
          </a:p>
        </p:txBody>
      </p:sp>
    </p:spTree>
    <p:extLst>
      <p:ext uri="{BB962C8B-B14F-4D97-AF65-F5344CB8AC3E}">
        <p14:creationId xmlns:p14="http://schemas.microsoft.com/office/powerpoint/2010/main" val="179619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11,5</a:t>
            </a:r>
          </a:p>
        </p:txBody>
      </p:sp>
    </p:spTree>
    <p:extLst>
      <p:ext uri="{BB962C8B-B14F-4D97-AF65-F5344CB8AC3E}">
        <p14:creationId xmlns:p14="http://schemas.microsoft.com/office/powerpoint/2010/main" val="291283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18,2</a:t>
            </a:r>
          </a:p>
        </p:txBody>
      </p:sp>
    </p:spTree>
    <p:extLst>
      <p:ext uri="{BB962C8B-B14F-4D97-AF65-F5344CB8AC3E}">
        <p14:creationId xmlns:p14="http://schemas.microsoft.com/office/powerpoint/2010/main" val="80150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10,4</a:t>
            </a:r>
          </a:p>
        </p:txBody>
      </p:sp>
    </p:spTree>
    <p:extLst>
      <p:ext uri="{BB962C8B-B14F-4D97-AF65-F5344CB8AC3E}">
        <p14:creationId xmlns:p14="http://schemas.microsoft.com/office/powerpoint/2010/main" val="27105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18,5</a:t>
            </a:r>
          </a:p>
        </p:txBody>
      </p:sp>
    </p:spTree>
    <p:extLst>
      <p:ext uri="{BB962C8B-B14F-4D97-AF65-F5344CB8AC3E}">
        <p14:creationId xmlns:p14="http://schemas.microsoft.com/office/powerpoint/2010/main" val="370650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45389" y="1556204"/>
            <a:ext cx="6231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сандарды колдонуп, сумманы толтуруңуз.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C18E59-ABB0-AEB4-0BA0-72427AB42846}"/>
              </a:ext>
            </a:extLst>
          </p:cNvPr>
          <p:cNvGrpSpPr/>
          <p:nvPr/>
        </p:nvGrpSpPr>
        <p:grpSpPr>
          <a:xfrm>
            <a:off x="2601886" y="282632"/>
            <a:ext cx="4713316" cy="1039091"/>
            <a:chOff x="1862052" y="232756"/>
            <a:chExt cx="4713316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862052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3136670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4411288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A4C1E27-FE6D-5917-5FED-B276BAF4CCAB}"/>
                </a:ext>
              </a:extLst>
            </p:cNvPr>
            <p:cNvSpPr/>
            <p:nvPr/>
          </p:nvSpPr>
          <p:spPr>
            <a:xfrm>
              <a:off x="5685907" y="232756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7" name="Plus Sign 16">
            <a:extLst>
              <a:ext uri="{FF2B5EF4-FFF2-40B4-BE49-F238E27FC236}">
                <a16:creationId xmlns:a16="http://schemas.microsoft.com/office/drawing/2014/main" id="{2354E225-81BE-6BE5-4783-24EBF2A3477A}"/>
              </a:ext>
            </a:extLst>
          </p:cNvPr>
          <p:cNvSpPr/>
          <p:nvPr/>
        </p:nvSpPr>
        <p:spPr>
          <a:xfrm>
            <a:off x="2663620" y="4319778"/>
            <a:ext cx="806335" cy="806335"/>
          </a:xfrm>
          <a:prstGeom prst="mathPlus">
            <a:avLst>
              <a:gd name="adj1" fmla="val 14429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868776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868776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2659330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823855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5187142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823855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5187142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977303-454E-935A-3408-C36866386448}"/>
              </a:ext>
            </a:extLst>
          </p:cNvPr>
          <p:cNvSpPr/>
          <p:nvPr/>
        </p:nvSpPr>
        <p:spPr>
          <a:xfrm>
            <a:off x="3823856" y="5602778"/>
            <a:ext cx="2252748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10,8</a:t>
            </a:r>
          </a:p>
        </p:txBody>
      </p:sp>
    </p:spTree>
    <p:extLst>
      <p:ext uri="{BB962C8B-B14F-4D97-AF65-F5344CB8AC3E}">
        <p14:creationId xmlns:p14="http://schemas.microsoft.com/office/powerpoint/2010/main" val="245307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8818</TotalTime>
  <Words>536</Words>
  <Application>Microsoft Office PowerPoint</Application>
  <PresentationFormat>A4 Paper (210x297 mm)</PresentationFormat>
  <Paragraphs>227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 Light</vt:lpstr>
      <vt:lpstr>Calibri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406</cp:revision>
  <cp:lastPrinted>2017-12-31T22:38:51Z</cp:lastPrinted>
  <dcterms:created xsi:type="dcterms:W3CDTF">2017-01-17T16:57:04Z</dcterms:created>
  <dcterms:modified xsi:type="dcterms:W3CDTF">2024-05-02T06:59:41Z</dcterms:modified>
</cp:coreProperties>
</file>