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7104063" cy="10234613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5/4/2024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083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2CADFB-A065-D012-E13F-92BF3F8E0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7A2CD8-57B9-7D3C-2FAC-90608D095E98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78A68BC-1233-460D-8CDD-56BE4C52E89D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A9EEBC7-DE9F-4B47-BD9E-9EE2E2ACD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463EFB-C834-42E6-B3E0-6326996CE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2219D42-1D1C-4B5E-BC17-5FB37D763F41}"/>
              </a:ext>
            </a:extLst>
          </p:cNvPr>
          <p:cNvGrpSpPr/>
          <p:nvPr/>
        </p:nvGrpSpPr>
        <p:grpSpPr>
          <a:xfrm rot="16200000">
            <a:off x="-1056640" y="1056640"/>
            <a:ext cx="6868160" cy="4754880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F35F92-58DB-4A23-AF55-EA7D7F10B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50F041-D6E1-44F1-9CB2-CFB705C43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034BDE0-4FA2-4F57-9C76-18C49D9ADF9A}"/>
              </a:ext>
            </a:extLst>
          </p:cNvPr>
          <p:cNvGrpSpPr/>
          <p:nvPr/>
        </p:nvGrpSpPr>
        <p:grpSpPr>
          <a:xfrm rot="16200000">
            <a:off x="4094480" y="1056640"/>
            <a:ext cx="6868160" cy="4754880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0E5589-4CFD-489E-85CC-1C8C3FBDA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7502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6CB20A-008B-4187-9A2D-D309B4BAC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4768" y="0"/>
              <a:ext cx="499123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3E8CDEA-81CF-4732-BA34-5EA04EA1E892}"/>
              </a:ext>
            </a:extLst>
          </p:cNvPr>
          <p:cNvGrpSpPr/>
          <p:nvPr/>
        </p:nvGrpSpPr>
        <p:grpSpPr>
          <a:xfrm>
            <a:off x="1960881" y="-11051"/>
            <a:ext cx="7945120" cy="6869051"/>
            <a:chOff x="1591408" y="813462"/>
            <a:chExt cx="6991443" cy="60445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2EF67B2-50B0-4699-8C82-8062ECE1E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86246" y="813462"/>
              <a:ext cx="3541273" cy="302877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BB999FD-DD2C-4899-96D5-BC2C6F343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1408" y="3826126"/>
              <a:ext cx="6991443" cy="3031874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89A875E-2905-50F6-9A2A-4DFD456FED03}"/>
              </a:ext>
            </a:extLst>
          </p:cNvPr>
          <p:cNvSpPr/>
          <p:nvPr/>
        </p:nvSpPr>
        <p:spPr>
          <a:xfrm>
            <a:off x="403327" y="255539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8374</TotalTime>
  <Words>151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Verdana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2019-05-06T03:10:07Z</cp:lastPrinted>
  <dcterms:created xsi:type="dcterms:W3CDTF">2017-01-17T16:57:04Z</dcterms:created>
  <dcterms:modified xsi:type="dcterms:W3CDTF">2024-05-04T07:29:44Z</dcterms:modified>
</cp:coreProperties>
</file>