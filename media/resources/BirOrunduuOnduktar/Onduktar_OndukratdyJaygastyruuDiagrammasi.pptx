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1013" r:id="rId2"/>
    <p:sldId id="944" r:id="rId3"/>
    <p:sldId id="945" r:id="rId4"/>
    <p:sldId id="1010" r:id="rId5"/>
    <p:sldId id="1012" r:id="rId6"/>
    <p:sldId id="947" r:id="rId7"/>
    <p:sldId id="946" r:id="rId8"/>
    <p:sldId id="1016" r:id="rId9"/>
    <p:sldId id="1017" r:id="rId10"/>
    <p:sldId id="938" r:id="rId11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3"/>
    </p:embeddedFont>
    <p:embeddedFont>
      <p:font typeface="Constantia" panose="02030602050306030303" pitchFamily="18" charset="0"/>
      <p:regular r:id="rId14"/>
      <p:bold r:id="rId15"/>
      <p:italic r:id="rId16"/>
      <p:boldItalic r:id="rId17"/>
    </p:embeddedFont>
    <p:embeddedFont>
      <p:font typeface="Cooper Black" panose="0208090404030B020404" pitchFamily="18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" id="{197FF5E7-57A8-40D7-8FA0-8A089C366947}">
          <p14:sldIdLst>
            <p14:sldId id="1013"/>
          </p14:sldIdLst>
        </p14:section>
        <p14:section name="Түстүү" id="{059544AC-2C27-45B1-9F95-F87DF8854DD6}">
          <p14:sldIdLst>
            <p14:sldId id="944"/>
            <p14:sldId id="945"/>
            <p14:sldId id="1010"/>
            <p14:sldId id="1012"/>
          </p14:sldIdLst>
        </p14:section>
        <p14:section name="Ак кара" id="{DE763EAA-8C06-468C-935D-9A0CFF12D13E}">
          <p14:sldIdLst>
            <p14:sldId id="947"/>
            <p14:sldId id="946"/>
            <p14:sldId id="1016"/>
            <p14:sldId id="1017"/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A9D18E"/>
    <a:srgbClr val="9DC3E6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Негиз</a:t>
            </a:r>
            <a:r>
              <a:rPr lang="en-US" sz="2400" dirty="0"/>
              <a:t> </a:t>
            </a:r>
            <a:r>
              <a:rPr lang="ru-RU" sz="2400" dirty="0"/>
              <a:t>10 чарчы</a:t>
            </a:r>
            <a:r>
              <a:rPr lang="en-US" sz="2400" dirty="0"/>
              <a:t> – </a:t>
            </a:r>
            <a:r>
              <a:rPr lang="ru-RU" sz="2400" dirty="0"/>
              <a:t>Орундардын мааниси диаграммасы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Манипуляторлор 2 форматта.</a:t>
            </a:r>
            <a:endParaRPr lang="en-US" sz="2400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Орундардын мааниси диаграммасы - бул сан системасына ылайык, анын абалына негизделген сандагы ар бир цифранын маанисин табуу үчүн колдонулган таблица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Математикада</a:t>
            </a:r>
            <a:r>
              <a:rPr lang="en-US" sz="2400" dirty="0"/>
              <a:t> </a:t>
            </a:r>
            <a:r>
              <a:rPr lang="en-US" sz="2400" dirty="0" err="1"/>
              <a:t>биз</a:t>
            </a:r>
            <a:r>
              <a:rPr lang="en-US" sz="2400" dirty="0"/>
              <a:t> </a:t>
            </a:r>
            <a:r>
              <a:rPr lang="en-US" sz="2400" dirty="0" err="1"/>
              <a:t>окуучуларга</a:t>
            </a:r>
            <a:r>
              <a:rPr lang="en-US" sz="2400" dirty="0"/>
              <a:t> </a:t>
            </a:r>
            <a:r>
              <a:rPr lang="en-US" sz="2400" dirty="0" err="1"/>
              <a:t>түшүнүктөрдү</a:t>
            </a:r>
            <a:r>
              <a:rPr lang="en-US" sz="2400" dirty="0"/>
              <a:t> 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идеяларды</a:t>
            </a:r>
            <a:r>
              <a:rPr lang="en-US" sz="2400" dirty="0"/>
              <a:t> </a:t>
            </a:r>
            <a:r>
              <a:rPr lang="en-US" sz="2400" dirty="0" err="1"/>
              <a:t>практикалык</a:t>
            </a:r>
            <a:r>
              <a:rPr lang="en-US" sz="2400" dirty="0"/>
              <a:t> </a:t>
            </a:r>
            <a:r>
              <a:rPr lang="en-US" sz="2400" dirty="0" err="1"/>
              <a:t>форматта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мүмкүндүк</a:t>
            </a:r>
            <a:r>
              <a:rPr lang="en-US" sz="2400" dirty="0"/>
              <a:t> </a:t>
            </a:r>
            <a:r>
              <a:rPr lang="en-US" sz="2400" dirty="0" err="1"/>
              <a:t>берген</a:t>
            </a:r>
            <a:r>
              <a:rPr lang="en-US" sz="2400" dirty="0"/>
              <a:t> </a:t>
            </a:r>
            <a:r>
              <a:rPr lang="en-US" sz="2400" dirty="0" err="1"/>
              <a:t>конкреттүү</a:t>
            </a:r>
            <a:r>
              <a:rPr lang="en-US" sz="2400" dirty="0"/>
              <a:t> </a:t>
            </a:r>
            <a:r>
              <a:rPr lang="en-US" sz="2400" dirty="0" err="1"/>
              <a:t>объекттер</a:t>
            </a:r>
            <a:r>
              <a:rPr lang="en-US" sz="2400" dirty="0"/>
              <a:t> </a:t>
            </a:r>
            <a:r>
              <a:rPr lang="en-US" sz="2400" dirty="0" err="1"/>
              <a:t>катары</a:t>
            </a:r>
            <a:r>
              <a:rPr lang="en-US" sz="2400" dirty="0"/>
              <a:t> </a:t>
            </a:r>
            <a:r>
              <a:rPr lang="en-US" sz="2400" dirty="0" err="1"/>
              <a:t>манипуляцияларды</a:t>
            </a:r>
            <a:r>
              <a:rPr lang="en-US" sz="2400" dirty="0"/>
              <a:t> </a:t>
            </a:r>
            <a:r>
              <a:rPr lang="en-US" sz="2400" dirty="0" err="1"/>
              <a:t>колдонобуз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3600" b="1" dirty="0">
                <a:solidFill>
                  <a:srgbClr val="FF0000"/>
                </a:solidFill>
              </a:rPr>
              <a:t>ӨЧҮРҮ</a:t>
            </a:r>
            <a:r>
              <a:rPr lang="ky-KG" sz="3600" b="1" dirty="0">
                <a:solidFill>
                  <a:srgbClr val="FF0000"/>
                </a:solidFill>
              </a:rPr>
              <a:t>П САЛЫ</a:t>
            </a:r>
            <a:r>
              <a:rPr lang="ru-RU" sz="3600" b="1" dirty="0">
                <a:solidFill>
                  <a:srgbClr val="FF0000"/>
                </a:solidFill>
              </a:rPr>
              <a:t>ҢЫЗ.</a:t>
            </a:r>
            <a:endParaRPr lang="en-US" sz="36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744054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3" name="Group 802">
            <a:extLst>
              <a:ext uri="{FF2B5EF4-FFF2-40B4-BE49-F238E27FC236}">
                <a16:creationId xmlns:a16="http://schemas.microsoft.com/office/drawing/2014/main" id="{0596206B-B888-4321-AA1C-78FF5234F149}"/>
              </a:ext>
            </a:extLst>
          </p:cNvPr>
          <p:cNvGrpSpPr/>
          <p:nvPr/>
        </p:nvGrpSpPr>
        <p:grpSpPr>
          <a:xfrm>
            <a:off x="571231" y="71993"/>
            <a:ext cx="8784232" cy="6731793"/>
            <a:chOff x="456931" y="21193"/>
            <a:chExt cx="8784232" cy="6731793"/>
          </a:xfrm>
        </p:grpSpPr>
        <p:grpSp>
          <p:nvGrpSpPr>
            <p:cNvPr id="501" name="Group 500">
              <a:extLst>
                <a:ext uri="{FF2B5EF4-FFF2-40B4-BE49-F238E27FC236}">
                  <a16:creationId xmlns:a16="http://schemas.microsoft.com/office/drawing/2014/main" id="{C058CE18-79C3-4569-A329-C7A83EEF6AAA}"/>
                </a:ext>
              </a:extLst>
            </p:cNvPr>
            <p:cNvGrpSpPr/>
            <p:nvPr/>
          </p:nvGrpSpPr>
          <p:grpSpPr>
            <a:xfrm>
              <a:off x="456931" y="21193"/>
              <a:ext cx="8784232" cy="3345462"/>
              <a:chOff x="50531" y="21193"/>
              <a:chExt cx="9452576" cy="360000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765E31C-5B3C-40FC-A800-4048280BE7B2}"/>
                  </a:ext>
                </a:extLst>
              </p:cNvPr>
              <p:cNvGrpSpPr/>
              <p:nvPr/>
            </p:nvGrpSpPr>
            <p:grpSpPr>
              <a:xfrm>
                <a:off x="5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94C9C3C6-DB98-4CC3-B794-0DDB42404C63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D9363F34-D248-4199-B4BD-540093E4DCD8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61C09BC-DFC1-4FDF-A222-797D6A70AF5E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D66A4DC6-90A5-40E9-8CAF-874FA008AD29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7328E7F-5EA2-47B3-9570-2B6848560293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EFB0E9EC-4213-4CCF-8110-74F9D071816F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DF8B0783-65CE-464E-9824-8C19AAA1D483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98D92CA-4C8B-4F7B-B91F-B6F0F468F62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193E6F4-4ED5-4004-AB87-B5DBB1586808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436773EF-DA72-44F8-B832-9400440495D4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6B73FCC-A8BA-447E-8CE4-AEFD5EF4625F}"/>
                  </a:ext>
                </a:extLst>
              </p:cNvPr>
              <p:cNvGrpSpPr/>
              <p:nvPr/>
            </p:nvGrpSpPr>
            <p:grpSpPr>
              <a:xfrm>
                <a:off x="4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339A9A3-0DF3-41FF-A295-CB30538EF82D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A75EDF5-5E71-4B4A-9884-4DB593BE491D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53AEB472-CB6D-4108-A692-1826AC7883FE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E5B9621-D382-4F73-9199-EDB992FB1C6E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57F0745A-AF9F-4FA0-911E-98421C8B422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FFB6469-0D96-418C-BDBA-2600D16A6F7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025F056-636E-40EF-B80E-52E1D4D63B87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E87193D5-AC4A-4513-8B65-22D752B90A7E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513B9BE8-9EC8-4CE6-AEA3-758DEAE2733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872B9C0-C208-448D-A7C4-74EB2C86BF43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B1C72846-2CA5-4D50-A511-08EB412C4CBC}"/>
                  </a:ext>
                </a:extLst>
              </p:cNvPr>
              <p:cNvGrpSpPr/>
              <p:nvPr/>
            </p:nvGrpSpPr>
            <p:grpSpPr>
              <a:xfrm>
                <a:off x="7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CBE424E2-4BFE-4F1C-B9F8-8A9CA98C0A2C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884BF2C1-2ADB-4B55-B626-CEE09E02B5A2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C9B553EF-7451-4C49-B4C4-6F54C4433C01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1D5BE0C-2F66-4149-A97F-E9CD6FC58A03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05E93E7E-162E-46DF-8B55-47A55A3DFBB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2784A345-3346-4089-A159-452BDFC16849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A1C414EB-A5B1-4569-BA0F-FD1B8EC93E3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5373927-A326-4396-88AF-4C0DFEBB4840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949C4AD0-55A5-4021-B859-3C2398D3ED7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65613F4-F270-42CD-ADC0-02F6A5A50370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C8824B1-7CE5-4653-9310-C401682F3B46}"/>
                  </a:ext>
                </a:extLst>
              </p:cNvPr>
              <p:cNvGrpSpPr/>
              <p:nvPr/>
            </p:nvGrpSpPr>
            <p:grpSpPr>
              <a:xfrm>
                <a:off x="11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8DAAFC67-EEBF-4F7C-A4D6-47D350928BBA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F7CE017E-6E57-47BB-999E-739A9CED619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56EE513F-986A-442A-A764-F086FC7A3237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CC0E55B6-813E-4285-8D1B-55773332EFD1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1D86D11-4DC7-475E-A238-6697C69463A6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1F0B0F4-756F-4157-BB29-575C282BE0E9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922CFF71-3B69-43D2-A7B5-1891C86C94D4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D7535046-39A1-4C93-A285-0E89AEC38C8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0D52C34-21E6-4D8D-A1F7-E0132D077058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DF0C1BC-586B-4E4B-8E0A-FF72B9B2089E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AC3575FB-69D0-4F92-AB7D-0D2925F3BA60}"/>
                  </a:ext>
                </a:extLst>
              </p:cNvPr>
              <p:cNvGrpSpPr/>
              <p:nvPr/>
            </p:nvGrpSpPr>
            <p:grpSpPr>
              <a:xfrm>
                <a:off x="14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49242FEF-4ED3-453D-84C9-F5BD3666B1E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5C0D4E8D-26D8-4C82-9756-A617694F1B85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D1089227-D47A-42F0-8BCA-477AB5957CF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2CA43765-DFF4-4757-A829-B0CB33314EA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57073A55-E60A-4519-8A12-22C1E9F23D6A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93D4E1C4-F197-4E99-8959-E7AF567D8A75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C1C5AAD6-603D-46CE-83C6-F2D2AF1C97EE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6BF0AB2D-5C8D-49BF-BA62-200436B84A68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21986D52-B6A5-47DB-9E81-F30FBE16EB3A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B6C1D414-04BF-4006-9DF1-B58C2DB73B71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44DF57B2-2B19-481B-A894-95662E18692F}"/>
                  </a:ext>
                </a:extLst>
              </p:cNvPr>
              <p:cNvGrpSpPr/>
              <p:nvPr/>
            </p:nvGrpSpPr>
            <p:grpSpPr>
              <a:xfrm>
                <a:off x="1850532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4033BE4-9806-4392-AB73-E2B980C4B720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3C878C49-3949-4E43-8AE6-BA2A981F2788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636E2FF5-ED34-44C3-9643-3B2B24D1B7AD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E82C4275-C213-4981-8FF6-7F7D3B716A3A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6B8ED60-C827-4977-BA58-E36C9A642CE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882E4DEE-B85F-4705-96DA-DED4BE199925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543A7209-87F4-443E-BBA1-BDC6FE82C42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87F73BB5-83E3-4010-B21E-41BA20902994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4342D0A8-7BD8-4F74-8F23-BEE92095E9F3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0B7DE9EE-AE68-43A2-84E1-52CB01CF9BB1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6BB8F3CC-97DA-4EAD-98AD-D59E93FB092B}"/>
                  </a:ext>
                </a:extLst>
              </p:cNvPr>
              <p:cNvGrpSpPr/>
              <p:nvPr/>
            </p:nvGrpSpPr>
            <p:grpSpPr>
              <a:xfrm>
                <a:off x="22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B5FFD745-0937-48F9-840F-EDCB0DA0FD4F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BB14CCFB-EE0A-482C-B1ED-0D037D57452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E39B473A-335B-4E1A-A842-50AE292D6562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8ED80E82-320C-4CF8-B698-76A391E6A65C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D0D9B799-B6F5-48AB-B4C4-F35A0533A65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07AB09AA-B704-4BA5-A9A2-D9D89727FDCD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AEC19C3E-4F92-4446-BEF4-AE485520058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BF4C79CA-B34C-4CDD-A5FD-51F0AF0BF7FB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D475FBE2-39DE-42B9-ADEB-231CB565BBC5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1F759BD2-F1D5-4BC1-A595-BF5A291C5296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7590ACA2-BD9F-42F4-8D39-DB3FAD041789}"/>
                  </a:ext>
                </a:extLst>
              </p:cNvPr>
              <p:cNvGrpSpPr/>
              <p:nvPr/>
            </p:nvGrpSpPr>
            <p:grpSpPr>
              <a:xfrm>
                <a:off x="25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49D62D2C-A649-41EE-B9A6-E0809279023D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9161E822-EE9B-4480-B100-D93410BE87E1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14B5DAA0-4F3C-484E-AAC6-E27FFDFB192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5AD94FA7-0052-4562-8D49-9063A4824094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2DEA8093-80D8-4942-B17A-C90FE6904F2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236F6317-21B7-4CFD-A55E-E3411BB0942F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D58AF929-FE57-454F-9EA7-C20B6FBFAF39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3F086425-88E4-4018-9229-CB6060D49043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31ADA696-9347-4DE2-A19B-96A232E5798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A1C706F9-05ED-4B26-911A-FCF269060EA7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AB48F218-EA3B-4213-B847-81BD7B70DC4C}"/>
                  </a:ext>
                </a:extLst>
              </p:cNvPr>
              <p:cNvGrpSpPr/>
              <p:nvPr/>
            </p:nvGrpSpPr>
            <p:grpSpPr>
              <a:xfrm>
                <a:off x="29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2BE59B9E-1DBF-4572-8E9D-36934993233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592E009F-2941-436B-9CFE-086EE3AE608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D5190521-81FA-4027-85A3-C257A0BF6F69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995FB3E8-D7F0-46CC-82CA-C8BE6B8F50AF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52F831A0-2A8E-45CC-B95A-561CFF9C4C37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92A0A0DB-B591-4CF8-A278-812845B01BA5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B1B0A572-4DE4-4BED-8C77-F24B53501948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C9D62636-A8D0-4F3F-B131-462409C01037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17379FB1-D7CE-4650-BBD4-15B718F49BB7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701C3201-6A44-4BC3-9CEC-D35E599E08FB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37C6F7F9-FE83-40DA-B028-B05A7371AAAF}"/>
                  </a:ext>
                </a:extLst>
              </p:cNvPr>
              <p:cNvGrpSpPr/>
              <p:nvPr/>
            </p:nvGrpSpPr>
            <p:grpSpPr>
              <a:xfrm>
                <a:off x="32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53A3C8A5-6869-49A8-B8D5-B08D34B13D7E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A09941C1-1744-4F99-ACDC-AE88292E79A3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A521556F-5873-43A5-BEEF-3A821481EB2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078410A9-9AF2-4CA4-BABA-FED20BBE0BBF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F014A864-C401-4535-B780-CC9C32319AE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56BC6C21-B108-4322-AFE5-2C090074FC4B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CF25A386-655D-4A6C-83FD-BED6D5D4BD7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673A7549-B387-4755-AB94-5A4932CEE011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55AF9C15-1FF7-4F4A-BD9E-15ED48B3ECF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2125DE7C-9EB2-4836-874A-BFCD3D0E6E39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5B46EE2E-49D2-4BA6-B5C0-C0D07B6A61A9}"/>
                  </a:ext>
                </a:extLst>
              </p:cNvPr>
              <p:cNvSpPr/>
              <p:nvPr/>
            </p:nvSpPr>
            <p:spPr>
              <a:xfrm>
                <a:off x="50531" y="21193"/>
                <a:ext cx="3600000" cy="360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210A8961-27DC-4B36-8622-87C7BC3AA143}"/>
                  </a:ext>
                </a:extLst>
              </p:cNvPr>
              <p:cNvGrpSpPr/>
              <p:nvPr/>
            </p:nvGrpSpPr>
            <p:grpSpPr>
              <a:xfrm>
                <a:off x="368926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293" name="Group 292">
                  <a:extLst>
                    <a:ext uri="{FF2B5EF4-FFF2-40B4-BE49-F238E27FC236}">
                      <a16:creationId xmlns:a16="http://schemas.microsoft.com/office/drawing/2014/main" id="{D330432C-C30B-4C52-A857-A3A775419ABE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294" name="Rectangle 293">
                    <a:extLst>
                      <a:ext uri="{FF2B5EF4-FFF2-40B4-BE49-F238E27FC236}">
                        <a16:creationId xmlns:a16="http://schemas.microsoft.com/office/drawing/2014/main" id="{5D984EB3-5A0E-4AB6-9759-54AA3B3B3A54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5" name="Rectangle 294">
                    <a:extLst>
                      <a:ext uri="{FF2B5EF4-FFF2-40B4-BE49-F238E27FC236}">
                        <a16:creationId xmlns:a16="http://schemas.microsoft.com/office/drawing/2014/main" id="{E2997505-70B4-4248-A375-651AD9852DA6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6" name="Rectangle 295">
                    <a:extLst>
                      <a:ext uri="{FF2B5EF4-FFF2-40B4-BE49-F238E27FC236}">
                        <a16:creationId xmlns:a16="http://schemas.microsoft.com/office/drawing/2014/main" id="{643E189A-384C-4E11-A8C8-8BC2E4457E22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7" name="Rectangle 296">
                    <a:extLst>
                      <a:ext uri="{FF2B5EF4-FFF2-40B4-BE49-F238E27FC236}">
                        <a16:creationId xmlns:a16="http://schemas.microsoft.com/office/drawing/2014/main" id="{59A2F2A2-4993-421E-B08A-B5D289E3445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8" name="Rectangle 297">
                    <a:extLst>
                      <a:ext uri="{FF2B5EF4-FFF2-40B4-BE49-F238E27FC236}">
                        <a16:creationId xmlns:a16="http://schemas.microsoft.com/office/drawing/2014/main" id="{7AA24E13-9E0C-46FA-8767-E71FE191C9C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9" name="Rectangle 298">
                    <a:extLst>
                      <a:ext uri="{FF2B5EF4-FFF2-40B4-BE49-F238E27FC236}">
                        <a16:creationId xmlns:a16="http://schemas.microsoft.com/office/drawing/2014/main" id="{654E18B7-7994-49B0-A04B-018CF07DC7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0" name="Rectangle 299">
                    <a:extLst>
                      <a:ext uri="{FF2B5EF4-FFF2-40B4-BE49-F238E27FC236}">
                        <a16:creationId xmlns:a16="http://schemas.microsoft.com/office/drawing/2014/main" id="{C6DDCEB7-5F15-47A7-8F4A-E77D8B6FAABC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1" name="Rectangle 300">
                    <a:extLst>
                      <a:ext uri="{FF2B5EF4-FFF2-40B4-BE49-F238E27FC236}">
                        <a16:creationId xmlns:a16="http://schemas.microsoft.com/office/drawing/2014/main" id="{779A3C0B-B925-4F7A-BB9F-C43FC78001B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2" name="Rectangle 301">
                    <a:extLst>
                      <a:ext uri="{FF2B5EF4-FFF2-40B4-BE49-F238E27FC236}">
                        <a16:creationId xmlns:a16="http://schemas.microsoft.com/office/drawing/2014/main" id="{8EFE143E-2B39-4F54-A482-4014A72CAD8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3" name="Rectangle 302">
                    <a:extLst>
                      <a:ext uri="{FF2B5EF4-FFF2-40B4-BE49-F238E27FC236}">
                        <a16:creationId xmlns:a16="http://schemas.microsoft.com/office/drawing/2014/main" id="{082FAD0A-D734-42E4-800E-3766FCB9F936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04" name="Rectangle 303">
                  <a:extLst>
                    <a:ext uri="{FF2B5EF4-FFF2-40B4-BE49-F238E27FC236}">
                      <a16:creationId xmlns:a16="http://schemas.microsoft.com/office/drawing/2014/main" id="{9612CB01-E92A-43AE-A61F-FA6DEEB2C78A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2442D0C9-3878-4352-B36E-0ED4B1556775}"/>
                  </a:ext>
                </a:extLst>
              </p:cNvPr>
              <p:cNvGrpSpPr/>
              <p:nvPr/>
            </p:nvGrpSpPr>
            <p:grpSpPr>
              <a:xfrm>
                <a:off x="408692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07" name="Group 306">
                  <a:extLst>
                    <a:ext uri="{FF2B5EF4-FFF2-40B4-BE49-F238E27FC236}">
                      <a16:creationId xmlns:a16="http://schemas.microsoft.com/office/drawing/2014/main" id="{EDE0AF6D-32E8-40F8-9D32-5B7EDFC72FC0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09" name="Rectangle 308">
                    <a:extLst>
                      <a:ext uri="{FF2B5EF4-FFF2-40B4-BE49-F238E27FC236}">
                        <a16:creationId xmlns:a16="http://schemas.microsoft.com/office/drawing/2014/main" id="{0A534E0B-480E-4F5A-AC06-DB1899D595C8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0" name="Rectangle 309">
                    <a:extLst>
                      <a:ext uri="{FF2B5EF4-FFF2-40B4-BE49-F238E27FC236}">
                        <a16:creationId xmlns:a16="http://schemas.microsoft.com/office/drawing/2014/main" id="{EFBF5CA6-73F9-4B95-A21B-ACD79FA1C31E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1" name="Rectangle 310">
                    <a:extLst>
                      <a:ext uri="{FF2B5EF4-FFF2-40B4-BE49-F238E27FC236}">
                        <a16:creationId xmlns:a16="http://schemas.microsoft.com/office/drawing/2014/main" id="{D02FB740-BA99-4492-9F3E-6F2A5CD254B8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2" name="Rectangle 311">
                    <a:extLst>
                      <a:ext uri="{FF2B5EF4-FFF2-40B4-BE49-F238E27FC236}">
                        <a16:creationId xmlns:a16="http://schemas.microsoft.com/office/drawing/2014/main" id="{A716237E-D371-4112-BDE5-C7418F7A453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3" name="Rectangle 312">
                    <a:extLst>
                      <a:ext uri="{FF2B5EF4-FFF2-40B4-BE49-F238E27FC236}">
                        <a16:creationId xmlns:a16="http://schemas.microsoft.com/office/drawing/2014/main" id="{54F66373-B152-4D77-81CD-A2F354FF6A3D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4" name="Rectangle 313">
                    <a:extLst>
                      <a:ext uri="{FF2B5EF4-FFF2-40B4-BE49-F238E27FC236}">
                        <a16:creationId xmlns:a16="http://schemas.microsoft.com/office/drawing/2014/main" id="{075475A7-573E-4A47-90ED-541B158914F7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5" name="Rectangle 314">
                    <a:extLst>
                      <a:ext uri="{FF2B5EF4-FFF2-40B4-BE49-F238E27FC236}">
                        <a16:creationId xmlns:a16="http://schemas.microsoft.com/office/drawing/2014/main" id="{C3AE12D2-B740-4432-95E9-A47EEAC318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6" name="Rectangle 315">
                    <a:extLst>
                      <a:ext uri="{FF2B5EF4-FFF2-40B4-BE49-F238E27FC236}">
                        <a16:creationId xmlns:a16="http://schemas.microsoft.com/office/drawing/2014/main" id="{88795EBD-770F-430C-B94E-D001E2374D7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7" name="Rectangle 316">
                    <a:extLst>
                      <a:ext uri="{FF2B5EF4-FFF2-40B4-BE49-F238E27FC236}">
                        <a16:creationId xmlns:a16="http://schemas.microsoft.com/office/drawing/2014/main" id="{3768228F-FE55-4E5F-9C4B-BBB4A103CFCF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8" name="Rectangle 317">
                    <a:extLst>
                      <a:ext uri="{FF2B5EF4-FFF2-40B4-BE49-F238E27FC236}">
                        <a16:creationId xmlns:a16="http://schemas.microsoft.com/office/drawing/2014/main" id="{A6437F50-128D-46E3-9965-8525894AF576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08" name="Rectangle 307">
                  <a:extLst>
                    <a:ext uri="{FF2B5EF4-FFF2-40B4-BE49-F238E27FC236}">
                      <a16:creationId xmlns:a16="http://schemas.microsoft.com/office/drawing/2014/main" id="{EFCD4378-4857-472A-98B3-68A51454A203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37F689D8-77F2-43B9-AB1D-CCF87523D425}"/>
                  </a:ext>
                </a:extLst>
              </p:cNvPr>
              <p:cNvGrpSpPr/>
              <p:nvPr/>
            </p:nvGrpSpPr>
            <p:grpSpPr>
              <a:xfrm>
                <a:off x="448032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20" name="Group 319">
                  <a:extLst>
                    <a:ext uri="{FF2B5EF4-FFF2-40B4-BE49-F238E27FC236}">
                      <a16:creationId xmlns:a16="http://schemas.microsoft.com/office/drawing/2014/main" id="{704F6A94-D93E-4482-8A26-A2972DEE9EB6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22" name="Rectangle 321">
                    <a:extLst>
                      <a:ext uri="{FF2B5EF4-FFF2-40B4-BE49-F238E27FC236}">
                        <a16:creationId xmlns:a16="http://schemas.microsoft.com/office/drawing/2014/main" id="{E34345FC-CA38-45DA-BE9D-3B520444B0C7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3" name="Rectangle 322">
                    <a:extLst>
                      <a:ext uri="{FF2B5EF4-FFF2-40B4-BE49-F238E27FC236}">
                        <a16:creationId xmlns:a16="http://schemas.microsoft.com/office/drawing/2014/main" id="{E3B36472-0DE4-489F-A5E8-1917CEF93E9A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4" name="Rectangle 323">
                    <a:extLst>
                      <a:ext uri="{FF2B5EF4-FFF2-40B4-BE49-F238E27FC236}">
                        <a16:creationId xmlns:a16="http://schemas.microsoft.com/office/drawing/2014/main" id="{5A29A52B-D31C-4F62-9ADC-7A69F1B2E8A9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5" name="Rectangle 324">
                    <a:extLst>
                      <a:ext uri="{FF2B5EF4-FFF2-40B4-BE49-F238E27FC236}">
                        <a16:creationId xmlns:a16="http://schemas.microsoft.com/office/drawing/2014/main" id="{4440EE9A-4F15-4F2C-A1EB-52C5F6D815E7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6" name="Rectangle 325">
                    <a:extLst>
                      <a:ext uri="{FF2B5EF4-FFF2-40B4-BE49-F238E27FC236}">
                        <a16:creationId xmlns:a16="http://schemas.microsoft.com/office/drawing/2014/main" id="{26B45A14-6CD9-44AF-8472-3F28BB766278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7" name="Rectangle 326">
                    <a:extLst>
                      <a:ext uri="{FF2B5EF4-FFF2-40B4-BE49-F238E27FC236}">
                        <a16:creationId xmlns:a16="http://schemas.microsoft.com/office/drawing/2014/main" id="{974916E1-409E-4F76-9087-559DDF30E194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8" name="Rectangle 327">
                    <a:extLst>
                      <a:ext uri="{FF2B5EF4-FFF2-40B4-BE49-F238E27FC236}">
                        <a16:creationId xmlns:a16="http://schemas.microsoft.com/office/drawing/2014/main" id="{668D8372-931F-42BA-BF29-8CB1107D7040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9" name="Rectangle 328">
                    <a:extLst>
                      <a:ext uri="{FF2B5EF4-FFF2-40B4-BE49-F238E27FC236}">
                        <a16:creationId xmlns:a16="http://schemas.microsoft.com/office/drawing/2014/main" id="{7789ECAC-0A58-4C47-9229-98F63C774EDF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0" name="Rectangle 329">
                    <a:extLst>
                      <a:ext uri="{FF2B5EF4-FFF2-40B4-BE49-F238E27FC236}">
                        <a16:creationId xmlns:a16="http://schemas.microsoft.com/office/drawing/2014/main" id="{0AE4BBEF-6179-4124-84D6-310C04552BB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1" name="Rectangle 330">
                    <a:extLst>
                      <a:ext uri="{FF2B5EF4-FFF2-40B4-BE49-F238E27FC236}">
                        <a16:creationId xmlns:a16="http://schemas.microsoft.com/office/drawing/2014/main" id="{697DBFE0-C6C0-42DA-B2D6-14BAA3D44184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21" name="Rectangle 320">
                  <a:extLst>
                    <a:ext uri="{FF2B5EF4-FFF2-40B4-BE49-F238E27FC236}">
                      <a16:creationId xmlns:a16="http://schemas.microsoft.com/office/drawing/2014/main" id="{F2C6856E-C9E7-4835-BAE0-1565489041A5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B5C424B4-6E5D-4536-99C3-9FA52A521CA9}"/>
                  </a:ext>
                </a:extLst>
              </p:cNvPr>
              <p:cNvGrpSpPr/>
              <p:nvPr/>
            </p:nvGrpSpPr>
            <p:grpSpPr>
              <a:xfrm>
                <a:off x="4878464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33" name="Group 332">
                  <a:extLst>
                    <a:ext uri="{FF2B5EF4-FFF2-40B4-BE49-F238E27FC236}">
                      <a16:creationId xmlns:a16="http://schemas.microsoft.com/office/drawing/2014/main" id="{6EC9F528-24E7-4AD6-A713-9E43C1BEB9EA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35" name="Rectangle 334">
                    <a:extLst>
                      <a:ext uri="{FF2B5EF4-FFF2-40B4-BE49-F238E27FC236}">
                        <a16:creationId xmlns:a16="http://schemas.microsoft.com/office/drawing/2014/main" id="{13BC2BD8-3536-438C-8616-937752E95F24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6" name="Rectangle 335">
                    <a:extLst>
                      <a:ext uri="{FF2B5EF4-FFF2-40B4-BE49-F238E27FC236}">
                        <a16:creationId xmlns:a16="http://schemas.microsoft.com/office/drawing/2014/main" id="{09940B4C-99E8-4239-BF3A-66901315AB04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7" name="Rectangle 336">
                    <a:extLst>
                      <a:ext uri="{FF2B5EF4-FFF2-40B4-BE49-F238E27FC236}">
                        <a16:creationId xmlns:a16="http://schemas.microsoft.com/office/drawing/2014/main" id="{4E82AE96-FECC-4D84-9B07-6027D7F0D5B4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8" name="Rectangle 337">
                    <a:extLst>
                      <a:ext uri="{FF2B5EF4-FFF2-40B4-BE49-F238E27FC236}">
                        <a16:creationId xmlns:a16="http://schemas.microsoft.com/office/drawing/2014/main" id="{835A55DC-4D66-4304-8E61-5F371E40DD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9" name="Rectangle 338">
                    <a:extLst>
                      <a:ext uri="{FF2B5EF4-FFF2-40B4-BE49-F238E27FC236}">
                        <a16:creationId xmlns:a16="http://schemas.microsoft.com/office/drawing/2014/main" id="{4D5D2984-D332-4DC3-BBD6-C3CB254FD48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0" name="Rectangle 339">
                    <a:extLst>
                      <a:ext uri="{FF2B5EF4-FFF2-40B4-BE49-F238E27FC236}">
                        <a16:creationId xmlns:a16="http://schemas.microsoft.com/office/drawing/2014/main" id="{76236C3B-C03C-4B30-B498-3ED097F5BF7F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1" name="Rectangle 340">
                    <a:extLst>
                      <a:ext uri="{FF2B5EF4-FFF2-40B4-BE49-F238E27FC236}">
                        <a16:creationId xmlns:a16="http://schemas.microsoft.com/office/drawing/2014/main" id="{466B1713-C795-4F48-B4BA-5F76DDA149B5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2" name="Rectangle 341">
                    <a:extLst>
                      <a:ext uri="{FF2B5EF4-FFF2-40B4-BE49-F238E27FC236}">
                        <a16:creationId xmlns:a16="http://schemas.microsoft.com/office/drawing/2014/main" id="{70704BA0-ABB2-4677-93DE-1C71F9B05A0A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3" name="Rectangle 342">
                    <a:extLst>
                      <a:ext uri="{FF2B5EF4-FFF2-40B4-BE49-F238E27FC236}">
                        <a16:creationId xmlns:a16="http://schemas.microsoft.com/office/drawing/2014/main" id="{6DDB7085-BC08-456E-98B3-3E0AE8B03B1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4" name="Rectangle 343">
                    <a:extLst>
                      <a:ext uri="{FF2B5EF4-FFF2-40B4-BE49-F238E27FC236}">
                        <a16:creationId xmlns:a16="http://schemas.microsoft.com/office/drawing/2014/main" id="{A0A85CA0-2738-41C7-87BB-226683094E57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34" name="Rectangle 333">
                  <a:extLst>
                    <a:ext uri="{FF2B5EF4-FFF2-40B4-BE49-F238E27FC236}">
                      <a16:creationId xmlns:a16="http://schemas.microsoft.com/office/drawing/2014/main" id="{8ED1690F-7C8A-4EEC-9942-CFC7951256CD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45" name="Group 344">
                <a:extLst>
                  <a:ext uri="{FF2B5EF4-FFF2-40B4-BE49-F238E27FC236}">
                    <a16:creationId xmlns:a16="http://schemas.microsoft.com/office/drawing/2014/main" id="{D2F09052-7EF5-4453-B23C-AC53405D4C54}"/>
                  </a:ext>
                </a:extLst>
              </p:cNvPr>
              <p:cNvGrpSpPr/>
              <p:nvPr/>
            </p:nvGrpSpPr>
            <p:grpSpPr>
              <a:xfrm>
                <a:off x="5276125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46" name="Group 345">
                  <a:extLst>
                    <a:ext uri="{FF2B5EF4-FFF2-40B4-BE49-F238E27FC236}">
                      <a16:creationId xmlns:a16="http://schemas.microsoft.com/office/drawing/2014/main" id="{3C445692-3186-4E41-9371-EB2790E14439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48" name="Rectangle 347">
                    <a:extLst>
                      <a:ext uri="{FF2B5EF4-FFF2-40B4-BE49-F238E27FC236}">
                        <a16:creationId xmlns:a16="http://schemas.microsoft.com/office/drawing/2014/main" id="{B41E23D4-8411-44DB-AEA9-835B23662943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9" name="Rectangle 348">
                    <a:extLst>
                      <a:ext uri="{FF2B5EF4-FFF2-40B4-BE49-F238E27FC236}">
                        <a16:creationId xmlns:a16="http://schemas.microsoft.com/office/drawing/2014/main" id="{D6EF43A6-39B0-49BA-8720-979F80150A5F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0" name="Rectangle 349">
                    <a:extLst>
                      <a:ext uri="{FF2B5EF4-FFF2-40B4-BE49-F238E27FC236}">
                        <a16:creationId xmlns:a16="http://schemas.microsoft.com/office/drawing/2014/main" id="{A64D7DC4-E694-4755-B3C8-FE7ED311C3B8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1" name="Rectangle 350">
                    <a:extLst>
                      <a:ext uri="{FF2B5EF4-FFF2-40B4-BE49-F238E27FC236}">
                        <a16:creationId xmlns:a16="http://schemas.microsoft.com/office/drawing/2014/main" id="{373B6667-6206-4DA1-B919-7E36DF0E2C9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2" name="Rectangle 351">
                    <a:extLst>
                      <a:ext uri="{FF2B5EF4-FFF2-40B4-BE49-F238E27FC236}">
                        <a16:creationId xmlns:a16="http://schemas.microsoft.com/office/drawing/2014/main" id="{FC511F2B-9E6C-4982-B213-F3718F270D2D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3" name="Rectangle 352">
                    <a:extLst>
                      <a:ext uri="{FF2B5EF4-FFF2-40B4-BE49-F238E27FC236}">
                        <a16:creationId xmlns:a16="http://schemas.microsoft.com/office/drawing/2014/main" id="{4A5A520B-71B5-4A9F-B11F-0A7E39C90123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4" name="Rectangle 353">
                    <a:extLst>
                      <a:ext uri="{FF2B5EF4-FFF2-40B4-BE49-F238E27FC236}">
                        <a16:creationId xmlns:a16="http://schemas.microsoft.com/office/drawing/2014/main" id="{2E334A32-18DA-4F89-807E-3596E167147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5" name="Rectangle 354">
                    <a:extLst>
                      <a:ext uri="{FF2B5EF4-FFF2-40B4-BE49-F238E27FC236}">
                        <a16:creationId xmlns:a16="http://schemas.microsoft.com/office/drawing/2014/main" id="{86DA8120-4129-4E56-86B9-0915535FBA3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6" name="Rectangle 355">
                    <a:extLst>
                      <a:ext uri="{FF2B5EF4-FFF2-40B4-BE49-F238E27FC236}">
                        <a16:creationId xmlns:a16="http://schemas.microsoft.com/office/drawing/2014/main" id="{E7B51C20-2A99-4EF5-BD45-F46434DA7A4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7" name="Rectangle 356">
                    <a:extLst>
                      <a:ext uri="{FF2B5EF4-FFF2-40B4-BE49-F238E27FC236}">
                        <a16:creationId xmlns:a16="http://schemas.microsoft.com/office/drawing/2014/main" id="{8499AAD0-31F5-4386-9B56-8BAF664FF1A1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4211B111-6742-4FF9-A0EB-1C21C555F1AE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58" name="Group 357">
                <a:extLst>
                  <a:ext uri="{FF2B5EF4-FFF2-40B4-BE49-F238E27FC236}">
                    <a16:creationId xmlns:a16="http://schemas.microsoft.com/office/drawing/2014/main" id="{8E196039-514B-47B3-B5FA-87791A199DA4}"/>
                  </a:ext>
                </a:extLst>
              </p:cNvPr>
              <p:cNvGrpSpPr/>
              <p:nvPr/>
            </p:nvGrpSpPr>
            <p:grpSpPr>
              <a:xfrm>
                <a:off x="5669523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59" name="Group 358">
                  <a:extLst>
                    <a:ext uri="{FF2B5EF4-FFF2-40B4-BE49-F238E27FC236}">
                      <a16:creationId xmlns:a16="http://schemas.microsoft.com/office/drawing/2014/main" id="{CA55270B-2945-4314-9793-31D65E4497EE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61" name="Rectangle 360">
                    <a:extLst>
                      <a:ext uri="{FF2B5EF4-FFF2-40B4-BE49-F238E27FC236}">
                        <a16:creationId xmlns:a16="http://schemas.microsoft.com/office/drawing/2014/main" id="{0303EA6D-8E50-4099-9182-9BDCCB2975A3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2" name="Rectangle 361">
                    <a:extLst>
                      <a:ext uri="{FF2B5EF4-FFF2-40B4-BE49-F238E27FC236}">
                        <a16:creationId xmlns:a16="http://schemas.microsoft.com/office/drawing/2014/main" id="{5860CEBE-7739-4F4C-B32F-113231BCECE6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3" name="Rectangle 362">
                    <a:extLst>
                      <a:ext uri="{FF2B5EF4-FFF2-40B4-BE49-F238E27FC236}">
                        <a16:creationId xmlns:a16="http://schemas.microsoft.com/office/drawing/2014/main" id="{5C297C69-ECB5-41C2-9050-13BF1D7C1E20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4" name="Rectangle 363">
                    <a:extLst>
                      <a:ext uri="{FF2B5EF4-FFF2-40B4-BE49-F238E27FC236}">
                        <a16:creationId xmlns:a16="http://schemas.microsoft.com/office/drawing/2014/main" id="{FD9C486E-BE39-487D-9412-02B766D33FDF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5" name="Rectangle 364">
                    <a:extLst>
                      <a:ext uri="{FF2B5EF4-FFF2-40B4-BE49-F238E27FC236}">
                        <a16:creationId xmlns:a16="http://schemas.microsoft.com/office/drawing/2014/main" id="{482FAA39-4784-4A10-8BA0-D494415FE68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6" name="Rectangle 365">
                    <a:extLst>
                      <a:ext uri="{FF2B5EF4-FFF2-40B4-BE49-F238E27FC236}">
                        <a16:creationId xmlns:a16="http://schemas.microsoft.com/office/drawing/2014/main" id="{F21C64EF-45DE-44B9-8D6B-F74C1AEE4168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7" name="Rectangle 366">
                    <a:extLst>
                      <a:ext uri="{FF2B5EF4-FFF2-40B4-BE49-F238E27FC236}">
                        <a16:creationId xmlns:a16="http://schemas.microsoft.com/office/drawing/2014/main" id="{157066F5-E7BB-497B-92F3-A81FF6508E64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8" name="Rectangle 367">
                    <a:extLst>
                      <a:ext uri="{FF2B5EF4-FFF2-40B4-BE49-F238E27FC236}">
                        <a16:creationId xmlns:a16="http://schemas.microsoft.com/office/drawing/2014/main" id="{5DC7550A-4425-4EF4-A16D-1A47898619DC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9" name="Rectangle 368">
                    <a:extLst>
                      <a:ext uri="{FF2B5EF4-FFF2-40B4-BE49-F238E27FC236}">
                        <a16:creationId xmlns:a16="http://schemas.microsoft.com/office/drawing/2014/main" id="{6ECA4BAB-996C-4A05-A087-A01CAF2EA7D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0" name="Rectangle 369">
                    <a:extLst>
                      <a:ext uri="{FF2B5EF4-FFF2-40B4-BE49-F238E27FC236}">
                        <a16:creationId xmlns:a16="http://schemas.microsoft.com/office/drawing/2014/main" id="{E026B4C1-077B-4030-A9CD-A31732F3DE71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60" name="Rectangle 359">
                  <a:extLst>
                    <a:ext uri="{FF2B5EF4-FFF2-40B4-BE49-F238E27FC236}">
                      <a16:creationId xmlns:a16="http://schemas.microsoft.com/office/drawing/2014/main" id="{0C239153-0DCB-4762-9CE6-430EE788475E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F4E8CF5B-D172-477B-AE52-F7941AF6FC87}"/>
                  </a:ext>
                </a:extLst>
              </p:cNvPr>
              <p:cNvGrpSpPr/>
              <p:nvPr/>
            </p:nvGrpSpPr>
            <p:grpSpPr>
              <a:xfrm>
                <a:off x="6062921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72" name="Group 371">
                  <a:extLst>
                    <a:ext uri="{FF2B5EF4-FFF2-40B4-BE49-F238E27FC236}">
                      <a16:creationId xmlns:a16="http://schemas.microsoft.com/office/drawing/2014/main" id="{D15B9C99-DF8F-44C1-9236-4A96649B2609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74" name="Rectangle 373">
                    <a:extLst>
                      <a:ext uri="{FF2B5EF4-FFF2-40B4-BE49-F238E27FC236}">
                        <a16:creationId xmlns:a16="http://schemas.microsoft.com/office/drawing/2014/main" id="{589977D4-DE01-47A7-9925-046D87FC202C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5" name="Rectangle 374">
                    <a:extLst>
                      <a:ext uri="{FF2B5EF4-FFF2-40B4-BE49-F238E27FC236}">
                        <a16:creationId xmlns:a16="http://schemas.microsoft.com/office/drawing/2014/main" id="{1D0CA807-3499-4304-81BC-04809D6973BD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6" name="Rectangle 375">
                    <a:extLst>
                      <a:ext uri="{FF2B5EF4-FFF2-40B4-BE49-F238E27FC236}">
                        <a16:creationId xmlns:a16="http://schemas.microsoft.com/office/drawing/2014/main" id="{3E113648-5E4E-4718-9AF6-328E79F55B35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7" name="Rectangle 376">
                    <a:extLst>
                      <a:ext uri="{FF2B5EF4-FFF2-40B4-BE49-F238E27FC236}">
                        <a16:creationId xmlns:a16="http://schemas.microsoft.com/office/drawing/2014/main" id="{9E237E94-CF28-4538-88DE-0C6D4043889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8" name="Rectangle 377">
                    <a:extLst>
                      <a:ext uri="{FF2B5EF4-FFF2-40B4-BE49-F238E27FC236}">
                        <a16:creationId xmlns:a16="http://schemas.microsoft.com/office/drawing/2014/main" id="{1E744473-17BF-48E2-9CC5-C796B181F0C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" name="Rectangle 378">
                    <a:extLst>
                      <a:ext uri="{FF2B5EF4-FFF2-40B4-BE49-F238E27FC236}">
                        <a16:creationId xmlns:a16="http://schemas.microsoft.com/office/drawing/2014/main" id="{1B677705-ED9F-447C-AF5E-8F7304ED3D3B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0" name="Rectangle 379">
                    <a:extLst>
                      <a:ext uri="{FF2B5EF4-FFF2-40B4-BE49-F238E27FC236}">
                        <a16:creationId xmlns:a16="http://schemas.microsoft.com/office/drawing/2014/main" id="{3CDE2665-2C27-4C1F-88D0-26FB45587337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1" name="Rectangle 380">
                    <a:extLst>
                      <a:ext uri="{FF2B5EF4-FFF2-40B4-BE49-F238E27FC236}">
                        <a16:creationId xmlns:a16="http://schemas.microsoft.com/office/drawing/2014/main" id="{C7696076-B87B-427E-832E-702D10BFDE5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2" name="Rectangle 381">
                    <a:extLst>
                      <a:ext uri="{FF2B5EF4-FFF2-40B4-BE49-F238E27FC236}">
                        <a16:creationId xmlns:a16="http://schemas.microsoft.com/office/drawing/2014/main" id="{B78D76EC-3511-4D89-8678-5733BC945097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3" name="Rectangle 382">
                    <a:extLst>
                      <a:ext uri="{FF2B5EF4-FFF2-40B4-BE49-F238E27FC236}">
                        <a16:creationId xmlns:a16="http://schemas.microsoft.com/office/drawing/2014/main" id="{90701C5F-04E4-40AE-9E12-D5A533796ACF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73" name="Rectangle 372">
                  <a:extLst>
                    <a:ext uri="{FF2B5EF4-FFF2-40B4-BE49-F238E27FC236}">
                      <a16:creationId xmlns:a16="http://schemas.microsoft.com/office/drawing/2014/main" id="{9978C0F4-6BED-4B64-B1B6-874CCCC919A0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84" name="Group 383">
                <a:extLst>
                  <a:ext uri="{FF2B5EF4-FFF2-40B4-BE49-F238E27FC236}">
                    <a16:creationId xmlns:a16="http://schemas.microsoft.com/office/drawing/2014/main" id="{9D0BD111-42F7-4E3B-A0E2-0E281FF61A11}"/>
                  </a:ext>
                </a:extLst>
              </p:cNvPr>
              <p:cNvGrpSpPr/>
              <p:nvPr/>
            </p:nvGrpSpPr>
            <p:grpSpPr>
              <a:xfrm>
                <a:off x="64610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85" name="Group 384">
                  <a:extLst>
                    <a:ext uri="{FF2B5EF4-FFF2-40B4-BE49-F238E27FC236}">
                      <a16:creationId xmlns:a16="http://schemas.microsoft.com/office/drawing/2014/main" id="{5143F818-81DD-4FCE-B55A-5444333B371D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87" name="Rectangle 386">
                    <a:extLst>
                      <a:ext uri="{FF2B5EF4-FFF2-40B4-BE49-F238E27FC236}">
                        <a16:creationId xmlns:a16="http://schemas.microsoft.com/office/drawing/2014/main" id="{5B4858F2-C8F2-41DE-9FA6-913A70FDB6B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8" name="Rectangle 387">
                    <a:extLst>
                      <a:ext uri="{FF2B5EF4-FFF2-40B4-BE49-F238E27FC236}">
                        <a16:creationId xmlns:a16="http://schemas.microsoft.com/office/drawing/2014/main" id="{1A1CF2F7-F5BE-4BCC-BD71-DBE3EB492BA4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9" name="Rectangle 388">
                    <a:extLst>
                      <a:ext uri="{FF2B5EF4-FFF2-40B4-BE49-F238E27FC236}">
                        <a16:creationId xmlns:a16="http://schemas.microsoft.com/office/drawing/2014/main" id="{64EEBD5A-356B-4CF2-953C-38B95648CF0E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0" name="Rectangle 389">
                    <a:extLst>
                      <a:ext uri="{FF2B5EF4-FFF2-40B4-BE49-F238E27FC236}">
                        <a16:creationId xmlns:a16="http://schemas.microsoft.com/office/drawing/2014/main" id="{0AADBF31-57D3-40A2-968A-27036460FF6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1" name="Rectangle 390">
                    <a:extLst>
                      <a:ext uri="{FF2B5EF4-FFF2-40B4-BE49-F238E27FC236}">
                        <a16:creationId xmlns:a16="http://schemas.microsoft.com/office/drawing/2014/main" id="{F87ECB6F-E7D8-41C9-A998-AE4DD7185003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2" name="Rectangle 391">
                    <a:extLst>
                      <a:ext uri="{FF2B5EF4-FFF2-40B4-BE49-F238E27FC236}">
                        <a16:creationId xmlns:a16="http://schemas.microsoft.com/office/drawing/2014/main" id="{85FFF658-514F-41D8-80F6-E448290A3BB6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3" name="Rectangle 392">
                    <a:extLst>
                      <a:ext uri="{FF2B5EF4-FFF2-40B4-BE49-F238E27FC236}">
                        <a16:creationId xmlns:a16="http://schemas.microsoft.com/office/drawing/2014/main" id="{C8A62CF5-1BA1-4274-A9F5-770FCED37AC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4" name="Rectangle 393">
                    <a:extLst>
                      <a:ext uri="{FF2B5EF4-FFF2-40B4-BE49-F238E27FC236}">
                        <a16:creationId xmlns:a16="http://schemas.microsoft.com/office/drawing/2014/main" id="{8A28F805-B588-4E94-AFAC-88900466D8F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5" name="Rectangle 394">
                    <a:extLst>
                      <a:ext uri="{FF2B5EF4-FFF2-40B4-BE49-F238E27FC236}">
                        <a16:creationId xmlns:a16="http://schemas.microsoft.com/office/drawing/2014/main" id="{75759A33-FD45-4C0C-8789-DB1E885F2CC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6" name="Rectangle 395">
                    <a:extLst>
                      <a:ext uri="{FF2B5EF4-FFF2-40B4-BE49-F238E27FC236}">
                        <a16:creationId xmlns:a16="http://schemas.microsoft.com/office/drawing/2014/main" id="{42CEC2C8-E935-4EF5-8B0E-5B8073BF59C5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86" name="Rectangle 385">
                  <a:extLst>
                    <a:ext uri="{FF2B5EF4-FFF2-40B4-BE49-F238E27FC236}">
                      <a16:creationId xmlns:a16="http://schemas.microsoft.com/office/drawing/2014/main" id="{6EA29FA8-A223-4DD4-93E9-3FFBCEE4EC3C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97" name="Group 396">
                <a:extLst>
                  <a:ext uri="{FF2B5EF4-FFF2-40B4-BE49-F238E27FC236}">
                    <a16:creationId xmlns:a16="http://schemas.microsoft.com/office/drawing/2014/main" id="{B89C77C3-B1CB-42FB-81AB-43C3D5C8E68A}"/>
                  </a:ext>
                </a:extLst>
              </p:cNvPr>
              <p:cNvGrpSpPr/>
              <p:nvPr/>
            </p:nvGrpSpPr>
            <p:grpSpPr>
              <a:xfrm>
                <a:off x="685871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98" name="Group 397">
                  <a:extLst>
                    <a:ext uri="{FF2B5EF4-FFF2-40B4-BE49-F238E27FC236}">
                      <a16:creationId xmlns:a16="http://schemas.microsoft.com/office/drawing/2014/main" id="{C71DC4E7-D0E3-4842-BFED-67D18115C61F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00" name="Rectangle 399">
                    <a:extLst>
                      <a:ext uri="{FF2B5EF4-FFF2-40B4-BE49-F238E27FC236}">
                        <a16:creationId xmlns:a16="http://schemas.microsoft.com/office/drawing/2014/main" id="{27B83CF9-D46D-4752-AC1A-BD14E0B8348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1" name="Rectangle 400">
                    <a:extLst>
                      <a:ext uri="{FF2B5EF4-FFF2-40B4-BE49-F238E27FC236}">
                        <a16:creationId xmlns:a16="http://schemas.microsoft.com/office/drawing/2014/main" id="{5C29DE4C-0F1F-48E8-AB03-A442D48395BB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2" name="Rectangle 401">
                    <a:extLst>
                      <a:ext uri="{FF2B5EF4-FFF2-40B4-BE49-F238E27FC236}">
                        <a16:creationId xmlns:a16="http://schemas.microsoft.com/office/drawing/2014/main" id="{338C3EDF-ED37-41D2-B088-17211238190E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3" name="Rectangle 402">
                    <a:extLst>
                      <a:ext uri="{FF2B5EF4-FFF2-40B4-BE49-F238E27FC236}">
                        <a16:creationId xmlns:a16="http://schemas.microsoft.com/office/drawing/2014/main" id="{019C81A0-C183-463B-9381-8C0C5DBA18B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4" name="Rectangle 403">
                    <a:extLst>
                      <a:ext uri="{FF2B5EF4-FFF2-40B4-BE49-F238E27FC236}">
                        <a16:creationId xmlns:a16="http://schemas.microsoft.com/office/drawing/2014/main" id="{F887F39F-0358-4AAA-93A5-C642608265E3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5" name="Rectangle 404">
                    <a:extLst>
                      <a:ext uri="{FF2B5EF4-FFF2-40B4-BE49-F238E27FC236}">
                        <a16:creationId xmlns:a16="http://schemas.microsoft.com/office/drawing/2014/main" id="{37C2F51B-5F22-4043-BFF1-04163026AF4C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6" name="Rectangle 405">
                    <a:extLst>
                      <a:ext uri="{FF2B5EF4-FFF2-40B4-BE49-F238E27FC236}">
                        <a16:creationId xmlns:a16="http://schemas.microsoft.com/office/drawing/2014/main" id="{63AFBB25-C47E-4C6E-983C-888FDDB143FA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7" name="Rectangle 406">
                    <a:extLst>
                      <a:ext uri="{FF2B5EF4-FFF2-40B4-BE49-F238E27FC236}">
                        <a16:creationId xmlns:a16="http://schemas.microsoft.com/office/drawing/2014/main" id="{4A7A32B8-F7CC-42C4-9CC7-1C9A843BF246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8" name="Rectangle 407">
                    <a:extLst>
                      <a:ext uri="{FF2B5EF4-FFF2-40B4-BE49-F238E27FC236}">
                        <a16:creationId xmlns:a16="http://schemas.microsoft.com/office/drawing/2014/main" id="{FAC4E694-AF53-4FFE-AF4E-0A39B61EC670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9" name="Rectangle 408">
                    <a:extLst>
                      <a:ext uri="{FF2B5EF4-FFF2-40B4-BE49-F238E27FC236}">
                        <a16:creationId xmlns:a16="http://schemas.microsoft.com/office/drawing/2014/main" id="{334141FD-3475-4F17-96A6-97B0806B53DA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99" name="Rectangle 398">
                  <a:extLst>
                    <a:ext uri="{FF2B5EF4-FFF2-40B4-BE49-F238E27FC236}">
                      <a16:creationId xmlns:a16="http://schemas.microsoft.com/office/drawing/2014/main" id="{642F7534-7232-460A-9A16-2296C1FE5BFC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AE708697-EB6C-4FBC-9104-35819FE93842}"/>
                  </a:ext>
                </a:extLst>
              </p:cNvPr>
              <p:cNvGrpSpPr/>
              <p:nvPr/>
            </p:nvGrpSpPr>
            <p:grpSpPr>
              <a:xfrm>
                <a:off x="725211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411" name="Group 410">
                  <a:extLst>
                    <a:ext uri="{FF2B5EF4-FFF2-40B4-BE49-F238E27FC236}">
                      <a16:creationId xmlns:a16="http://schemas.microsoft.com/office/drawing/2014/main" id="{721523A0-EFDB-4216-9174-EA7A0BB18A1D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13" name="Rectangle 412">
                    <a:extLst>
                      <a:ext uri="{FF2B5EF4-FFF2-40B4-BE49-F238E27FC236}">
                        <a16:creationId xmlns:a16="http://schemas.microsoft.com/office/drawing/2014/main" id="{6B5F1EFA-BF37-4028-960E-91951344B23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4" name="Rectangle 413">
                    <a:extLst>
                      <a:ext uri="{FF2B5EF4-FFF2-40B4-BE49-F238E27FC236}">
                        <a16:creationId xmlns:a16="http://schemas.microsoft.com/office/drawing/2014/main" id="{D1FC2D11-2410-4F02-A9D4-0B5D6D94AB7B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5" name="Rectangle 414">
                    <a:extLst>
                      <a:ext uri="{FF2B5EF4-FFF2-40B4-BE49-F238E27FC236}">
                        <a16:creationId xmlns:a16="http://schemas.microsoft.com/office/drawing/2014/main" id="{2A967E98-7BC8-48C2-B15E-1E35079B7681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6" name="Rectangle 415">
                    <a:extLst>
                      <a:ext uri="{FF2B5EF4-FFF2-40B4-BE49-F238E27FC236}">
                        <a16:creationId xmlns:a16="http://schemas.microsoft.com/office/drawing/2014/main" id="{F9B1ED9B-DB57-4FCE-B6F9-E5101374A70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7" name="Rectangle 416">
                    <a:extLst>
                      <a:ext uri="{FF2B5EF4-FFF2-40B4-BE49-F238E27FC236}">
                        <a16:creationId xmlns:a16="http://schemas.microsoft.com/office/drawing/2014/main" id="{8FA5C33E-E9E7-4685-B6E6-3A522B9FB39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8" name="Rectangle 417">
                    <a:extLst>
                      <a:ext uri="{FF2B5EF4-FFF2-40B4-BE49-F238E27FC236}">
                        <a16:creationId xmlns:a16="http://schemas.microsoft.com/office/drawing/2014/main" id="{3ECB0AB0-8633-4CCC-809B-4F118E329F9A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9" name="Rectangle 418">
                    <a:extLst>
                      <a:ext uri="{FF2B5EF4-FFF2-40B4-BE49-F238E27FC236}">
                        <a16:creationId xmlns:a16="http://schemas.microsoft.com/office/drawing/2014/main" id="{7C7BDF98-51F3-4143-893F-CBFC12F27101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0" name="Rectangle 419">
                    <a:extLst>
                      <a:ext uri="{FF2B5EF4-FFF2-40B4-BE49-F238E27FC236}">
                        <a16:creationId xmlns:a16="http://schemas.microsoft.com/office/drawing/2014/main" id="{DD5BD3FB-E210-4ADC-BA6F-8F09E938DAF0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1" name="Rectangle 420">
                    <a:extLst>
                      <a:ext uri="{FF2B5EF4-FFF2-40B4-BE49-F238E27FC236}">
                        <a16:creationId xmlns:a16="http://schemas.microsoft.com/office/drawing/2014/main" id="{BAAE8C65-6A32-4FD6-8EA7-3E7AEFB7FE7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2" name="Rectangle 421">
                    <a:extLst>
                      <a:ext uri="{FF2B5EF4-FFF2-40B4-BE49-F238E27FC236}">
                        <a16:creationId xmlns:a16="http://schemas.microsoft.com/office/drawing/2014/main" id="{20D06C64-E63E-442E-B023-4E9630571F37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12" name="Rectangle 411">
                  <a:extLst>
                    <a:ext uri="{FF2B5EF4-FFF2-40B4-BE49-F238E27FC236}">
                      <a16:creationId xmlns:a16="http://schemas.microsoft.com/office/drawing/2014/main" id="{17A06827-8E5E-463E-9300-435593B5DF3B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23" name="Group 422">
                <a:extLst>
                  <a:ext uri="{FF2B5EF4-FFF2-40B4-BE49-F238E27FC236}">
                    <a16:creationId xmlns:a16="http://schemas.microsoft.com/office/drawing/2014/main" id="{61174926-EBB9-4864-8C82-0B179C9819EF}"/>
                  </a:ext>
                </a:extLst>
              </p:cNvPr>
              <p:cNvGrpSpPr/>
              <p:nvPr/>
            </p:nvGrpSpPr>
            <p:grpSpPr>
              <a:xfrm>
                <a:off x="7646760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424" name="Group 423">
                  <a:extLst>
                    <a:ext uri="{FF2B5EF4-FFF2-40B4-BE49-F238E27FC236}">
                      <a16:creationId xmlns:a16="http://schemas.microsoft.com/office/drawing/2014/main" id="{D096B4B2-A01F-4219-84F6-59664906D42F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26" name="Rectangle 425">
                    <a:extLst>
                      <a:ext uri="{FF2B5EF4-FFF2-40B4-BE49-F238E27FC236}">
                        <a16:creationId xmlns:a16="http://schemas.microsoft.com/office/drawing/2014/main" id="{4FFAE300-044A-4749-A779-3DFDE6C49F66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7" name="Rectangle 426">
                    <a:extLst>
                      <a:ext uri="{FF2B5EF4-FFF2-40B4-BE49-F238E27FC236}">
                        <a16:creationId xmlns:a16="http://schemas.microsoft.com/office/drawing/2014/main" id="{EA99757B-DD39-49EE-92A7-0F434FE5D6FC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8" name="Rectangle 427">
                    <a:extLst>
                      <a:ext uri="{FF2B5EF4-FFF2-40B4-BE49-F238E27FC236}">
                        <a16:creationId xmlns:a16="http://schemas.microsoft.com/office/drawing/2014/main" id="{32DF3DEF-323E-4E8D-B32D-1DE9B056EB6C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9" name="Rectangle 428">
                    <a:extLst>
                      <a:ext uri="{FF2B5EF4-FFF2-40B4-BE49-F238E27FC236}">
                        <a16:creationId xmlns:a16="http://schemas.microsoft.com/office/drawing/2014/main" id="{3B6B0675-157F-4A21-9751-49E87EB35E7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0" name="Rectangle 429">
                    <a:extLst>
                      <a:ext uri="{FF2B5EF4-FFF2-40B4-BE49-F238E27FC236}">
                        <a16:creationId xmlns:a16="http://schemas.microsoft.com/office/drawing/2014/main" id="{151F8BAC-031C-42F7-A46D-6EE4056ECF9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1" name="Rectangle 430">
                    <a:extLst>
                      <a:ext uri="{FF2B5EF4-FFF2-40B4-BE49-F238E27FC236}">
                        <a16:creationId xmlns:a16="http://schemas.microsoft.com/office/drawing/2014/main" id="{4556870E-A3A4-414F-9DA1-CE17A99F91F2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2" name="Rectangle 431">
                    <a:extLst>
                      <a:ext uri="{FF2B5EF4-FFF2-40B4-BE49-F238E27FC236}">
                        <a16:creationId xmlns:a16="http://schemas.microsoft.com/office/drawing/2014/main" id="{9FFC32AC-88BA-40E2-8E89-FC9E9F7F5367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3" name="Rectangle 432">
                    <a:extLst>
                      <a:ext uri="{FF2B5EF4-FFF2-40B4-BE49-F238E27FC236}">
                        <a16:creationId xmlns:a16="http://schemas.microsoft.com/office/drawing/2014/main" id="{C642EF31-12D6-47BD-BD3C-95AA9DF62108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4" name="Rectangle 433">
                    <a:extLst>
                      <a:ext uri="{FF2B5EF4-FFF2-40B4-BE49-F238E27FC236}">
                        <a16:creationId xmlns:a16="http://schemas.microsoft.com/office/drawing/2014/main" id="{7A8F3C4F-3495-4E70-80B2-F364D1C0FE7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5" name="Rectangle 434">
                    <a:extLst>
                      <a:ext uri="{FF2B5EF4-FFF2-40B4-BE49-F238E27FC236}">
                        <a16:creationId xmlns:a16="http://schemas.microsoft.com/office/drawing/2014/main" id="{F4E6FE60-027B-45C5-9036-058C7CA0BF3C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25" name="Rectangle 424">
                  <a:extLst>
                    <a:ext uri="{FF2B5EF4-FFF2-40B4-BE49-F238E27FC236}">
                      <a16:creationId xmlns:a16="http://schemas.microsoft.com/office/drawing/2014/main" id="{80D16641-F197-49C4-952A-0EF8A4DB8901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36" name="Group 435">
                <a:extLst>
                  <a:ext uri="{FF2B5EF4-FFF2-40B4-BE49-F238E27FC236}">
                    <a16:creationId xmlns:a16="http://schemas.microsoft.com/office/drawing/2014/main" id="{12380925-7F27-4AC7-A39C-A6EB777BA20D}"/>
                  </a:ext>
                </a:extLst>
              </p:cNvPr>
              <p:cNvGrpSpPr/>
              <p:nvPr/>
            </p:nvGrpSpPr>
            <p:grpSpPr>
              <a:xfrm>
                <a:off x="80401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437" name="Group 436">
                  <a:extLst>
                    <a:ext uri="{FF2B5EF4-FFF2-40B4-BE49-F238E27FC236}">
                      <a16:creationId xmlns:a16="http://schemas.microsoft.com/office/drawing/2014/main" id="{D1A6F287-98AD-4C34-9092-537561437188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39" name="Rectangle 438">
                    <a:extLst>
                      <a:ext uri="{FF2B5EF4-FFF2-40B4-BE49-F238E27FC236}">
                        <a16:creationId xmlns:a16="http://schemas.microsoft.com/office/drawing/2014/main" id="{69EB6583-E2FC-4D9A-87F2-6C0E22F175A4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0" name="Rectangle 439">
                    <a:extLst>
                      <a:ext uri="{FF2B5EF4-FFF2-40B4-BE49-F238E27FC236}">
                        <a16:creationId xmlns:a16="http://schemas.microsoft.com/office/drawing/2014/main" id="{036D95B5-7275-4720-89CD-BD76B32018B5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1" name="Rectangle 440">
                    <a:extLst>
                      <a:ext uri="{FF2B5EF4-FFF2-40B4-BE49-F238E27FC236}">
                        <a16:creationId xmlns:a16="http://schemas.microsoft.com/office/drawing/2014/main" id="{918039F2-B6E0-4D9F-B039-42F3A0495699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2" name="Rectangle 441">
                    <a:extLst>
                      <a:ext uri="{FF2B5EF4-FFF2-40B4-BE49-F238E27FC236}">
                        <a16:creationId xmlns:a16="http://schemas.microsoft.com/office/drawing/2014/main" id="{882E7B56-9026-44C5-8FFC-445A316BB408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3" name="Rectangle 442">
                    <a:extLst>
                      <a:ext uri="{FF2B5EF4-FFF2-40B4-BE49-F238E27FC236}">
                        <a16:creationId xmlns:a16="http://schemas.microsoft.com/office/drawing/2014/main" id="{D8F25ABF-8AA0-481F-B2AE-A65F70F30E0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4" name="Rectangle 443">
                    <a:extLst>
                      <a:ext uri="{FF2B5EF4-FFF2-40B4-BE49-F238E27FC236}">
                        <a16:creationId xmlns:a16="http://schemas.microsoft.com/office/drawing/2014/main" id="{1F5A897D-4571-4894-AB28-84693B76901F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5" name="Rectangle 444">
                    <a:extLst>
                      <a:ext uri="{FF2B5EF4-FFF2-40B4-BE49-F238E27FC236}">
                        <a16:creationId xmlns:a16="http://schemas.microsoft.com/office/drawing/2014/main" id="{9F735D3D-0C8E-480D-9218-C82571E95822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6" name="Rectangle 445">
                    <a:extLst>
                      <a:ext uri="{FF2B5EF4-FFF2-40B4-BE49-F238E27FC236}">
                        <a16:creationId xmlns:a16="http://schemas.microsoft.com/office/drawing/2014/main" id="{6D2C71BB-753B-478A-B5A5-4EB9E3BABB9E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7" name="Rectangle 446">
                    <a:extLst>
                      <a:ext uri="{FF2B5EF4-FFF2-40B4-BE49-F238E27FC236}">
                        <a16:creationId xmlns:a16="http://schemas.microsoft.com/office/drawing/2014/main" id="{FF41A0B7-F931-423C-8D4D-58D33129C01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8" name="Rectangle 447">
                    <a:extLst>
                      <a:ext uri="{FF2B5EF4-FFF2-40B4-BE49-F238E27FC236}">
                        <a16:creationId xmlns:a16="http://schemas.microsoft.com/office/drawing/2014/main" id="{C615F989-1C04-43BD-9318-4FAFCD2568A3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38" name="Rectangle 437">
                  <a:extLst>
                    <a:ext uri="{FF2B5EF4-FFF2-40B4-BE49-F238E27FC236}">
                      <a16:creationId xmlns:a16="http://schemas.microsoft.com/office/drawing/2014/main" id="{E9685B39-D078-402D-8991-FBB7C09CF745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67" name="Group 466">
                <a:extLst>
                  <a:ext uri="{FF2B5EF4-FFF2-40B4-BE49-F238E27FC236}">
                    <a16:creationId xmlns:a16="http://schemas.microsoft.com/office/drawing/2014/main" id="{92B75DEF-8E6E-4119-8636-042A102C4E6F}"/>
                  </a:ext>
                </a:extLst>
              </p:cNvPr>
              <p:cNvGrpSpPr/>
              <p:nvPr/>
            </p:nvGrpSpPr>
            <p:grpSpPr>
              <a:xfrm>
                <a:off x="8416395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469" name="Rectangle 468">
                  <a:extLst>
                    <a:ext uri="{FF2B5EF4-FFF2-40B4-BE49-F238E27FC236}">
                      <a16:creationId xmlns:a16="http://schemas.microsoft.com/office/drawing/2014/main" id="{7FA5B475-8F79-480A-B6B9-C6C32C1633C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0" name="Rectangle 469">
                  <a:extLst>
                    <a:ext uri="{FF2B5EF4-FFF2-40B4-BE49-F238E27FC236}">
                      <a16:creationId xmlns:a16="http://schemas.microsoft.com/office/drawing/2014/main" id="{634D1A8B-EB3B-4B8F-BC1E-70355B16FC7C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1" name="Rectangle 470">
                  <a:extLst>
                    <a:ext uri="{FF2B5EF4-FFF2-40B4-BE49-F238E27FC236}">
                      <a16:creationId xmlns:a16="http://schemas.microsoft.com/office/drawing/2014/main" id="{AFA76953-6E72-401A-B6FE-4984C8428E8F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2" name="Rectangle 471">
                  <a:extLst>
                    <a:ext uri="{FF2B5EF4-FFF2-40B4-BE49-F238E27FC236}">
                      <a16:creationId xmlns:a16="http://schemas.microsoft.com/office/drawing/2014/main" id="{F2799673-7420-41AB-9848-895960EC9C9B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3" name="Rectangle 472">
                  <a:extLst>
                    <a:ext uri="{FF2B5EF4-FFF2-40B4-BE49-F238E27FC236}">
                      <a16:creationId xmlns:a16="http://schemas.microsoft.com/office/drawing/2014/main" id="{AB85047D-E61C-45A9-AF96-66BA9DBF51B3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4" name="Rectangle 473">
                  <a:extLst>
                    <a:ext uri="{FF2B5EF4-FFF2-40B4-BE49-F238E27FC236}">
                      <a16:creationId xmlns:a16="http://schemas.microsoft.com/office/drawing/2014/main" id="{A71E2B29-FF23-40C3-AB79-B5CFFE47CDB6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5" name="Rectangle 474">
                  <a:extLst>
                    <a:ext uri="{FF2B5EF4-FFF2-40B4-BE49-F238E27FC236}">
                      <a16:creationId xmlns:a16="http://schemas.microsoft.com/office/drawing/2014/main" id="{1125A2FB-9ABD-4D28-879D-0BA52D5B047C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6" name="Rectangle 475">
                  <a:extLst>
                    <a:ext uri="{FF2B5EF4-FFF2-40B4-BE49-F238E27FC236}">
                      <a16:creationId xmlns:a16="http://schemas.microsoft.com/office/drawing/2014/main" id="{F57E8D3E-92F5-47C2-AF2C-C28CC52477A7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7" name="Rectangle 476">
                  <a:extLst>
                    <a:ext uri="{FF2B5EF4-FFF2-40B4-BE49-F238E27FC236}">
                      <a16:creationId xmlns:a16="http://schemas.microsoft.com/office/drawing/2014/main" id="{61C3F0E7-01D0-4D58-A026-22C58CAF2BF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8" name="Rectangle 477">
                  <a:extLst>
                    <a:ext uri="{FF2B5EF4-FFF2-40B4-BE49-F238E27FC236}">
                      <a16:creationId xmlns:a16="http://schemas.microsoft.com/office/drawing/2014/main" id="{50F259DA-F4A5-42C7-9436-9F71B530A81A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79" name="Group 478">
                <a:extLst>
                  <a:ext uri="{FF2B5EF4-FFF2-40B4-BE49-F238E27FC236}">
                    <a16:creationId xmlns:a16="http://schemas.microsoft.com/office/drawing/2014/main" id="{54965552-E5A4-48CB-BA18-FFCFDE969EDC}"/>
                  </a:ext>
                </a:extLst>
              </p:cNvPr>
              <p:cNvGrpSpPr/>
              <p:nvPr/>
            </p:nvGrpSpPr>
            <p:grpSpPr>
              <a:xfrm>
                <a:off x="878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480" name="Rectangle 479">
                  <a:extLst>
                    <a:ext uri="{FF2B5EF4-FFF2-40B4-BE49-F238E27FC236}">
                      <a16:creationId xmlns:a16="http://schemas.microsoft.com/office/drawing/2014/main" id="{6FF05DB9-A621-43D7-9185-C7DB7AEBDE48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1" name="Rectangle 480">
                  <a:extLst>
                    <a:ext uri="{FF2B5EF4-FFF2-40B4-BE49-F238E27FC236}">
                      <a16:creationId xmlns:a16="http://schemas.microsoft.com/office/drawing/2014/main" id="{502905BF-F292-4E7C-9118-70616A1B0D5C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2" name="Rectangle 481">
                  <a:extLst>
                    <a:ext uri="{FF2B5EF4-FFF2-40B4-BE49-F238E27FC236}">
                      <a16:creationId xmlns:a16="http://schemas.microsoft.com/office/drawing/2014/main" id="{CDB53CF1-51D8-4097-B8B1-F2C41F9D47C0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3" name="Rectangle 482">
                  <a:extLst>
                    <a:ext uri="{FF2B5EF4-FFF2-40B4-BE49-F238E27FC236}">
                      <a16:creationId xmlns:a16="http://schemas.microsoft.com/office/drawing/2014/main" id="{B3B11537-90DC-4DF2-85D7-EF622338AC8A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4" name="Rectangle 483">
                  <a:extLst>
                    <a:ext uri="{FF2B5EF4-FFF2-40B4-BE49-F238E27FC236}">
                      <a16:creationId xmlns:a16="http://schemas.microsoft.com/office/drawing/2014/main" id="{841ED8A4-973A-4D63-8127-C64F6A518950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5" name="Rectangle 484">
                  <a:extLst>
                    <a:ext uri="{FF2B5EF4-FFF2-40B4-BE49-F238E27FC236}">
                      <a16:creationId xmlns:a16="http://schemas.microsoft.com/office/drawing/2014/main" id="{3E2A488B-8B0C-4FAC-BCA7-C739A1D6C5FE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6" name="Rectangle 485">
                  <a:extLst>
                    <a:ext uri="{FF2B5EF4-FFF2-40B4-BE49-F238E27FC236}">
                      <a16:creationId xmlns:a16="http://schemas.microsoft.com/office/drawing/2014/main" id="{0DED3103-41BC-4165-980E-C330DC5EEC3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7" name="Rectangle 486">
                  <a:extLst>
                    <a:ext uri="{FF2B5EF4-FFF2-40B4-BE49-F238E27FC236}">
                      <a16:creationId xmlns:a16="http://schemas.microsoft.com/office/drawing/2014/main" id="{38B0D1FF-E4B7-4186-BD7A-B8CE2C8FF69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8" name="Rectangle 487">
                  <a:extLst>
                    <a:ext uri="{FF2B5EF4-FFF2-40B4-BE49-F238E27FC236}">
                      <a16:creationId xmlns:a16="http://schemas.microsoft.com/office/drawing/2014/main" id="{DDE219BA-1479-402D-A7A2-243A2EB2A950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9" name="Rectangle 488">
                  <a:extLst>
                    <a:ext uri="{FF2B5EF4-FFF2-40B4-BE49-F238E27FC236}">
                      <a16:creationId xmlns:a16="http://schemas.microsoft.com/office/drawing/2014/main" id="{045E41D2-BE7D-4314-A9AA-9ADE620D531C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0" name="Group 489">
                <a:extLst>
                  <a:ext uri="{FF2B5EF4-FFF2-40B4-BE49-F238E27FC236}">
                    <a16:creationId xmlns:a16="http://schemas.microsoft.com/office/drawing/2014/main" id="{965A1639-EBEB-4E30-ADDE-1792A6948B9E}"/>
                  </a:ext>
                </a:extLst>
              </p:cNvPr>
              <p:cNvGrpSpPr/>
              <p:nvPr/>
            </p:nvGrpSpPr>
            <p:grpSpPr>
              <a:xfrm>
                <a:off x="914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491" name="Rectangle 490">
                  <a:extLst>
                    <a:ext uri="{FF2B5EF4-FFF2-40B4-BE49-F238E27FC236}">
                      <a16:creationId xmlns:a16="http://schemas.microsoft.com/office/drawing/2014/main" id="{E830FAF5-97D6-40AF-A379-1A5F5B78F601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2" name="Rectangle 491">
                  <a:extLst>
                    <a:ext uri="{FF2B5EF4-FFF2-40B4-BE49-F238E27FC236}">
                      <a16:creationId xmlns:a16="http://schemas.microsoft.com/office/drawing/2014/main" id="{25B1AB79-0682-48E9-BCA6-BEEFE8A5B6D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3" name="Rectangle 492">
                  <a:extLst>
                    <a:ext uri="{FF2B5EF4-FFF2-40B4-BE49-F238E27FC236}">
                      <a16:creationId xmlns:a16="http://schemas.microsoft.com/office/drawing/2014/main" id="{3AF183A9-CD46-442C-89BD-72884C04DBE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4" name="Rectangle 493">
                  <a:extLst>
                    <a:ext uri="{FF2B5EF4-FFF2-40B4-BE49-F238E27FC236}">
                      <a16:creationId xmlns:a16="http://schemas.microsoft.com/office/drawing/2014/main" id="{5F1AD741-9E71-4491-AE0B-D29169FFF61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5" name="Rectangle 494">
                  <a:extLst>
                    <a:ext uri="{FF2B5EF4-FFF2-40B4-BE49-F238E27FC236}">
                      <a16:creationId xmlns:a16="http://schemas.microsoft.com/office/drawing/2014/main" id="{95A0CFDF-6DBD-4006-815D-6F850AC71E06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6" name="Rectangle 495">
                  <a:extLst>
                    <a:ext uri="{FF2B5EF4-FFF2-40B4-BE49-F238E27FC236}">
                      <a16:creationId xmlns:a16="http://schemas.microsoft.com/office/drawing/2014/main" id="{11487005-C5B8-4AF4-87E7-3072EC95C87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7" name="Rectangle 496">
                  <a:extLst>
                    <a:ext uri="{FF2B5EF4-FFF2-40B4-BE49-F238E27FC236}">
                      <a16:creationId xmlns:a16="http://schemas.microsoft.com/office/drawing/2014/main" id="{E68B25EA-A9DF-432B-9475-8A10318647C7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8" name="Rectangle 497">
                  <a:extLst>
                    <a:ext uri="{FF2B5EF4-FFF2-40B4-BE49-F238E27FC236}">
                      <a16:creationId xmlns:a16="http://schemas.microsoft.com/office/drawing/2014/main" id="{D19E4DF0-3EE7-472C-89D8-C87F19F24C46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9" name="Rectangle 498">
                  <a:extLst>
                    <a:ext uri="{FF2B5EF4-FFF2-40B4-BE49-F238E27FC236}">
                      <a16:creationId xmlns:a16="http://schemas.microsoft.com/office/drawing/2014/main" id="{1E78B535-01C7-46E6-ACA0-2544F43381A6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0" name="Rectangle 499">
                  <a:extLst>
                    <a:ext uri="{FF2B5EF4-FFF2-40B4-BE49-F238E27FC236}">
                      <a16:creationId xmlns:a16="http://schemas.microsoft.com/office/drawing/2014/main" id="{23CBB9F3-8953-4BA4-AEB8-94BDE761ACB4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02" name="Group 501">
              <a:extLst>
                <a:ext uri="{FF2B5EF4-FFF2-40B4-BE49-F238E27FC236}">
                  <a16:creationId xmlns:a16="http://schemas.microsoft.com/office/drawing/2014/main" id="{7455ED24-18AB-4AE5-AC59-B803570143F5}"/>
                </a:ext>
              </a:extLst>
            </p:cNvPr>
            <p:cNvGrpSpPr/>
            <p:nvPr/>
          </p:nvGrpSpPr>
          <p:grpSpPr>
            <a:xfrm>
              <a:off x="456931" y="3407524"/>
              <a:ext cx="8784232" cy="3345462"/>
              <a:chOff x="50531" y="21193"/>
              <a:chExt cx="9452576" cy="3600000"/>
            </a:xfrm>
          </p:grpSpPr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4D57019D-06D6-45B8-8797-D9EC57526948}"/>
                  </a:ext>
                </a:extLst>
              </p:cNvPr>
              <p:cNvGrpSpPr/>
              <p:nvPr/>
            </p:nvGrpSpPr>
            <p:grpSpPr>
              <a:xfrm>
                <a:off x="5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93" name="Rectangle 792">
                  <a:extLst>
                    <a:ext uri="{FF2B5EF4-FFF2-40B4-BE49-F238E27FC236}">
                      <a16:creationId xmlns:a16="http://schemas.microsoft.com/office/drawing/2014/main" id="{1779A7AB-8FF9-4A3B-92C4-73CD4902E31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4" name="Rectangle 793">
                  <a:extLst>
                    <a:ext uri="{FF2B5EF4-FFF2-40B4-BE49-F238E27FC236}">
                      <a16:creationId xmlns:a16="http://schemas.microsoft.com/office/drawing/2014/main" id="{5633C431-563A-4C89-B744-27A53323DC5D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5" name="Rectangle 794">
                  <a:extLst>
                    <a:ext uri="{FF2B5EF4-FFF2-40B4-BE49-F238E27FC236}">
                      <a16:creationId xmlns:a16="http://schemas.microsoft.com/office/drawing/2014/main" id="{03487120-C61A-4B55-8D00-90793767811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6" name="Rectangle 795">
                  <a:extLst>
                    <a:ext uri="{FF2B5EF4-FFF2-40B4-BE49-F238E27FC236}">
                      <a16:creationId xmlns:a16="http://schemas.microsoft.com/office/drawing/2014/main" id="{C98C27C5-C530-4BA0-8630-9759816E7AA9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7" name="Rectangle 796">
                  <a:extLst>
                    <a:ext uri="{FF2B5EF4-FFF2-40B4-BE49-F238E27FC236}">
                      <a16:creationId xmlns:a16="http://schemas.microsoft.com/office/drawing/2014/main" id="{7927C8DD-F437-45A0-B69B-B0C19D5B8ECE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8" name="Rectangle 797">
                  <a:extLst>
                    <a:ext uri="{FF2B5EF4-FFF2-40B4-BE49-F238E27FC236}">
                      <a16:creationId xmlns:a16="http://schemas.microsoft.com/office/drawing/2014/main" id="{0A1BA2B8-AB7D-453E-B471-3E28A2AA2357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9" name="Rectangle 798">
                  <a:extLst>
                    <a:ext uri="{FF2B5EF4-FFF2-40B4-BE49-F238E27FC236}">
                      <a16:creationId xmlns:a16="http://schemas.microsoft.com/office/drawing/2014/main" id="{83572117-754C-4AB2-A177-8CCF755AFAC0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0" name="Rectangle 799">
                  <a:extLst>
                    <a:ext uri="{FF2B5EF4-FFF2-40B4-BE49-F238E27FC236}">
                      <a16:creationId xmlns:a16="http://schemas.microsoft.com/office/drawing/2014/main" id="{0660B5AF-3D41-4C1B-99BB-BFD0B91D0DDC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1" name="Rectangle 800">
                  <a:extLst>
                    <a:ext uri="{FF2B5EF4-FFF2-40B4-BE49-F238E27FC236}">
                      <a16:creationId xmlns:a16="http://schemas.microsoft.com/office/drawing/2014/main" id="{159937B2-FFB4-45A8-9DD3-7A160EE34D9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2" name="Rectangle 801">
                  <a:extLst>
                    <a:ext uri="{FF2B5EF4-FFF2-40B4-BE49-F238E27FC236}">
                      <a16:creationId xmlns:a16="http://schemas.microsoft.com/office/drawing/2014/main" id="{27E60D68-2187-4B2E-A17A-7F5262A3F04C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4" name="Group 503">
                <a:extLst>
                  <a:ext uri="{FF2B5EF4-FFF2-40B4-BE49-F238E27FC236}">
                    <a16:creationId xmlns:a16="http://schemas.microsoft.com/office/drawing/2014/main" id="{580A0462-BDA9-4AF3-8AFE-E26D87E2DFCC}"/>
                  </a:ext>
                </a:extLst>
              </p:cNvPr>
              <p:cNvGrpSpPr/>
              <p:nvPr/>
            </p:nvGrpSpPr>
            <p:grpSpPr>
              <a:xfrm>
                <a:off x="4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83" name="Rectangle 782">
                  <a:extLst>
                    <a:ext uri="{FF2B5EF4-FFF2-40B4-BE49-F238E27FC236}">
                      <a16:creationId xmlns:a16="http://schemas.microsoft.com/office/drawing/2014/main" id="{D5A3F39F-334C-4D86-939A-7AFCDED97510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4" name="Rectangle 783">
                  <a:extLst>
                    <a:ext uri="{FF2B5EF4-FFF2-40B4-BE49-F238E27FC236}">
                      <a16:creationId xmlns:a16="http://schemas.microsoft.com/office/drawing/2014/main" id="{2645A179-E5BC-487A-A847-DF6EF34E5016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5" name="Rectangle 784">
                  <a:extLst>
                    <a:ext uri="{FF2B5EF4-FFF2-40B4-BE49-F238E27FC236}">
                      <a16:creationId xmlns:a16="http://schemas.microsoft.com/office/drawing/2014/main" id="{06C7A5B3-218D-4427-AD35-0714DD64000F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6" name="Rectangle 785">
                  <a:extLst>
                    <a:ext uri="{FF2B5EF4-FFF2-40B4-BE49-F238E27FC236}">
                      <a16:creationId xmlns:a16="http://schemas.microsoft.com/office/drawing/2014/main" id="{1053EF9B-9734-44DF-BA1C-9ACBE433DF68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7" name="Rectangle 786">
                  <a:extLst>
                    <a:ext uri="{FF2B5EF4-FFF2-40B4-BE49-F238E27FC236}">
                      <a16:creationId xmlns:a16="http://schemas.microsoft.com/office/drawing/2014/main" id="{EF1CFD0F-11C3-4313-8938-2A444B5DE43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8" name="Rectangle 787">
                  <a:extLst>
                    <a:ext uri="{FF2B5EF4-FFF2-40B4-BE49-F238E27FC236}">
                      <a16:creationId xmlns:a16="http://schemas.microsoft.com/office/drawing/2014/main" id="{38908956-357F-423C-B5EC-BEC8D06E94A4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9" name="Rectangle 788">
                  <a:extLst>
                    <a:ext uri="{FF2B5EF4-FFF2-40B4-BE49-F238E27FC236}">
                      <a16:creationId xmlns:a16="http://schemas.microsoft.com/office/drawing/2014/main" id="{40EEBE8A-5F5E-4A59-9AB0-6A6A2AC95F4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0" name="Rectangle 789">
                  <a:extLst>
                    <a:ext uri="{FF2B5EF4-FFF2-40B4-BE49-F238E27FC236}">
                      <a16:creationId xmlns:a16="http://schemas.microsoft.com/office/drawing/2014/main" id="{44568A10-31FF-494F-A269-5B901D9A6C38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1" name="Rectangle 790">
                  <a:extLst>
                    <a:ext uri="{FF2B5EF4-FFF2-40B4-BE49-F238E27FC236}">
                      <a16:creationId xmlns:a16="http://schemas.microsoft.com/office/drawing/2014/main" id="{FB729CC4-855D-4510-86B4-61A409F7E65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2" name="Rectangle 791">
                  <a:extLst>
                    <a:ext uri="{FF2B5EF4-FFF2-40B4-BE49-F238E27FC236}">
                      <a16:creationId xmlns:a16="http://schemas.microsoft.com/office/drawing/2014/main" id="{844D76FB-13A2-4694-A1FF-194934435C3B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5" name="Group 504">
                <a:extLst>
                  <a:ext uri="{FF2B5EF4-FFF2-40B4-BE49-F238E27FC236}">
                    <a16:creationId xmlns:a16="http://schemas.microsoft.com/office/drawing/2014/main" id="{A518D684-F65E-4E9B-88FC-694C16176767}"/>
                  </a:ext>
                </a:extLst>
              </p:cNvPr>
              <p:cNvGrpSpPr/>
              <p:nvPr/>
            </p:nvGrpSpPr>
            <p:grpSpPr>
              <a:xfrm>
                <a:off x="7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73" name="Rectangle 772">
                  <a:extLst>
                    <a:ext uri="{FF2B5EF4-FFF2-40B4-BE49-F238E27FC236}">
                      <a16:creationId xmlns:a16="http://schemas.microsoft.com/office/drawing/2014/main" id="{8485D459-7F61-42F2-BADF-96FED21C2388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4" name="Rectangle 773">
                  <a:extLst>
                    <a:ext uri="{FF2B5EF4-FFF2-40B4-BE49-F238E27FC236}">
                      <a16:creationId xmlns:a16="http://schemas.microsoft.com/office/drawing/2014/main" id="{2EABEA9B-7BD9-45D1-A68C-B8FDFE00A37E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5" name="Rectangle 774">
                  <a:extLst>
                    <a:ext uri="{FF2B5EF4-FFF2-40B4-BE49-F238E27FC236}">
                      <a16:creationId xmlns:a16="http://schemas.microsoft.com/office/drawing/2014/main" id="{2D94E772-1D54-46E3-872D-12888BBE533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6" name="Rectangle 775">
                  <a:extLst>
                    <a:ext uri="{FF2B5EF4-FFF2-40B4-BE49-F238E27FC236}">
                      <a16:creationId xmlns:a16="http://schemas.microsoft.com/office/drawing/2014/main" id="{17BCBC02-2D4F-4840-B260-7AD446632A91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7" name="Rectangle 776">
                  <a:extLst>
                    <a:ext uri="{FF2B5EF4-FFF2-40B4-BE49-F238E27FC236}">
                      <a16:creationId xmlns:a16="http://schemas.microsoft.com/office/drawing/2014/main" id="{15CA0D04-01EE-4C1F-89FF-21888137636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8" name="Rectangle 777">
                  <a:extLst>
                    <a:ext uri="{FF2B5EF4-FFF2-40B4-BE49-F238E27FC236}">
                      <a16:creationId xmlns:a16="http://schemas.microsoft.com/office/drawing/2014/main" id="{B0C18043-6693-4587-A841-770587D1260B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9" name="Rectangle 778">
                  <a:extLst>
                    <a:ext uri="{FF2B5EF4-FFF2-40B4-BE49-F238E27FC236}">
                      <a16:creationId xmlns:a16="http://schemas.microsoft.com/office/drawing/2014/main" id="{494D1927-CC54-489E-9CC4-A1E3CC36DE3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0" name="Rectangle 779">
                  <a:extLst>
                    <a:ext uri="{FF2B5EF4-FFF2-40B4-BE49-F238E27FC236}">
                      <a16:creationId xmlns:a16="http://schemas.microsoft.com/office/drawing/2014/main" id="{06CB713F-2262-4FE8-AF05-CFA6CF53F66B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1" name="Rectangle 780">
                  <a:extLst>
                    <a:ext uri="{FF2B5EF4-FFF2-40B4-BE49-F238E27FC236}">
                      <a16:creationId xmlns:a16="http://schemas.microsoft.com/office/drawing/2014/main" id="{4A3A26CF-F2B8-4116-A0FD-47D9854B13E6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2" name="Rectangle 781">
                  <a:extLst>
                    <a:ext uri="{FF2B5EF4-FFF2-40B4-BE49-F238E27FC236}">
                      <a16:creationId xmlns:a16="http://schemas.microsoft.com/office/drawing/2014/main" id="{8867D622-98F6-435F-A0AF-84DF73EC2EDB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641D6D2F-A2AA-4AFC-AE8D-88543ED99332}"/>
                  </a:ext>
                </a:extLst>
              </p:cNvPr>
              <p:cNvGrpSpPr/>
              <p:nvPr/>
            </p:nvGrpSpPr>
            <p:grpSpPr>
              <a:xfrm>
                <a:off x="11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63" name="Rectangle 762">
                  <a:extLst>
                    <a:ext uri="{FF2B5EF4-FFF2-40B4-BE49-F238E27FC236}">
                      <a16:creationId xmlns:a16="http://schemas.microsoft.com/office/drawing/2014/main" id="{C46C8039-FBD3-447B-8CF9-076054E21DE6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4" name="Rectangle 763">
                  <a:extLst>
                    <a:ext uri="{FF2B5EF4-FFF2-40B4-BE49-F238E27FC236}">
                      <a16:creationId xmlns:a16="http://schemas.microsoft.com/office/drawing/2014/main" id="{3D7146FE-333A-45B4-AB1F-93127814C6E7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5" name="Rectangle 764">
                  <a:extLst>
                    <a:ext uri="{FF2B5EF4-FFF2-40B4-BE49-F238E27FC236}">
                      <a16:creationId xmlns:a16="http://schemas.microsoft.com/office/drawing/2014/main" id="{3452E827-B0C7-4850-980D-F1CB9599604D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6" name="Rectangle 765">
                  <a:extLst>
                    <a:ext uri="{FF2B5EF4-FFF2-40B4-BE49-F238E27FC236}">
                      <a16:creationId xmlns:a16="http://schemas.microsoft.com/office/drawing/2014/main" id="{927F67A6-0E9A-4378-9A96-B7C4843C472B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7" name="Rectangle 766">
                  <a:extLst>
                    <a:ext uri="{FF2B5EF4-FFF2-40B4-BE49-F238E27FC236}">
                      <a16:creationId xmlns:a16="http://schemas.microsoft.com/office/drawing/2014/main" id="{B6C38CAE-80EA-455A-9829-A7D95C4BCAC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8" name="Rectangle 767">
                  <a:extLst>
                    <a:ext uri="{FF2B5EF4-FFF2-40B4-BE49-F238E27FC236}">
                      <a16:creationId xmlns:a16="http://schemas.microsoft.com/office/drawing/2014/main" id="{C20093E3-75B0-44BE-BB65-30C869F24CF1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9" name="Rectangle 768">
                  <a:extLst>
                    <a:ext uri="{FF2B5EF4-FFF2-40B4-BE49-F238E27FC236}">
                      <a16:creationId xmlns:a16="http://schemas.microsoft.com/office/drawing/2014/main" id="{1362EE8F-F9EF-4D4D-8F51-1C28869436E7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0" name="Rectangle 769">
                  <a:extLst>
                    <a:ext uri="{FF2B5EF4-FFF2-40B4-BE49-F238E27FC236}">
                      <a16:creationId xmlns:a16="http://schemas.microsoft.com/office/drawing/2014/main" id="{E39DD003-D2F6-4D33-B2D6-C8DB65258B1E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1" name="Rectangle 770">
                  <a:extLst>
                    <a:ext uri="{FF2B5EF4-FFF2-40B4-BE49-F238E27FC236}">
                      <a16:creationId xmlns:a16="http://schemas.microsoft.com/office/drawing/2014/main" id="{1FB15059-4985-49A6-B36C-CD8956A9925C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2" name="Rectangle 771">
                  <a:extLst>
                    <a:ext uri="{FF2B5EF4-FFF2-40B4-BE49-F238E27FC236}">
                      <a16:creationId xmlns:a16="http://schemas.microsoft.com/office/drawing/2014/main" id="{F424B587-881B-4B2E-B2C1-3DEE93AEADD7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7" name="Group 506">
                <a:extLst>
                  <a:ext uri="{FF2B5EF4-FFF2-40B4-BE49-F238E27FC236}">
                    <a16:creationId xmlns:a16="http://schemas.microsoft.com/office/drawing/2014/main" id="{F93061EC-A38A-45A6-BDFF-F19E4DA17563}"/>
                  </a:ext>
                </a:extLst>
              </p:cNvPr>
              <p:cNvGrpSpPr/>
              <p:nvPr/>
            </p:nvGrpSpPr>
            <p:grpSpPr>
              <a:xfrm>
                <a:off x="14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53" name="Rectangle 752">
                  <a:extLst>
                    <a:ext uri="{FF2B5EF4-FFF2-40B4-BE49-F238E27FC236}">
                      <a16:creationId xmlns:a16="http://schemas.microsoft.com/office/drawing/2014/main" id="{D64DE1C3-4F93-402E-8DCA-633C75D606BF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4" name="Rectangle 753">
                  <a:extLst>
                    <a:ext uri="{FF2B5EF4-FFF2-40B4-BE49-F238E27FC236}">
                      <a16:creationId xmlns:a16="http://schemas.microsoft.com/office/drawing/2014/main" id="{DF307E3B-3BF9-47A6-B2E9-73E0A10F2675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5" name="Rectangle 754">
                  <a:extLst>
                    <a:ext uri="{FF2B5EF4-FFF2-40B4-BE49-F238E27FC236}">
                      <a16:creationId xmlns:a16="http://schemas.microsoft.com/office/drawing/2014/main" id="{E031EA80-3923-48C1-978C-7EB4286C5E6D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6" name="Rectangle 755">
                  <a:extLst>
                    <a:ext uri="{FF2B5EF4-FFF2-40B4-BE49-F238E27FC236}">
                      <a16:creationId xmlns:a16="http://schemas.microsoft.com/office/drawing/2014/main" id="{9BA73EFC-4186-43B4-9CE7-56BACAD6F88D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7" name="Rectangle 756">
                  <a:extLst>
                    <a:ext uri="{FF2B5EF4-FFF2-40B4-BE49-F238E27FC236}">
                      <a16:creationId xmlns:a16="http://schemas.microsoft.com/office/drawing/2014/main" id="{472D4E24-4A6E-478C-9AB2-EF0FFB577DE1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8" name="Rectangle 757">
                  <a:extLst>
                    <a:ext uri="{FF2B5EF4-FFF2-40B4-BE49-F238E27FC236}">
                      <a16:creationId xmlns:a16="http://schemas.microsoft.com/office/drawing/2014/main" id="{C9711B09-3C22-4295-939A-3C8A38A7F2B7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9" name="Rectangle 758">
                  <a:extLst>
                    <a:ext uri="{FF2B5EF4-FFF2-40B4-BE49-F238E27FC236}">
                      <a16:creationId xmlns:a16="http://schemas.microsoft.com/office/drawing/2014/main" id="{8B86F621-6005-49F8-B6B4-DC5786D2FEAC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CB3AB293-0C82-4BAC-A3D1-8D4D8EC2DE16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1" name="Rectangle 760">
                  <a:extLst>
                    <a:ext uri="{FF2B5EF4-FFF2-40B4-BE49-F238E27FC236}">
                      <a16:creationId xmlns:a16="http://schemas.microsoft.com/office/drawing/2014/main" id="{58CC4423-613B-494A-A47C-37479D42654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2" name="Rectangle 761">
                  <a:extLst>
                    <a:ext uri="{FF2B5EF4-FFF2-40B4-BE49-F238E27FC236}">
                      <a16:creationId xmlns:a16="http://schemas.microsoft.com/office/drawing/2014/main" id="{B2356376-AE07-44C4-9819-10B2F54EC796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8" name="Group 507">
                <a:extLst>
                  <a:ext uri="{FF2B5EF4-FFF2-40B4-BE49-F238E27FC236}">
                    <a16:creationId xmlns:a16="http://schemas.microsoft.com/office/drawing/2014/main" id="{BF452109-B513-44C0-9D4B-2F954F21B5C5}"/>
                  </a:ext>
                </a:extLst>
              </p:cNvPr>
              <p:cNvGrpSpPr/>
              <p:nvPr/>
            </p:nvGrpSpPr>
            <p:grpSpPr>
              <a:xfrm>
                <a:off x="1850532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43" name="Rectangle 742">
                  <a:extLst>
                    <a:ext uri="{FF2B5EF4-FFF2-40B4-BE49-F238E27FC236}">
                      <a16:creationId xmlns:a16="http://schemas.microsoft.com/office/drawing/2014/main" id="{13570F46-EB28-47DC-B1C7-CE740975E172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4" name="Rectangle 743">
                  <a:extLst>
                    <a:ext uri="{FF2B5EF4-FFF2-40B4-BE49-F238E27FC236}">
                      <a16:creationId xmlns:a16="http://schemas.microsoft.com/office/drawing/2014/main" id="{40413336-E1B6-4596-BDD9-97FCF3D8057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5" name="Rectangle 744">
                  <a:extLst>
                    <a:ext uri="{FF2B5EF4-FFF2-40B4-BE49-F238E27FC236}">
                      <a16:creationId xmlns:a16="http://schemas.microsoft.com/office/drawing/2014/main" id="{511B8780-435C-4AAA-A8F7-90B583F137E6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6" name="Rectangle 745">
                  <a:extLst>
                    <a:ext uri="{FF2B5EF4-FFF2-40B4-BE49-F238E27FC236}">
                      <a16:creationId xmlns:a16="http://schemas.microsoft.com/office/drawing/2014/main" id="{76AEE2BB-EB43-43C8-A50F-75F1B727052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7" name="Rectangle 746">
                  <a:extLst>
                    <a:ext uri="{FF2B5EF4-FFF2-40B4-BE49-F238E27FC236}">
                      <a16:creationId xmlns:a16="http://schemas.microsoft.com/office/drawing/2014/main" id="{0DED5819-DDBD-4FF1-9AEE-EF966E80DB5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8" name="Rectangle 747">
                  <a:extLst>
                    <a:ext uri="{FF2B5EF4-FFF2-40B4-BE49-F238E27FC236}">
                      <a16:creationId xmlns:a16="http://schemas.microsoft.com/office/drawing/2014/main" id="{4A52C125-4E76-4BF7-A0FB-55712F88E4AB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9" name="Rectangle 748">
                  <a:extLst>
                    <a:ext uri="{FF2B5EF4-FFF2-40B4-BE49-F238E27FC236}">
                      <a16:creationId xmlns:a16="http://schemas.microsoft.com/office/drawing/2014/main" id="{D9F50A52-F474-429E-BDC0-C652F9717BF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0" name="Rectangle 749">
                  <a:extLst>
                    <a:ext uri="{FF2B5EF4-FFF2-40B4-BE49-F238E27FC236}">
                      <a16:creationId xmlns:a16="http://schemas.microsoft.com/office/drawing/2014/main" id="{54D7ADE9-E36A-41ED-84D0-B69B83759AD2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1" name="Rectangle 750">
                  <a:extLst>
                    <a:ext uri="{FF2B5EF4-FFF2-40B4-BE49-F238E27FC236}">
                      <a16:creationId xmlns:a16="http://schemas.microsoft.com/office/drawing/2014/main" id="{C2480FB4-5E93-475B-96A5-E8B6506A2B1A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2" name="Rectangle 751">
                  <a:extLst>
                    <a:ext uri="{FF2B5EF4-FFF2-40B4-BE49-F238E27FC236}">
                      <a16:creationId xmlns:a16="http://schemas.microsoft.com/office/drawing/2014/main" id="{E30BE206-CAB9-48BB-9A81-A2C6F4F1BC75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9" name="Group 508">
                <a:extLst>
                  <a:ext uri="{FF2B5EF4-FFF2-40B4-BE49-F238E27FC236}">
                    <a16:creationId xmlns:a16="http://schemas.microsoft.com/office/drawing/2014/main" id="{5FC237EC-CF9D-4CCE-A1B2-0373D7B875C3}"/>
                  </a:ext>
                </a:extLst>
              </p:cNvPr>
              <p:cNvGrpSpPr/>
              <p:nvPr/>
            </p:nvGrpSpPr>
            <p:grpSpPr>
              <a:xfrm>
                <a:off x="22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33" name="Rectangle 732">
                  <a:extLst>
                    <a:ext uri="{FF2B5EF4-FFF2-40B4-BE49-F238E27FC236}">
                      <a16:creationId xmlns:a16="http://schemas.microsoft.com/office/drawing/2014/main" id="{D875E6E3-813B-4B01-B9E0-980B90298A42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4" name="Rectangle 733">
                  <a:extLst>
                    <a:ext uri="{FF2B5EF4-FFF2-40B4-BE49-F238E27FC236}">
                      <a16:creationId xmlns:a16="http://schemas.microsoft.com/office/drawing/2014/main" id="{09E471E7-363E-486C-924C-C9FD5E4129F1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5" name="Rectangle 734">
                  <a:extLst>
                    <a:ext uri="{FF2B5EF4-FFF2-40B4-BE49-F238E27FC236}">
                      <a16:creationId xmlns:a16="http://schemas.microsoft.com/office/drawing/2014/main" id="{DFC8B3EF-A2DC-402D-A4B8-DB6E1DFBD2B1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6" name="Rectangle 735">
                  <a:extLst>
                    <a:ext uri="{FF2B5EF4-FFF2-40B4-BE49-F238E27FC236}">
                      <a16:creationId xmlns:a16="http://schemas.microsoft.com/office/drawing/2014/main" id="{3798118D-3395-4CBE-A88B-67E32CFD5600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7" name="Rectangle 736">
                  <a:extLst>
                    <a:ext uri="{FF2B5EF4-FFF2-40B4-BE49-F238E27FC236}">
                      <a16:creationId xmlns:a16="http://schemas.microsoft.com/office/drawing/2014/main" id="{E6251FE8-A576-4C95-B890-693B4DAEB510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8" name="Rectangle 737">
                  <a:extLst>
                    <a:ext uri="{FF2B5EF4-FFF2-40B4-BE49-F238E27FC236}">
                      <a16:creationId xmlns:a16="http://schemas.microsoft.com/office/drawing/2014/main" id="{978A461B-4C95-4C22-81CC-DCFC912A4424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9" name="Rectangle 738">
                  <a:extLst>
                    <a:ext uri="{FF2B5EF4-FFF2-40B4-BE49-F238E27FC236}">
                      <a16:creationId xmlns:a16="http://schemas.microsoft.com/office/drawing/2014/main" id="{86F07028-CD1D-4D7D-AB1F-E91A118B6F98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0" name="Rectangle 739">
                  <a:extLst>
                    <a:ext uri="{FF2B5EF4-FFF2-40B4-BE49-F238E27FC236}">
                      <a16:creationId xmlns:a16="http://schemas.microsoft.com/office/drawing/2014/main" id="{2D6AE3DE-6961-47B6-BFE5-BDC7D474BD15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1" name="Rectangle 740">
                  <a:extLst>
                    <a:ext uri="{FF2B5EF4-FFF2-40B4-BE49-F238E27FC236}">
                      <a16:creationId xmlns:a16="http://schemas.microsoft.com/office/drawing/2014/main" id="{040FF221-025D-4B06-A859-0FF72BBE8952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2" name="Rectangle 741">
                  <a:extLst>
                    <a:ext uri="{FF2B5EF4-FFF2-40B4-BE49-F238E27FC236}">
                      <a16:creationId xmlns:a16="http://schemas.microsoft.com/office/drawing/2014/main" id="{8FEF89FC-0D5F-4109-B729-CADE1B1C553E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FA339CD3-4D59-4548-AC6C-F22F716200A8}"/>
                  </a:ext>
                </a:extLst>
              </p:cNvPr>
              <p:cNvGrpSpPr/>
              <p:nvPr/>
            </p:nvGrpSpPr>
            <p:grpSpPr>
              <a:xfrm>
                <a:off x="25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23" name="Rectangle 722">
                  <a:extLst>
                    <a:ext uri="{FF2B5EF4-FFF2-40B4-BE49-F238E27FC236}">
                      <a16:creationId xmlns:a16="http://schemas.microsoft.com/office/drawing/2014/main" id="{DD28B3D3-8EEF-4B11-81BA-2F759BDE8F94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4" name="Rectangle 723">
                  <a:extLst>
                    <a:ext uri="{FF2B5EF4-FFF2-40B4-BE49-F238E27FC236}">
                      <a16:creationId xmlns:a16="http://schemas.microsoft.com/office/drawing/2014/main" id="{456F1387-F0CA-418F-9ACD-C61E17EE4F36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5" name="Rectangle 724">
                  <a:extLst>
                    <a:ext uri="{FF2B5EF4-FFF2-40B4-BE49-F238E27FC236}">
                      <a16:creationId xmlns:a16="http://schemas.microsoft.com/office/drawing/2014/main" id="{A94B4A76-84DB-451A-B38B-35765B75C60C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6" name="Rectangle 725">
                  <a:extLst>
                    <a:ext uri="{FF2B5EF4-FFF2-40B4-BE49-F238E27FC236}">
                      <a16:creationId xmlns:a16="http://schemas.microsoft.com/office/drawing/2014/main" id="{39858804-7D60-4A00-A24B-870DB0714A7F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7" name="Rectangle 726">
                  <a:extLst>
                    <a:ext uri="{FF2B5EF4-FFF2-40B4-BE49-F238E27FC236}">
                      <a16:creationId xmlns:a16="http://schemas.microsoft.com/office/drawing/2014/main" id="{DC63299A-FC7E-4D55-837D-62F7BF228FE3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8" name="Rectangle 727">
                  <a:extLst>
                    <a:ext uri="{FF2B5EF4-FFF2-40B4-BE49-F238E27FC236}">
                      <a16:creationId xmlns:a16="http://schemas.microsoft.com/office/drawing/2014/main" id="{C18DCC07-3CC7-4F8A-9741-82B35AEB5A91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9" name="Rectangle 728">
                  <a:extLst>
                    <a:ext uri="{FF2B5EF4-FFF2-40B4-BE49-F238E27FC236}">
                      <a16:creationId xmlns:a16="http://schemas.microsoft.com/office/drawing/2014/main" id="{B14EAA39-5C96-40E5-B4E5-5FE77FB02E3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0" name="Rectangle 729">
                  <a:extLst>
                    <a:ext uri="{FF2B5EF4-FFF2-40B4-BE49-F238E27FC236}">
                      <a16:creationId xmlns:a16="http://schemas.microsoft.com/office/drawing/2014/main" id="{CC668893-704B-4988-80F1-3DB9C6340945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1" name="Rectangle 730">
                  <a:extLst>
                    <a:ext uri="{FF2B5EF4-FFF2-40B4-BE49-F238E27FC236}">
                      <a16:creationId xmlns:a16="http://schemas.microsoft.com/office/drawing/2014/main" id="{DAB50C79-71E3-4F73-A6F8-86F10487B828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2" name="Rectangle 731">
                  <a:extLst>
                    <a:ext uri="{FF2B5EF4-FFF2-40B4-BE49-F238E27FC236}">
                      <a16:creationId xmlns:a16="http://schemas.microsoft.com/office/drawing/2014/main" id="{4F11B88A-2A7B-43F9-B42B-34B3BC03167D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1" name="Group 510">
                <a:extLst>
                  <a:ext uri="{FF2B5EF4-FFF2-40B4-BE49-F238E27FC236}">
                    <a16:creationId xmlns:a16="http://schemas.microsoft.com/office/drawing/2014/main" id="{35AE99B6-1A91-455B-9C79-4ABB219003FA}"/>
                  </a:ext>
                </a:extLst>
              </p:cNvPr>
              <p:cNvGrpSpPr/>
              <p:nvPr/>
            </p:nvGrpSpPr>
            <p:grpSpPr>
              <a:xfrm>
                <a:off x="29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13" name="Rectangle 712">
                  <a:extLst>
                    <a:ext uri="{FF2B5EF4-FFF2-40B4-BE49-F238E27FC236}">
                      <a16:creationId xmlns:a16="http://schemas.microsoft.com/office/drawing/2014/main" id="{0C4CD474-FA3D-4279-AD93-606FE6E6830F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4" name="Rectangle 713">
                  <a:extLst>
                    <a:ext uri="{FF2B5EF4-FFF2-40B4-BE49-F238E27FC236}">
                      <a16:creationId xmlns:a16="http://schemas.microsoft.com/office/drawing/2014/main" id="{B7819405-F01C-4818-B1B4-552CCFB2C224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5" name="Rectangle 714">
                  <a:extLst>
                    <a:ext uri="{FF2B5EF4-FFF2-40B4-BE49-F238E27FC236}">
                      <a16:creationId xmlns:a16="http://schemas.microsoft.com/office/drawing/2014/main" id="{2015AB60-70C4-4E34-BF1C-B447C4F04C87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6" name="Rectangle 715">
                  <a:extLst>
                    <a:ext uri="{FF2B5EF4-FFF2-40B4-BE49-F238E27FC236}">
                      <a16:creationId xmlns:a16="http://schemas.microsoft.com/office/drawing/2014/main" id="{C021FE36-9734-4C9D-BF22-A808DF2D7F6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7" name="Rectangle 716">
                  <a:extLst>
                    <a:ext uri="{FF2B5EF4-FFF2-40B4-BE49-F238E27FC236}">
                      <a16:creationId xmlns:a16="http://schemas.microsoft.com/office/drawing/2014/main" id="{295BF911-71B5-4728-9CD1-D90BBA79930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8" name="Rectangle 717">
                  <a:extLst>
                    <a:ext uri="{FF2B5EF4-FFF2-40B4-BE49-F238E27FC236}">
                      <a16:creationId xmlns:a16="http://schemas.microsoft.com/office/drawing/2014/main" id="{6195198F-2684-43CA-8F4E-C4EE2ABBD37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9" name="Rectangle 718">
                  <a:extLst>
                    <a:ext uri="{FF2B5EF4-FFF2-40B4-BE49-F238E27FC236}">
                      <a16:creationId xmlns:a16="http://schemas.microsoft.com/office/drawing/2014/main" id="{011AFC46-A5B8-4DB0-8553-5CEA900F8140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0" name="Rectangle 719">
                  <a:extLst>
                    <a:ext uri="{FF2B5EF4-FFF2-40B4-BE49-F238E27FC236}">
                      <a16:creationId xmlns:a16="http://schemas.microsoft.com/office/drawing/2014/main" id="{D7632642-603D-4974-8CFF-8A2740A30DD9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1" name="Rectangle 720">
                  <a:extLst>
                    <a:ext uri="{FF2B5EF4-FFF2-40B4-BE49-F238E27FC236}">
                      <a16:creationId xmlns:a16="http://schemas.microsoft.com/office/drawing/2014/main" id="{0FA77CA7-6892-4D1D-86D2-DEB951183CCB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2" name="Rectangle 721">
                  <a:extLst>
                    <a:ext uri="{FF2B5EF4-FFF2-40B4-BE49-F238E27FC236}">
                      <a16:creationId xmlns:a16="http://schemas.microsoft.com/office/drawing/2014/main" id="{FE61EAF2-2E91-4EDC-B2DD-75A6599939EC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2" name="Group 511">
                <a:extLst>
                  <a:ext uri="{FF2B5EF4-FFF2-40B4-BE49-F238E27FC236}">
                    <a16:creationId xmlns:a16="http://schemas.microsoft.com/office/drawing/2014/main" id="{8AB4F781-89EF-477D-A4C1-B5FFE55FC0F4}"/>
                  </a:ext>
                </a:extLst>
              </p:cNvPr>
              <p:cNvGrpSpPr/>
              <p:nvPr/>
            </p:nvGrpSpPr>
            <p:grpSpPr>
              <a:xfrm>
                <a:off x="32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03" name="Rectangle 702">
                  <a:extLst>
                    <a:ext uri="{FF2B5EF4-FFF2-40B4-BE49-F238E27FC236}">
                      <a16:creationId xmlns:a16="http://schemas.microsoft.com/office/drawing/2014/main" id="{DD164532-5E6B-42A5-A67A-85D38E300019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4" name="Rectangle 703">
                  <a:extLst>
                    <a:ext uri="{FF2B5EF4-FFF2-40B4-BE49-F238E27FC236}">
                      <a16:creationId xmlns:a16="http://schemas.microsoft.com/office/drawing/2014/main" id="{B11E323D-62A6-4B04-915E-481A30B63AF3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5" name="Rectangle 704">
                  <a:extLst>
                    <a:ext uri="{FF2B5EF4-FFF2-40B4-BE49-F238E27FC236}">
                      <a16:creationId xmlns:a16="http://schemas.microsoft.com/office/drawing/2014/main" id="{25865E96-C762-48DA-8243-58ACDD1246D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6" name="Rectangle 705">
                  <a:extLst>
                    <a:ext uri="{FF2B5EF4-FFF2-40B4-BE49-F238E27FC236}">
                      <a16:creationId xmlns:a16="http://schemas.microsoft.com/office/drawing/2014/main" id="{F77F3582-04DD-4DC3-A56C-9EBAB09F1585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7" name="Rectangle 706">
                  <a:extLst>
                    <a:ext uri="{FF2B5EF4-FFF2-40B4-BE49-F238E27FC236}">
                      <a16:creationId xmlns:a16="http://schemas.microsoft.com/office/drawing/2014/main" id="{FD36541F-D3E0-4E59-85D6-4A3AF723F39F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8" name="Rectangle 707">
                  <a:extLst>
                    <a:ext uri="{FF2B5EF4-FFF2-40B4-BE49-F238E27FC236}">
                      <a16:creationId xmlns:a16="http://schemas.microsoft.com/office/drawing/2014/main" id="{E019DC29-199B-42A1-83AE-CCF2BB05A601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9" name="Rectangle 708">
                  <a:extLst>
                    <a:ext uri="{FF2B5EF4-FFF2-40B4-BE49-F238E27FC236}">
                      <a16:creationId xmlns:a16="http://schemas.microsoft.com/office/drawing/2014/main" id="{B68CAB69-92A5-40A6-82E7-0BA560DD43FE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" name="Rectangle 709">
                  <a:extLst>
                    <a:ext uri="{FF2B5EF4-FFF2-40B4-BE49-F238E27FC236}">
                      <a16:creationId xmlns:a16="http://schemas.microsoft.com/office/drawing/2014/main" id="{577020A2-A08A-4B3A-9050-8E2C2F395A90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1" name="Rectangle 710">
                  <a:extLst>
                    <a:ext uri="{FF2B5EF4-FFF2-40B4-BE49-F238E27FC236}">
                      <a16:creationId xmlns:a16="http://schemas.microsoft.com/office/drawing/2014/main" id="{7EDC80E1-4B9B-4045-B96B-A81A3A31604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2" name="Rectangle 711">
                  <a:extLst>
                    <a:ext uri="{FF2B5EF4-FFF2-40B4-BE49-F238E27FC236}">
                      <a16:creationId xmlns:a16="http://schemas.microsoft.com/office/drawing/2014/main" id="{ADAE6B97-027C-4A7C-A747-DCB35D200EB5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39994D5C-5E37-4E39-89F4-2662D20EBB70}"/>
                  </a:ext>
                </a:extLst>
              </p:cNvPr>
              <p:cNvSpPr/>
              <p:nvPr/>
            </p:nvSpPr>
            <p:spPr>
              <a:xfrm>
                <a:off x="50531" y="21193"/>
                <a:ext cx="3600000" cy="360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14" name="Group 513">
                <a:extLst>
                  <a:ext uri="{FF2B5EF4-FFF2-40B4-BE49-F238E27FC236}">
                    <a16:creationId xmlns:a16="http://schemas.microsoft.com/office/drawing/2014/main" id="{0E2DF037-CBB3-4F23-980E-6CACC6F4F31B}"/>
                  </a:ext>
                </a:extLst>
              </p:cNvPr>
              <p:cNvGrpSpPr/>
              <p:nvPr/>
            </p:nvGrpSpPr>
            <p:grpSpPr>
              <a:xfrm>
                <a:off x="368926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91" name="Group 690">
                  <a:extLst>
                    <a:ext uri="{FF2B5EF4-FFF2-40B4-BE49-F238E27FC236}">
                      <a16:creationId xmlns:a16="http://schemas.microsoft.com/office/drawing/2014/main" id="{CB4ECF75-62C2-495D-A229-510AE11326CA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93" name="Rectangle 692">
                    <a:extLst>
                      <a:ext uri="{FF2B5EF4-FFF2-40B4-BE49-F238E27FC236}">
                        <a16:creationId xmlns:a16="http://schemas.microsoft.com/office/drawing/2014/main" id="{5794FDE6-65E4-4009-A964-70F1988B2163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4" name="Rectangle 693">
                    <a:extLst>
                      <a:ext uri="{FF2B5EF4-FFF2-40B4-BE49-F238E27FC236}">
                        <a16:creationId xmlns:a16="http://schemas.microsoft.com/office/drawing/2014/main" id="{A16CCD86-18CE-4862-9109-0660B1ECB931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5" name="Rectangle 694">
                    <a:extLst>
                      <a:ext uri="{FF2B5EF4-FFF2-40B4-BE49-F238E27FC236}">
                        <a16:creationId xmlns:a16="http://schemas.microsoft.com/office/drawing/2014/main" id="{1E423777-3CDB-4153-BA6B-044EFB35C9EF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6" name="Rectangle 695">
                    <a:extLst>
                      <a:ext uri="{FF2B5EF4-FFF2-40B4-BE49-F238E27FC236}">
                        <a16:creationId xmlns:a16="http://schemas.microsoft.com/office/drawing/2014/main" id="{305E0913-52AE-4FF3-8199-B9D12D476EF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7" name="Rectangle 696">
                    <a:extLst>
                      <a:ext uri="{FF2B5EF4-FFF2-40B4-BE49-F238E27FC236}">
                        <a16:creationId xmlns:a16="http://schemas.microsoft.com/office/drawing/2014/main" id="{291806E2-ADAF-41AB-80E5-A40010CEFEE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8" name="Rectangle 697">
                    <a:extLst>
                      <a:ext uri="{FF2B5EF4-FFF2-40B4-BE49-F238E27FC236}">
                        <a16:creationId xmlns:a16="http://schemas.microsoft.com/office/drawing/2014/main" id="{3A16E883-C978-4507-93F6-39E5F751345E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9" name="Rectangle 698">
                    <a:extLst>
                      <a:ext uri="{FF2B5EF4-FFF2-40B4-BE49-F238E27FC236}">
                        <a16:creationId xmlns:a16="http://schemas.microsoft.com/office/drawing/2014/main" id="{73F9B8AE-98F4-418A-899B-6F4388C3AD26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0" name="Rectangle 699">
                    <a:extLst>
                      <a:ext uri="{FF2B5EF4-FFF2-40B4-BE49-F238E27FC236}">
                        <a16:creationId xmlns:a16="http://schemas.microsoft.com/office/drawing/2014/main" id="{2ABF681C-CF31-4719-9C4F-3BEF3E59EE2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1" name="Rectangle 700">
                    <a:extLst>
                      <a:ext uri="{FF2B5EF4-FFF2-40B4-BE49-F238E27FC236}">
                        <a16:creationId xmlns:a16="http://schemas.microsoft.com/office/drawing/2014/main" id="{D522FF52-588A-4F96-810F-0FADA13316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2" name="Rectangle 701">
                    <a:extLst>
                      <a:ext uri="{FF2B5EF4-FFF2-40B4-BE49-F238E27FC236}">
                        <a16:creationId xmlns:a16="http://schemas.microsoft.com/office/drawing/2014/main" id="{47F3E672-E42A-4147-B7B9-5E619C7D5A8F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92" name="Rectangle 691">
                  <a:extLst>
                    <a:ext uri="{FF2B5EF4-FFF2-40B4-BE49-F238E27FC236}">
                      <a16:creationId xmlns:a16="http://schemas.microsoft.com/office/drawing/2014/main" id="{962DFE73-EE0F-4FA5-8985-BCB52733B204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5" name="Group 514">
                <a:extLst>
                  <a:ext uri="{FF2B5EF4-FFF2-40B4-BE49-F238E27FC236}">
                    <a16:creationId xmlns:a16="http://schemas.microsoft.com/office/drawing/2014/main" id="{5636D2F4-E5EA-4BE9-8294-9DD144FCDE37}"/>
                  </a:ext>
                </a:extLst>
              </p:cNvPr>
              <p:cNvGrpSpPr/>
              <p:nvPr/>
            </p:nvGrpSpPr>
            <p:grpSpPr>
              <a:xfrm>
                <a:off x="408692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79" name="Group 678">
                  <a:extLst>
                    <a:ext uri="{FF2B5EF4-FFF2-40B4-BE49-F238E27FC236}">
                      <a16:creationId xmlns:a16="http://schemas.microsoft.com/office/drawing/2014/main" id="{EC453733-D674-43FA-96E4-BDB773451898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81" name="Rectangle 680">
                    <a:extLst>
                      <a:ext uri="{FF2B5EF4-FFF2-40B4-BE49-F238E27FC236}">
                        <a16:creationId xmlns:a16="http://schemas.microsoft.com/office/drawing/2014/main" id="{5DEE5BBD-C299-45BE-BF8A-D0A0016649C6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2" name="Rectangle 681">
                    <a:extLst>
                      <a:ext uri="{FF2B5EF4-FFF2-40B4-BE49-F238E27FC236}">
                        <a16:creationId xmlns:a16="http://schemas.microsoft.com/office/drawing/2014/main" id="{08E1A0FB-BF91-454C-92C9-7A500F90423A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3" name="Rectangle 682">
                    <a:extLst>
                      <a:ext uri="{FF2B5EF4-FFF2-40B4-BE49-F238E27FC236}">
                        <a16:creationId xmlns:a16="http://schemas.microsoft.com/office/drawing/2014/main" id="{99B46EB7-6E99-46C3-8222-D44C377C7DE4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4" name="Rectangle 683">
                    <a:extLst>
                      <a:ext uri="{FF2B5EF4-FFF2-40B4-BE49-F238E27FC236}">
                        <a16:creationId xmlns:a16="http://schemas.microsoft.com/office/drawing/2014/main" id="{30030771-69E1-4CDE-898C-502437F208FA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5" name="Rectangle 684">
                    <a:extLst>
                      <a:ext uri="{FF2B5EF4-FFF2-40B4-BE49-F238E27FC236}">
                        <a16:creationId xmlns:a16="http://schemas.microsoft.com/office/drawing/2014/main" id="{F0FFEB24-16D8-4FE6-A453-0D215280E362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6" name="Rectangle 685">
                    <a:extLst>
                      <a:ext uri="{FF2B5EF4-FFF2-40B4-BE49-F238E27FC236}">
                        <a16:creationId xmlns:a16="http://schemas.microsoft.com/office/drawing/2014/main" id="{A37F0551-2621-4B54-8A1E-1C2358687F3B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7" name="Rectangle 686">
                    <a:extLst>
                      <a:ext uri="{FF2B5EF4-FFF2-40B4-BE49-F238E27FC236}">
                        <a16:creationId xmlns:a16="http://schemas.microsoft.com/office/drawing/2014/main" id="{9A84E705-3E32-4295-8E3A-0122F3799B03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8" name="Rectangle 687">
                    <a:extLst>
                      <a:ext uri="{FF2B5EF4-FFF2-40B4-BE49-F238E27FC236}">
                        <a16:creationId xmlns:a16="http://schemas.microsoft.com/office/drawing/2014/main" id="{E16CD068-16B7-4AE3-94AD-CEF84022B05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9" name="Rectangle 688">
                    <a:extLst>
                      <a:ext uri="{FF2B5EF4-FFF2-40B4-BE49-F238E27FC236}">
                        <a16:creationId xmlns:a16="http://schemas.microsoft.com/office/drawing/2014/main" id="{CD41467D-0436-40A3-9213-ADB570012F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0" name="Rectangle 689">
                    <a:extLst>
                      <a:ext uri="{FF2B5EF4-FFF2-40B4-BE49-F238E27FC236}">
                        <a16:creationId xmlns:a16="http://schemas.microsoft.com/office/drawing/2014/main" id="{E326B810-83E9-4305-B3EB-813E780DA01E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80" name="Rectangle 679">
                  <a:extLst>
                    <a:ext uri="{FF2B5EF4-FFF2-40B4-BE49-F238E27FC236}">
                      <a16:creationId xmlns:a16="http://schemas.microsoft.com/office/drawing/2014/main" id="{11060912-281A-4DBA-A76B-79ADE72C4969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6" name="Group 515">
                <a:extLst>
                  <a:ext uri="{FF2B5EF4-FFF2-40B4-BE49-F238E27FC236}">
                    <a16:creationId xmlns:a16="http://schemas.microsoft.com/office/drawing/2014/main" id="{B4CF676C-1886-4BE0-97C3-472B16DFB8F2}"/>
                  </a:ext>
                </a:extLst>
              </p:cNvPr>
              <p:cNvGrpSpPr/>
              <p:nvPr/>
            </p:nvGrpSpPr>
            <p:grpSpPr>
              <a:xfrm>
                <a:off x="448032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67" name="Group 666">
                  <a:extLst>
                    <a:ext uri="{FF2B5EF4-FFF2-40B4-BE49-F238E27FC236}">
                      <a16:creationId xmlns:a16="http://schemas.microsoft.com/office/drawing/2014/main" id="{081D549B-1985-4361-A287-00A80F902725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69" name="Rectangle 668">
                    <a:extLst>
                      <a:ext uri="{FF2B5EF4-FFF2-40B4-BE49-F238E27FC236}">
                        <a16:creationId xmlns:a16="http://schemas.microsoft.com/office/drawing/2014/main" id="{C077AE40-1751-4CDF-8C0E-51367FD69E47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0" name="Rectangle 669">
                    <a:extLst>
                      <a:ext uri="{FF2B5EF4-FFF2-40B4-BE49-F238E27FC236}">
                        <a16:creationId xmlns:a16="http://schemas.microsoft.com/office/drawing/2014/main" id="{9C7DFF6C-94F3-4F98-8EE0-9E9832ED0293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1" name="Rectangle 670">
                    <a:extLst>
                      <a:ext uri="{FF2B5EF4-FFF2-40B4-BE49-F238E27FC236}">
                        <a16:creationId xmlns:a16="http://schemas.microsoft.com/office/drawing/2014/main" id="{429F22D5-E505-4D14-9292-238A378F3837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2" name="Rectangle 671">
                    <a:extLst>
                      <a:ext uri="{FF2B5EF4-FFF2-40B4-BE49-F238E27FC236}">
                        <a16:creationId xmlns:a16="http://schemas.microsoft.com/office/drawing/2014/main" id="{4009908F-97FD-4A30-97F6-1D27B93F64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3" name="Rectangle 672">
                    <a:extLst>
                      <a:ext uri="{FF2B5EF4-FFF2-40B4-BE49-F238E27FC236}">
                        <a16:creationId xmlns:a16="http://schemas.microsoft.com/office/drawing/2014/main" id="{A40C6777-8FB1-4A92-9C89-253FEDA0823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4" name="Rectangle 673">
                    <a:extLst>
                      <a:ext uri="{FF2B5EF4-FFF2-40B4-BE49-F238E27FC236}">
                        <a16:creationId xmlns:a16="http://schemas.microsoft.com/office/drawing/2014/main" id="{66EBFAF6-D015-475B-A1DB-A472C6106888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5" name="Rectangle 674">
                    <a:extLst>
                      <a:ext uri="{FF2B5EF4-FFF2-40B4-BE49-F238E27FC236}">
                        <a16:creationId xmlns:a16="http://schemas.microsoft.com/office/drawing/2014/main" id="{962CC56B-EC20-421C-BE27-ED3959D550A6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6" name="Rectangle 675">
                    <a:extLst>
                      <a:ext uri="{FF2B5EF4-FFF2-40B4-BE49-F238E27FC236}">
                        <a16:creationId xmlns:a16="http://schemas.microsoft.com/office/drawing/2014/main" id="{EDAA297B-F045-44EA-ACCA-1CB9013B6290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7" name="Rectangle 676">
                    <a:extLst>
                      <a:ext uri="{FF2B5EF4-FFF2-40B4-BE49-F238E27FC236}">
                        <a16:creationId xmlns:a16="http://schemas.microsoft.com/office/drawing/2014/main" id="{FBFD5300-1DAF-440E-84B5-97FFD4F424FB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8" name="Rectangle 677">
                    <a:extLst>
                      <a:ext uri="{FF2B5EF4-FFF2-40B4-BE49-F238E27FC236}">
                        <a16:creationId xmlns:a16="http://schemas.microsoft.com/office/drawing/2014/main" id="{058CA249-D2D3-4CFC-B4D5-894072B7CD83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68" name="Rectangle 667">
                  <a:extLst>
                    <a:ext uri="{FF2B5EF4-FFF2-40B4-BE49-F238E27FC236}">
                      <a16:creationId xmlns:a16="http://schemas.microsoft.com/office/drawing/2014/main" id="{63BEEB5B-9FF2-482A-8144-8723ABD374D2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A368C6E0-8D9F-4ABF-BF4F-CD34B2DABF67}"/>
                  </a:ext>
                </a:extLst>
              </p:cNvPr>
              <p:cNvGrpSpPr/>
              <p:nvPr/>
            </p:nvGrpSpPr>
            <p:grpSpPr>
              <a:xfrm>
                <a:off x="4878464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55" name="Group 654">
                  <a:extLst>
                    <a:ext uri="{FF2B5EF4-FFF2-40B4-BE49-F238E27FC236}">
                      <a16:creationId xmlns:a16="http://schemas.microsoft.com/office/drawing/2014/main" id="{01B27540-C104-48B1-8AD9-701AABC940A2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57" name="Rectangle 656">
                    <a:extLst>
                      <a:ext uri="{FF2B5EF4-FFF2-40B4-BE49-F238E27FC236}">
                        <a16:creationId xmlns:a16="http://schemas.microsoft.com/office/drawing/2014/main" id="{BD4B5E3C-3602-41B9-8CAD-FD01DFDD3FA1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8" name="Rectangle 657">
                    <a:extLst>
                      <a:ext uri="{FF2B5EF4-FFF2-40B4-BE49-F238E27FC236}">
                        <a16:creationId xmlns:a16="http://schemas.microsoft.com/office/drawing/2014/main" id="{C9946653-AC25-4B1D-A8C6-61162F35F345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9" name="Rectangle 658">
                    <a:extLst>
                      <a:ext uri="{FF2B5EF4-FFF2-40B4-BE49-F238E27FC236}">
                        <a16:creationId xmlns:a16="http://schemas.microsoft.com/office/drawing/2014/main" id="{8907BF24-C4E9-4456-A8B8-DE8D26D28ED6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0" name="Rectangle 659">
                    <a:extLst>
                      <a:ext uri="{FF2B5EF4-FFF2-40B4-BE49-F238E27FC236}">
                        <a16:creationId xmlns:a16="http://schemas.microsoft.com/office/drawing/2014/main" id="{BA7A477F-F5BF-4597-B007-ED9D7F63A0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1" name="Rectangle 660">
                    <a:extLst>
                      <a:ext uri="{FF2B5EF4-FFF2-40B4-BE49-F238E27FC236}">
                        <a16:creationId xmlns:a16="http://schemas.microsoft.com/office/drawing/2014/main" id="{EF105782-7913-486D-9D70-2D75D329E44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2" name="Rectangle 661">
                    <a:extLst>
                      <a:ext uri="{FF2B5EF4-FFF2-40B4-BE49-F238E27FC236}">
                        <a16:creationId xmlns:a16="http://schemas.microsoft.com/office/drawing/2014/main" id="{521BD16C-8146-4EF4-B076-7D08F034319F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3" name="Rectangle 662">
                    <a:extLst>
                      <a:ext uri="{FF2B5EF4-FFF2-40B4-BE49-F238E27FC236}">
                        <a16:creationId xmlns:a16="http://schemas.microsoft.com/office/drawing/2014/main" id="{A4AEF0DE-A1D6-424F-BE1F-7ADF2B70CBBC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4" name="Rectangle 663">
                    <a:extLst>
                      <a:ext uri="{FF2B5EF4-FFF2-40B4-BE49-F238E27FC236}">
                        <a16:creationId xmlns:a16="http://schemas.microsoft.com/office/drawing/2014/main" id="{97D8294A-F414-4718-ABFE-83183BBD5827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5" name="Rectangle 664">
                    <a:extLst>
                      <a:ext uri="{FF2B5EF4-FFF2-40B4-BE49-F238E27FC236}">
                        <a16:creationId xmlns:a16="http://schemas.microsoft.com/office/drawing/2014/main" id="{CB8CA76B-A160-4ED3-949C-79FD099BDEDD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6" name="Rectangle 665">
                    <a:extLst>
                      <a:ext uri="{FF2B5EF4-FFF2-40B4-BE49-F238E27FC236}">
                        <a16:creationId xmlns:a16="http://schemas.microsoft.com/office/drawing/2014/main" id="{7702466C-45A1-4B26-80CD-18291BD5160D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56" name="Rectangle 655">
                  <a:extLst>
                    <a:ext uri="{FF2B5EF4-FFF2-40B4-BE49-F238E27FC236}">
                      <a16:creationId xmlns:a16="http://schemas.microsoft.com/office/drawing/2014/main" id="{0B214FEC-92C9-473C-9C0B-3C68BE7FE450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8" name="Group 517">
                <a:extLst>
                  <a:ext uri="{FF2B5EF4-FFF2-40B4-BE49-F238E27FC236}">
                    <a16:creationId xmlns:a16="http://schemas.microsoft.com/office/drawing/2014/main" id="{9F265DF6-5101-4E77-A3C7-0A373CE76117}"/>
                  </a:ext>
                </a:extLst>
              </p:cNvPr>
              <p:cNvGrpSpPr/>
              <p:nvPr/>
            </p:nvGrpSpPr>
            <p:grpSpPr>
              <a:xfrm>
                <a:off x="5276125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43" name="Group 642">
                  <a:extLst>
                    <a:ext uri="{FF2B5EF4-FFF2-40B4-BE49-F238E27FC236}">
                      <a16:creationId xmlns:a16="http://schemas.microsoft.com/office/drawing/2014/main" id="{4A90C794-5EC2-4421-A00F-997A78120139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45" name="Rectangle 644">
                    <a:extLst>
                      <a:ext uri="{FF2B5EF4-FFF2-40B4-BE49-F238E27FC236}">
                        <a16:creationId xmlns:a16="http://schemas.microsoft.com/office/drawing/2014/main" id="{22DB4CB6-F96C-4653-99CC-F608BCB73275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6" name="Rectangle 645">
                    <a:extLst>
                      <a:ext uri="{FF2B5EF4-FFF2-40B4-BE49-F238E27FC236}">
                        <a16:creationId xmlns:a16="http://schemas.microsoft.com/office/drawing/2014/main" id="{E69E2D24-F6C7-4E3D-A242-C0BD768916B5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7" name="Rectangle 646">
                    <a:extLst>
                      <a:ext uri="{FF2B5EF4-FFF2-40B4-BE49-F238E27FC236}">
                        <a16:creationId xmlns:a16="http://schemas.microsoft.com/office/drawing/2014/main" id="{9F0C1968-D844-40C4-A712-C93CBE0B16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8" name="Rectangle 647">
                    <a:extLst>
                      <a:ext uri="{FF2B5EF4-FFF2-40B4-BE49-F238E27FC236}">
                        <a16:creationId xmlns:a16="http://schemas.microsoft.com/office/drawing/2014/main" id="{03E2E80C-A18E-4979-B616-F011278356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9" name="Rectangle 648">
                    <a:extLst>
                      <a:ext uri="{FF2B5EF4-FFF2-40B4-BE49-F238E27FC236}">
                        <a16:creationId xmlns:a16="http://schemas.microsoft.com/office/drawing/2014/main" id="{8DF89AC6-7B0E-43AD-B1C6-321F5E1124E0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0" name="Rectangle 649">
                    <a:extLst>
                      <a:ext uri="{FF2B5EF4-FFF2-40B4-BE49-F238E27FC236}">
                        <a16:creationId xmlns:a16="http://schemas.microsoft.com/office/drawing/2014/main" id="{6A3859B3-A49B-454E-8414-B2945B689E68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1" name="Rectangle 650">
                    <a:extLst>
                      <a:ext uri="{FF2B5EF4-FFF2-40B4-BE49-F238E27FC236}">
                        <a16:creationId xmlns:a16="http://schemas.microsoft.com/office/drawing/2014/main" id="{A0F07E15-7273-407D-8FD9-D6DCBF612DD7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2" name="Rectangle 651">
                    <a:extLst>
                      <a:ext uri="{FF2B5EF4-FFF2-40B4-BE49-F238E27FC236}">
                        <a16:creationId xmlns:a16="http://schemas.microsoft.com/office/drawing/2014/main" id="{FA2A2D38-103E-41F5-87D2-3917DF391F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3" name="Rectangle 652">
                    <a:extLst>
                      <a:ext uri="{FF2B5EF4-FFF2-40B4-BE49-F238E27FC236}">
                        <a16:creationId xmlns:a16="http://schemas.microsoft.com/office/drawing/2014/main" id="{055FDB88-9BC7-44D6-844E-F267DF0630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4" name="Rectangle 653">
                    <a:extLst>
                      <a:ext uri="{FF2B5EF4-FFF2-40B4-BE49-F238E27FC236}">
                        <a16:creationId xmlns:a16="http://schemas.microsoft.com/office/drawing/2014/main" id="{4BEB18F0-A365-415D-B2E2-DC1222894821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44" name="Rectangle 643">
                  <a:extLst>
                    <a:ext uri="{FF2B5EF4-FFF2-40B4-BE49-F238E27FC236}">
                      <a16:creationId xmlns:a16="http://schemas.microsoft.com/office/drawing/2014/main" id="{FE45958D-1308-40FC-A858-68B26308100C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9" name="Group 518">
                <a:extLst>
                  <a:ext uri="{FF2B5EF4-FFF2-40B4-BE49-F238E27FC236}">
                    <a16:creationId xmlns:a16="http://schemas.microsoft.com/office/drawing/2014/main" id="{40AC02BE-3117-4508-9EE8-4304EF9C2283}"/>
                  </a:ext>
                </a:extLst>
              </p:cNvPr>
              <p:cNvGrpSpPr/>
              <p:nvPr/>
            </p:nvGrpSpPr>
            <p:grpSpPr>
              <a:xfrm>
                <a:off x="5669523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31" name="Group 630">
                  <a:extLst>
                    <a:ext uri="{FF2B5EF4-FFF2-40B4-BE49-F238E27FC236}">
                      <a16:creationId xmlns:a16="http://schemas.microsoft.com/office/drawing/2014/main" id="{2AE48BD2-3360-4D8D-BC9B-457293DD834C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33" name="Rectangle 632">
                    <a:extLst>
                      <a:ext uri="{FF2B5EF4-FFF2-40B4-BE49-F238E27FC236}">
                        <a16:creationId xmlns:a16="http://schemas.microsoft.com/office/drawing/2014/main" id="{6C0A3B4D-8821-4BE8-8AB6-B436D847105D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4" name="Rectangle 633">
                    <a:extLst>
                      <a:ext uri="{FF2B5EF4-FFF2-40B4-BE49-F238E27FC236}">
                        <a16:creationId xmlns:a16="http://schemas.microsoft.com/office/drawing/2014/main" id="{08380F0E-A1DC-4C2D-8EF9-A7287A00F59B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5" name="Rectangle 634">
                    <a:extLst>
                      <a:ext uri="{FF2B5EF4-FFF2-40B4-BE49-F238E27FC236}">
                        <a16:creationId xmlns:a16="http://schemas.microsoft.com/office/drawing/2014/main" id="{2545AD47-0CB4-4766-A122-C299C0B7FD78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6" name="Rectangle 635">
                    <a:extLst>
                      <a:ext uri="{FF2B5EF4-FFF2-40B4-BE49-F238E27FC236}">
                        <a16:creationId xmlns:a16="http://schemas.microsoft.com/office/drawing/2014/main" id="{67B2353C-9DD3-408A-85F3-09E5D2E54CE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7" name="Rectangle 636">
                    <a:extLst>
                      <a:ext uri="{FF2B5EF4-FFF2-40B4-BE49-F238E27FC236}">
                        <a16:creationId xmlns:a16="http://schemas.microsoft.com/office/drawing/2014/main" id="{5AC0B294-D8A0-4DBC-86A4-448F738B76A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8" name="Rectangle 637">
                    <a:extLst>
                      <a:ext uri="{FF2B5EF4-FFF2-40B4-BE49-F238E27FC236}">
                        <a16:creationId xmlns:a16="http://schemas.microsoft.com/office/drawing/2014/main" id="{C35ADA81-9B0B-4205-96DB-F68C9EA9B66E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9" name="Rectangle 638">
                    <a:extLst>
                      <a:ext uri="{FF2B5EF4-FFF2-40B4-BE49-F238E27FC236}">
                        <a16:creationId xmlns:a16="http://schemas.microsoft.com/office/drawing/2014/main" id="{43DF1090-E81A-4B2A-887A-AB16D960A74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0" name="Rectangle 639">
                    <a:extLst>
                      <a:ext uri="{FF2B5EF4-FFF2-40B4-BE49-F238E27FC236}">
                        <a16:creationId xmlns:a16="http://schemas.microsoft.com/office/drawing/2014/main" id="{75B28C03-DD7B-4A8C-A643-AAABE201795B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1" name="Rectangle 640">
                    <a:extLst>
                      <a:ext uri="{FF2B5EF4-FFF2-40B4-BE49-F238E27FC236}">
                        <a16:creationId xmlns:a16="http://schemas.microsoft.com/office/drawing/2014/main" id="{5936A7A9-92B2-4884-9A63-024AB25E7CE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2" name="Rectangle 641">
                    <a:extLst>
                      <a:ext uri="{FF2B5EF4-FFF2-40B4-BE49-F238E27FC236}">
                        <a16:creationId xmlns:a16="http://schemas.microsoft.com/office/drawing/2014/main" id="{42F5EC1A-BCC5-4BF7-9AD3-FB99160C2B1E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32" name="Rectangle 631">
                  <a:extLst>
                    <a:ext uri="{FF2B5EF4-FFF2-40B4-BE49-F238E27FC236}">
                      <a16:creationId xmlns:a16="http://schemas.microsoft.com/office/drawing/2014/main" id="{EE6399B9-3FBD-4D59-A48A-47242C707507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0" name="Group 519">
                <a:extLst>
                  <a:ext uri="{FF2B5EF4-FFF2-40B4-BE49-F238E27FC236}">
                    <a16:creationId xmlns:a16="http://schemas.microsoft.com/office/drawing/2014/main" id="{2BEC3E98-BBBF-439F-A867-65A637D42FA8}"/>
                  </a:ext>
                </a:extLst>
              </p:cNvPr>
              <p:cNvGrpSpPr/>
              <p:nvPr/>
            </p:nvGrpSpPr>
            <p:grpSpPr>
              <a:xfrm>
                <a:off x="6062921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19" name="Group 618">
                  <a:extLst>
                    <a:ext uri="{FF2B5EF4-FFF2-40B4-BE49-F238E27FC236}">
                      <a16:creationId xmlns:a16="http://schemas.microsoft.com/office/drawing/2014/main" id="{E325CC04-E44E-4009-9685-A990D98BE10E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21" name="Rectangle 620">
                    <a:extLst>
                      <a:ext uri="{FF2B5EF4-FFF2-40B4-BE49-F238E27FC236}">
                        <a16:creationId xmlns:a16="http://schemas.microsoft.com/office/drawing/2014/main" id="{114F304A-FDCC-41F7-8816-905D2938DDCA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2" name="Rectangle 621">
                    <a:extLst>
                      <a:ext uri="{FF2B5EF4-FFF2-40B4-BE49-F238E27FC236}">
                        <a16:creationId xmlns:a16="http://schemas.microsoft.com/office/drawing/2014/main" id="{1F538638-DEDC-4378-8D63-B2BB6C7C0102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3" name="Rectangle 622">
                    <a:extLst>
                      <a:ext uri="{FF2B5EF4-FFF2-40B4-BE49-F238E27FC236}">
                        <a16:creationId xmlns:a16="http://schemas.microsoft.com/office/drawing/2014/main" id="{E5F862F3-2900-460C-B50C-005E2CA72CE5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4" name="Rectangle 623">
                    <a:extLst>
                      <a:ext uri="{FF2B5EF4-FFF2-40B4-BE49-F238E27FC236}">
                        <a16:creationId xmlns:a16="http://schemas.microsoft.com/office/drawing/2014/main" id="{C52ED2FD-E794-4716-8494-A40DDC4A911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5" name="Rectangle 624">
                    <a:extLst>
                      <a:ext uri="{FF2B5EF4-FFF2-40B4-BE49-F238E27FC236}">
                        <a16:creationId xmlns:a16="http://schemas.microsoft.com/office/drawing/2014/main" id="{7ACCC063-6A63-4FC6-AEEE-799072ED9B7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6" name="Rectangle 625">
                    <a:extLst>
                      <a:ext uri="{FF2B5EF4-FFF2-40B4-BE49-F238E27FC236}">
                        <a16:creationId xmlns:a16="http://schemas.microsoft.com/office/drawing/2014/main" id="{ACBDBA22-1D3B-4D8A-AA21-223D6AB99899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7" name="Rectangle 626">
                    <a:extLst>
                      <a:ext uri="{FF2B5EF4-FFF2-40B4-BE49-F238E27FC236}">
                        <a16:creationId xmlns:a16="http://schemas.microsoft.com/office/drawing/2014/main" id="{FFB6F87B-0983-4B1D-A338-CD008B4A0559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8" name="Rectangle 627">
                    <a:extLst>
                      <a:ext uri="{FF2B5EF4-FFF2-40B4-BE49-F238E27FC236}">
                        <a16:creationId xmlns:a16="http://schemas.microsoft.com/office/drawing/2014/main" id="{4925BD75-4DF4-47BD-A9F7-0562938F7F4C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9" name="Rectangle 628">
                    <a:extLst>
                      <a:ext uri="{FF2B5EF4-FFF2-40B4-BE49-F238E27FC236}">
                        <a16:creationId xmlns:a16="http://schemas.microsoft.com/office/drawing/2014/main" id="{E3313E73-8FB2-448B-ABF6-5E4348FD3C41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0" name="Rectangle 629">
                    <a:extLst>
                      <a:ext uri="{FF2B5EF4-FFF2-40B4-BE49-F238E27FC236}">
                        <a16:creationId xmlns:a16="http://schemas.microsoft.com/office/drawing/2014/main" id="{D1367794-BC4C-4493-B973-EF5CE1D11ED6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20" name="Rectangle 619">
                  <a:extLst>
                    <a:ext uri="{FF2B5EF4-FFF2-40B4-BE49-F238E27FC236}">
                      <a16:creationId xmlns:a16="http://schemas.microsoft.com/office/drawing/2014/main" id="{8D12BE3A-DA22-4C9A-A96A-F6CA5BBDD9C6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1" name="Group 520">
                <a:extLst>
                  <a:ext uri="{FF2B5EF4-FFF2-40B4-BE49-F238E27FC236}">
                    <a16:creationId xmlns:a16="http://schemas.microsoft.com/office/drawing/2014/main" id="{1D4424F5-F2B7-497C-9CB3-18B105D8DA52}"/>
                  </a:ext>
                </a:extLst>
              </p:cNvPr>
              <p:cNvGrpSpPr/>
              <p:nvPr/>
            </p:nvGrpSpPr>
            <p:grpSpPr>
              <a:xfrm>
                <a:off x="64610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07" name="Group 606">
                  <a:extLst>
                    <a:ext uri="{FF2B5EF4-FFF2-40B4-BE49-F238E27FC236}">
                      <a16:creationId xmlns:a16="http://schemas.microsoft.com/office/drawing/2014/main" id="{A90261E3-2249-4D30-AC20-7AE9ACD82DC6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09" name="Rectangle 608">
                    <a:extLst>
                      <a:ext uri="{FF2B5EF4-FFF2-40B4-BE49-F238E27FC236}">
                        <a16:creationId xmlns:a16="http://schemas.microsoft.com/office/drawing/2014/main" id="{0FBC0F94-988B-4C30-83D5-72FEEEE0F421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0" name="Rectangle 609">
                    <a:extLst>
                      <a:ext uri="{FF2B5EF4-FFF2-40B4-BE49-F238E27FC236}">
                        <a16:creationId xmlns:a16="http://schemas.microsoft.com/office/drawing/2014/main" id="{1E2B9B72-F9A1-4954-94F0-AC4FC706D612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1" name="Rectangle 610">
                    <a:extLst>
                      <a:ext uri="{FF2B5EF4-FFF2-40B4-BE49-F238E27FC236}">
                        <a16:creationId xmlns:a16="http://schemas.microsoft.com/office/drawing/2014/main" id="{7829B612-9A00-4B83-9F8E-E92AD51B2B07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2" name="Rectangle 611">
                    <a:extLst>
                      <a:ext uri="{FF2B5EF4-FFF2-40B4-BE49-F238E27FC236}">
                        <a16:creationId xmlns:a16="http://schemas.microsoft.com/office/drawing/2014/main" id="{50AE4B19-803E-47A9-9E5D-3C169C53C448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3" name="Rectangle 612">
                    <a:extLst>
                      <a:ext uri="{FF2B5EF4-FFF2-40B4-BE49-F238E27FC236}">
                        <a16:creationId xmlns:a16="http://schemas.microsoft.com/office/drawing/2014/main" id="{AEE2E7B4-3A0F-42E4-BA3E-2A2E25BD633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4" name="Rectangle 613">
                    <a:extLst>
                      <a:ext uri="{FF2B5EF4-FFF2-40B4-BE49-F238E27FC236}">
                        <a16:creationId xmlns:a16="http://schemas.microsoft.com/office/drawing/2014/main" id="{8698C3DB-455A-4E82-B8CF-F83F1A4E8879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5" name="Rectangle 614">
                    <a:extLst>
                      <a:ext uri="{FF2B5EF4-FFF2-40B4-BE49-F238E27FC236}">
                        <a16:creationId xmlns:a16="http://schemas.microsoft.com/office/drawing/2014/main" id="{4BD9992D-ECBA-4136-9BA1-4308B5838DA9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6" name="Rectangle 615">
                    <a:extLst>
                      <a:ext uri="{FF2B5EF4-FFF2-40B4-BE49-F238E27FC236}">
                        <a16:creationId xmlns:a16="http://schemas.microsoft.com/office/drawing/2014/main" id="{01DCA8ED-DC0C-4577-90A5-E32D24B35F2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7" name="Rectangle 616">
                    <a:extLst>
                      <a:ext uri="{FF2B5EF4-FFF2-40B4-BE49-F238E27FC236}">
                        <a16:creationId xmlns:a16="http://schemas.microsoft.com/office/drawing/2014/main" id="{76B0E863-53B3-45DB-BA22-440D1E96C998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8" name="Rectangle 617">
                    <a:extLst>
                      <a:ext uri="{FF2B5EF4-FFF2-40B4-BE49-F238E27FC236}">
                        <a16:creationId xmlns:a16="http://schemas.microsoft.com/office/drawing/2014/main" id="{BBAF4044-F1F1-4001-B8EC-06F784AB9DE4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08" name="Rectangle 607">
                  <a:extLst>
                    <a:ext uri="{FF2B5EF4-FFF2-40B4-BE49-F238E27FC236}">
                      <a16:creationId xmlns:a16="http://schemas.microsoft.com/office/drawing/2014/main" id="{5A60178F-8B2A-4204-895D-0D24230D9377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2" name="Group 521">
                <a:extLst>
                  <a:ext uri="{FF2B5EF4-FFF2-40B4-BE49-F238E27FC236}">
                    <a16:creationId xmlns:a16="http://schemas.microsoft.com/office/drawing/2014/main" id="{A0A1244D-C0FD-4122-ABA4-BAB2DD5F12B2}"/>
                  </a:ext>
                </a:extLst>
              </p:cNvPr>
              <p:cNvGrpSpPr/>
              <p:nvPr/>
            </p:nvGrpSpPr>
            <p:grpSpPr>
              <a:xfrm>
                <a:off x="685871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95" name="Group 594">
                  <a:extLst>
                    <a:ext uri="{FF2B5EF4-FFF2-40B4-BE49-F238E27FC236}">
                      <a16:creationId xmlns:a16="http://schemas.microsoft.com/office/drawing/2014/main" id="{464AC598-8955-4579-AA7B-EE5D388D12F0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97" name="Rectangle 596">
                    <a:extLst>
                      <a:ext uri="{FF2B5EF4-FFF2-40B4-BE49-F238E27FC236}">
                        <a16:creationId xmlns:a16="http://schemas.microsoft.com/office/drawing/2014/main" id="{CF16F62E-34A5-4C91-821C-749EC526953A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8" name="Rectangle 597">
                    <a:extLst>
                      <a:ext uri="{FF2B5EF4-FFF2-40B4-BE49-F238E27FC236}">
                        <a16:creationId xmlns:a16="http://schemas.microsoft.com/office/drawing/2014/main" id="{FE4C5D46-5EBE-4367-BABB-00523764A684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9" name="Rectangle 598">
                    <a:extLst>
                      <a:ext uri="{FF2B5EF4-FFF2-40B4-BE49-F238E27FC236}">
                        <a16:creationId xmlns:a16="http://schemas.microsoft.com/office/drawing/2014/main" id="{FFACABBC-1F9E-4C8D-995D-204E69472FAF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0" name="Rectangle 599">
                    <a:extLst>
                      <a:ext uri="{FF2B5EF4-FFF2-40B4-BE49-F238E27FC236}">
                        <a16:creationId xmlns:a16="http://schemas.microsoft.com/office/drawing/2014/main" id="{259EC151-AA89-4F47-84DA-26E5C23355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1" name="Rectangle 600">
                    <a:extLst>
                      <a:ext uri="{FF2B5EF4-FFF2-40B4-BE49-F238E27FC236}">
                        <a16:creationId xmlns:a16="http://schemas.microsoft.com/office/drawing/2014/main" id="{68731386-ABB9-4AF2-B028-15D92FCF50A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2" name="Rectangle 601">
                    <a:extLst>
                      <a:ext uri="{FF2B5EF4-FFF2-40B4-BE49-F238E27FC236}">
                        <a16:creationId xmlns:a16="http://schemas.microsoft.com/office/drawing/2014/main" id="{0039EFA3-1C80-42D5-BE17-C2DD8A3AE60C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3" name="Rectangle 602">
                    <a:extLst>
                      <a:ext uri="{FF2B5EF4-FFF2-40B4-BE49-F238E27FC236}">
                        <a16:creationId xmlns:a16="http://schemas.microsoft.com/office/drawing/2014/main" id="{63C156CA-3946-4753-A5ED-B256DAD9C2E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4" name="Rectangle 603">
                    <a:extLst>
                      <a:ext uri="{FF2B5EF4-FFF2-40B4-BE49-F238E27FC236}">
                        <a16:creationId xmlns:a16="http://schemas.microsoft.com/office/drawing/2014/main" id="{BE7CB28C-C60B-4A0B-AC09-78CC255B4B0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5" name="Rectangle 604">
                    <a:extLst>
                      <a:ext uri="{FF2B5EF4-FFF2-40B4-BE49-F238E27FC236}">
                        <a16:creationId xmlns:a16="http://schemas.microsoft.com/office/drawing/2014/main" id="{3E9F28C4-C945-43BD-AA29-158CEA86596E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6" name="Rectangle 605">
                    <a:extLst>
                      <a:ext uri="{FF2B5EF4-FFF2-40B4-BE49-F238E27FC236}">
                        <a16:creationId xmlns:a16="http://schemas.microsoft.com/office/drawing/2014/main" id="{67CA7310-DBC9-43E2-8422-DF7C5CD72310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96" name="Rectangle 595">
                  <a:extLst>
                    <a:ext uri="{FF2B5EF4-FFF2-40B4-BE49-F238E27FC236}">
                      <a16:creationId xmlns:a16="http://schemas.microsoft.com/office/drawing/2014/main" id="{725B6951-3F50-4038-AC4A-68BF2218EB1E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F189FA43-BCAD-4EAA-B6BE-BC7D93B0934E}"/>
                  </a:ext>
                </a:extLst>
              </p:cNvPr>
              <p:cNvGrpSpPr/>
              <p:nvPr/>
            </p:nvGrpSpPr>
            <p:grpSpPr>
              <a:xfrm>
                <a:off x="725211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83" name="Group 582">
                  <a:extLst>
                    <a:ext uri="{FF2B5EF4-FFF2-40B4-BE49-F238E27FC236}">
                      <a16:creationId xmlns:a16="http://schemas.microsoft.com/office/drawing/2014/main" id="{B06BFBE7-2753-4192-9CDC-6A20CB873541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85" name="Rectangle 584">
                    <a:extLst>
                      <a:ext uri="{FF2B5EF4-FFF2-40B4-BE49-F238E27FC236}">
                        <a16:creationId xmlns:a16="http://schemas.microsoft.com/office/drawing/2014/main" id="{8E017426-5817-4621-A334-D0D8B6BAF38C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6" name="Rectangle 585">
                    <a:extLst>
                      <a:ext uri="{FF2B5EF4-FFF2-40B4-BE49-F238E27FC236}">
                        <a16:creationId xmlns:a16="http://schemas.microsoft.com/office/drawing/2014/main" id="{2AB18D3E-5018-453F-AC24-EBFAE0E63B31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7" name="Rectangle 586">
                    <a:extLst>
                      <a:ext uri="{FF2B5EF4-FFF2-40B4-BE49-F238E27FC236}">
                        <a16:creationId xmlns:a16="http://schemas.microsoft.com/office/drawing/2014/main" id="{74802A57-8C4D-4A0F-B392-E7F6A6557D19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8" name="Rectangle 587">
                    <a:extLst>
                      <a:ext uri="{FF2B5EF4-FFF2-40B4-BE49-F238E27FC236}">
                        <a16:creationId xmlns:a16="http://schemas.microsoft.com/office/drawing/2014/main" id="{D624410E-CF85-43BE-AE46-DA7669EDB3B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9" name="Rectangle 588">
                    <a:extLst>
                      <a:ext uri="{FF2B5EF4-FFF2-40B4-BE49-F238E27FC236}">
                        <a16:creationId xmlns:a16="http://schemas.microsoft.com/office/drawing/2014/main" id="{1D927824-CD60-408D-AA04-E1879619FB1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0" name="Rectangle 589">
                    <a:extLst>
                      <a:ext uri="{FF2B5EF4-FFF2-40B4-BE49-F238E27FC236}">
                        <a16:creationId xmlns:a16="http://schemas.microsoft.com/office/drawing/2014/main" id="{5B108239-2630-44FD-AE36-2C4B342A0EFA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1" name="Rectangle 590">
                    <a:extLst>
                      <a:ext uri="{FF2B5EF4-FFF2-40B4-BE49-F238E27FC236}">
                        <a16:creationId xmlns:a16="http://schemas.microsoft.com/office/drawing/2014/main" id="{8F9CEF88-CEC1-46F2-9D22-30D6F0DA56C1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2" name="Rectangle 591">
                    <a:extLst>
                      <a:ext uri="{FF2B5EF4-FFF2-40B4-BE49-F238E27FC236}">
                        <a16:creationId xmlns:a16="http://schemas.microsoft.com/office/drawing/2014/main" id="{13C84C9D-0E0D-499E-A62B-39F33E217B3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3" name="Rectangle 592">
                    <a:extLst>
                      <a:ext uri="{FF2B5EF4-FFF2-40B4-BE49-F238E27FC236}">
                        <a16:creationId xmlns:a16="http://schemas.microsoft.com/office/drawing/2014/main" id="{FCD8EF4A-4799-4D10-AF89-F216B40516AA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4" name="Rectangle 593">
                    <a:extLst>
                      <a:ext uri="{FF2B5EF4-FFF2-40B4-BE49-F238E27FC236}">
                        <a16:creationId xmlns:a16="http://schemas.microsoft.com/office/drawing/2014/main" id="{B8CA7F5A-08F6-4E20-93D6-51D5BBCA3B93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84" name="Rectangle 583">
                  <a:extLst>
                    <a:ext uri="{FF2B5EF4-FFF2-40B4-BE49-F238E27FC236}">
                      <a16:creationId xmlns:a16="http://schemas.microsoft.com/office/drawing/2014/main" id="{1F60942C-3114-4A56-B82C-279A0E268EC1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id="{77B448D1-1A49-4F74-B353-58BDD1445849}"/>
                  </a:ext>
                </a:extLst>
              </p:cNvPr>
              <p:cNvGrpSpPr/>
              <p:nvPr/>
            </p:nvGrpSpPr>
            <p:grpSpPr>
              <a:xfrm>
                <a:off x="7646760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71" name="Group 570">
                  <a:extLst>
                    <a:ext uri="{FF2B5EF4-FFF2-40B4-BE49-F238E27FC236}">
                      <a16:creationId xmlns:a16="http://schemas.microsoft.com/office/drawing/2014/main" id="{F18E7E74-6C27-404E-ADBB-4A9F42B28FF0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73" name="Rectangle 572">
                    <a:extLst>
                      <a:ext uri="{FF2B5EF4-FFF2-40B4-BE49-F238E27FC236}">
                        <a16:creationId xmlns:a16="http://schemas.microsoft.com/office/drawing/2014/main" id="{A87A51B7-1FF4-43C2-B63B-A781A083757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4" name="Rectangle 573">
                    <a:extLst>
                      <a:ext uri="{FF2B5EF4-FFF2-40B4-BE49-F238E27FC236}">
                        <a16:creationId xmlns:a16="http://schemas.microsoft.com/office/drawing/2014/main" id="{DCB357F8-FDC7-46AD-8663-4CC687A04363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5" name="Rectangle 574">
                    <a:extLst>
                      <a:ext uri="{FF2B5EF4-FFF2-40B4-BE49-F238E27FC236}">
                        <a16:creationId xmlns:a16="http://schemas.microsoft.com/office/drawing/2014/main" id="{9956E870-F10B-4056-AD9D-DE48ED29992C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6" name="Rectangle 575">
                    <a:extLst>
                      <a:ext uri="{FF2B5EF4-FFF2-40B4-BE49-F238E27FC236}">
                        <a16:creationId xmlns:a16="http://schemas.microsoft.com/office/drawing/2014/main" id="{9B685CAF-412F-4AC4-96BD-2F8BE32CC5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7" name="Rectangle 576">
                    <a:extLst>
                      <a:ext uri="{FF2B5EF4-FFF2-40B4-BE49-F238E27FC236}">
                        <a16:creationId xmlns:a16="http://schemas.microsoft.com/office/drawing/2014/main" id="{25217245-3999-4D6C-9E8C-6BA464FC4FE3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8" name="Rectangle 577">
                    <a:extLst>
                      <a:ext uri="{FF2B5EF4-FFF2-40B4-BE49-F238E27FC236}">
                        <a16:creationId xmlns:a16="http://schemas.microsoft.com/office/drawing/2014/main" id="{2307283B-E4CB-43B0-917D-E7F87B73B70B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9" name="Rectangle 578">
                    <a:extLst>
                      <a:ext uri="{FF2B5EF4-FFF2-40B4-BE49-F238E27FC236}">
                        <a16:creationId xmlns:a16="http://schemas.microsoft.com/office/drawing/2014/main" id="{D41AEC6B-27F7-4805-A1AB-85AC17D4D24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0" name="Rectangle 579">
                    <a:extLst>
                      <a:ext uri="{FF2B5EF4-FFF2-40B4-BE49-F238E27FC236}">
                        <a16:creationId xmlns:a16="http://schemas.microsoft.com/office/drawing/2014/main" id="{22A9B01C-EE32-4B1C-BAAE-39C941152996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1" name="Rectangle 580">
                    <a:extLst>
                      <a:ext uri="{FF2B5EF4-FFF2-40B4-BE49-F238E27FC236}">
                        <a16:creationId xmlns:a16="http://schemas.microsoft.com/office/drawing/2014/main" id="{26ED1709-790F-4D9E-978D-1DF1A533A33A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2" name="Rectangle 581">
                    <a:extLst>
                      <a:ext uri="{FF2B5EF4-FFF2-40B4-BE49-F238E27FC236}">
                        <a16:creationId xmlns:a16="http://schemas.microsoft.com/office/drawing/2014/main" id="{3BDF82AA-0EED-4543-9F2D-9C3475D96C3C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72" name="Rectangle 571">
                  <a:extLst>
                    <a:ext uri="{FF2B5EF4-FFF2-40B4-BE49-F238E27FC236}">
                      <a16:creationId xmlns:a16="http://schemas.microsoft.com/office/drawing/2014/main" id="{8CDDB368-1EF5-4ED0-BB19-D76D007467AA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5" name="Group 524">
                <a:extLst>
                  <a:ext uri="{FF2B5EF4-FFF2-40B4-BE49-F238E27FC236}">
                    <a16:creationId xmlns:a16="http://schemas.microsoft.com/office/drawing/2014/main" id="{33948E48-EE75-4EEE-8435-97AA16DBEA4B}"/>
                  </a:ext>
                </a:extLst>
              </p:cNvPr>
              <p:cNvGrpSpPr/>
              <p:nvPr/>
            </p:nvGrpSpPr>
            <p:grpSpPr>
              <a:xfrm>
                <a:off x="80401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59" name="Group 558">
                  <a:extLst>
                    <a:ext uri="{FF2B5EF4-FFF2-40B4-BE49-F238E27FC236}">
                      <a16:creationId xmlns:a16="http://schemas.microsoft.com/office/drawing/2014/main" id="{9D7E8C69-3DFA-4A02-82C8-43277D604612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61" name="Rectangle 560">
                    <a:extLst>
                      <a:ext uri="{FF2B5EF4-FFF2-40B4-BE49-F238E27FC236}">
                        <a16:creationId xmlns:a16="http://schemas.microsoft.com/office/drawing/2014/main" id="{609C0D7D-F49B-42FC-8730-D68A5BAA7A27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2" name="Rectangle 561">
                    <a:extLst>
                      <a:ext uri="{FF2B5EF4-FFF2-40B4-BE49-F238E27FC236}">
                        <a16:creationId xmlns:a16="http://schemas.microsoft.com/office/drawing/2014/main" id="{ACDCC743-BAE5-4A59-A3AB-1DBCF5401E5D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3" name="Rectangle 562">
                    <a:extLst>
                      <a:ext uri="{FF2B5EF4-FFF2-40B4-BE49-F238E27FC236}">
                        <a16:creationId xmlns:a16="http://schemas.microsoft.com/office/drawing/2014/main" id="{FF94DB64-54E2-4DF0-BD30-60120D2CD4A7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4" name="Rectangle 563">
                    <a:extLst>
                      <a:ext uri="{FF2B5EF4-FFF2-40B4-BE49-F238E27FC236}">
                        <a16:creationId xmlns:a16="http://schemas.microsoft.com/office/drawing/2014/main" id="{31C5E79A-A8B5-43CE-9A07-B45FE17B90B2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5" name="Rectangle 564">
                    <a:extLst>
                      <a:ext uri="{FF2B5EF4-FFF2-40B4-BE49-F238E27FC236}">
                        <a16:creationId xmlns:a16="http://schemas.microsoft.com/office/drawing/2014/main" id="{CB0AF09E-EBFE-45BF-BFD9-7B47AE84E280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6" name="Rectangle 565">
                    <a:extLst>
                      <a:ext uri="{FF2B5EF4-FFF2-40B4-BE49-F238E27FC236}">
                        <a16:creationId xmlns:a16="http://schemas.microsoft.com/office/drawing/2014/main" id="{E943B2C9-3160-4D86-8DBB-6FF4542914B3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7" name="Rectangle 566">
                    <a:extLst>
                      <a:ext uri="{FF2B5EF4-FFF2-40B4-BE49-F238E27FC236}">
                        <a16:creationId xmlns:a16="http://schemas.microsoft.com/office/drawing/2014/main" id="{4A7023DB-F302-4BBD-BF11-3B41BAD10F3E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8" name="Rectangle 567">
                    <a:extLst>
                      <a:ext uri="{FF2B5EF4-FFF2-40B4-BE49-F238E27FC236}">
                        <a16:creationId xmlns:a16="http://schemas.microsoft.com/office/drawing/2014/main" id="{4CEB5659-7B58-45EF-82C2-AEA47168F167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9" name="Rectangle 568">
                    <a:extLst>
                      <a:ext uri="{FF2B5EF4-FFF2-40B4-BE49-F238E27FC236}">
                        <a16:creationId xmlns:a16="http://schemas.microsoft.com/office/drawing/2014/main" id="{DCAD142E-195F-494B-95D6-1943952164B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0" name="Rectangle 569">
                    <a:extLst>
                      <a:ext uri="{FF2B5EF4-FFF2-40B4-BE49-F238E27FC236}">
                        <a16:creationId xmlns:a16="http://schemas.microsoft.com/office/drawing/2014/main" id="{EBB796D3-1C54-4178-8CDC-A4451576437C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0" name="Rectangle 559">
                  <a:extLst>
                    <a:ext uri="{FF2B5EF4-FFF2-40B4-BE49-F238E27FC236}">
                      <a16:creationId xmlns:a16="http://schemas.microsoft.com/office/drawing/2014/main" id="{DB1C9616-1F5B-4B2A-A18A-2F2CD2286593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6" name="Group 525">
                <a:extLst>
                  <a:ext uri="{FF2B5EF4-FFF2-40B4-BE49-F238E27FC236}">
                    <a16:creationId xmlns:a16="http://schemas.microsoft.com/office/drawing/2014/main" id="{53A78493-6686-4A8D-BCAC-1D2B5C4775A6}"/>
                  </a:ext>
                </a:extLst>
              </p:cNvPr>
              <p:cNvGrpSpPr/>
              <p:nvPr/>
            </p:nvGrpSpPr>
            <p:grpSpPr>
              <a:xfrm>
                <a:off x="8416395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549" name="Rectangle 548">
                  <a:extLst>
                    <a:ext uri="{FF2B5EF4-FFF2-40B4-BE49-F238E27FC236}">
                      <a16:creationId xmlns:a16="http://schemas.microsoft.com/office/drawing/2014/main" id="{B58CBDF4-169D-4D43-ABB7-11EA989144A1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0" name="Rectangle 549">
                  <a:extLst>
                    <a:ext uri="{FF2B5EF4-FFF2-40B4-BE49-F238E27FC236}">
                      <a16:creationId xmlns:a16="http://schemas.microsoft.com/office/drawing/2014/main" id="{58D3336D-6930-4728-9F7B-CD2450FAED12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1" name="Rectangle 550">
                  <a:extLst>
                    <a:ext uri="{FF2B5EF4-FFF2-40B4-BE49-F238E27FC236}">
                      <a16:creationId xmlns:a16="http://schemas.microsoft.com/office/drawing/2014/main" id="{BA32C6D8-9B12-4480-8A74-05027DDDFDE3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2" name="Rectangle 551">
                  <a:extLst>
                    <a:ext uri="{FF2B5EF4-FFF2-40B4-BE49-F238E27FC236}">
                      <a16:creationId xmlns:a16="http://schemas.microsoft.com/office/drawing/2014/main" id="{9F44B455-3579-4F3B-813A-4CBD4C79CACB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3" name="Rectangle 552">
                  <a:extLst>
                    <a:ext uri="{FF2B5EF4-FFF2-40B4-BE49-F238E27FC236}">
                      <a16:creationId xmlns:a16="http://schemas.microsoft.com/office/drawing/2014/main" id="{73B4D92A-3AEF-4DB5-B379-5253F83BD516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4" name="Rectangle 553">
                  <a:extLst>
                    <a:ext uri="{FF2B5EF4-FFF2-40B4-BE49-F238E27FC236}">
                      <a16:creationId xmlns:a16="http://schemas.microsoft.com/office/drawing/2014/main" id="{7C641DF9-B870-4003-94F5-A314E6A10FC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5" name="Rectangle 554">
                  <a:extLst>
                    <a:ext uri="{FF2B5EF4-FFF2-40B4-BE49-F238E27FC236}">
                      <a16:creationId xmlns:a16="http://schemas.microsoft.com/office/drawing/2014/main" id="{FC96504E-1061-46CC-B5E4-34CCBED9ECB9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6" name="Rectangle 555">
                  <a:extLst>
                    <a:ext uri="{FF2B5EF4-FFF2-40B4-BE49-F238E27FC236}">
                      <a16:creationId xmlns:a16="http://schemas.microsoft.com/office/drawing/2014/main" id="{8842BE73-7985-4F3A-A7AA-D6533E756C32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7" name="Rectangle 556">
                  <a:extLst>
                    <a:ext uri="{FF2B5EF4-FFF2-40B4-BE49-F238E27FC236}">
                      <a16:creationId xmlns:a16="http://schemas.microsoft.com/office/drawing/2014/main" id="{B05D1087-0D02-4C18-B195-C596C1406AB7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8" name="Rectangle 557">
                  <a:extLst>
                    <a:ext uri="{FF2B5EF4-FFF2-40B4-BE49-F238E27FC236}">
                      <a16:creationId xmlns:a16="http://schemas.microsoft.com/office/drawing/2014/main" id="{24D63FCB-DD66-4345-A795-93C1BEF4D556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7" name="Group 526">
                <a:extLst>
                  <a:ext uri="{FF2B5EF4-FFF2-40B4-BE49-F238E27FC236}">
                    <a16:creationId xmlns:a16="http://schemas.microsoft.com/office/drawing/2014/main" id="{2E7A160D-79D0-4FDB-891C-F5CB3B45BF25}"/>
                  </a:ext>
                </a:extLst>
              </p:cNvPr>
              <p:cNvGrpSpPr/>
              <p:nvPr/>
            </p:nvGrpSpPr>
            <p:grpSpPr>
              <a:xfrm>
                <a:off x="878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539" name="Rectangle 538">
                  <a:extLst>
                    <a:ext uri="{FF2B5EF4-FFF2-40B4-BE49-F238E27FC236}">
                      <a16:creationId xmlns:a16="http://schemas.microsoft.com/office/drawing/2014/main" id="{4978B4E2-75EB-485F-A425-4D0F0B623EC3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0" name="Rectangle 539">
                  <a:extLst>
                    <a:ext uri="{FF2B5EF4-FFF2-40B4-BE49-F238E27FC236}">
                      <a16:creationId xmlns:a16="http://schemas.microsoft.com/office/drawing/2014/main" id="{E645E587-23A0-4DFA-A406-1ED9352B985C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1" name="Rectangle 540">
                  <a:extLst>
                    <a:ext uri="{FF2B5EF4-FFF2-40B4-BE49-F238E27FC236}">
                      <a16:creationId xmlns:a16="http://schemas.microsoft.com/office/drawing/2014/main" id="{C4CE1F35-5003-4499-A6C5-D972185BE45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2" name="Rectangle 541">
                  <a:extLst>
                    <a:ext uri="{FF2B5EF4-FFF2-40B4-BE49-F238E27FC236}">
                      <a16:creationId xmlns:a16="http://schemas.microsoft.com/office/drawing/2014/main" id="{402919B3-6A30-464C-A900-6852A96364A1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3" name="Rectangle 542">
                  <a:extLst>
                    <a:ext uri="{FF2B5EF4-FFF2-40B4-BE49-F238E27FC236}">
                      <a16:creationId xmlns:a16="http://schemas.microsoft.com/office/drawing/2014/main" id="{C8E8DD71-20A6-4CF7-81D7-E94472C84FCA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4" name="Rectangle 543">
                  <a:extLst>
                    <a:ext uri="{FF2B5EF4-FFF2-40B4-BE49-F238E27FC236}">
                      <a16:creationId xmlns:a16="http://schemas.microsoft.com/office/drawing/2014/main" id="{B13D7786-9E7A-4D16-BC6B-5F5CC0691132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5" name="Rectangle 544">
                  <a:extLst>
                    <a:ext uri="{FF2B5EF4-FFF2-40B4-BE49-F238E27FC236}">
                      <a16:creationId xmlns:a16="http://schemas.microsoft.com/office/drawing/2014/main" id="{A3315CCC-5B0B-4868-87B1-3D695EE791EF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6" name="Rectangle 545">
                  <a:extLst>
                    <a:ext uri="{FF2B5EF4-FFF2-40B4-BE49-F238E27FC236}">
                      <a16:creationId xmlns:a16="http://schemas.microsoft.com/office/drawing/2014/main" id="{12C14C5E-66CD-44D7-A939-E9F15F31CE5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7" name="Rectangle 546">
                  <a:extLst>
                    <a:ext uri="{FF2B5EF4-FFF2-40B4-BE49-F238E27FC236}">
                      <a16:creationId xmlns:a16="http://schemas.microsoft.com/office/drawing/2014/main" id="{317C8AFD-AD7B-41F3-8EF1-595A18F5E056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8" name="Rectangle 547">
                  <a:extLst>
                    <a:ext uri="{FF2B5EF4-FFF2-40B4-BE49-F238E27FC236}">
                      <a16:creationId xmlns:a16="http://schemas.microsoft.com/office/drawing/2014/main" id="{C9FA7489-C57D-4BA7-B380-BF7749D68CD7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8" name="Group 527">
                <a:extLst>
                  <a:ext uri="{FF2B5EF4-FFF2-40B4-BE49-F238E27FC236}">
                    <a16:creationId xmlns:a16="http://schemas.microsoft.com/office/drawing/2014/main" id="{DECC3056-CBDA-410C-993C-4919A519520C}"/>
                  </a:ext>
                </a:extLst>
              </p:cNvPr>
              <p:cNvGrpSpPr/>
              <p:nvPr/>
            </p:nvGrpSpPr>
            <p:grpSpPr>
              <a:xfrm>
                <a:off x="914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529" name="Rectangle 528">
                  <a:extLst>
                    <a:ext uri="{FF2B5EF4-FFF2-40B4-BE49-F238E27FC236}">
                      <a16:creationId xmlns:a16="http://schemas.microsoft.com/office/drawing/2014/main" id="{8D4998A7-C203-4E6D-BB9D-7A45EC0E6E1B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0" name="Rectangle 529">
                  <a:extLst>
                    <a:ext uri="{FF2B5EF4-FFF2-40B4-BE49-F238E27FC236}">
                      <a16:creationId xmlns:a16="http://schemas.microsoft.com/office/drawing/2014/main" id="{B8FD0729-6184-42C2-835B-1A26A2B5785F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1" name="Rectangle 530">
                  <a:extLst>
                    <a:ext uri="{FF2B5EF4-FFF2-40B4-BE49-F238E27FC236}">
                      <a16:creationId xmlns:a16="http://schemas.microsoft.com/office/drawing/2014/main" id="{456677FC-692D-468D-AB03-7DBB93861EF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2" name="Rectangle 531">
                  <a:extLst>
                    <a:ext uri="{FF2B5EF4-FFF2-40B4-BE49-F238E27FC236}">
                      <a16:creationId xmlns:a16="http://schemas.microsoft.com/office/drawing/2014/main" id="{EE7084E7-E727-412F-ACC4-65961AEDD053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3" name="Rectangle 532">
                  <a:extLst>
                    <a:ext uri="{FF2B5EF4-FFF2-40B4-BE49-F238E27FC236}">
                      <a16:creationId xmlns:a16="http://schemas.microsoft.com/office/drawing/2014/main" id="{841D2E4B-A8AA-49F4-8744-6BFAD00D36BC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4" name="Rectangle 533">
                  <a:extLst>
                    <a:ext uri="{FF2B5EF4-FFF2-40B4-BE49-F238E27FC236}">
                      <a16:creationId xmlns:a16="http://schemas.microsoft.com/office/drawing/2014/main" id="{95E05575-8D8B-4CA2-8281-C4F5677D18B3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5" name="Rectangle 534">
                  <a:extLst>
                    <a:ext uri="{FF2B5EF4-FFF2-40B4-BE49-F238E27FC236}">
                      <a16:creationId xmlns:a16="http://schemas.microsoft.com/office/drawing/2014/main" id="{0EBF965E-F8D5-45F5-A2C3-6E0D4A5E85E8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6" name="Rectangle 535">
                  <a:extLst>
                    <a:ext uri="{FF2B5EF4-FFF2-40B4-BE49-F238E27FC236}">
                      <a16:creationId xmlns:a16="http://schemas.microsoft.com/office/drawing/2014/main" id="{E3AE4CEE-697E-41C9-B31D-DD6DBE149F24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7" name="Rectangle 536">
                  <a:extLst>
                    <a:ext uri="{FF2B5EF4-FFF2-40B4-BE49-F238E27FC236}">
                      <a16:creationId xmlns:a16="http://schemas.microsoft.com/office/drawing/2014/main" id="{7B136A14-2C92-4819-924B-7890369439E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8" name="Rectangle 537">
                  <a:extLst>
                    <a:ext uri="{FF2B5EF4-FFF2-40B4-BE49-F238E27FC236}">
                      <a16:creationId xmlns:a16="http://schemas.microsoft.com/office/drawing/2014/main" id="{8F6AB001-4CC1-4F8E-9DCD-0BC4FEE04118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27943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9450A9-F931-47F1-9515-F03A364D3A02}"/>
              </a:ext>
            </a:extLst>
          </p:cNvPr>
          <p:cNvGrpSpPr/>
          <p:nvPr/>
        </p:nvGrpSpPr>
        <p:grpSpPr>
          <a:xfrm>
            <a:off x="145994" y="114118"/>
            <a:ext cx="9632966" cy="6640963"/>
            <a:chOff x="50744" y="28393"/>
            <a:chExt cx="9632966" cy="664096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65E31C-5B3C-40FC-A800-4048280BE7B2}"/>
                </a:ext>
              </a:extLst>
            </p:cNvPr>
            <p:cNvGrpSpPr/>
            <p:nvPr/>
          </p:nvGrpSpPr>
          <p:grpSpPr>
            <a:xfrm>
              <a:off x="50744" y="28393"/>
              <a:ext cx="332048" cy="3320482"/>
              <a:chOff x="1015020" y="70418"/>
              <a:chExt cx="730894" cy="730894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4C9C3C6-DB98-4CC3-B794-0DDB42404C6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363F34-D248-4199-B4BD-540093E4DCD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61C09BC-DFC1-4FDF-A222-797D6A70AF5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66A4DC6-90A5-40E9-8CAF-874FA008AD2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328E7F-5EA2-47B3-9570-2B6848560293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FB0E9EC-4213-4CCF-8110-74F9D071816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F8B0783-65CE-464E-9824-8C19AAA1D48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98D92CA-4C8B-4F7B-B91F-B6F0F468F62F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193E6F4-4ED5-4004-AB87-B5DBB158680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36773EF-DA72-44F8-B832-9400440495D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6B73FCC-A8BA-447E-8CE4-AEFD5EF4625F}"/>
                </a:ext>
              </a:extLst>
            </p:cNvPr>
            <p:cNvGrpSpPr/>
            <p:nvPr/>
          </p:nvGrpSpPr>
          <p:grpSpPr>
            <a:xfrm>
              <a:off x="382792" y="28393"/>
              <a:ext cx="332048" cy="3320482"/>
              <a:chOff x="1015020" y="70418"/>
              <a:chExt cx="730894" cy="730894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339A9A3-0DF3-41FF-A295-CB30538EF82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A75EDF5-5E71-4B4A-9884-4DB593BE491D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3AEB472-CB6D-4108-A692-1826AC7883F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E5B9621-D382-4F73-9199-EDB992FB1C6E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7F0745A-AF9F-4FA0-911E-98421C8B422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FFB6469-0D96-418C-BDBA-2600D16A6F70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025F056-636E-40EF-B80E-52E1D4D63B8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87193D5-AC4A-4513-8B65-22D752B90A7E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13B9BE8-9EC8-4CE6-AEA3-758DEAE2733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872B9C0-C208-448D-A7C4-74EB2C86BF43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1C72846-2CA5-4D50-A511-08EB412C4CBC}"/>
                </a:ext>
              </a:extLst>
            </p:cNvPr>
            <p:cNvGrpSpPr/>
            <p:nvPr/>
          </p:nvGrpSpPr>
          <p:grpSpPr>
            <a:xfrm>
              <a:off x="714840" y="28393"/>
              <a:ext cx="332048" cy="3320482"/>
              <a:chOff x="1015020" y="70418"/>
              <a:chExt cx="730894" cy="730894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E424E2-4BFE-4F1C-B9F8-8A9CA98C0A2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84BF2C1-2ADB-4B55-B626-CEE09E02B5A2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9B553EF-7451-4C49-B4C4-6F54C4433C0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1D5BE0C-2F66-4149-A97F-E9CD6FC58A0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5E93E7E-162E-46DF-8B55-47A55A3DFBB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784A345-3346-4089-A159-452BDFC1684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1C414EB-A5B1-4569-BA0F-FD1B8EC93E3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5373927-A326-4396-88AF-4C0DFEBB4840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49C4AD0-55A5-4021-B859-3C2398D3ED7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65613F4-F270-42CD-ADC0-02F6A5A50370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C8824B1-7CE5-4653-9310-C401682F3B46}"/>
                </a:ext>
              </a:extLst>
            </p:cNvPr>
            <p:cNvGrpSpPr/>
            <p:nvPr/>
          </p:nvGrpSpPr>
          <p:grpSpPr>
            <a:xfrm>
              <a:off x="1046888" y="28393"/>
              <a:ext cx="332048" cy="3320482"/>
              <a:chOff x="1015020" y="70418"/>
              <a:chExt cx="730894" cy="730894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AAFC67-EEBF-4F7C-A4D6-47D350928BBA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7CE017E-6E57-47BB-999E-739A9CED619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6EE513F-986A-442A-A764-F086FC7A3237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C0E55B6-813E-4285-8D1B-55773332EFD1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1D86D11-4DC7-475E-A238-6697C69463A6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1F0B0F4-756F-4157-BB29-575C282BE0E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22CFF71-3B69-43D2-A7B5-1891C86C94D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7535046-39A1-4C93-A285-0E89AEC38C8F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0D52C34-21E6-4D8D-A1F7-E0132D07705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DF0C1BC-586B-4E4B-8E0A-FF72B9B2089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C3575FB-69D0-4F92-AB7D-0D2925F3BA60}"/>
                </a:ext>
              </a:extLst>
            </p:cNvPr>
            <p:cNvGrpSpPr/>
            <p:nvPr/>
          </p:nvGrpSpPr>
          <p:grpSpPr>
            <a:xfrm>
              <a:off x="1378936" y="28393"/>
              <a:ext cx="332048" cy="3320482"/>
              <a:chOff x="1015020" y="70418"/>
              <a:chExt cx="730894" cy="7308940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9242FEF-4ED3-453D-84C9-F5BD3666B1E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5C0D4E8D-26D8-4C82-9756-A617694F1B8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1089227-D47A-42F0-8BCA-477AB5957CF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2CA43765-DFF4-4757-A829-B0CB33314EA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57073A55-E60A-4519-8A12-22C1E9F23D6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93D4E1C4-F197-4E99-8959-E7AF567D8A7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C1C5AAD6-603D-46CE-83C6-F2D2AF1C97E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6BF0AB2D-5C8D-49BF-BA62-200436B84A68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1986D52-B6A5-47DB-9E81-F30FBE16EB3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6C1D414-04BF-4006-9DF1-B58C2DB73B7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4DF57B2-2B19-481B-A894-95662E18692F}"/>
                </a:ext>
              </a:extLst>
            </p:cNvPr>
            <p:cNvGrpSpPr/>
            <p:nvPr/>
          </p:nvGrpSpPr>
          <p:grpSpPr>
            <a:xfrm>
              <a:off x="1710985" y="28393"/>
              <a:ext cx="332048" cy="3320482"/>
              <a:chOff x="1015020" y="70418"/>
              <a:chExt cx="730894" cy="730894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4033BE4-9806-4392-AB73-E2B980C4B72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3C878C49-3949-4E43-8AE6-BA2A981F278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36E2FF5-ED34-44C3-9643-3B2B24D1B7AD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82C4275-C213-4981-8FF6-7F7D3B716A3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F6B8ED60-C827-4977-BA58-E36C9A642CE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882E4DEE-B85F-4705-96DA-DED4BE19992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543A7209-87F4-443E-BBA1-BDC6FE82C42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7F73BB5-83E3-4010-B21E-41BA2090299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4342D0A8-7BD8-4F74-8F23-BEE92095E9F3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B7DE9EE-AE68-43A2-84E1-52CB01CF9BB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6BB8F3CC-97DA-4EAD-98AD-D59E93FB092B}"/>
                </a:ext>
              </a:extLst>
            </p:cNvPr>
            <p:cNvGrpSpPr/>
            <p:nvPr/>
          </p:nvGrpSpPr>
          <p:grpSpPr>
            <a:xfrm>
              <a:off x="2043033" y="28393"/>
              <a:ext cx="332048" cy="3320482"/>
              <a:chOff x="1015020" y="70418"/>
              <a:chExt cx="730894" cy="7308940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B5FFD745-0937-48F9-840F-EDCB0DA0FD4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BB14CCFB-EE0A-482C-B1ED-0D037D57452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39B473A-335B-4E1A-A842-50AE292D656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8ED80E82-320C-4CF8-B698-76A391E6A65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D0D9B799-B6F5-48AB-B4C4-F35A0533A65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7AB09AA-B704-4BA5-A9A2-D9D89727FDC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AEC19C3E-4F92-4446-BEF4-AE485520058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BF4C79CA-B34C-4CDD-A5FD-51F0AF0BF7FB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D475FBE2-39DE-42B9-ADEB-231CB565BBC5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1F759BD2-F1D5-4BC1-A595-BF5A291C5296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7590ACA2-BD9F-42F4-8D39-DB3FAD041789}"/>
                </a:ext>
              </a:extLst>
            </p:cNvPr>
            <p:cNvGrpSpPr/>
            <p:nvPr/>
          </p:nvGrpSpPr>
          <p:grpSpPr>
            <a:xfrm>
              <a:off x="2375081" y="28393"/>
              <a:ext cx="332048" cy="3320482"/>
              <a:chOff x="1015020" y="70418"/>
              <a:chExt cx="730894" cy="7308940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49D62D2C-A649-41EE-B9A6-E0809279023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9161E822-EE9B-4480-B100-D93410BE87E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14B5DAA0-4F3C-484E-AAC6-E27FFDFB192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5AD94FA7-0052-4562-8D49-9063A4824094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DEA8093-80D8-4942-B17A-C90FE6904F2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236F6317-21B7-4CFD-A55E-E3411BB0942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58AF929-FE57-454F-9EA7-C20B6FBFAF39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3F086425-88E4-4018-9229-CB6060D4904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31ADA696-9347-4DE2-A19B-96A232E5798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1C706F9-05ED-4B26-911A-FCF269060EA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B48F218-EA3B-4213-B847-81BD7B70DC4C}"/>
                </a:ext>
              </a:extLst>
            </p:cNvPr>
            <p:cNvGrpSpPr/>
            <p:nvPr/>
          </p:nvGrpSpPr>
          <p:grpSpPr>
            <a:xfrm>
              <a:off x="2707129" y="28393"/>
              <a:ext cx="332048" cy="3320482"/>
              <a:chOff x="1015020" y="70418"/>
              <a:chExt cx="730894" cy="7308940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2BE59B9E-1DBF-4572-8E9D-36934993233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92E009F-2941-436B-9CFE-086EE3AE608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D5190521-81FA-4027-85A3-C257A0BF6F69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995FB3E8-D7F0-46CC-82CA-C8BE6B8F50A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2F831A0-2A8E-45CC-B95A-561CFF9C4C37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92A0A0DB-B591-4CF8-A278-812845B01BA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1B0A572-4DE4-4BED-8C77-F24B53501948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C9D62636-A8D0-4F3F-B131-462409C0103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17379FB1-D7CE-4650-BBD4-15B718F49BB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701C3201-6A44-4BC3-9CEC-D35E599E08FB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37C6F7F9-FE83-40DA-B028-B05A7371AAAF}"/>
                </a:ext>
              </a:extLst>
            </p:cNvPr>
            <p:cNvGrpSpPr/>
            <p:nvPr/>
          </p:nvGrpSpPr>
          <p:grpSpPr>
            <a:xfrm>
              <a:off x="3039177" y="28393"/>
              <a:ext cx="332048" cy="3320482"/>
              <a:chOff x="1015020" y="70418"/>
              <a:chExt cx="730894" cy="7308940"/>
            </a:xfrm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53A3C8A5-6869-49A8-B8D5-B08D34B13D7E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A09941C1-1744-4F99-ACDC-AE88292E79A3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A521556F-5873-43A5-BEEF-3A821481EB2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078410A9-9AF2-4CA4-BABA-FED20BBE0BB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F014A864-C401-4535-B780-CC9C32319AE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56BC6C21-B108-4322-AFE5-2C090074FC4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CF25A386-655D-4A6C-83FD-BED6D5D4BD7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673A7549-B387-4755-AB94-5A4932CEE01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55AF9C15-1FF7-4F4A-BD9E-15ED48B3ECFD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2125DE7C-9EB2-4836-874A-BFCD3D0E6E3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BE7CA989-17FF-4BCD-B569-7A919298304E}"/>
                </a:ext>
              </a:extLst>
            </p:cNvPr>
            <p:cNvGrpSpPr/>
            <p:nvPr/>
          </p:nvGrpSpPr>
          <p:grpSpPr>
            <a:xfrm>
              <a:off x="3371225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09198A08-0061-4993-B64F-22DC712DE3F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2A5555B3-EF88-4AF7-8FD3-B9AB9B79952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E6D13567-2272-4E06-AF5C-A9648EC6394D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7093A675-AE86-4D9B-9C8F-06458F4F470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8161C398-9113-4F0B-A768-AF4EF11687D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8145CFCD-3092-4E1C-8FDE-D883B817CAF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4976ADC4-B940-4A36-8C43-073F3E6931B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C222B041-CA71-4BA4-9344-5879FFA88BF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68DE8E6A-7BFB-4B3B-8520-0958ED0E156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890BC22-A1E6-48E7-9339-68B751F25513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896DA85F-F0E2-41DB-808C-57A15FE52A04}"/>
                </a:ext>
              </a:extLst>
            </p:cNvPr>
            <p:cNvGrpSpPr/>
            <p:nvPr/>
          </p:nvGrpSpPr>
          <p:grpSpPr>
            <a:xfrm>
              <a:off x="3703273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A635B4AD-446A-4300-866B-C2E5DE265C39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471B3ADD-3922-42D0-9C3C-F437EBD97A1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C5745B96-CCF3-40C1-A7C6-D3903694FAA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93F6196E-222C-43DA-907A-F322BF0A4714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CF1F22B2-B616-4B97-90D9-DF465DE0CA4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8986FFCF-A97F-4B8D-A08E-77CDDFD04ED4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8A7A1B40-7AF3-4D54-B163-A0DFBC1761F6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5BE06ED3-D7AE-4DCE-A4F8-A8A88BF956C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9961CB45-4F72-489A-9467-161A4553C55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DE549723-C03B-4793-ACEA-85DF54BD24BA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FD97CE92-41C4-4633-BF8E-F380F0C6A45E}"/>
                </a:ext>
              </a:extLst>
            </p:cNvPr>
            <p:cNvGrpSpPr/>
            <p:nvPr/>
          </p:nvGrpSpPr>
          <p:grpSpPr>
            <a:xfrm>
              <a:off x="4035321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F6B1E665-C54E-4CED-BB19-45C9561DFAA1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F9490FBC-83A2-48FF-B23A-F5B9415696C3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0AC96A78-8FAC-469F-9A71-2FD6F445425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A395DEF4-86BA-4029-979A-0FA6317016E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7575BC9B-1AB0-4584-AEF7-3290F436257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FC733115-6152-49D7-A586-2CE13FC9305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21234931-5818-4986-A575-DACBA5D4D51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FAA35C64-C5DD-438B-AD32-F6E037143042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1930B851-1515-4498-8B4B-AB1B32E2F00D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55470855-B3D0-4877-9FB7-202D6227CC8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1D02CC3A-5CBC-4E64-B1AE-C80BE7B9F77D}"/>
                </a:ext>
              </a:extLst>
            </p:cNvPr>
            <p:cNvGrpSpPr/>
            <p:nvPr/>
          </p:nvGrpSpPr>
          <p:grpSpPr>
            <a:xfrm>
              <a:off x="4367369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859369D-BB85-4AB6-ABDB-4CD34BD7307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EAA368E1-C2BE-4250-9BFE-11052DE3F8A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B10F956B-9232-4AC7-9E85-471B86E7F205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4B2D8EC4-C985-4879-9B21-5F6F51C179E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468A64BB-23CB-46AB-9D82-2B92836D36F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768CB5DF-73FC-4509-BD12-17ECB46C481E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24D0F207-FA8E-40A6-AED0-4960AA275BB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217A857E-D8AE-416D-B5DA-0299B7EF901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1C60CCC4-9207-4BFC-9BC0-C2843A2641E6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147D612A-F5A7-45EE-A43F-F590F396CB1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926DBABD-B407-4DA9-BABA-783F5F680EB3}"/>
                </a:ext>
              </a:extLst>
            </p:cNvPr>
            <p:cNvGrpSpPr/>
            <p:nvPr/>
          </p:nvGrpSpPr>
          <p:grpSpPr>
            <a:xfrm>
              <a:off x="4699417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9E93EAB3-A7EF-4A9B-ABBF-1F2ABC1EDA89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AD63DEE6-4D7B-494F-80AE-22E26280F8E3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E8C485B3-0E70-4C9F-AA8F-C4584D897BC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4E2E446A-6D72-49E7-8526-9887DDBFF74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5ECCE0BE-DD1B-4304-90D8-7AADB0FCBE8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E5C43427-BC95-4137-A004-8042EAFEEE0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60BA75DB-1B1D-47F9-BD35-771FB3BBACBA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89D4359E-3DA2-40AB-B486-43D48167305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44904AA9-F6F4-4800-98CD-70578D1B6C4C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4CE00E4E-0EF2-4257-A5B1-74C27A2A077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F0D70191-5308-49D9-AB88-0E627A086C44}"/>
                </a:ext>
              </a:extLst>
            </p:cNvPr>
            <p:cNvGrpSpPr/>
            <p:nvPr/>
          </p:nvGrpSpPr>
          <p:grpSpPr>
            <a:xfrm>
              <a:off x="5031466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26DF2FA2-F2A7-4259-A401-89FA7E42903B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CF4DBF85-4AF9-4CA8-9616-1DE4825B3BE2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B7CC91DB-2A6B-4CBF-8E07-1A8418EF305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ED57C0E6-B73C-4724-A657-08D33EFDA781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F016A250-57A8-43F7-83E7-9200810B670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073FF439-3E80-4642-B023-58438C3DEA50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BF6BA599-CC3D-4FEC-8BC5-83811EE5D4F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F54F12E0-F8BF-469E-8082-DA2DA2B67D6D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60005E95-580A-4D33-A588-A1BD9FB0FB1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079C4893-3CCF-4A4A-88B4-0726CC07BE6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ED473048-4D2A-4A35-B942-F1A21B342251}"/>
                </a:ext>
              </a:extLst>
            </p:cNvPr>
            <p:cNvGrpSpPr/>
            <p:nvPr/>
          </p:nvGrpSpPr>
          <p:grpSpPr>
            <a:xfrm>
              <a:off x="5363514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AA887497-A4F8-4F50-B75B-BB0E9DB8EB84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B875B0B9-729F-4F07-A3ED-2F50C585339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282FBE2E-13A0-4E45-BF1A-85BB0526297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F5FC98BC-1951-47F8-99D2-E32F4CB97E3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3BB4A0CE-DE3B-4DAF-9A17-A9DB03BDA65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F43ED913-7A6C-4596-9C2D-0669FBA9A853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D9D186B3-5941-4CBB-A1C8-A77FBCA0E47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8731208E-D73F-4DF1-BED3-B2AD1E0566A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817FC8D3-6285-4AFA-9657-7164833D47A9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990D95D4-DB1C-4A68-80AC-3E27A218839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94DC932F-D084-4485-B7C0-80C4CEC269A6}"/>
                </a:ext>
              </a:extLst>
            </p:cNvPr>
            <p:cNvGrpSpPr/>
            <p:nvPr/>
          </p:nvGrpSpPr>
          <p:grpSpPr>
            <a:xfrm>
              <a:off x="5695562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4AF3664B-2F4C-4F4A-85CA-E364BB38D71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CC91ADD8-1195-4556-A0ED-45283F9A739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110E93C5-931C-422B-B286-3540F1CA71AB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F0E94A44-563A-4650-ADE6-AD1E1EABB83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5236D2F4-1FC7-4462-B1A3-DE9CDE2B8195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126677AD-8452-4A20-8F27-7F9582844B21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CF917F77-4B3F-4BA2-862D-689BD324B8A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9A52A6F7-4C42-45F5-A41A-A0528C9C16D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D7591574-4E60-40DF-947E-8C8606847A0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BED5212E-78A9-4A47-8090-ACFBA042AAB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E4C845A2-2104-433E-817B-17F5CD4E36F2}"/>
                </a:ext>
              </a:extLst>
            </p:cNvPr>
            <p:cNvGrpSpPr/>
            <p:nvPr/>
          </p:nvGrpSpPr>
          <p:grpSpPr>
            <a:xfrm>
              <a:off x="6027610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CCF3A10D-28BD-4189-A99C-B1A3F23D747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3B8A9A01-855A-473E-A0D3-07315227373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2019420C-7218-4467-97D3-EB0405AD765B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F33C428A-5ED3-4691-8842-7169759484D8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37235D39-EE34-46D9-86C4-9EC85362516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37D15571-CF03-4D6D-B4E4-35C1424A27D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DA1B8CC8-BFCF-4D25-A68A-8AD919410AA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7F1F667D-70F4-4C09-BF24-22D4A38A9C29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8EC46BFF-1354-43F2-B092-8789F9F57F0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18BD6B22-FF68-44EF-819C-29A26E1D293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6E4BE7E2-FA43-4F73-B99F-E0909000B4F5}"/>
                </a:ext>
              </a:extLst>
            </p:cNvPr>
            <p:cNvGrpSpPr/>
            <p:nvPr/>
          </p:nvGrpSpPr>
          <p:grpSpPr>
            <a:xfrm>
              <a:off x="6359658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6958D88B-3825-4308-B28B-87C17F3DB36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3BF22EDA-32B5-468D-ACF7-55F1779C142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006BC7CC-1EEB-48B8-9CAE-9969971B2DB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89500866-C472-4019-A11E-060219CFA126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75C7A02B-5333-4B4B-BD54-87EFFCDCCC2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5AC802D7-621F-4270-84AA-9323E6781B43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1EB2E294-891D-4E84-8C27-0E7F49371A3B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395E6790-5E63-4F1B-96C9-BDCDF96D1E2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17AE7CF2-2045-41AA-A3AC-AAAD85458B4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6D5A3C89-604E-4714-9254-A1E07004A1BB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31CD25DC-D318-4229-AE70-41A20B6F6C9F}"/>
                </a:ext>
              </a:extLst>
            </p:cNvPr>
            <p:cNvGrpSpPr/>
            <p:nvPr/>
          </p:nvGrpSpPr>
          <p:grpSpPr>
            <a:xfrm>
              <a:off x="8355520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6AE86F9F-9CE9-4AAA-B780-666BD37FD7D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483D2029-82FC-4B6C-B591-93958647ECBB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DD067EC3-D81F-4C23-ACD8-319477A6E71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70712F3D-DDE7-4938-A997-9FBEC0EB7D56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A2FB3578-2606-490E-A10D-3BC4CBA81AA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EEBB5DC3-6058-416E-810D-80FE4EE718D7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275C06D3-5788-4BEF-8E8D-4575EC8B55C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61B3831D-7F44-4A3D-88CD-14319935EBF8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15F4FF07-FA45-47A0-A86B-A44FCEF1F13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CDD97BD1-CB63-4661-8C03-18DFCB65EE4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BA586BF4-7C18-4956-81BA-27DC41C1B9F5}"/>
                </a:ext>
              </a:extLst>
            </p:cNvPr>
            <p:cNvGrpSpPr/>
            <p:nvPr/>
          </p:nvGrpSpPr>
          <p:grpSpPr>
            <a:xfrm>
              <a:off x="8687568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66D000EE-F3A1-451A-BA14-01A57DFB213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84BBC2D6-C67D-464B-AEE5-D91D1C3A882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E0A0A445-C5B6-4620-907F-FC87E268B07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00E3C193-18F6-4829-ABCA-605590176EF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7848B513-F1E8-44E0-906D-3938080AB9F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B7E3B6F2-4F54-42E4-8CFA-8D78489CBF1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923963F4-B085-4E2A-8B8F-8F669373741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C4DF0918-7A09-40C6-9F6E-E30BF4A0600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B3B64FA2-1E24-4A70-8FFD-CCD2A1ACB7F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9E4136DC-A50A-4C86-A82E-552EA9F6DB8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CD5A3E07-FB17-4AC4-9C40-C53A14353917}"/>
                </a:ext>
              </a:extLst>
            </p:cNvPr>
            <p:cNvGrpSpPr/>
            <p:nvPr/>
          </p:nvGrpSpPr>
          <p:grpSpPr>
            <a:xfrm>
              <a:off x="9019615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43F78454-F814-42A7-BD70-0B3F7B44D23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ADD32153-F535-4D27-8B63-323899A5C497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B269349D-7ECF-41A8-8F8A-E1695A5D11B6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68ED0653-5B6F-4CB7-9660-6934B172E1E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A7F4ABE2-277E-4EFB-B447-A463EFD985F1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633C1C30-931B-47F9-AE36-4A1D434AA55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0461963F-0D44-4EF1-91E6-8AAFC12D974C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B417CE22-FFF2-490A-9338-1FDFB1BD959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57337429-77DC-4CC4-84A9-8EE84A817B2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A6A06706-D2A9-463F-9296-1297F54D9BC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8754F32B-B149-4A68-9031-62A478BA22B0}"/>
                </a:ext>
              </a:extLst>
            </p:cNvPr>
            <p:cNvGrpSpPr/>
            <p:nvPr/>
          </p:nvGrpSpPr>
          <p:grpSpPr>
            <a:xfrm>
              <a:off x="9351662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4A1BFEE4-0641-46EC-817A-03A73DDE93B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F5BAA2EE-152B-458E-9A0C-7314ED27651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20B70E07-631A-4657-99C9-7D0F05D3D32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83D8CDA7-C461-429E-BECA-AADEB45F0B4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5FF6E6A4-8B62-4457-BE26-A6290F5D713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D61566D5-702E-4C4B-833E-E9F6E94AB4D4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38E5FAEF-5E7C-4301-B437-BF109DC35DC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AA9F184A-C89C-42D4-BA53-64A5AC3885E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766FBCE8-2515-4AF9-BC28-8A85089F4AA1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3A4E1268-366D-495F-BE57-5FB9B0FB291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19BFC189-BF69-45D7-A699-8E1172131153}"/>
                </a:ext>
              </a:extLst>
            </p:cNvPr>
            <p:cNvGrpSpPr/>
            <p:nvPr/>
          </p:nvGrpSpPr>
          <p:grpSpPr>
            <a:xfrm>
              <a:off x="6694451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D44EA059-5D20-4747-87E6-0FBB8372BFA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709ED36D-2AE5-4721-84B2-2B0D75ADA207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D3960DAB-F8D7-49F6-B03F-3F738C8E83A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46F164AC-B8D7-4596-B7E6-4ECCF79E349D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6663E4E2-C4EA-4087-BE18-33E8EAB288B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3DCBD05C-B711-45C6-A877-65F25AA8BE8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0E033571-8D48-4D86-A597-C9EFBDB5F27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7CFE1E77-80A3-43C4-9AA6-32AE7B05E2AC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C0714849-855A-4A50-9548-B690E0C0985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9BD7714A-C6FE-4C26-A873-83A01D99C53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1CAF383C-0DDB-46C9-B251-BC68FE08550B}"/>
                </a:ext>
              </a:extLst>
            </p:cNvPr>
            <p:cNvGrpSpPr/>
            <p:nvPr/>
          </p:nvGrpSpPr>
          <p:grpSpPr>
            <a:xfrm>
              <a:off x="7026499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804EE771-BB8B-4944-8190-37A90CA0094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180F532B-ECC0-41B7-BAB2-0BA83E3599E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C1DC5BAE-DA2D-47C3-8636-B43ACDA0753A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372E528D-2041-4757-BB8D-6D06175E0F1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D795262F-F265-409E-86E2-3EB02B83F52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5A8885D7-5758-4CE3-8ADD-576F6DFBA50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A3D8C27B-8722-461F-B1F3-15ED5286172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2D656D98-7A64-4993-B9B2-D342940D1CA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2E3EB50E-0625-418C-8CEB-D8663C71A1D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C976DFDB-A80D-4C17-B02C-059D62A7808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64126D65-8B3B-41AA-82D5-7FC9C05FCCAB}"/>
                </a:ext>
              </a:extLst>
            </p:cNvPr>
            <p:cNvGrpSpPr/>
            <p:nvPr/>
          </p:nvGrpSpPr>
          <p:grpSpPr>
            <a:xfrm>
              <a:off x="7358547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62A86278-D07B-48D4-A510-5C8FF844E40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D45C7063-4561-4C86-A975-77098483077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C5277463-8B9B-4C51-9A22-DCB3A8624F6C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8F70FE43-7EC4-4BA6-977C-EFB71E2D0A6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5E0A9007-738C-4CD2-A69A-BBA6AF10E07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1" name="Rectangle 340">
                <a:extLst>
                  <a:ext uri="{FF2B5EF4-FFF2-40B4-BE49-F238E27FC236}">
                    <a16:creationId xmlns:a16="http://schemas.microsoft.com/office/drawing/2014/main" id="{37061F01-1614-404A-A39F-075E24E026F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100A8105-4081-4395-8815-CADF79D5BCB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498C7ABC-CE31-40BF-AC71-723141DDF38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4" name="Rectangle 343">
                <a:extLst>
                  <a:ext uri="{FF2B5EF4-FFF2-40B4-BE49-F238E27FC236}">
                    <a16:creationId xmlns:a16="http://schemas.microsoft.com/office/drawing/2014/main" id="{876F40CB-6E5D-4E89-A7D4-4FF67E7BC06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0C35C7AC-D5DA-45D3-9F69-9C92278811B3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D2E268E5-1BF8-4E6F-950A-DA12D7C2457F}"/>
                </a:ext>
              </a:extLst>
            </p:cNvPr>
            <p:cNvGrpSpPr/>
            <p:nvPr/>
          </p:nvGrpSpPr>
          <p:grpSpPr>
            <a:xfrm>
              <a:off x="7690595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3347E9BE-A4DB-48C9-940C-B32BD27FF92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EAF35537-D4AD-481C-9D3C-5EBF48A972B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77ED6CCF-5161-4556-AA73-CFDB548DB826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0D767601-BAE7-433C-9FFF-42CF2B1B3B9D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77C5E30C-F59E-4A7E-A671-9AD7CC40B66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E1FF74A8-AD37-4541-9090-303347725F9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424AE096-9B3A-4E14-913E-271C3E0447D5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9819D1EC-7239-4515-A9B7-6580A37F5599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5" name="Rectangle 354">
                <a:extLst>
                  <a:ext uri="{FF2B5EF4-FFF2-40B4-BE49-F238E27FC236}">
                    <a16:creationId xmlns:a16="http://schemas.microsoft.com/office/drawing/2014/main" id="{ABCD8C5D-1A7C-4B61-A3AB-7C6DFF3149C6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4567A7FF-F3A7-412C-8785-5BEEE047BAB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A8D6E410-ACDB-4F3E-9A71-98280335974D}"/>
                </a:ext>
              </a:extLst>
            </p:cNvPr>
            <p:cNvGrpSpPr/>
            <p:nvPr/>
          </p:nvGrpSpPr>
          <p:grpSpPr>
            <a:xfrm>
              <a:off x="8022643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A4789163-DC1B-489A-98D3-041E7C0E421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3EC4AF85-5B2E-4E5E-8CFF-AD53319F515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D3EA7DF0-5DC2-48F1-9B6A-3B2793E54E47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7D0ECF49-1149-4A10-A764-28BE37EDC9E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38B951E6-D6E7-44FE-A416-C9529A0AB076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2E46539F-1469-49D2-A8E3-202BD7E08F4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969EB4EB-AFA2-4534-B461-0114D2B1774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DEF67050-EA4F-4BB3-8589-CBD985687BB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0999DDA1-F9DC-461D-96CB-3F8F5D2B874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D983783C-65E4-41C4-85E7-E095343BC75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32F18371-5B74-41F7-969D-202FBF716508}"/>
                </a:ext>
              </a:extLst>
            </p:cNvPr>
            <p:cNvGrpSpPr/>
            <p:nvPr/>
          </p:nvGrpSpPr>
          <p:grpSpPr>
            <a:xfrm>
              <a:off x="50744" y="3348874"/>
              <a:ext cx="332048" cy="3320482"/>
              <a:chOff x="1015020" y="70418"/>
              <a:chExt cx="730894" cy="7308940"/>
            </a:xfrm>
          </p:grpSpPr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F75F46A2-9F89-49DE-AD17-4427DB41376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A25BEAFD-FE27-4C80-BCC9-F00B1171D177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7769EB1E-FEB3-4BE0-B0D2-6C9282EB5B1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65820200-F356-48ED-886B-30485390366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74C58ACD-BD48-413B-8E7F-7911A47B65E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44C4821D-2AAE-4568-A009-85B1848EC161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03C0811D-BA01-4E2E-81BE-CC03B407978A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7CE8D03D-7A27-4EAB-8E79-18F19014357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F7580185-BFBB-4E37-8DEF-D5E343B9F83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671BDB36-E698-44DD-A7C8-C2C8616447E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9" name="Group 378">
              <a:extLst>
                <a:ext uri="{FF2B5EF4-FFF2-40B4-BE49-F238E27FC236}">
                  <a16:creationId xmlns:a16="http://schemas.microsoft.com/office/drawing/2014/main" id="{C53DC1BC-7938-4901-BAC8-8DE5685DF701}"/>
                </a:ext>
              </a:extLst>
            </p:cNvPr>
            <p:cNvGrpSpPr/>
            <p:nvPr/>
          </p:nvGrpSpPr>
          <p:grpSpPr>
            <a:xfrm>
              <a:off x="382792" y="3348874"/>
              <a:ext cx="332048" cy="3320482"/>
              <a:chOff x="1015020" y="70418"/>
              <a:chExt cx="730894" cy="7308940"/>
            </a:xfrm>
          </p:grpSpPr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413CA9CF-4ED6-4041-B011-51FAEBD93921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A2A52754-E8C1-43BD-9021-B40782BE814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40F83A7B-825F-4009-9E95-DA91567F70D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B30D45CF-2680-49F5-990B-29D753AE866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CAE9AF4A-3D4E-41C4-AE8E-D2075219F5C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ADDD197A-92AB-4874-A569-606F8DB56C5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3EF0423B-5CF3-4CDF-BCFF-C223A822806F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0D2C8062-166B-4F74-B0AC-31C1ED62A3D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D2EF58C5-EA44-476C-BB65-5732168AA57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75DEE8A9-CED2-4589-AD40-40860308266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90" name="Group 389">
              <a:extLst>
                <a:ext uri="{FF2B5EF4-FFF2-40B4-BE49-F238E27FC236}">
                  <a16:creationId xmlns:a16="http://schemas.microsoft.com/office/drawing/2014/main" id="{748C4B15-29DA-4B72-8DC8-F278B788123C}"/>
                </a:ext>
              </a:extLst>
            </p:cNvPr>
            <p:cNvGrpSpPr/>
            <p:nvPr/>
          </p:nvGrpSpPr>
          <p:grpSpPr>
            <a:xfrm>
              <a:off x="714840" y="3348874"/>
              <a:ext cx="332048" cy="3320482"/>
              <a:chOff x="1015020" y="70418"/>
              <a:chExt cx="730894" cy="7308940"/>
            </a:xfrm>
          </p:grpSpPr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FCA2A695-394A-4C3F-9419-96342C81DEA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9377D050-7FFB-4644-825E-D7E56AED5B7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EAAA2F4C-15C5-4557-8859-F3229677F39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A4849610-3AE0-4A8A-A33D-B1BB7707E3D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561695C2-E6F6-4470-90D9-69AA56031DED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9C7DCE05-6821-4068-BD50-14A72DC806D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5E331576-D56D-4BFA-953B-B4F410389C5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4E8042AC-EF64-493C-B692-1E8A99D22B2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1D0E114B-AB88-4B1F-8C12-44E3CAD746C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6319A42B-E0F8-4075-B9C6-3C11A64060F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7FA53D00-3E40-4F51-B44E-A459D5BCFCED}"/>
                </a:ext>
              </a:extLst>
            </p:cNvPr>
            <p:cNvGrpSpPr/>
            <p:nvPr/>
          </p:nvGrpSpPr>
          <p:grpSpPr>
            <a:xfrm>
              <a:off x="1046888" y="3348874"/>
              <a:ext cx="332048" cy="3320482"/>
              <a:chOff x="1015020" y="70418"/>
              <a:chExt cx="730894" cy="7308940"/>
            </a:xfrm>
          </p:grpSpPr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EF744363-1B25-4D55-BF14-033844178B9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45D1EC0D-30EB-4ADF-9BBB-007284F2B04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6CE1698E-1117-4A68-AD1B-F1BB404DBFB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3478AC8E-5AAA-4DFD-9D4A-0279E818B586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C0D2CED4-620A-410C-A90F-1F3B47EF5CC0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A5078B16-EB45-4D35-99C5-FAFBA105A107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09217649-0C82-4643-A2B0-A62D85F4DB8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AE80C5D8-44FE-4483-802F-CF45FBF15AB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267FD1C6-1247-4D1C-AE36-D6A788763CE1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438ACD91-DDA1-4BA0-A51C-3DB766AEE59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1E429B69-D696-45FF-B8EE-B92A53E8ECB5}"/>
                </a:ext>
              </a:extLst>
            </p:cNvPr>
            <p:cNvGrpSpPr/>
            <p:nvPr/>
          </p:nvGrpSpPr>
          <p:grpSpPr>
            <a:xfrm>
              <a:off x="1378936" y="3348874"/>
              <a:ext cx="332048" cy="3320482"/>
              <a:chOff x="1015020" y="70418"/>
              <a:chExt cx="730894" cy="7308940"/>
            </a:xfrm>
          </p:grpSpPr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D0B36D64-CA22-4747-86C5-46A8074C5B3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3CEDAAAF-5DDD-4867-A263-05F3DE85304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CB112B41-C23C-406E-A0AF-466847F1BCB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0A0FA866-DC08-4633-94EC-0E724ADC41CE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448BDEBC-407D-4D0C-B7D6-8F1D8EBB6B8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91098883-C18F-4DCC-8D71-5F8367F7AA6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90490239-697C-45D7-A96B-9003A5E13B3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514C5AA5-F9C2-406E-9286-046D52F63119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76CAFAE8-B4C9-4DC4-A350-1D050AF63955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6286EADB-4271-4581-9DFE-2761C51DA82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34C2AC4C-135C-467E-B87A-02BF50E129B2}"/>
                </a:ext>
              </a:extLst>
            </p:cNvPr>
            <p:cNvGrpSpPr/>
            <p:nvPr/>
          </p:nvGrpSpPr>
          <p:grpSpPr>
            <a:xfrm>
              <a:off x="1710985" y="3348874"/>
              <a:ext cx="332048" cy="3320482"/>
              <a:chOff x="1015020" y="70418"/>
              <a:chExt cx="730894" cy="7308940"/>
            </a:xfrm>
          </p:grpSpPr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6DC73BA7-1ACF-410D-837B-8210BE5D845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6E93EB40-30B4-4F45-8C51-1CBE1A96D55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49E08EFF-0BE7-47DC-A4DA-327344C49C5C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3FE76F7F-DB2E-4131-A0D2-81E497E6DE5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BBF31AC7-B8F4-43E6-A286-F40F07C52108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8D2133FB-3544-44D2-956B-0E23002E599C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333F268B-F0FE-42C9-802E-E0A4E6B2F83C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30393163-60C7-4BDE-9802-C518F0F9389D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1DC62192-1547-46EA-9EB1-1CB6B3FA2AF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3" name="Rectangle 432">
                <a:extLst>
                  <a:ext uri="{FF2B5EF4-FFF2-40B4-BE49-F238E27FC236}">
                    <a16:creationId xmlns:a16="http://schemas.microsoft.com/office/drawing/2014/main" id="{C80FCC35-CE97-4C80-8729-3BD9E5CA48F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4" name="Group 433">
              <a:extLst>
                <a:ext uri="{FF2B5EF4-FFF2-40B4-BE49-F238E27FC236}">
                  <a16:creationId xmlns:a16="http://schemas.microsoft.com/office/drawing/2014/main" id="{1C65EEA0-0618-4A68-9B81-D9BFBB8C9A71}"/>
                </a:ext>
              </a:extLst>
            </p:cNvPr>
            <p:cNvGrpSpPr/>
            <p:nvPr/>
          </p:nvGrpSpPr>
          <p:grpSpPr>
            <a:xfrm>
              <a:off x="2043033" y="3348874"/>
              <a:ext cx="332048" cy="3320482"/>
              <a:chOff x="1015020" y="70418"/>
              <a:chExt cx="730894" cy="7308940"/>
            </a:xfrm>
          </p:grpSpPr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A1F2F207-15C4-4951-AFEE-40441399190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6" name="Rectangle 435">
                <a:extLst>
                  <a:ext uri="{FF2B5EF4-FFF2-40B4-BE49-F238E27FC236}">
                    <a16:creationId xmlns:a16="http://schemas.microsoft.com/office/drawing/2014/main" id="{C5EFF28F-CAF6-40CC-BB77-7055DE20513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10124AD6-8F2C-4ACD-9C8C-8596BBC790B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8A2CF219-0D21-477F-8018-9D6C7394FB0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41F9A3DE-D305-4FE6-81FB-00FF6601387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6D051EF0-E98C-4DD7-832A-CD79E849866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E7EDC610-48A6-4524-9FBF-EEF8F31C20F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45B3A902-0717-4A70-A4BA-FE281E9071A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58792BD3-F127-4E30-A2B7-E63D34E25F5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86334A94-D877-4D15-9AB5-B2954157088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45" name="Group 444">
              <a:extLst>
                <a:ext uri="{FF2B5EF4-FFF2-40B4-BE49-F238E27FC236}">
                  <a16:creationId xmlns:a16="http://schemas.microsoft.com/office/drawing/2014/main" id="{E8A2EA1A-4B6D-4DD0-805A-0EB972DF0A1B}"/>
                </a:ext>
              </a:extLst>
            </p:cNvPr>
            <p:cNvGrpSpPr/>
            <p:nvPr/>
          </p:nvGrpSpPr>
          <p:grpSpPr>
            <a:xfrm>
              <a:off x="2375081" y="3348874"/>
              <a:ext cx="332048" cy="3320482"/>
              <a:chOff x="1015020" y="70418"/>
              <a:chExt cx="730894" cy="7308940"/>
            </a:xfrm>
          </p:grpSpPr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B9EE249E-9EB8-4BD6-97CD-D2D2EFF1F8D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0C583177-CAED-4119-831F-5498B94591F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4C3739CA-8152-4A96-A525-C8597602ABC5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E0116C58-86E3-4D53-A888-225F1A9E1190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DBB75871-42E1-4EBB-A9C7-E63113B37045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E0A5404E-61C6-4B78-B8D4-E45C2263458A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2" name="Rectangle 451">
                <a:extLst>
                  <a:ext uri="{FF2B5EF4-FFF2-40B4-BE49-F238E27FC236}">
                    <a16:creationId xmlns:a16="http://schemas.microsoft.com/office/drawing/2014/main" id="{F5858208-B39C-4D5E-84C2-9CCC5294CA4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3" name="Rectangle 452">
                <a:extLst>
                  <a:ext uri="{FF2B5EF4-FFF2-40B4-BE49-F238E27FC236}">
                    <a16:creationId xmlns:a16="http://schemas.microsoft.com/office/drawing/2014/main" id="{0B97CD80-19C9-4CBE-A01A-5ED293FECA1B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4" name="Rectangle 453">
                <a:extLst>
                  <a:ext uri="{FF2B5EF4-FFF2-40B4-BE49-F238E27FC236}">
                    <a16:creationId xmlns:a16="http://schemas.microsoft.com/office/drawing/2014/main" id="{2B6FF2F3-5BB3-4B16-91D5-95B586134FF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5" name="Rectangle 454">
                <a:extLst>
                  <a:ext uri="{FF2B5EF4-FFF2-40B4-BE49-F238E27FC236}">
                    <a16:creationId xmlns:a16="http://schemas.microsoft.com/office/drawing/2014/main" id="{223E3D55-9C47-415F-A09B-AB50F7E09E88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56" name="Group 455">
              <a:extLst>
                <a:ext uri="{FF2B5EF4-FFF2-40B4-BE49-F238E27FC236}">
                  <a16:creationId xmlns:a16="http://schemas.microsoft.com/office/drawing/2014/main" id="{62BFD8CF-BC9A-462E-8122-90BE107E6FA9}"/>
                </a:ext>
              </a:extLst>
            </p:cNvPr>
            <p:cNvGrpSpPr/>
            <p:nvPr/>
          </p:nvGrpSpPr>
          <p:grpSpPr>
            <a:xfrm>
              <a:off x="2707129" y="3348874"/>
              <a:ext cx="332048" cy="3320482"/>
              <a:chOff x="1015020" y="70418"/>
              <a:chExt cx="730894" cy="7308940"/>
            </a:xfrm>
          </p:grpSpPr>
          <p:sp>
            <p:nvSpPr>
              <p:cNvPr id="457" name="Rectangle 456">
                <a:extLst>
                  <a:ext uri="{FF2B5EF4-FFF2-40B4-BE49-F238E27FC236}">
                    <a16:creationId xmlns:a16="http://schemas.microsoft.com/office/drawing/2014/main" id="{5824B3C0-F4D9-4337-88A7-D41DCDA696C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8" name="Rectangle 457">
                <a:extLst>
                  <a:ext uri="{FF2B5EF4-FFF2-40B4-BE49-F238E27FC236}">
                    <a16:creationId xmlns:a16="http://schemas.microsoft.com/office/drawing/2014/main" id="{9B40BD24-29F7-4341-8346-B9667106CDEF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9" name="Rectangle 458">
                <a:extLst>
                  <a:ext uri="{FF2B5EF4-FFF2-40B4-BE49-F238E27FC236}">
                    <a16:creationId xmlns:a16="http://schemas.microsoft.com/office/drawing/2014/main" id="{0406D3CF-4A29-47F6-BEAA-CDC4F2C637E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0" name="Rectangle 459">
                <a:extLst>
                  <a:ext uri="{FF2B5EF4-FFF2-40B4-BE49-F238E27FC236}">
                    <a16:creationId xmlns:a16="http://schemas.microsoft.com/office/drawing/2014/main" id="{1CAC1453-4C85-4AC1-BAFB-1AABA408E41B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1" name="Rectangle 460">
                <a:extLst>
                  <a:ext uri="{FF2B5EF4-FFF2-40B4-BE49-F238E27FC236}">
                    <a16:creationId xmlns:a16="http://schemas.microsoft.com/office/drawing/2014/main" id="{46E4F350-28D4-41AB-8219-DC9690882C4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2" name="Rectangle 461">
                <a:extLst>
                  <a:ext uri="{FF2B5EF4-FFF2-40B4-BE49-F238E27FC236}">
                    <a16:creationId xmlns:a16="http://schemas.microsoft.com/office/drawing/2014/main" id="{BFBE1A4A-13C3-4BED-8522-3A7D2248798C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3" name="Rectangle 462">
                <a:extLst>
                  <a:ext uri="{FF2B5EF4-FFF2-40B4-BE49-F238E27FC236}">
                    <a16:creationId xmlns:a16="http://schemas.microsoft.com/office/drawing/2014/main" id="{C6EF9F6E-D245-4B6E-9777-4DCD744AE24F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4" name="Rectangle 463">
                <a:extLst>
                  <a:ext uri="{FF2B5EF4-FFF2-40B4-BE49-F238E27FC236}">
                    <a16:creationId xmlns:a16="http://schemas.microsoft.com/office/drawing/2014/main" id="{042F0D67-A286-4566-AB92-D8FE9E319A70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5" name="Rectangle 464">
                <a:extLst>
                  <a:ext uri="{FF2B5EF4-FFF2-40B4-BE49-F238E27FC236}">
                    <a16:creationId xmlns:a16="http://schemas.microsoft.com/office/drawing/2014/main" id="{4B61EDE7-56B9-4A16-A322-4A9EE72F7FE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6" name="Rectangle 465">
                <a:extLst>
                  <a:ext uri="{FF2B5EF4-FFF2-40B4-BE49-F238E27FC236}">
                    <a16:creationId xmlns:a16="http://schemas.microsoft.com/office/drawing/2014/main" id="{D3B33361-F458-45BA-9D25-3AC5F959C9A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8925D484-F4E6-4F79-94D9-0FCF7408EA91}"/>
                </a:ext>
              </a:extLst>
            </p:cNvPr>
            <p:cNvGrpSpPr/>
            <p:nvPr/>
          </p:nvGrpSpPr>
          <p:grpSpPr>
            <a:xfrm>
              <a:off x="3039177" y="3348874"/>
              <a:ext cx="332048" cy="3320482"/>
              <a:chOff x="1015020" y="70418"/>
              <a:chExt cx="730894" cy="7308940"/>
            </a:xfrm>
          </p:grpSpPr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BDA743D3-763D-45A4-BE81-31635E97F5AA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A4BBE97B-9689-4264-98A8-D673E27BDDAA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0" name="Rectangle 469">
                <a:extLst>
                  <a:ext uri="{FF2B5EF4-FFF2-40B4-BE49-F238E27FC236}">
                    <a16:creationId xmlns:a16="http://schemas.microsoft.com/office/drawing/2014/main" id="{04EDFD5D-4C36-4F67-9BCE-E41E69E6617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6A36AB43-384C-453E-A11F-67C5D66BA5D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AFD7835C-5E48-4E37-99AC-4D2644C53E87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3" name="Rectangle 472">
                <a:extLst>
                  <a:ext uri="{FF2B5EF4-FFF2-40B4-BE49-F238E27FC236}">
                    <a16:creationId xmlns:a16="http://schemas.microsoft.com/office/drawing/2014/main" id="{58519746-263C-47BA-99DB-6409D215485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BFA96799-AF80-48CB-AC5D-DD8EF5B4AD4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F056DCDF-0663-4D67-8034-16D83E88D58B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6" name="Rectangle 475">
                <a:extLst>
                  <a:ext uri="{FF2B5EF4-FFF2-40B4-BE49-F238E27FC236}">
                    <a16:creationId xmlns:a16="http://schemas.microsoft.com/office/drawing/2014/main" id="{28CBD8E1-3557-496D-B4F6-8AFE20649C6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id="{DF09B442-5E4F-49C4-909C-48B6988E20E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353D3E9A-8C54-4445-8F00-6766D2031E07}"/>
                </a:ext>
              </a:extLst>
            </p:cNvPr>
            <p:cNvGrpSpPr/>
            <p:nvPr/>
          </p:nvGrpSpPr>
          <p:grpSpPr>
            <a:xfrm>
              <a:off x="3371225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AE5ECB55-786F-4E2A-852B-30DA0BDCF52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E979B7FE-AF6E-4842-9367-A68FEF74DE0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1" name="Rectangle 480">
                <a:extLst>
                  <a:ext uri="{FF2B5EF4-FFF2-40B4-BE49-F238E27FC236}">
                    <a16:creationId xmlns:a16="http://schemas.microsoft.com/office/drawing/2014/main" id="{27D857C9-F329-4938-855C-94A9F3C5CEB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2" name="Rectangle 481">
                <a:extLst>
                  <a:ext uri="{FF2B5EF4-FFF2-40B4-BE49-F238E27FC236}">
                    <a16:creationId xmlns:a16="http://schemas.microsoft.com/office/drawing/2014/main" id="{D5435EC5-BAB7-4187-B62D-C0320E11642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E20E36A2-E153-4AF6-BCE8-000B554D7D9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9D3B229F-0434-4010-B559-0AEB94F72EB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1DCF9FD4-5BE5-41C0-ADBA-896FE109AF2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2607FA4E-BF4C-4D5F-8906-E0B93D3D807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2B5615C7-DD0F-4896-BCF7-DEF2E43568D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2B4C3791-F57B-4ECC-B367-B537E5692B06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89" name="Group 488">
              <a:extLst>
                <a:ext uri="{FF2B5EF4-FFF2-40B4-BE49-F238E27FC236}">
                  <a16:creationId xmlns:a16="http://schemas.microsoft.com/office/drawing/2014/main" id="{F1F8C923-BCB7-47DD-924E-8CF3A75497E9}"/>
                </a:ext>
              </a:extLst>
            </p:cNvPr>
            <p:cNvGrpSpPr/>
            <p:nvPr/>
          </p:nvGrpSpPr>
          <p:grpSpPr>
            <a:xfrm>
              <a:off x="3703273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912903FE-17A0-4A1D-9CAA-898E646C6B2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66FE0922-4BBC-47AE-974A-A6416DB51EFA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2" name="Rectangle 491">
                <a:extLst>
                  <a:ext uri="{FF2B5EF4-FFF2-40B4-BE49-F238E27FC236}">
                    <a16:creationId xmlns:a16="http://schemas.microsoft.com/office/drawing/2014/main" id="{AC197F31-676C-434E-8CDF-3F9E650CD39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EB1B0D6F-2FC5-4919-B45C-302D7624D6F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D84594CF-CB21-4CA8-8FCD-EECE4CB96FA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463873C3-C049-4E88-B231-8DA85088BA1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6" name="Rectangle 495">
                <a:extLst>
                  <a:ext uri="{FF2B5EF4-FFF2-40B4-BE49-F238E27FC236}">
                    <a16:creationId xmlns:a16="http://schemas.microsoft.com/office/drawing/2014/main" id="{DC710557-4501-4296-B288-7B9B259C28C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DE580F41-7CF0-449E-BBAC-923E0F788A76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C9FC6FF2-7576-494E-A91C-04E2450AC5B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657E78C0-65E6-4AF5-9D5F-FA319443564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7553332F-7148-4491-831F-9C7595C91401}"/>
                </a:ext>
              </a:extLst>
            </p:cNvPr>
            <p:cNvGrpSpPr/>
            <p:nvPr/>
          </p:nvGrpSpPr>
          <p:grpSpPr>
            <a:xfrm>
              <a:off x="4035321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FA9CA4DE-9328-4A21-A6B2-CAC72C533C7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09EA007E-ABE4-47A6-9531-919BE85A260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E761DF5D-3527-44ED-8DE4-475ABFA70417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4" name="Rectangle 503">
                <a:extLst>
                  <a:ext uri="{FF2B5EF4-FFF2-40B4-BE49-F238E27FC236}">
                    <a16:creationId xmlns:a16="http://schemas.microsoft.com/office/drawing/2014/main" id="{4437EE7E-29BF-41AA-AB02-741F4B501071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5" name="Rectangle 504">
                <a:extLst>
                  <a:ext uri="{FF2B5EF4-FFF2-40B4-BE49-F238E27FC236}">
                    <a16:creationId xmlns:a16="http://schemas.microsoft.com/office/drawing/2014/main" id="{EB795028-2223-4BFA-8ABF-1C17E0F63A13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6" name="Rectangle 505">
                <a:extLst>
                  <a:ext uri="{FF2B5EF4-FFF2-40B4-BE49-F238E27FC236}">
                    <a16:creationId xmlns:a16="http://schemas.microsoft.com/office/drawing/2014/main" id="{2BA2BB7E-BC02-4861-A8DD-CF57E50745D1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A93C8EE1-B26E-4C84-A6FE-374F5530D5A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8" name="Rectangle 507">
                <a:extLst>
                  <a:ext uri="{FF2B5EF4-FFF2-40B4-BE49-F238E27FC236}">
                    <a16:creationId xmlns:a16="http://schemas.microsoft.com/office/drawing/2014/main" id="{E275A2C6-A483-41D8-BF27-D490EDBA4D8E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9" name="Rectangle 508">
                <a:extLst>
                  <a:ext uri="{FF2B5EF4-FFF2-40B4-BE49-F238E27FC236}">
                    <a16:creationId xmlns:a16="http://schemas.microsoft.com/office/drawing/2014/main" id="{79399AEC-9328-48E4-B87A-0B993624DD6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0" name="Rectangle 509">
                <a:extLst>
                  <a:ext uri="{FF2B5EF4-FFF2-40B4-BE49-F238E27FC236}">
                    <a16:creationId xmlns:a16="http://schemas.microsoft.com/office/drawing/2014/main" id="{EBA0924E-17A3-439D-86EE-7CC970C9DE7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11" name="Group 510">
              <a:extLst>
                <a:ext uri="{FF2B5EF4-FFF2-40B4-BE49-F238E27FC236}">
                  <a16:creationId xmlns:a16="http://schemas.microsoft.com/office/drawing/2014/main" id="{99E5E1D1-1B7C-4EB8-BA3A-61F55E2B0706}"/>
                </a:ext>
              </a:extLst>
            </p:cNvPr>
            <p:cNvGrpSpPr/>
            <p:nvPr/>
          </p:nvGrpSpPr>
          <p:grpSpPr>
            <a:xfrm>
              <a:off x="4367369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12" name="Rectangle 511">
                <a:extLst>
                  <a:ext uri="{FF2B5EF4-FFF2-40B4-BE49-F238E27FC236}">
                    <a16:creationId xmlns:a16="http://schemas.microsoft.com/office/drawing/2014/main" id="{5011E68B-1D28-446E-A56B-6815A5F58F1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378FED9E-6FDB-400B-BE9F-A29FAF10394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" name="Rectangle 513">
                <a:extLst>
                  <a:ext uri="{FF2B5EF4-FFF2-40B4-BE49-F238E27FC236}">
                    <a16:creationId xmlns:a16="http://schemas.microsoft.com/office/drawing/2014/main" id="{57840EDB-F1DA-4B80-BD8C-1F6C71B4E87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5" name="Rectangle 514">
                <a:extLst>
                  <a:ext uri="{FF2B5EF4-FFF2-40B4-BE49-F238E27FC236}">
                    <a16:creationId xmlns:a16="http://schemas.microsoft.com/office/drawing/2014/main" id="{31DD881F-F39B-4509-A01E-D97CF825224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6" name="Rectangle 515">
                <a:extLst>
                  <a:ext uri="{FF2B5EF4-FFF2-40B4-BE49-F238E27FC236}">
                    <a16:creationId xmlns:a16="http://schemas.microsoft.com/office/drawing/2014/main" id="{2616BEF7-21B7-40BB-93BD-4040024C8DB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7" name="Rectangle 516">
                <a:extLst>
                  <a:ext uri="{FF2B5EF4-FFF2-40B4-BE49-F238E27FC236}">
                    <a16:creationId xmlns:a16="http://schemas.microsoft.com/office/drawing/2014/main" id="{187654B9-5CF4-4421-BAEC-4DD877323C1C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8" name="Rectangle 517">
                <a:extLst>
                  <a:ext uri="{FF2B5EF4-FFF2-40B4-BE49-F238E27FC236}">
                    <a16:creationId xmlns:a16="http://schemas.microsoft.com/office/drawing/2014/main" id="{0C1F223D-073E-405C-A35B-6B0AACF1FAA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9" name="Rectangle 518">
                <a:extLst>
                  <a:ext uri="{FF2B5EF4-FFF2-40B4-BE49-F238E27FC236}">
                    <a16:creationId xmlns:a16="http://schemas.microsoft.com/office/drawing/2014/main" id="{FC1478E1-DB6C-4454-9986-E9270477AB5E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0" name="Rectangle 519">
                <a:extLst>
                  <a:ext uri="{FF2B5EF4-FFF2-40B4-BE49-F238E27FC236}">
                    <a16:creationId xmlns:a16="http://schemas.microsoft.com/office/drawing/2014/main" id="{9A0209B5-44B6-400B-A111-535725BFF0B9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78600210-98DD-4A07-98B2-DF47883D808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2" name="Group 521">
              <a:extLst>
                <a:ext uri="{FF2B5EF4-FFF2-40B4-BE49-F238E27FC236}">
                  <a16:creationId xmlns:a16="http://schemas.microsoft.com/office/drawing/2014/main" id="{9AAAD9CB-8A8E-41C0-8A35-8791948AC499}"/>
                </a:ext>
              </a:extLst>
            </p:cNvPr>
            <p:cNvGrpSpPr/>
            <p:nvPr/>
          </p:nvGrpSpPr>
          <p:grpSpPr>
            <a:xfrm>
              <a:off x="4699417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23" name="Rectangle 522">
                <a:extLst>
                  <a:ext uri="{FF2B5EF4-FFF2-40B4-BE49-F238E27FC236}">
                    <a16:creationId xmlns:a16="http://schemas.microsoft.com/office/drawing/2014/main" id="{F31F51F6-4032-4EAB-8730-B3DBE9727FE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4" name="Rectangle 523">
                <a:extLst>
                  <a:ext uri="{FF2B5EF4-FFF2-40B4-BE49-F238E27FC236}">
                    <a16:creationId xmlns:a16="http://schemas.microsoft.com/office/drawing/2014/main" id="{7C1162FA-652F-4954-B15C-D41FABCF80A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5" name="Rectangle 524">
                <a:extLst>
                  <a:ext uri="{FF2B5EF4-FFF2-40B4-BE49-F238E27FC236}">
                    <a16:creationId xmlns:a16="http://schemas.microsoft.com/office/drawing/2014/main" id="{B3074AFC-60EE-4733-82B0-B1B71226AB1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6" name="Rectangle 525">
                <a:extLst>
                  <a:ext uri="{FF2B5EF4-FFF2-40B4-BE49-F238E27FC236}">
                    <a16:creationId xmlns:a16="http://schemas.microsoft.com/office/drawing/2014/main" id="{5DD28954-6634-4910-82A4-0956C9A4515B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7" name="Rectangle 526">
                <a:extLst>
                  <a:ext uri="{FF2B5EF4-FFF2-40B4-BE49-F238E27FC236}">
                    <a16:creationId xmlns:a16="http://schemas.microsoft.com/office/drawing/2014/main" id="{D2CEEFD3-F58E-47C5-8FD6-87D52B0643B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8" name="Rectangle 527">
                <a:extLst>
                  <a:ext uri="{FF2B5EF4-FFF2-40B4-BE49-F238E27FC236}">
                    <a16:creationId xmlns:a16="http://schemas.microsoft.com/office/drawing/2014/main" id="{1F7D3330-0799-4167-A3F1-BBC097EB6A37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BACAABA2-5265-46BE-AF1B-E2D86737202B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B8880AA0-85EE-4746-B820-BA5CC494C68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1" name="Rectangle 530">
                <a:extLst>
                  <a:ext uri="{FF2B5EF4-FFF2-40B4-BE49-F238E27FC236}">
                    <a16:creationId xmlns:a16="http://schemas.microsoft.com/office/drawing/2014/main" id="{EEFBBA6E-EFEE-41A7-82CC-F59E4B8AC9E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2" name="Rectangle 531">
                <a:extLst>
                  <a:ext uri="{FF2B5EF4-FFF2-40B4-BE49-F238E27FC236}">
                    <a16:creationId xmlns:a16="http://schemas.microsoft.com/office/drawing/2014/main" id="{C4B09BF0-CEE5-4466-AF2F-76B1DE93C31B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33" name="Group 532">
              <a:extLst>
                <a:ext uri="{FF2B5EF4-FFF2-40B4-BE49-F238E27FC236}">
                  <a16:creationId xmlns:a16="http://schemas.microsoft.com/office/drawing/2014/main" id="{7EA5697E-DD97-4488-804E-08D261BF6471}"/>
                </a:ext>
              </a:extLst>
            </p:cNvPr>
            <p:cNvGrpSpPr/>
            <p:nvPr/>
          </p:nvGrpSpPr>
          <p:grpSpPr>
            <a:xfrm>
              <a:off x="5031466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34" name="Rectangle 533">
                <a:extLst>
                  <a:ext uri="{FF2B5EF4-FFF2-40B4-BE49-F238E27FC236}">
                    <a16:creationId xmlns:a16="http://schemas.microsoft.com/office/drawing/2014/main" id="{9272FCAB-FCA7-4995-8A4C-898D249CF58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5" name="Rectangle 534">
                <a:extLst>
                  <a:ext uri="{FF2B5EF4-FFF2-40B4-BE49-F238E27FC236}">
                    <a16:creationId xmlns:a16="http://schemas.microsoft.com/office/drawing/2014/main" id="{285FBA42-42D0-4245-8B6B-A5CBFB667CDD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6" name="Rectangle 535">
                <a:extLst>
                  <a:ext uri="{FF2B5EF4-FFF2-40B4-BE49-F238E27FC236}">
                    <a16:creationId xmlns:a16="http://schemas.microsoft.com/office/drawing/2014/main" id="{A59F8329-67CA-4C1B-9F05-95E53EC3438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7" name="Rectangle 536">
                <a:extLst>
                  <a:ext uri="{FF2B5EF4-FFF2-40B4-BE49-F238E27FC236}">
                    <a16:creationId xmlns:a16="http://schemas.microsoft.com/office/drawing/2014/main" id="{DD133EDD-1D15-49DD-8ABC-DC1082F36774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8" name="Rectangle 537">
                <a:extLst>
                  <a:ext uri="{FF2B5EF4-FFF2-40B4-BE49-F238E27FC236}">
                    <a16:creationId xmlns:a16="http://schemas.microsoft.com/office/drawing/2014/main" id="{5D65A76C-8824-49A1-84F0-32ADF29D797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9" name="Rectangle 538">
                <a:extLst>
                  <a:ext uri="{FF2B5EF4-FFF2-40B4-BE49-F238E27FC236}">
                    <a16:creationId xmlns:a16="http://schemas.microsoft.com/office/drawing/2014/main" id="{BCBC19B9-CC11-4F12-A87D-44E84AFC5D06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0" name="Rectangle 539">
                <a:extLst>
                  <a:ext uri="{FF2B5EF4-FFF2-40B4-BE49-F238E27FC236}">
                    <a16:creationId xmlns:a16="http://schemas.microsoft.com/office/drawing/2014/main" id="{511F3EFB-6B5B-4DF0-BFF9-3AA6CA536F4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1" name="Rectangle 540">
                <a:extLst>
                  <a:ext uri="{FF2B5EF4-FFF2-40B4-BE49-F238E27FC236}">
                    <a16:creationId xmlns:a16="http://schemas.microsoft.com/office/drawing/2014/main" id="{AEAB29D5-297A-4A89-B10F-4519F390FD1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2" name="Rectangle 541">
                <a:extLst>
                  <a:ext uri="{FF2B5EF4-FFF2-40B4-BE49-F238E27FC236}">
                    <a16:creationId xmlns:a16="http://schemas.microsoft.com/office/drawing/2014/main" id="{DDF94290-9BC3-443A-B8D9-9F685D02C2B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0CB2551F-019C-4C6F-9819-C6C45A827FC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19690472-A3D9-429F-84BB-A480427DDDC7}"/>
                </a:ext>
              </a:extLst>
            </p:cNvPr>
            <p:cNvGrpSpPr/>
            <p:nvPr/>
          </p:nvGrpSpPr>
          <p:grpSpPr>
            <a:xfrm>
              <a:off x="5363514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45" name="Rectangle 544">
                <a:extLst>
                  <a:ext uri="{FF2B5EF4-FFF2-40B4-BE49-F238E27FC236}">
                    <a16:creationId xmlns:a16="http://schemas.microsoft.com/office/drawing/2014/main" id="{FB41696C-8CEA-4A7D-87E5-022D1DAF5A1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7C34FD18-E17E-42A3-9714-0EF14F94F88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7" name="Rectangle 546">
                <a:extLst>
                  <a:ext uri="{FF2B5EF4-FFF2-40B4-BE49-F238E27FC236}">
                    <a16:creationId xmlns:a16="http://schemas.microsoft.com/office/drawing/2014/main" id="{6A1404FE-CAE3-4592-ADD3-9A05DD53EB5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8" name="Rectangle 547">
                <a:extLst>
                  <a:ext uri="{FF2B5EF4-FFF2-40B4-BE49-F238E27FC236}">
                    <a16:creationId xmlns:a16="http://schemas.microsoft.com/office/drawing/2014/main" id="{5FBF9734-642B-4677-997A-B5A1D2259B4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9" name="Rectangle 548">
                <a:extLst>
                  <a:ext uri="{FF2B5EF4-FFF2-40B4-BE49-F238E27FC236}">
                    <a16:creationId xmlns:a16="http://schemas.microsoft.com/office/drawing/2014/main" id="{08F3CC79-8DE3-452F-A4BC-68E50E60770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0" name="Rectangle 549">
                <a:extLst>
                  <a:ext uri="{FF2B5EF4-FFF2-40B4-BE49-F238E27FC236}">
                    <a16:creationId xmlns:a16="http://schemas.microsoft.com/office/drawing/2014/main" id="{FE164F4B-14BF-4001-AF76-5A0202028306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1" name="Rectangle 550">
                <a:extLst>
                  <a:ext uri="{FF2B5EF4-FFF2-40B4-BE49-F238E27FC236}">
                    <a16:creationId xmlns:a16="http://schemas.microsoft.com/office/drawing/2014/main" id="{7C4BB7B8-6CE7-49B3-AF96-A73CD0CB097C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2" name="Rectangle 551">
                <a:extLst>
                  <a:ext uri="{FF2B5EF4-FFF2-40B4-BE49-F238E27FC236}">
                    <a16:creationId xmlns:a16="http://schemas.microsoft.com/office/drawing/2014/main" id="{FF449237-33F4-44EC-8640-1E89DD7534B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" name="Rectangle 552">
                <a:extLst>
                  <a:ext uri="{FF2B5EF4-FFF2-40B4-BE49-F238E27FC236}">
                    <a16:creationId xmlns:a16="http://schemas.microsoft.com/office/drawing/2014/main" id="{87D43BBF-5948-48B7-B365-77BC3C64A63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4" name="Rectangle 553">
                <a:extLst>
                  <a:ext uri="{FF2B5EF4-FFF2-40B4-BE49-F238E27FC236}">
                    <a16:creationId xmlns:a16="http://schemas.microsoft.com/office/drawing/2014/main" id="{917D2E94-97EF-4BFF-A0F1-45C84386ECB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5" name="Group 554">
              <a:extLst>
                <a:ext uri="{FF2B5EF4-FFF2-40B4-BE49-F238E27FC236}">
                  <a16:creationId xmlns:a16="http://schemas.microsoft.com/office/drawing/2014/main" id="{0758B6DB-02A4-48D4-B36D-46DD7DD93FB0}"/>
                </a:ext>
              </a:extLst>
            </p:cNvPr>
            <p:cNvGrpSpPr/>
            <p:nvPr/>
          </p:nvGrpSpPr>
          <p:grpSpPr>
            <a:xfrm>
              <a:off x="5695562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56" name="Rectangle 555">
                <a:extLst>
                  <a:ext uri="{FF2B5EF4-FFF2-40B4-BE49-F238E27FC236}">
                    <a16:creationId xmlns:a16="http://schemas.microsoft.com/office/drawing/2014/main" id="{C98292E4-CB7F-4EC7-AE44-A8E63F08966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7" name="Rectangle 556">
                <a:extLst>
                  <a:ext uri="{FF2B5EF4-FFF2-40B4-BE49-F238E27FC236}">
                    <a16:creationId xmlns:a16="http://schemas.microsoft.com/office/drawing/2014/main" id="{B80C4EE6-270F-4755-9467-F4EFB8B2905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8" name="Rectangle 557">
                <a:extLst>
                  <a:ext uri="{FF2B5EF4-FFF2-40B4-BE49-F238E27FC236}">
                    <a16:creationId xmlns:a16="http://schemas.microsoft.com/office/drawing/2014/main" id="{8C76DE16-C51E-4BB3-9752-6F6D40D04B19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9" name="Rectangle 558">
                <a:extLst>
                  <a:ext uri="{FF2B5EF4-FFF2-40B4-BE49-F238E27FC236}">
                    <a16:creationId xmlns:a16="http://schemas.microsoft.com/office/drawing/2014/main" id="{D1836DF6-0DCA-404B-9190-7C6D069E8D4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0" name="Rectangle 559">
                <a:extLst>
                  <a:ext uri="{FF2B5EF4-FFF2-40B4-BE49-F238E27FC236}">
                    <a16:creationId xmlns:a16="http://schemas.microsoft.com/office/drawing/2014/main" id="{1585AA0F-D10A-4494-A5EC-B7FFE797C1A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1" name="Rectangle 560">
                <a:extLst>
                  <a:ext uri="{FF2B5EF4-FFF2-40B4-BE49-F238E27FC236}">
                    <a16:creationId xmlns:a16="http://schemas.microsoft.com/office/drawing/2014/main" id="{0888CB51-429D-46BC-A4F6-151AD5691A7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2" name="Rectangle 561">
                <a:extLst>
                  <a:ext uri="{FF2B5EF4-FFF2-40B4-BE49-F238E27FC236}">
                    <a16:creationId xmlns:a16="http://schemas.microsoft.com/office/drawing/2014/main" id="{DFAC03E7-EC61-417B-9DC8-1FF366D93CF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3" name="Rectangle 562">
                <a:extLst>
                  <a:ext uri="{FF2B5EF4-FFF2-40B4-BE49-F238E27FC236}">
                    <a16:creationId xmlns:a16="http://schemas.microsoft.com/office/drawing/2014/main" id="{0B83F9BF-6762-4557-BE00-5470105398C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4" name="Rectangle 563">
                <a:extLst>
                  <a:ext uri="{FF2B5EF4-FFF2-40B4-BE49-F238E27FC236}">
                    <a16:creationId xmlns:a16="http://schemas.microsoft.com/office/drawing/2014/main" id="{ACE37C7F-2666-40AB-827E-C100A795E26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5" name="Rectangle 564">
                <a:extLst>
                  <a:ext uri="{FF2B5EF4-FFF2-40B4-BE49-F238E27FC236}">
                    <a16:creationId xmlns:a16="http://schemas.microsoft.com/office/drawing/2014/main" id="{CBC0875F-6C3F-45F6-99FC-DB23A844C70A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66" name="Group 565">
              <a:extLst>
                <a:ext uri="{FF2B5EF4-FFF2-40B4-BE49-F238E27FC236}">
                  <a16:creationId xmlns:a16="http://schemas.microsoft.com/office/drawing/2014/main" id="{A82B25AD-D272-4955-9B3A-98FCD8FA31F8}"/>
                </a:ext>
              </a:extLst>
            </p:cNvPr>
            <p:cNvGrpSpPr/>
            <p:nvPr/>
          </p:nvGrpSpPr>
          <p:grpSpPr>
            <a:xfrm>
              <a:off x="6027610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67" name="Rectangle 566">
                <a:extLst>
                  <a:ext uri="{FF2B5EF4-FFF2-40B4-BE49-F238E27FC236}">
                    <a16:creationId xmlns:a16="http://schemas.microsoft.com/office/drawing/2014/main" id="{DF281105-34FF-44AC-BC07-BD3CEA5DB35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8" name="Rectangle 567">
                <a:extLst>
                  <a:ext uri="{FF2B5EF4-FFF2-40B4-BE49-F238E27FC236}">
                    <a16:creationId xmlns:a16="http://schemas.microsoft.com/office/drawing/2014/main" id="{25FFCB0C-C78F-46D9-8051-8F552258A99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9" name="Rectangle 568">
                <a:extLst>
                  <a:ext uri="{FF2B5EF4-FFF2-40B4-BE49-F238E27FC236}">
                    <a16:creationId xmlns:a16="http://schemas.microsoft.com/office/drawing/2014/main" id="{08A47362-179F-45BD-AAB4-9433CE84856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0" name="Rectangle 569">
                <a:extLst>
                  <a:ext uri="{FF2B5EF4-FFF2-40B4-BE49-F238E27FC236}">
                    <a16:creationId xmlns:a16="http://schemas.microsoft.com/office/drawing/2014/main" id="{CCF2FC10-E239-431F-A3EF-CD2011A4D4F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1" name="Rectangle 570">
                <a:extLst>
                  <a:ext uri="{FF2B5EF4-FFF2-40B4-BE49-F238E27FC236}">
                    <a16:creationId xmlns:a16="http://schemas.microsoft.com/office/drawing/2014/main" id="{BD9DE78C-807A-45C3-B59F-8B0AA5DC0D5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2" name="Rectangle 571">
                <a:extLst>
                  <a:ext uri="{FF2B5EF4-FFF2-40B4-BE49-F238E27FC236}">
                    <a16:creationId xmlns:a16="http://schemas.microsoft.com/office/drawing/2014/main" id="{3F28ADDE-DDD6-4969-AE09-23F653C0303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3" name="Rectangle 572">
                <a:extLst>
                  <a:ext uri="{FF2B5EF4-FFF2-40B4-BE49-F238E27FC236}">
                    <a16:creationId xmlns:a16="http://schemas.microsoft.com/office/drawing/2014/main" id="{B7ADD6C8-D956-4AD1-8949-4765C55A7AF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4" name="Rectangle 573">
                <a:extLst>
                  <a:ext uri="{FF2B5EF4-FFF2-40B4-BE49-F238E27FC236}">
                    <a16:creationId xmlns:a16="http://schemas.microsoft.com/office/drawing/2014/main" id="{D8915EBC-5994-4292-923D-F838DA7DD448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CF9B636E-166F-48B9-95C3-B48F25DB342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6" name="Rectangle 575">
                <a:extLst>
                  <a:ext uri="{FF2B5EF4-FFF2-40B4-BE49-F238E27FC236}">
                    <a16:creationId xmlns:a16="http://schemas.microsoft.com/office/drawing/2014/main" id="{C607290E-0909-404B-A748-40027C5C864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AC2B4505-A9DF-4179-8D77-35505B59C067}"/>
                </a:ext>
              </a:extLst>
            </p:cNvPr>
            <p:cNvGrpSpPr/>
            <p:nvPr/>
          </p:nvGrpSpPr>
          <p:grpSpPr>
            <a:xfrm>
              <a:off x="6359658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78" name="Rectangle 577">
                <a:extLst>
                  <a:ext uri="{FF2B5EF4-FFF2-40B4-BE49-F238E27FC236}">
                    <a16:creationId xmlns:a16="http://schemas.microsoft.com/office/drawing/2014/main" id="{39B1187A-3CDA-45AF-AB5C-01070853783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9" name="Rectangle 578">
                <a:extLst>
                  <a:ext uri="{FF2B5EF4-FFF2-40B4-BE49-F238E27FC236}">
                    <a16:creationId xmlns:a16="http://schemas.microsoft.com/office/drawing/2014/main" id="{EC6E998A-6A75-4B49-BB3E-67258F4ACF7B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0" name="Rectangle 579">
                <a:extLst>
                  <a:ext uri="{FF2B5EF4-FFF2-40B4-BE49-F238E27FC236}">
                    <a16:creationId xmlns:a16="http://schemas.microsoft.com/office/drawing/2014/main" id="{C8F9DCEC-9695-4167-905B-8277C324EF7A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1" name="Rectangle 580">
                <a:extLst>
                  <a:ext uri="{FF2B5EF4-FFF2-40B4-BE49-F238E27FC236}">
                    <a16:creationId xmlns:a16="http://schemas.microsoft.com/office/drawing/2014/main" id="{75CFE4D3-3AD3-47FA-8C8D-AA075B3A0500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2" name="Rectangle 581">
                <a:extLst>
                  <a:ext uri="{FF2B5EF4-FFF2-40B4-BE49-F238E27FC236}">
                    <a16:creationId xmlns:a16="http://schemas.microsoft.com/office/drawing/2014/main" id="{7271410B-58A9-4AB5-8EE1-462FA2DD5A1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3" name="Rectangle 582">
                <a:extLst>
                  <a:ext uri="{FF2B5EF4-FFF2-40B4-BE49-F238E27FC236}">
                    <a16:creationId xmlns:a16="http://schemas.microsoft.com/office/drawing/2014/main" id="{5A2FB8C3-4297-4100-B34E-73BB023829B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4" name="Rectangle 583">
                <a:extLst>
                  <a:ext uri="{FF2B5EF4-FFF2-40B4-BE49-F238E27FC236}">
                    <a16:creationId xmlns:a16="http://schemas.microsoft.com/office/drawing/2014/main" id="{EC9846F0-B0B1-47B3-A1CF-25B5F35B7FCA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5" name="Rectangle 584">
                <a:extLst>
                  <a:ext uri="{FF2B5EF4-FFF2-40B4-BE49-F238E27FC236}">
                    <a16:creationId xmlns:a16="http://schemas.microsoft.com/office/drawing/2014/main" id="{9A48F50E-5263-4A3A-87CC-3B6196A3A5AC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6" name="Rectangle 585">
                <a:extLst>
                  <a:ext uri="{FF2B5EF4-FFF2-40B4-BE49-F238E27FC236}">
                    <a16:creationId xmlns:a16="http://schemas.microsoft.com/office/drawing/2014/main" id="{3B682364-96AA-4F5F-BC15-FF8B55C7B4C5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7" name="Rectangle 586">
                <a:extLst>
                  <a:ext uri="{FF2B5EF4-FFF2-40B4-BE49-F238E27FC236}">
                    <a16:creationId xmlns:a16="http://schemas.microsoft.com/office/drawing/2014/main" id="{9A7A6598-82A3-416C-83C9-5D3876B2906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664C3BE9-6FC3-46B0-BF94-6292A9A7B1D2}"/>
                </a:ext>
              </a:extLst>
            </p:cNvPr>
            <p:cNvGrpSpPr/>
            <p:nvPr/>
          </p:nvGrpSpPr>
          <p:grpSpPr>
            <a:xfrm>
              <a:off x="8355520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589" name="Rectangle 588">
                <a:extLst>
                  <a:ext uri="{FF2B5EF4-FFF2-40B4-BE49-F238E27FC236}">
                    <a16:creationId xmlns:a16="http://schemas.microsoft.com/office/drawing/2014/main" id="{35FA5EA9-4DC7-4FC4-9462-3DFBD0085E9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0" name="Rectangle 589">
                <a:extLst>
                  <a:ext uri="{FF2B5EF4-FFF2-40B4-BE49-F238E27FC236}">
                    <a16:creationId xmlns:a16="http://schemas.microsoft.com/office/drawing/2014/main" id="{7DB20337-C2DE-4B35-9CD8-F892ADFE89A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1" name="Rectangle 590">
                <a:extLst>
                  <a:ext uri="{FF2B5EF4-FFF2-40B4-BE49-F238E27FC236}">
                    <a16:creationId xmlns:a16="http://schemas.microsoft.com/office/drawing/2014/main" id="{9C264156-2FBC-4497-9BD0-71C2A09D823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2" name="Rectangle 591">
                <a:extLst>
                  <a:ext uri="{FF2B5EF4-FFF2-40B4-BE49-F238E27FC236}">
                    <a16:creationId xmlns:a16="http://schemas.microsoft.com/office/drawing/2014/main" id="{580D2257-FFE3-4011-B36C-1348D4A1A1CD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3" name="Rectangle 592">
                <a:extLst>
                  <a:ext uri="{FF2B5EF4-FFF2-40B4-BE49-F238E27FC236}">
                    <a16:creationId xmlns:a16="http://schemas.microsoft.com/office/drawing/2014/main" id="{42C7BC77-48B9-4D31-9E87-7EFA6F2F1A9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4" name="Rectangle 593">
                <a:extLst>
                  <a:ext uri="{FF2B5EF4-FFF2-40B4-BE49-F238E27FC236}">
                    <a16:creationId xmlns:a16="http://schemas.microsoft.com/office/drawing/2014/main" id="{A65D05AF-90CF-4A9D-B272-D2CFD112D45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5" name="Rectangle 594">
                <a:extLst>
                  <a:ext uri="{FF2B5EF4-FFF2-40B4-BE49-F238E27FC236}">
                    <a16:creationId xmlns:a16="http://schemas.microsoft.com/office/drawing/2014/main" id="{458BEDF9-078B-4FFB-B174-8735DCBD89D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6" name="Rectangle 595">
                <a:extLst>
                  <a:ext uri="{FF2B5EF4-FFF2-40B4-BE49-F238E27FC236}">
                    <a16:creationId xmlns:a16="http://schemas.microsoft.com/office/drawing/2014/main" id="{1BEBCF42-E262-4722-AAC4-8455A0D1B62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7" name="Rectangle 596">
                <a:extLst>
                  <a:ext uri="{FF2B5EF4-FFF2-40B4-BE49-F238E27FC236}">
                    <a16:creationId xmlns:a16="http://schemas.microsoft.com/office/drawing/2014/main" id="{10B648E6-7C16-4ED6-89E3-1188586FF26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8" name="Rectangle 597">
                <a:extLst>
                  <a:ext uri="{FF2B5EF4-FFF2-40B4-BE49-F238E27FC236}">
                    <a16:creationId xmlns:a16="http://schemas.microsoft.com/office/drawing/2014/main" id="{484933C2-8905-4F47-82DD-945749C995BA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99" name="Group 598">
              <a:extLst>
                <a:ext uri="{FF2B5EF4-FFF2-40B4-BE49-F238E27FC236}">
                  <a16:creationId xmlns:a16="http://schemas.microsoft.com/office/drawing/2014/main" id="{11BB7431-2EEB-4962-A044-E7F62D8A5E54}"/>
                </a:ext>
              </a:extLst>
            </p:cNvPr>
            <p:cNvGrpSpPr/>
            <p:nvPr/>
          </p:nvGrpSpPr>
          <p:grpSpPr>
            <a:xfrm>
              <a:off x="8687568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600" name="Rectangle 599">
                <a:extLst>
                  <a:ext uri="{FF2B5EF4-FFF2-40B4-BE49-F238E27FC236}">
                    <a16:creationId xmlns:a16="http://schemas.microsoft.com/office/drawing/2014/main" id="{3FC52038-7D7C-4D56-9149-AC859C386E1E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1" name="Rectangle 600">
                <a:extLst>
                  <a:ext uri="{FF2B5EF4-FFF2-40B4-BE49-F238E27FC236}">
                    <a16:creationId xmlns:a16="http://schemas.microsoft.com/office/drawing/2014/main" id="{80FB1112-33B7-4566-880A-2E51C1306FC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2" name="Rectangle 601">
                <a:extLst>
                  <a:ext uri="{FF2B5EF4-FFF2-40B4-BE49-F238E27FC236}">
                    <a16:creationId xmlns:a16="http://schemas.microsoft.com/office/drawing/2014/main" id="{EC1E9A0D-8FAB-491B-A1EB-F34D478E4C7A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3" name="Rectangle 602">
                <a:extLst>
                  <a:ext uri="{FF2B5EF4-FFF2-40B4-BE49-F238E27FC236}">
                    <a16:creationId xmlns:a16="http://schemas.microsoft.com/office/drawing/2014/main" id="{E6FABBD8-BB00-4F39-80DB-93F7DF3290C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4" name="Rectangle 603">
                <a:extLst>
                  <a:ext uri="{FF2B5EF4-FFF2-40B4-BE49-F238E27FC236}">
                    <a16:creationId xmlns:a16="http://schemas.microsoft.com/office/drawing/2014/main" id="{244E3956-7178-4338-BFAB-BA3E020995B3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5" name="Rectangle 604">
                <a:extLst>
                  <a:ext uri="{FF2B5EF4-FFF2-40B4-BE49-F238E27FC236}">
                    <a16:creationId xmlns:a16="http://schemas.microsoft.com/office/drawing/2014/main" id="{E0BEC9C2-9399-49F9-AA30-4740708F94E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6" name="Rectangle 605">
                <a:extLst>
                  <a:ext uri="{FF2B5EF4-FFF2-40B4-BE49-F238E27FC236}">
                    <a16:creationId xmlns:a16="http://schemas.microsoft.com/office/drawing/2014/main" id="{22D2D6B8-D4F9-4B2A-8189-82D89C622BB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7" name="Rectangle 606">
                <a:extLst>
                  <a:ext uri="{FF2B5EF4-FFF2-40B4-BE49-F238E27FC236}">
                    <a16:creationId xmlns:a16="http://schemas.microsoft.com/office/drawing/2014/main" id="{C64910A5-8221-4489-A0D5-AB7144C71E3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8" name="Rectangle 607">
                <a:extLst>
                  <a:ext uri="{FF2B5EF4-FFF2-40B4-BE49-F238E27FC236}">
                    <a16:creationId xmlns:a16="http://schemas.microsoft.com/office/drawing/2014/main" id="{09A59EFA-0A25-438C-838F-6B05C0EB4416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9" name="Rectangle 608">
                <a:extLst>
                  <a:ext uri="{FF2B5EF4-FFF2-40B4-BE49-F238E27FC236}">
                    <a16:creationId xmlns:a16="http://schemas.microsoft.com/office/drawing/2014/main" id="{6193B012-3AC6-460E-8230-2FC4DBC9C0D6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10" name="Group 609">
              <a:extLst>
                <a:ext uri="{FF2B5EF4-FFF2-40B4-BE49-F238E27FC236}">
                  <a16:creationId xmlns:a16="http://schemas.microsoft.com/office/drawing/2014/main" id="{08ED54E9-29C9-486C-A67E-4B20BF7DE7DD}"/>
                </a:ext>
              </a:extLst>
            </p:cNvPr>
            <p:cNvGrpSpPr/>
            <p:nvPr/>
          </p:nvGrpSpPr>
          <p:grpSpPr>
            <a:xfrm>
              <a:off x="9019615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611" name="Rectangle 610">
                <a:extLst>
                  <a:ext uri="{FF2B5EF4-FFF2-40B4-BE49-F238E27FC236}">
                    <a16:creationId xmlns:a16="http://schemas.microsoft.com/office/drawing/2014/main" id="{4F012B6A-698A-4713-ABC4-DC532ADF494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2" name="Rectangle 611">
                <a:extLst>
                  <a:ext uri="{FF2B5EF4-FFF2-40B4-BE49-F238E27FC236}">
                    <a16:creationId xmlns:a16="http://schemas.microsoft.com/office/drawing/2014/main" id="{4CBE8D05-D408-4858-AF64-36D6D28E5F8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3" name="Rectangle 612">
                <a:extLst>
                  <a:ext uri="{FF2B5EF4-FFF2-40B4-BE49-F238E27FC236}">
                    <a16:creationId xmlns:a16="http://schemas.microsoft.com/office/drawing/2014/main" id="{35FCE11B-E0D7-491D-84E1-C9DAD6DAEB95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4" name="Rectangle 613">
                <a:extLst>
                  <a:ext uri="{FF2B5EF4-FFF2-40B4-BE49-F238E27FC236}">
                    <a16:creationId xmlns:a16="http://schemas.microsoft.com/office/drawing/2014/main" id="{1EFC6941-5596-4E91-9FD6-FC8CCDCCAB2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5" name="Rectangle 614">
                <a:extLst>
                  <a:ext uri="{FF2B5EF4-FFF2-40B4-BE49-F238E27FC236}">
                    <a16:creationId xmlns:a16="http://schemas.microsoft.com/office/drawing/2014/main" id="{A929D4D5-1B9D-4132-9A1F-EBA91DF2C48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6" name="Rectangle 615">
                <a:extLst>
                  <a:ext uri="{FF2B5EF4-FFF2-40B4-BE49-F238E27FC236}">
                    <a16:creationId xmlns:a16="http://schemas.microsoft.com/office/drawing/2014/main" id="{77DB9E14-55AB-48F9-B311-484B38C9E0A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7" name="Rectangle 616">
                <a:extLst>
                  <a:ext uri="{FF2B5EF4-FFF2-40B4-BE49-F238E27FC236}">
                    <a16:creationId xmlns:a16="http://schemas.microsoft.com/office/drawing/2014/main" id="{9176BD09-DADB-4054-935A-9319324FC1E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8" name="Rectangle 617">
                <a:extLst>
                  <a:ext uri="{FF2B5EF4-FFF2-40B4-BE49-F238E27FC236}">
                    <a16:creationId xmlns:a16="http://schemas.microsoft.com/office/drawing/2014/main" id="{60F7376D-7810-45F0-8922-4070B64F117C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9" name="Rectangle 618">
                <a:extLst>
                  <a:ext uri="{FF2B5EF4-FFF2-40B4-BE49-F238E27FC236}">
                    <a16:creationId xmlns:a16="http://schemas.microsoft.com/office/drawing/2014/main" id="{FB8FF0A1-8C42-4161-B789-76501A6717C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0" name="Rectangle 619">
                <a:extLst>
                  <a:ext uri="{FF2B5EF4-FFF2-40B4-BE49-F238E27FC236}">
                    <a16:creationId xmlns:a16="http://schemas.microsoft.com/office/drawing/2014/main" id="{A4EF03AE-B1DF-43A9-8EF6-95D79C7C159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21" name="Group 620">
              <a:extLst>
                <a:ext uri="{FF2B5EF4-FFF2-40B4-BE49-F238E27FC236}">
                  <a16:creationId xmlns:a16="http://schemas.microsoft.com/office/drawing/2014/main" id="{2029E038-3830-4C4E-8378-4C4E665DBD0A}"/>
                </a:ext>
              </a:extLst>
            </p:cNvPr>
            <p:cNvGrpSpPr/>
            <p:nvPr/>
          </p:nvGrpSpPr>
          <p:grpSpPr>
            <a:xfrm>
              <a:off x="9351662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C68806CA-DBB7-4080-99E3-DF1D9995E9D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3" name="Rectangle 622">
                <a:extLst>
                  <a:ext uri="{FF2B5EF4-FFF2-40B4-BE49-F238E27FC236}">
                    <a16:creationId xmlns:a16="http://schemas.microsoft.com/office/drawing/2014/main" id="{E80D6B9E-CED2-4397-8D2F-0A80CBF9015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4" name="Rectangle 623">
                <a:extLst>
                  <a:ext uri="{FF2B5EF4-FFF2-40B4-BE49-F238E27FC236}">
                    <a16:creationId xmlns:a16="http://schemas.microsoft.com/office/drawing/2014/main" id="{7A0690CC-C939-41DC-9DBD-64CFB026931D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6A2669C8-2E89-43BE-8BF0-05F213536FB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6" name="Rectangle 625">
                <a:extLst>
                  <a:ext uri="{FF2B5EF4-FFF2-40B4-BE49-F238E27FC236}">
                    <a16:creationId xmlns:a16="http://schemas.microsoft.com/office/drawing/2014/main" id="{BEC9968A-22B4-4BB0-9BF6-14DE183BB2B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7" name="Rectangle 626">
                <a:extLst>
                  <a:ext uri="{FF2B5EF4-FFF2-40B4-BE49-F238E27FC236}">
                    <a16:creationId xmlns:a16="http://schemas.microsoft.com/office/drawing/2014/main" id="{3F35F4B0-EC1A-40E2-A119-7CA0DB7729A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8" name="Rectangle 627">
                <a:extLst>
                  <a:ext uri="{FF2B5EF4-FFF2-40B4-BE49-F238E27FC236}">
                    <a16:creationId xmlns:a16="http://schemas.microsoft.com/office/drawing/2014/main" id="{F06186EF-CDF2-4676-8257-3EEA194C7CE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9" name="Rectangle 628">
                <a:extLst>
                  <a:ext uri="{FF2B5EF4-FFF2-40B4-BE49-F238E27FC236}">
                    <a16:creationId xmlns:a16="http://schemas.microsoft.com/office/drawing/2014/main" id="{B328891E-0495-45CD-A5D8-676AD0FE6F8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0" name="Rectangle 629">
                <a:extLst>
                  <a:ext uri="{FF2B5EF4-FFF2-40B4-BE49-F238E27FC236}">
                    <a16:creationId xmlns:a16="http://schemas.microsoft.com/office/drawing/2014/main" id="{E17C187C-9C09-460A-8D49-74256EF422A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1" name="Rectangle 630">
                <a:extLst>
                  <a:ext uri="{FF2B5EF4-FFF2-40B4-BE49-F238E27FC236}">
                    <a16:creationId xmlns:a16="http://schemas.microsoft.com/office/drawing/2014/main" id="{C3087A7F-FF98-4026-9932-2E25F16DBDC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32" name="Group 631">
              <a:extLst>
                <a:ext uri="{FF2B5EF4-FFF2-40B4-BE49-F238E27FC236}">
                  <a16:creationId xmlns:a16="http://schemas.microsoft.com/office/drawing/2014/main" id="{0D5B9F99-A547-4105-877B-DFC7F2E0CF30}"/>
                </a:ext>
              </a:extLst>
            </p:cNvPr>
            <p:cNvGrpSpPr/>
            <p:nvPr/>
          </p:nvGrpSpPr>
          <p:grpSpPr>
            <a:xfrm>
              <a:off x="6694451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33" name="Rectangle 632">
                <a:extLst>
                  <a:ext uri="{FF2B5EF4-FFF2-40B4-BE49-F238E27FC236}">
                    <a16:creationId xmlns:a16="http://schemas.microsoft.com/office/drawing/2014/main" id="{321CC4FE-C786-4358-942A-6F5F4E0322DB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4" name="Rectangle 633">
                <a:extLst>
                  <a:ext uri="{FF2B5EF4-FFF2-40B4-BE49-F238E27FC236}">
                    <a16:creationId xmlns:a16="http://schemas.microsoft.com/office/drawing/2014/main" id="{AC03C38A-EF81-4B98-B580-7FF61220E20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5" name="Rectangle 634">
                <a:extLst>
                  <a:ext uri="{FF2B5EF4-FFF2-40B4-BE49-F238E27FC236}">
                    <a16:creationId xmlns:a16="http://schemas.microsoft.com/office/drawing/2014/main" id="{B3CA1912-6CE2-421C-AD82-127A243DB10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6" name="Rectangle 635">
                <a:extLst>
                  <a:ext uri="{FF2B5EF4-FFF2-40B4-BE49-F238E27FC236}">
                    <a16:creationId xmlns:a16="http://schemas.microsoft.com/office/drawing/2014/main" id="{3CE05549-DBF9-46BB-A4D6-F44C0B88CD48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7" name="Rectangle 636">
                <a:extLst>
                  <a:ext uri="{FF2B5EF4-FFF2-40B4-BE49-F238E27FC236}">
                    <a16:creationId xmlns:a16="http://schemas.microsoft.com/office/drawing/2014/main" id="{32ED35B7-C1B1-47A9-94E3-950A7D5501A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8" name="Rectangle 637">
                <a:extLst>
                  <a:ext uri="{FF2B5EF4-FFF2-40B4-BE49-F238E27FC236}">
                    <a16:creationId xmlns:a16="http://schemas.microsoft.com/office/drawing/2014/main" id="{24473EE7-2170-4CF3-91E9-D89E194F63C0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9" name="Rectangle 638">
                <a:extLst>
                  <a:ext uri="{FF2B5EF4-FFF2-40B4-BE49-F238E27FC236}">
                    <a16:creationId xmlns:a16="http://schemas.microsoft.com/office/drawing/2014/main" id="{36200FE3-1BBF-49F0-9C8F-00D178704D4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0" name="Rectangle 639">
                <a:extLst>
                  <a:ext uri="{FF2B5EF4-FFF2-40B4-BE49-F238E27FC236}">
                    <a16:creationId xmlns:a16="http://schemas.microsoft.com/office/drawing/2014/main" id="{493F6A5B-98F5-4686-AF6C-06C7656FEDD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1" name="Rectangle 640">
                <a:extLst>
                  <a:ext uri="{FF2B5EF4-FFF2-40B4-BE49-F238E27FC236}">
                    <a16:creationId xmlns:a16="http://schemas.microsoft.com/office/drawing/2014/main" id="{31EE38FC-6865-4514-BABB-06078CFD234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813BB665-BC9F-4311-978F-772C9C95500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43" name="Group 642">
              <a:extLst>
                <a:ext uri="{FF2B5EF4-FFF2-40B4-BE49-F238E27FC236}">
                  <a16:creationId xmlns:a16="http://schemas.microsoft.com/office/drawing/2014/main" id="{BF575DEF-C117-42E1-97BD-67CF0619B1FD}"/>
                </a:ext>
              </a:extLst>
            </p:cNvPr>
            <p:cNvGrpSpPr/>
            <p:nvPr/>
          </p:nvGrpSpPr>
          <p:grpSpPr>
            <a:xfrm>
              <a:off x="7026499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44" name="Rectangle 643">
                <a:extLst>
                  <a:ext uri="{FF2B5EF4-FFF2-40B4-BE49-F238E27FC236}">
                    <a16:creationId xmlns:a16="http://schemas.microsoft.com/office/drawing/2014/main" id="{B51AE85F-92A5-48B6-A307-F8DA75169B7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5" name="Rectangle 644">
                <a:extLst>
                  <a:ext uri="{FF2B5EF4-FFF2-40B4-BE49-F238E27FC236}">
                    <a16:creationId xmlns:a16="http://schemas.microsoft.com/office/drawing/2014/main" id="{3C53D757-1E3F-4AB7-ABDE-2E44C369921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6" name="Rectangle 645">
                <a:extLst>
                  <a:ext uri="{FF2B5EF4-FFF2-40B4-BE49-F238E27FC236}">
                    <a16:creationId xmlns:a16="http://schemas.microsoft.com/office/drawing/2014/main" id="{DECBA790-C66B-4B29-8A01-02DCF3CC03D6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7" name="Rectangle 646">
                <a:extLst>
                  <a:ext uri="{FF2B5EF4-FFF2-40B4-BE49-F238E27FC236}">
                    <a16:creationId xmlns:a16="http://schemas.microsoft.com/office/drawing/2014/main" id="{BCF6C299-8E4C-47E3-A7EC-5E23A785663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8" name="Rectangle 647">
                <a:extLst>
                  <a:ext uri="{FF2B5EF4-FFF2-40B4-BE49-F238E27FC236}">
                    <a16:creationId xmlns:a16="http://schemas.microsoft.com/office/drawing/2014/main" id="{032C6FA4-62D7-4F86-A286-12FF0D42F8C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9" name="Rectangle 648">
                <a:extLst>
                  <a:ext uri="{FF2B5EF4-FFF2-40B4-BE49-F238E27FC236}">
                    <a16:creationId xmlns:a16="http://schemas.microsoft.com/office/drawing/2014/main" id="{3F8575BA-4631-4606-BCBE-176F71855B7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0" name="Rectangle 649">
                <a:extLst>
                  <a:ext uri="{FF2B5EF4-FFF2-40B4-BE49-F238E27FC236}">
                    <a16:creationId xmlns:a16="http://schemas.microsoft.com/office/drawing/2014/main" id="{266C0AFF-616E-4320-8F23-7E3D292A823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1" name="Rectangle 650">
                <a:extLst>
                  <a:ext uri="{FF2B5EF4-FFF2-40B4-BE49-F238E27FC236}">
                    <a16:creationId xmlns:a16="http://schemas.microsoft.com/office/drawing/2014/main" id="{84CC7F1E-FAFB-48ED-AE42-529509BD9BF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2" name="Rectangle 651">
                <a:extLst>
                  <a:ext uri="{FF2B5EF4-FFF2-40B4-BE49-F238E27FC236}">
                    <a16:creationId xmlns:a16="http://schemas.microsoft.com/office/drawing/2014/main" id="{6F07B9E4-8C0D-4616-ACA5-2394AB13DA1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3" name="Rectangle 652">
                <a:extLst>
                  <a:ext uri="{FF2B5EF4-FFF2-40B4-BE49-F238E27FC236}">
                    <a16:creationId xmlns:a16="http://schemas.microsoft.com/office/drawing/2014/main" id="{4DA84BEE-0F99-4984-9F69-79CB6F49276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4" name="Group 653">
              <a:extLst>
                <a:ext uri="{FF2B5EF4-FFF2-40B4-BE49-F238E27FC236}">
                  <a16:creationId xmlns:a16="http://schemas.microsoft.com/office/drawing/2014/main" id="{6483F6C5-A3BE-40EE-92D0-24947F5144D5}"/>
                </a:ext>
              </a:extLst>
            </p:cNvPr>
            <p:cNvGrpSpPr/>
            <p:nvPr/>
          </p:nvGrpSpPr>
          <p:grpSpPr>
            <a:xfrm>
              <a:off x="7358547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55" name="Rectangle 654">
                <a:extLst>
                  <a:ext uri="{FF2B5EF4-FFF2-40B4-BE49-F238E27FC236}">
                    <a16:creationId xmlns:a16="http://schemas.microsoft.com/office/drawing/2014/main" id="{7FD80BE9-B083-46E9-A72D-2E8B8006677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6" name="Rectangle 655">
                <a:extLst>
                  <a:ext uri="{FF2B5EF4-FFF2-40B4-BE49-F238E27FC236}">
                    <a16:creationId xmlns:a16="http://schemas.microsoft.com/office/drawing/2014/main" id="{7A19BA18-B3E5-49FD-80CE-563D461AFB8F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7" name="Rectangle 656">
                <a:extLst>
                  <a:ext uri="{FF2B5EF4-FFF2-40B4-BE49-F238E27FC236}">
                    <a16:creationId xmlns:a16="http://schemas.microsoft.com/office/drawing/2014/main" id="{44590D77-A0CD-4BE1-A54A-3887B8FB8ED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8" name="Rectangle 657">
                <a:extLst>
                  <a:ext uri="{FF2B5EF4-FFF2-40B4-BE49-F238E27FC236}">
                    <a16:creationId xmlns:a16="http://schemas.microsoft.com/office/drawing/2014/main" id="{3085905B-588C-48B0-9924-4E6FA99F9BA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9" name="Rectangle 658">
                <a:extLst>
                  <a:ext uri="{FF2B5EF4-FFF2-40B4-BE49-F238E27FC236}">
                    <a16:creationId xmlns:a16="http://schemas.microsoft.com/office/drawing/2014/main" id="{24CA98F4-B3EE-49C3-A294-58CD8C13F43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0" name="Rectangle 659">
                <a:extLst>
                  <a:ext uri="{FF2B5EF4-FFF2-40B4-BE49-F238E27FC236}">
                    <a16:creationId xmlns:a16="http://schemas.microsoft.com/office/drawing/2014/main" id="{1ACF8468-12E5-4514-B636-15354D013F8A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1" name="Rectangle 660">
                <a:extLst>
                  <a:ext uri="{FF2B5EF4-FFF2-40B4-BE49-F238E27FC236}">
                    <a16:creationId xmlns:a16="http://schemas.microsoft.com/office/drawing/2014/main" id="{F91D4547-29F1-47CA-B50D-CAAC0AB20E4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73160A59-12FC-4F29-BC55-5CF3865D72D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3" name="Rectangle 662">
                <a:extLst>
                  <a:ext uri="{FF2B5EF4-FFF2-40B4-BE49-F238E27FC236}">
                    <a16:creationId xmlns:a16="http://schemas.microsoft.com/office/drawing/2014/main" id="{E934844E-C067-44C2-BBEA-64C36AD86E1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8C88739E-5C5F-4728-9F4B-3BF7BAEF284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65" name="Group 664">
              <a:extLst>
                <a:ext uri="{FF2B5EF4-FFF2-40B4-BE49-F238E27FC236}">
                  <a16:creationId xmlns:a16="http://schemas.microsoft.com/office/drawing/2014/main" id="{BDA11065-544F-48FF-8AC1-13A382EB7D42}"/>
                </a:ext>
              </a:extLst>
            </p:cNvPr>
            <p:cNvGrpSpPr/>
            <p:nvPr/>
          </p:nvGrpSpPr>
          <p:grpSpPr>
            <a:xfrm>
              <a:off x="7690595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66" name="Rectangle 665">
                <a:extLst>
                  <a:ext uri="{FF2B5EF4-FFF2-40B4-BE49-F238E27FC236}">
                    <a16:creationId xmlns:a16="http://schemas.microsoft.com/office/drawing/2014/main" id="{9585CA49-12DA-45F1-92A0-60BDE3BBF76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B5674216-0AE6-4111-9D82-F77BF733337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8" name="Rectangle 667">
                <a:extLst>
                  <a:ext uri="{FF2B5EF4-FFF2-40B4-BE49-F238E27FC236}">
                    <a16:creationId xmlns:a16="http://schemas.microsoft.com/office/drawing/2014/main" id="{9E95EC86-F1DF-440D-A1C0-848CCCBCC9A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9" name="Rectangle 668">
                <a:extLst>
                  <a:ext uri="{FF2B5EF4-FFF2-40B4-BE49-F238E27FC236}">
                    <a16:creationId xmlns:a16="http://schemas.microsoft.com/office/drawing/2014/main" id="{221B729C-5F8E-4D3B-876D-915F843B5325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2154DA0D-BE91-4F31-925A-0D2CA12E54A5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1" name="Rectangle 670">
                <a:extLst>
                  <a:ext uri="{FF2B5EF4-FFF2-40B4-BE49-F238E27FC236}">
                    <a16:creationId xmlns:a16="http://schemas.microsoft.com/office/drawing/2014/main" id="{A99A8424-5E5D-4827-B040-D4DE4750BEF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2" name="Rectangle 671">
                <a:extLst>
                  <a:ext uri="{FF2B5EF4-FFF2-40B4-BE49-F238E27FC236}">
                    <a16:creationId xmlns:a16="http://schemas.microsoft.com/office/drawing/2014/main" id="{3DA7B785-0DB6-4162-8DF3-A50F9A93745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3" name="Rectangle 672">
                <a:extLst>
                  <a:ext uri="{FF2B5EF4-FFF2-40B4-BE49-F238E27FC236}">
                    <a16:creationId xmlns:a16="http://schemas.microsoft.com/office/drawing/2014/main" id="{A8B55CE2-AB9C-4E15-84C9-8109C02BC60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4" name="Rectangle 673">
                <a:extLst>
                  <a:ext uri="{FF2B5EF4-FFF2-40B4-BE49-F238E27FC236}">
                    <a16:creationId xmlns:a16="http://schemas.microsoft.com/office/drawing/2014/main" id="{10CD3B65-8A1D-4562-B6F7-171DAC7BB87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5" name="Rectangle 674">
                <a:extLst>
                  <a:ext uri="{FF2B5EF4-FFF2-40B4-BE49-F238E27FC236}">
                    <a16:creationId xmlns:a16="http://schemas.microsoft.com/office/drawing/2014/main" id="{314A07A8-33C8-4157-8A52-6E0A0CC45DB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76" name="Group 675">
              <a:extLst>
                <a:ext uri="{FF2B5EF4-FFF2-40B4-BE49-F238E27FC236}">
                  <a16:creationId xmlns:a16="http://schemas.microsoft.com/office/drawing/2014/main" id="{791C48D4-E977-43FC-A28B-1260B2DF50AC}"/>
                </a:ext>
              </a:extLst>
            </p:cNvPr>
            <p:cNvGrpSpPr/>
            <p:nvPr/>
          </p:nvGrpSpPr>
          <p:grpSpPr>
            <a:xfrm>
              <a:off x="8022643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77" name="Rectangle 676">
                <a:extLst>
                  <a:ext uri="{FF2B5EF4-FFF2-40B4-BE49-F238E27FC236}">
                    <a16:creationId xmlns:a16="http://schemas.microsoft.com/office/drawing/2014/main" id="{4AF1FBB4-6489-4783-997F-B4E57F9AD60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8" name="Rectangle 677">
                <a:extLst>
                  <a:ext uri="{FF2B5EF4-FFF2-40B4-BE49-F238E27FC236}">
                    <a16:creationId xmlns:a16="http://schemas.microsoft.com/office/drawing/2014/main" id="{5811770D-3C65-4EBC-AC7B-A1B690917D2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9" name="Rectangle 678">
                <a:extLst>
                  <a:ext uri="{FF2B5EF4-FFF2-40B4-BE49-F238E27FC236}">
                    <a16:creationId xmlns:a16="http://schemas.microsoft.com/office/drawing/2014/main" id="{49B718CE-0DC6-4D2C-9877-995D9F24D61C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0" name="Rectangle 679">
                <a:extLst>
                  <a:ext uri="{FF2B5EF4-FFF2-40B4-BE49-F238E27FC236}">
                    <a16:creationId xmlns:a16="http://schemas.microsoft.com/office/drawing/2014/main" id="{3974B696-B8C7-4D27-B506-6BFC2194132E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1" name="Rectangle 680">
                <a:extLst>
                  <a:ext uri="{FF2B5EF4-FFF2-40B4-BE49-F238E27FC236}">
                    <a16:creationId xmlns:a16="http://schemas.microsoft.com/office/drawing/2014/main" id="{956E3910-960F-43EA-8C9E-B45D907E28E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2" name="Rectangle 681">
                <a:extLst>
                  <a:ext uri="{FF2B5EF4-FFF2-40B4-BE49-F238E27FC236}">
                    <a16:creationId xmlns:a16="http://schemas.microsoft.com/office/drawing/2014/main" id="{9A1818F4-D69F-4F01-90E1-82E4AD5785CE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3" name="Rectangle 682">
                <a:extLst>
                  <a:ext uri="{FF2B5EF4-FFF2-40B4-BE49-F238E27FC236}">
                    <a16:creationId xmlns:a16="http://schemas.microsoft.com/office/drawing/2014/main" id="{57132E56-05B0-4ABF-B472-41A91A1412E5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4" name="Rectangle 683">
                <a:extLst>
                  <a:ext uri="{FF2B5EF4-FFF2-40B4-BE49-F238E27FC236}">
                    <a16:creationId xmlns:a16="http://schemas.microsoft.com/office/drawing/2014/main" id="{27DBF00B-11B2-4BBE-AF79-9224E089970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5" name="Rectangle 684">
                <a:extLst>
                  <a:ext uri="{FF2B5EF4-FFF2-40B4-BE49-F238E27FC236}">
                    <a16:creationId xmlns:a16="http://schemas.microsoft.com/office/drawing/2014/main" id="{EE0D798F-5488-4DC6-B237-C95FEB9BE72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6" name="Rectangle 685">
                <a:extLst>
                  <a:ext uri="{FF2B5EF4-FFF2-40B4-BE49-F238E27FC236}">
                    <a16:creationId xmlns:a16="http://schemas.microsoft.com/office/drawing/2014/main" id="{E709F992-92B0-435A-8B33-7BB71994CB7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9377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8927585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8927585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" t="-101053" r="-200559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053" r="-100186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72" t="-101053" r="-372" b="-92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3963878" y="-26377"/>
            <a:ext cx="423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Constantia" panose="02030602050306030303" pitchFamily="18" charset="0"/>
              </a:rPr>
              <a:t>Орундардын мааниси диаграммасы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062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2147315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2147315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" t="-101053" r="-200559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053" r="-100186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72" t="-101053" r="-372" b="-92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3518610" y="-26377"/>
            <a:ext cx="3798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latin typeface="Constantia" panose="02030602050306030303" pitchFamily="18" charset="0"/>
              </a:rPr>
              <a:t>Орундардын мааниси диаграммасы</a:t>
            </a:r>
            <a:endParaRPr lang="en-GB" sz="16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1BBA31-8F09-469A-AD30-8FF5117512AB}"/>
              </a:ext>
            </a:extLst>
          </p:cNvPr>
          <p:cNvSpPr/>
          <p:nvPr/>
        </p:nvSpPr>
        <p:spPr>
          <a:xfrm>
            <a:off x="3257724" y="1119466"/>
            <a:ext cx="110404" cy="110404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EA5763-2C27-49EE-ADFD-2C897EC0DE16}"/>
              </a:ext>
            </a:extLst>
          </p:cNvPr>
          <p:cNvSpPr/>
          <p:nvPr/>
        </p:nvSpPr>
        <p:spPr>
          <a:xfrm>
            <a:off x="3257724" y="543204"/>
            <a:ext cx="110404" cy="110404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05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765E31C-5B3C-40FC-A800-4048280BE7B2}"/>
              </a:ext>
            </a:extLst>
          </p:cNvPr>
          <p:cNvGrpSpPr/>
          <p:nvPr/>
        </p:nvGrpSpPr>
        <p:grpSpPr>
          <a:xfrm>
            <a:off x="571231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4C9C3C6-DB98-4CC3-B794-0DDB42404C6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363F34-D248-4199-B4BD-540093E4DCD8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1C09BC-DFC1-4FDF-A222-797D6A70AF5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6A4DC6-90A5-40E9-8CAF-874FA008AD29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328E7F-5EA2-47B3-9570-2B684856029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B0E9EC-4213-4CCF-8110-74F9D071816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8B0783-65CE-464E-9824-8C19AAA1D483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98D92CA-4C8B-4F7B-B91F-B6F0F468F62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3E6F4-4ED5-4004-AB87-B5DBB158680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773EF-DA72-44F8-B832-9400440495D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B73FCC-A8BA-447E-8CE4-AEFD5EF4625F}"/>
              </a:ext>
            </a:extLst>
          </p:cNvPr>
          <p:cNvGrpSpPr/>
          <p:nvPr/>
        </p:nvGrpSpPr>
        <p:grpSpPr>
          <a:xfrm>
            <a:off x="905777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39A9A3-0DF3-41FF-A295-CB30538EF82D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A75EDF5-5E71-4B4A-9884-4DB593BE491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AEB472-CB6D-4108-A692-1826AC7883F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E5B9621-D382-4F73-9199-EDB992FB1C6E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7F0745A-AF9F-4FA0-911E-98421C8B422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FB6469-0D96-418C-BDBA-2600D16A6F7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25F056-636E-40EF-B80E-52E1D4D63B8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87193D5-AC4A-4513-8B65-22D752B90A7E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13B9BE8-9EC8-4CE6-AEA3-758DEAE2733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872B9C0-C208-448D-A7C4-74EB2C86BF4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C72846-2CA5-4D50-A511-08EB412C4CBC}"/>
              </a:ext>
            </a:extLst>
          </p:cNvPr>
          <p:cNvGrpSpPr/>
          <p:nvPr/>
        </p:nvGrpSpPr>
        <p:grpSpPr>
          <a:xfrm>
            <a:off x="1240323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BE424E2-4BFE-4F1C-B9F8-8A9CA98C0A2C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84BF2C1-2ADB-4B55-B626-CEE09E02B5A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9B553EF-7451-4C49-B4C4-6F54C4433C01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1D5BE0C-2F66-4149-A97F-E9CD6FC58A03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5E93E7E-162E-46DF-8B55-47A55A3DFBB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784A345-3346-4089-A159-452BDFC1684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1C414EB-A5B1-4569-BA0F-FD1B8EC93E3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5373927-A326-4396-88AF-4C0DFEBB4840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49C4AD0-55A5-4021-B859-3C2398D3ED7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5613F4-F270-42CD-ADC0-02F6A5A50370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C8824B1-7CE5-4653-9310-C401682F3B46}"/>
              </a:ext>
            </a:extLst>
          </p:cNvPr>
          <p:cNvGrpSpPr/>
          <p:nvPr/>
        </p:nvGrpSpPr>
        <p:grpSpPr>
          <a:xfrm>
            <a:off x="1574870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DAAFC67-EEBF-4F7C-A4D6-47D350928BBA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7CE017E-6E57-47BB-999E-739A9CED619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6EE513F-986A-442A-A764-F086FC7A323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C0E55B6-813E-4285-8D1B-55773332EFD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1D86D11-4DC7-475E-A238-6697C69463A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1F0B0F4-756F-4157-BB29-575C282BE0E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22CFF71-3B69-43D2-A7B5-1891C86C94D4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7535046-39A1-4C93-A285-0E89AEC38C8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0D52C34-21E6-4D8D-A1F7-E0132D07705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DF0C1BC-586B-4E4B-8E0A-FF72B9B2089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C3575FB-69D0-4F92-AB7D-0D2925F3BA60}"/>
              </a:ext>
            </a:extLst>
          </p:cNvPr>
          <p:cNvGrpSpPr/>
          <p:nvPr/>
        </p:nvGrpSpPr>
        <p:grpSpPr>
          <a:xfrm>
            <a:off x="1909416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9242FEF-4ED3-453D-84C9-F5BD3666B1E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C0D4E8D-26D8-4C82-9756-A617694F1B8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1089227-D47A-42F0-8BCA-477AB5957CF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CA43765-DFF4-4757-A829-B0CB33314EA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7073A55-E60A-4519-8A12-22C1E9F23D6A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3D4E1C4-F197-4E99-8959-E7AF567D8A75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1C5AAD6-603D-46CE-83C6-F2D2AF1C97EE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BF0AB2D-5C8D-49BF-BA62-200436B84A68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1986D52-B6A5-47DB-9E81-F30FBE16EB3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6C1D414-04BF-4006-9DF1-B58C2DB73B7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4DF57B2-2B19-481B-A894-95662E18692F}"/>
              </a:ext>
            </a:extLst>
          </p:cNvPr>
          <p:cNvGrpSpPr/>
          <p:nvPr/>
        </p:nvGrpSpPr>
        <p:grpSpPr>
          <a:xfrm>
            <a:off x="2243963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4033BE4-9806-4392-AB73-E2B980C4B72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C878C49-3949-4E43-8AE6-BA2A981F2788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36E2FF5-ED34-44C3-9643-3B2B24D1B7AD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82C4275-C213-4981-8FF6-7F7D3B716A3A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6B8ED60-C827-4977-BA58-E36C9A642CE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82E4DEE-B85F-4705-96DA-DED4BE199925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43A7209-87F4-443E-BBA1-BDC6FE82C42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7F73BB5-83E3-4010-B21E-41BA2090299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342D0A8-7BD8-4F74-8F23-BEE92095E9F3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B7DE9EE-AE68-43A2-84E1-52CB01CF9BB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BB8F3CC-97DA-4EAD-98AD-D59E93FB092B}"/>
              </a:ext>
            </a:extLst>
          </p:cNvPr>
          <p:cNvGrpSpPr/>
          <p:nvPr/>
        </p:nvGrpSpPr>
        <p:grpSpPr>
          <a:xfrm>
            <a:off x="2578508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5FFD745-0937-48F9-840F-EDCB0DA0FD4F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B14CCFB-EE0A-482C-B1ED-0D037D57452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39B473A-335B-4E1A-A842-50AE292D6562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ED80E82-320C-4CF8-B698-76A391E6A65C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0D9B799-B6F5-48AB-B4C4-F35A0533A65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7AB09AA-B704-4BA5-A9A2-D9D89727FDCD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AEC19C3E-4F92-4446-BEF4-AE485520058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F4C79CA-B34C-4CDD-A5FD-51F0AF0BF7FB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475FBE2-39DE-42B9-ADEB-231CB565BBC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F759BD2-F1D5-4BC1-A595-BF5A291C529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590ACA2-BD9F-42F4-8D39-DB3FAD041789}"/>
              </a:ext>
            </a:extLst>
          </p:cNvPr>
          <p:cNvGrpSpPr/>
          <p:nvPr/>
        </p:nvGrpSpPr>
        <p:grpSpPr>
          <a:xfrm>
            <a:off x="2913055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9D62D2C-A649-41EE-B9A6-E0809279023D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9161E822-EE9B-4480-B100-D93410BE87E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4B5DAA0-4F3C-484E-AAC6-E27FFDFB192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AD94FA7-0052-4562-8D49-9063A482409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DEA8093-80D8-4942-B17A-C90FE6904F2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36F6317-21B7-4CFD-A55E-E3411BB0942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58AF929-FE57-454F-9EA7-C20B6FBFAF3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F086425-88E4-4018-9229-CB6060D49043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1ADA696-9347-4DE2-A19B-96A232E5798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1C706F9-05ED-4B26-911A-FCF269060EA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B48F218-EA3B-4213-B847-81BD7B70DC4C}"/>
              </a:ext>
            </a:extLst>
          </p:cNvPr>
          <p:cNvGrpSpPr/>
          <p:nvPr/>
        </p:nvGrpSpPr>
        <p:grpSpPr>
          <a:xfrm>
            <a:off x="3247601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BE59B9E-1DBF-4572-8E9D-36934993233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92E009F-2941-436B-9CFE-086EE3AE608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5190521-81FA-4027-85A3-C257A0BF6F6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95FB3E8-D7F0-46CC-82CA-C8BE6B8F50AF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2F831A0-2A8E-45CC-B95A-561CFF9C4C37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2A0A0DB-B591-4CF8-A278-812845B01BA5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1B0A572-4DE4-4BED-8C77-F24B5350194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9D62636-A8D0-4F3F-B131-462409C0103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7379FB1-D7CE-4650-BBD4-15B718F49BB7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01C3201-6A44-4BC3-9CEC-D35E599E08FB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3A3C8A5-6869-49A8-B8D5-B08D34B13D7E}"/>
              </a:ext>
            </a:extLst>
          </p:cNvPr>
          <p:cNvSpPr/>
          <p:nvPr/>
        </p:nvSpPr>
        <p:spPr>
          <a:xfrm>
            <a:off x="3582147" y="71993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09941C1-1744-4F99-ACDC-AE88292E79A3}"/>
              </a:ext>
            </a:extLst>
          </p:cNvPr>
          <p:cNvSpPr/>
          <p:nvPr/>
        </p:nvSpPr>
        <p:spPr>
          <a:xfrm>
            <a:off x="3582147" y="406539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521556F-5873-43A5-BEEF-3A821481EB28}"/>
              </a:ext>
            </a:extLst>
          </p:cNvPr>
          <p:cNvSpPr/>
          <p:nvPr/>
        </p:nvSpPr>
        <p:spPr>
          <a:xfrm>
            <a:off x="3582147" y="741085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78410A9-9AF2-4CA4-BABA-FED20BBE0BBF}"/>
              </a:ext>
            </a:extLst>
          </p:cNvPr>
          <p:cNvSpPr/>
          <p:nvPr/>
        </p:nvSpPr>
        <p:spPr>
          <a:xfrm>
            <a:off x="3582147" y="1075632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014A864-C401-4535-B780-CC9C32319AE4}"/>
              </a:ext>
            </a:extLst>
          </p:cNvPr>
          <p:cNvSpPr/>
          <p:nvPr/>
        </p:nvSpPr>
        <p:spPr>
          <a:xfrm>
            <a:off x="3582147" y="1410178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6BC6C21-B108-4322-AFE5-2C090074FC4B}"/>
              </a:ext>
            </a:extLst>
          </p:cNvPr>
          <p:cNvSpPr/>
          <p:nvPr/>
        </p:nvSpPr>
        <p:spPr>
          <a:xfrm>
            <a:off x="3582147" y="1744724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F25A386-655D-4A6C-83FD-BED6D5D4BD7D}"/>
              </a:ext>
            </a:extLst>
          </p:cNvPr>
          <p:cNvSpPr/>
          <p:nvPr/>
        </p:nvSpPr>
        <p:spPr>
          <a:xfrm>
            <a:off x="3582147" y="2079270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73A7549-B387-4755-AB94-5A4932CEE011}"/>
              </a:ext>
            </a:extLst>
          </p:cNvPr>
          <p:cNvSpPr/>
          <p:nvPr/>
        </p:nvSpPr>
        <p:spPr>
          <a:xfrm>
            <a:off x="3582147" y="2413816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5AF9C15-1FF7-4F4A-BD9E-15ED48B3ECFD}"/>
              </a:ext>
            </a:extLst>
          </p:cNvPr>
          <p:cNvSpPr/>
          <p:nvPr/>
        </p:nvSpPr>
        <p:spPr>
          <a:xfrm>
            <a:off x="3582147" y="2748363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125DE7C-9EB2-4836-874A-BFCD3D0E6E39}"/>
              </a:ext>
            </a:extLst>
          </p:cNvPr>
          <p:cNvSpPr/>
          <p:nvPr/>
        </p:nvSpPr>
        <p:spPr>
          <a:xfrm>
            <a:off x="3582147" y="3082909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5B46EE2E-49D2-4BA6-B5C0-C0D07B6A61A9}"/>
              </a:ext>
            </a:extLst>
          </p:cNvPr>
          <p:cNvSpPr/>
          <p:nvPr/>
        </p:nvSpPr>
        <p:spPr>
          <a:xfrm>
            <a:off x="571231" y="71993"/>
            <a:ext cx="3345462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D330432C-C30B-4C52-A857-A3A775419ABE}"/>
              </a:ext>
            </a:extLst>
          </p:cNvPr>
          <p:cNvGrpSpPr/>
          <p:nvPr/>
        </p:nvGrpSpPr>
        <p:grpSpPr>
          <a:xfrm>
            <a:off x="3952691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5D984EB3-5A0E-4AB6-9759-54AA3B3B3A5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E2997505-70B4-4248-A375-651AD9852DA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643E189A-384C-4E11-A8C8-8BC2E4457E22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59A2F2A2-4993-421E-B08A-B5D289E3445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7AA24E13-9E0C-46FA-8767-E71FE191C9CB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654E18B7-7994-49B0-A04B-018CF07DC74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C6DDCEB7-5F15-47A7-8F4A-E77D8B6FAAB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779A3C0B-B925-4F7A-BB9F-C43FC78001B3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8EFE143E-2B39-4F54-A482-4014A72CAD8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082FAD0A-D734-42E4-800E-3766FCB9F93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612CB01-E92A-43AE-A61F-FA6DEEB2C78A}"/>
              </a:ext>
            </a:extLst>
          </p:cNvPr>
          <p:cNvSpPr/>
          <p:nvPr/>
        </p:nvSpPr>
        <p:spPr>
          <a:xfrm>
            <a:off x="3952691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EDE0AF6D-32E8-40F8-9D32-5B7EDFC72FC0}"/>
              </a:ext>
            </a:extLst>
          </p:cNvPr>
          <p:cNvGrpSpPr/>
          <p:nvPr/>
        </p:nvGrpSpPr>
        <p:grpSpPr>
          <a:xfrm>
            <a:off x="4322236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0A534E0B-480E-4F5A-AC06-DB1899D595C8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EFBF5CA6-73F9-4B95-A21B-ACD79FA1C31E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D02FB740-BA99-4492-9F3E-6F2A5CD254B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A716237E-D371-4112-BDE5-C7418F7A453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54F66373-B152-4D77-81CD-A2F354FF6A3D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075475A7-573E-4A47-90ED-541B158914F7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C3AE12D2-B740-4432-95E9-A47EEAC31844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88795EBD-770F-430C-B94E-D001E2374D7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3768228F-FE55-4E5F-9C4B-BBB4A103CFCF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A6437F50-128D-46E3-9965-8525894AF57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FCD4378-4857-472A-98B3-68A51454A203}"/>
              </a:ext>
            </a:extLst>
          </p:cNvPr>
          <p:cNvSpPr/>
          <p:nvPr/>
        </p:nvSpPr>
        <p:spPr>
          <a:xfrm>
            <a:off x="4322236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704F6A94-D93E-4482-8A26-A2972DEE9EB6}"/>
              </a:ext>
            </a:extLst>
          </p:cNvPr>
          <p:cNvGrpSpPr/>
          <p:nvPr/>
        </p:nvGrpSpPr>
        <p:grpSpPr>
          <a:xfrm>
            <a:off x="4687818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E34345FC-CA38-45DA-BE9D-3B520444B0C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E3B36472-0DE4-489F-A5E8-1917CEF93E9A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5A29A52B-D31C-4F62-9ADC-7A69F1B2E8A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4440EE9A-4F15-4F2C-A1EB-52C5F6D815E7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26B45A14-6CD9-44AF-8472-3F28BB766278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974916E1-409E-4F76-9087-559DDF30E19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668D8372-931F-42BA-BF29-8CB1107D7040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7789ECAC-0A58-4C47-9229-98F63C774ED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0AE4BBEF-6179-4124-84D6-310C04552BB3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697DBFE0-C6C0-42DA-B2D6-14BAA3D4418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21" name="Rectangle 320">
            <a:extLst>
              <a:ext uri="{FF2B5EF4-FFF2-40B4-BE49-F238E27FC236}">
                <a16:creationId xmlns:a16="http://schemas.microsoft.com/office/drawing/2014/main" id="{F2C6856E-C9E7-4835-BAE0-1565489041A5}"/>
              </a:ext>
            </a:extLst>
          </p:cNvPr>
          <p:cNvSpPr/>
          <p:nvPr/>
        </p:nvSpPr>
        <p:spPr>
          <a:xfrm>
            <a:off x="4687818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6EC9F528-24E7-4AD6-A713-9E43C1BEB9EA}"/>
              </a:ext>
            </a:extLst>
          </p:cNvPr>
          <p:cNvGrpSpPr/>
          <p:nvPr/>
        </p:nvGrpSpPr>
        <p:grpSpPr>
          <a:xfrm>
            <a:off x="5057805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13BC2BD8-3536-438C-8616-937752E95F2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09940B4C-99E8-4239-BF3A-66901315AB0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4E82AE96-FECC-4D84-9B07-6027D7F0D5B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835A55DC-4D66-4304-8E61-5F371E40DD4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4D5D2984-D332-4DC3-BBD6-C3CB254FD48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76236C3B-C03C-4B30-B498-3ED097F5BF7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466B1713-C795-4F48-B4BA-5F76DDA149B5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70704BA0-ABB2-4677-93DE-1C71F9B05A0A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6DDB7085-BC08-456E-98B3-3E0AE8B03B1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A0A85CA0-2738-41C7-87BB-226683094E5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34" name="Rectangle 333">
            <a:extLst>
              <a:ext uri="{FF2B5EF4-FFF2-40B4-BE49-F238E27FC236}">
                <a16:creationId xmlns:a16="http://schemas.microsoft.com/office/drawing/2014/main" id="{8ED1690F-7C8A-4EEC-9942-CFC7951256CD}"/>
              </a:ext>
            </a:extLst>
          </p:cNvPr>
          <p:cNvSpPr/>
          <p:nvPr/>
        </p:nvSpPr>
        <p:spPr>
          <a:xfrm>
            <a:off x="5057805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3C445692-3186-4E41-9371-EB2790E14439}"/>
              </a:ext>
            </a:extLst>
          </p:cNvPr>
          <p:cNvGrpSpPr/>
          <p:nvPr/>
        </p:nvGrpSpPr>
        <p:grpSpPr>
          <a:xfrm>
            <a:off x="5427350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B41E23D4-8411-44DB-AEA9-835B2366294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D6EF43A6-39B0-49BA-8720-979F80150A5F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A64D7DC4-E694-4755-B3C8-FE7ED311C3B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373B6667-6206-4DA1-B919-7E36DF0E2C9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FC511F2B-9E6C-4982-B213-F3718F270D2D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4A5A520B-71B5-4A9F-B11F-0A7E39C90123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2E334A32-18DA-4F89-807E-3596E167147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86DA8120-4129-4E56-86B9-0915535FBA3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E7B51C20-2A99-4EF5-BD45-F46434DA7A43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8499AAD0-31F5-4386-9B56-8BAF664FF1A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47" name="Rectangle 346">
            <a:extLst>
              <a:ext uri="{FF2B5EF4-FFF2-40B4-BE49-F238E27FC236}">
                <a16:creationId xmlns:a16="http://schemas.microsoft.com/office/drawing/2014/main" id="{4211B111-6742-4FF9-A0EB-1C21C555F1AE}"/>
              </a:ext>
            </a:extLst>
          </p:cNvPr>
          <p:cNvSpPr/>
          <p:nvPr/>
        </p:nvSpPr>
        <p:spPr>
          <a:xfrm>
            <a:off x="5427350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CA55270B-2945-4314-9793-31D65E4497EE}"/>
              </a:ext>
            </a:extLst>
          </p:cNvPr>
          <p:cNvGrpSpPr/>
          <p:nvPr/>
        </p:nvGrpSpPr>
        <p:grpSpPr>
          <a:xfrm>
            <a:off x="5792932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0303EA6D-8E50-4099-9182-9BDCCB2975A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5860CEBE-7739-4F4C-B32F-113231BCECE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5C297C69-ECB5-41C2-9050-13BF1D7C1E20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FD9C486E-BE39-487D-9412-02B766D33FDF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482FAA39-4784-4A10-8BA0-D494415FE68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F21C64EF-45DE-44B9-8D6B-F74C1AEE4168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157066F5-E7BB-497B-92F3-A81FF6508E64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5DC7550A-4425-4EF4-A16D-1A47898619DC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6ECA4BAB-996C-4A05-A087-A01CAF2EA7D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E026B4C1-077B-4030-A9CD-A31732F3DE7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60" name="Rectangle 359">
            <a:extLst>
              <a:ext uri="{FF2B5EF4-FFF2-40B4-BE49-F238E27FC236}">
                <a16:creationId xmlns:a16="http://schemas.microsoft.com/office/drawing/2014/main" id="{0C239153-0DCB-4762-9CE6-430EE788475E}"/>
              </a:ext>
            </a:extLst>
          </p:cNvPr>
          <p:cNvSpPr/>
          <p:nvPr/>
        </p:nvSpPr>
        <p:spPr>
          <a:xfrm>
            <a:off x="5792932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D15B9C99-DF8F-44C1-9236-4A96649B2609}"/>
              </a:ext>
            </a:extLst>
          </p:cNvPr>
          <p:cNvGrpSpPr/>
          <p:nvPr/>
        </p:nvGrpSpPr>
        <p:grpSpPr>
          <a:xfrm>
            <a:off x="6158515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589977D4-DE01-47A7-9925-046D87FC202C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1D0CA807-3499-4304-81BC-04809D6973B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3E113648-5E4E-4718-9AF6-328E79F55B35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9E237E94-CF28-4538-88DE-0C6D40438895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1E744473-17BF-48E2-9CC5-C796B181F0C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1B677705-ED9F-447C-AF5E-8F7304ED3D3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3CDE2665-2C27-4C1F-88D0-26FB4558733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C7696076-B87B-427E-832E-702D10BFDE59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B78D76EC-3511-4D89-8678-5733BC945097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90701C5F-04E4-40AE-9E12-D5A533796ACF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73" name="Rectangle 372">
            <a:extLst>
              <a:ext uri="{FF2B5EF4-FFF2-40B4-BE49-F238E27FC236}">
                <a16:creationId xmlns:a16="http://schemas.microsoft.com/office/drawing/2014/main" id="{9978C0F4-6BED-4B64-B1B6-874CCCC919A0}"/>
              </a:ext>
            </a:extLst>
          </p:cNvPr>
          <p:cNvSpPr/>
          <p:nvPr/>
        </p:nvSpPr>
        <p:spPr>
          <a:xfrm>
            <a:off x="6158515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5143F818-81DD-4FCE-B55A-5444333B371D}"/>
              </a:ext>
            </a:extLst>
          </p:cNvPr>
          <p:cNvGrpSpPr/>
          <p:nvPr/>
        </p:nvGrpSpPr>
        <p:grpSpPr>
          <a:xfrm>
            <a:off x="6528502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5B4858F2-C8F2-41DE-9FA6-913A70FDB6B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1A1CF2F7-F5BE-4BCC-BD71-DBE3EB492BA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64EEBD5A-356B-4CF2-953C-38B95648CF0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0AADBF31-57D3-40A2-968A-27036460FF6C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F87ECB6F-E7D8-41C9-A998-AE4DD718500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85FFF658-514F-41D8-80F6-E448290A3BB6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C8A62CF5-1BA1-4274-A9F5-770FCED37AC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8A28F805-B588-4E94-AFAC-88900466D8F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75759A33-FD45-4C0C-8789-DB1E885F2CC9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42CEC2C8-E935-4EF5-8B0E-5B8073BF59C5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86" name="Rectangle 385">
            <a:extLst>
              <a:ext uri="{FF2B5EF4-FFF2-40B4-BE49-F238E27FC236}">
                <a16:creationId xmlns:a16="http://schemas.microsoft.com/office/drawing/2014/main" id="{6EA29FA8-A223-4DD4-93E9-3FFBCEE4EC3C}"/>
              </a:ext>
            </a:extLst>
          </p:cNvPr>
          <p:cNvSpPr/>
          <p:nvPr/>
        </p:nvSpPr>
        <p:spPr>
          <a:xfrm>
            <a:off x="6528502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C71DC4E7-D0E3-4842-BFED-67D18115C61F}"/>
              </a:ext>
            </a:extLst>
          </p:cNvPr>
          <p:cNvGrpSpPr/>
          <p:nvPr/>
        </p:nvGrpSpPr>
        <p:grpSpPr>
          <a:xfrm>
            <a:off x="6898046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27B83CF9-D46D-4752-AC1A-BD14E0B8348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5C29DE4C-0F1F-48E8-AB03-A442D48395BB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338C3EDF-ED37-41D2-B088-17211238190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019C81A0-C183-463B-9381-8C0C5DBA18B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F887F39F-0358-4AAA-93A5-C642608265E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37C2F51B-5F22-4043-BFF1-04163026AF4C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63AFBB25-C47E-4C6E-983C-888FDDB143FA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4A7A32B8-F7CC-42C4-9CC7-1C9A843BF24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FAC4E694-AF53-4FFE-AF4E-0A39B61EC670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334141FD-3475-4F17-96A6-97B0806B53DA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99" name="Rectangle 398">
            <a:extLst>
              <a:ext uri="{FF2B5EF4-FFF2-40B4-BE49-F238E27FC236}">
                <a16:creationId xmlns:a16="http://schemas.microsoft.com/office/drawing/2014/main" id="{642F7534-7232-460A-9A16-2296C1FE5BFC}"/>
              </a:ext>
            </a:extLst>
          </p:cNvPr>
          <p:cNvSpPr/>
          <p:nvPr/>
        </p:nvSpPr>
        <p:spPr>
          <a:xfrm>
            <a:off x="6898046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721523A0-EFDB-4216-9174-EA7A0BB18A1D}"/>
              </a:ext>
            </a:extLst>
          </p:cNvPr>
          <p:cNvGrpSpPr/>
          <p:nvPr/>
        </p:nvGrpSpPr>
        <p:grpSpPr>
          <a:xfrm>
            <a:off x="7263629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6B5F1EFA-BF37-4028-960E-91951344B23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D1FC2D11-2410-4F02-A9D4-0B5D6D94AB7B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2A967E98-7BC8-48C2-B15E-1E35079B7681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F9B1ED9B-DB57-4FCE-B6F9-E5101374A709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8FA5C33E-E9E7-4685-B6E6-3A522B9FB39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3ECB0AB0-8633-4CCC-809B-4F118E329F9A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7C7BDF98-51F3-4143-893F-CBFC12F27101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DD5BD3FB-E210-4ADC-BA6F-8F09E938DAF0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BAAE8C65-6A32-4FD6-8EA7-3E7AEFB7FE7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20D06C64-E63E-442E-B023-4E9630571F3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412" name="Rectangle 411">
            <a:extLst>
              <a:ext uri="{FF2B5EF4-FFF2-40B4-BE49-F238E27FC236}">
                <a16:creationId xmlns:a16="http://schemas.microsoft.com/office/drawing/2014/main" id="{17A06827-8E5E-463E-9300-435593B5DF3B}"/>
              </a:ext>
            </a:extLst>
          </p:cNvPr>
          <p:cNvSpPr/>
          <p:nvPr/>
        </p:nvSpPr>
        <p:spPr>
          <a:xfrm>
            <a:off x="7263629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D096B4B2-A01F-4219-84F6-59664906D42F}"/>
              </a:ext>
            </a:extLst>
          </p:cNvPr>
          <p:cNvGrpSpPr/>
          <p:nvPr/>
        </p:nvGrpSpPr>
        <p:grpSpPr>
          <a:xfrm>
            <a:off x="7630369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4FFAE300-044A-4749-A779-3DFDE6C49F66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EA99757B-DD39-49EE-92A7-0F434FE5D6F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32DF3DEF-323E-4E8D-B32D-1DE9B056EB6C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3B6B0675-157F-4A21-9751-49E87EB35E7C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151F8BAC-031C-42F7-A46D-6EE4056ECF9B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4556870E-A3A4-414F-9DA1-CE17A99F91F2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9FFC32AC-88BA-40E2-8E89-FC9E9F7F536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C642EF31-12D6-47BD-BD3C-95AA9DF62108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7A8F3C4F-3495-4E70-80B2-F364D1C0FE7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F4E6FE60-027B-45C5-9036-058C7CA0BF3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425" name="Rectangle 424">
            <a:extLst>
              <a:ext uri="{FF2B5EF4-FFF2-40B4-BE49-F238E27FC236}">
                <a16:creationId xmlns:a16="http://schemas.microsoft.com/office/drawing/2014/main" id="{80D16641-F197-49C4-952A-0EF8A4DB8901}"/>
              </a:ext>
            </a:extLst>
          </p:cNvPr>
          <p:cNvSpPr/>
          <p:nvPr/>
        </p:nvSpPr>
        <p:spPr>
          <a:xfrm>
            <a:off x="7630369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D1A6F287-98AD-4C34-9092-537561437188}"/>
              </a:ext>
            </a:extLst>
          </p:cNvPr>
          <p:cNvGrpSpPr/>
          <p:nvPr/>
        </p:nvGrpSpPr>
        <p:grpSpPr>
          <a:xfrm>
            <a:off x="7995952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69EB6583-E2FC-4D9A-87F2-6C0E22F175A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036D95B5-7275-4720-89CD-BD76B32018B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918039F2-B6E0-4D9F-B039-42F3A049569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882E7B56-9026-44C5-8FFC-445A316BB408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D8F25ABF-8AA0-481F-B2AE-A65F70F30E0C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1F5A897D-4571-4894-AB28-84693B76901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9F735D3D-0C8E-480D-9218-C82571E9582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6D2C71BB-753B-478A-B5A5-4EB9E3BABB9E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FF41A0B7-F931-423C-8D4D-58D33129C01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C615F989-1C04-43BD-9318-4FAFCD2568A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438" name="Rectangle 437">
            <a:extLst>
              <a:ext uri="{FF2B5EF4-FFF2-40B4-BE49-F238E27FC236}">
                <a16:creationId xmlns:a16="http://schemas.microsoft.com/office/drawing/2014/main" id="{E9685B39-D078-402D-8991-FBB7C09CF745}"/>
              </a:ext>
            </a:extLst>
          </p:cNvPr>
          <p:cNvSpPr/>
          <p:nvPr/>
        </p:nvSpPr>
        <p:spPr>
          <a:xfrm>
            <a:off x="7995952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92B75DEF-8E6E-4119-8636-042A102C4E6F}"/>
              </a:ext>
            </a:extLst>
          </p:cNvPr>
          <p:cNvGrpSpPr/>
          <p:nvPr/>
        </p:nvGrpSpPr>
        <p:grpSpPr>
          <a:xfrm>
            <a:off x="8345587" y="71993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7FA5B475-8F79-480A-B6B9-C6C32C1633C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634D1A8B-EB3B-4B8F-BC1E-70355B16FC7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AFA76953-6E72-401A-B6FE-4984C8428E8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F2799673-7420-41AB-9848-895960EC9C9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AB85047D-E61C-45A9-AF96-66BA9DBF51B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A71E2B29-FF23-40C3-AB79-B5CFFE47CDB6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1125A2FB-9ABD-4D28-879D-0BA52D5B047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F57E8D3E-92F5-47C2-AF2C-C28CC52477A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61C3F0E7-01D0-4D58-A026-22C58CAF2BF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50F259DA-F4A5-42C7-9436-9F71B530A81A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54965552-E5A4-48CB-BA18-FFCFDE969EDC}"/>
              </a:ext>
            </a:extLst>
          </p:cNvPr>
          <p:cNvGrpSpPr/>
          <p:nvPr/>
        </p:nvGrpSpPr>
        <p:grpSpPr>
          <a:xfrm>
            <a:off x="8686371" y="71993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6FF05DB9-A621-43D7-9185-C7DB7AEBDE48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502905BF-F292-4E7C-9118-70616A1B0D5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CDB53CF1-51D8-4097-B8B1-F2C41F9D47C0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B3B11537-90DC-4DF2-85D7-EF622338AC8A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841ED8A4-973A-4D63-8127-C64F6A51895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3E2A488B-8B0C-4FAC-BCA7-C739A1D6C5FE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0DED3103-41BC-4165-980E-C330DC5EEC3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38B0D1FF-E4B7-4186-BD7A-B8CE2C8FF69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DDE219BA-1479-402D-A7A2-243A2EB2A950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045E41D2-BE7D-4314-A9AA-9ADE620D531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965A1639-EBEB-4E30-ADDE-1792A6948B9E}"/>
              </a:ext>
            </a:extLst>
          </p:cNvPr>
          <p:cNvGrpSpPr/>
          <p:nvPr/>
        </p:nvGrpSpPr>
        <p:grpSpPr>
          <a:xfrm>
            <a:off x="9020917" y="71993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E830FAF5-97D6-40AF-A379-1A5F5B78F60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25B1AB79-0682-48E9-BCA6-BEEFE8A5B6D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3AF183A9-CD46-442C-89BD-72884C04DBE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5F1AD741-9E71-4491-AE0B-D29169FFF61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95A0CFDF-6DBD-4006-815D-6F850AC71E0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11487005-C5B8-4AF4-87E7-3072EC95C87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E68B25EA-A9DF-432B-9475-8A10318647C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D19E4DF0-3EE7-472C-89D8-C87F19F24C4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1E78B535-01C7-46E6-ACA0-2544F43381A6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23CBB9F3-8953-4BA4-AEB8-94BDE761ACB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4D57019D-06D6-45B8-8797-D9EC57526948}"/>
              </a:ext>
            </a:extLst>
          </p:cNvPr>
          <p:cNvGrpSpPr/>
          <p:nvPr/>
        </p:nvGrpSpPr>
        <p:grpSpPr>
          <a:xfrm>
            <a:off x="571231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93" name="Rectangle 792">
              <a:extLst>
                <a:ext uri="{FF2B5EF4-FFF2-40B4-BE49-F238E27FC236}">
                  <a16:creationId xmlns:a16="http://schemas.microsoft.com/office/drawing/2014/main" id="{1779A7AB-8FF9-4A3B-92C4-73CD4902E31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4" name="Rectangle 793">
              <a:extLst>
                <a:ext uri="{FF2B5EF4-FFF2-40B4-BE49-F238E27FC236}">
                  <a16:creationId xmlns:a16="http://schemas.microsoft.com/office/drawing/2014/main" id="{5633C431-563A-4C89-B744-27A53323DC5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5" name="Rectangle 794">
              <a:extLst>
                <a:ext uri="{FF2B5EF4-FFF2-40B4-BE49-F238E27FC236}">
                  <a16:creationId xmlns:a16="http://schemas.microsoft.com/office/drawing/2014/main" id="{03487120-C61A-4B55-8D00-90793767811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6" name="Rectangle 795">
              <a:extLst>
                <a:ext uri="{FF2B5EF4-FFF2-40B4-BE49-F238E27FC236}">
                  <a16:creationId xmlns:a16="http://schemas.microsoft.com/office/drawing/2014/main" id="{C98C27C5-C530-4BA0-8630-9759816E7AA9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7" name="Rectangle 796">
              <a:extLst>
                <a:ext uri="{FF2B5EF4-FFF2-40B4-BE49-F238E27FC236}">
                  <a16:creationId xmlns:a16="http://schemas.microsoft.com/office/drawing/2014/main" id="{7927C8DD-F437-45A0-B69B-B0C19D5B8ECE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0A1BA2B8-AB7D-453E-B471-3E28A2AA2357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9" name="Rectangle 798">
              <a:extLst>
                <a:ext uri="{FF2B5EF4-FFF2-40B4-BE49-F238E27FC236}">
                  <a16:creationId xmlns:a16="http://schemas.microsoft.com/office/drawing/2014/main" id="{83572117-754C-4AB2-A177-8CCF755AFAC0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00" name="Rectangle 799">
              <a:extLst>
                <a:ext uri="{FF2B5EF4-FFF2-40B4-BE49-F238E27FC236}">
                  <a16:creationId xmlns:a16="http://schemas.microsoft.com/office/drawing/2014/main" id="{0660B5AF-3D41-4C1B-99BB-BFD0B91D0DDC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01" name="Rectangle 800">
              <a:extLst>
                <a:ext uri="{FF2B5EF4-FFF2-40B4-BE49-F238E27FC236}">
                  <a16:creationId xmlns:a16="http://schemas.microsoft.com/office/drawing/2014/main" id="{159937B2-FFB4-45A8-9DD3-7A160EE34D9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02" name="Rectangle 801">
              <a:extLst>
                <a:ext uri="{FF2B5EF4-FFF2-40B4-BE49-F238E27FC236}">
                  <a16:creationId xmlns:a16="http://schemas.microsoft.com/office/drawing/2014/main" id="{27E60D68-2187-4B2E-A17A-7F5262A3F04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580A0462-BDA9-4AF3-8AFE-E26D87E2DFCC}"/>
              </a:ext>
            </a:extLst>
          </p:cNvPr>
          <p:cNvGrpSpPr/>
          <p:nvPr/>
        </p:nvGrpSpPr>
        <p:grpSpPr>
          <a:xfrm>
            <a:off x="905777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D5A3F39F-334C-4D86-939A-7AFCDED9751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2645A179-E5BC-487A-A847-DF6EF34E501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06C7A5B3-218D-4427-AD35-0714DD64000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6" name="Rectangle 785">
              <a:extLst>
                <a:ext uri="{FF2B5EF4-FFF2-40B4-BE49-F238E27FC236}">
                  <a16:creationId xmlns:a16="http://schemas.microsoft.com/office/drawing/2014/main" id="{1053EF9B-9734-44DF-BA1C-9ACBE433DF68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EF1CFD0F-11C3-4313-8938-2A444B5DE43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38908956-357F-423C-B5EC-BEC8D06E94A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40EEBE8A-5F5E-4A59-9AB0-6A6A2AC95F4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0" name="Rectangle 789">
              <a:extLst>
                <a:ext uri="{FF2B5EF4-FFF2-40B4-BE49-F238E27FC236}">
                  <a16:creationId xmlns:a16="http://schemas.microsoft.com/office/drawing/2014/main" id="{44568A10-31FF-494F-A269-5B901D9A6C38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1" name="Rectangle 790">
              <a:extLst>
                <a:ext uri="{FF2B5EF4-FFF2-40B4-BE49-F238E27FC236}">
                  <a16:creationId xmlns:a16="http://schemas.microsoft.com/office/drawing/2014/main" id="{FB729CC4-855D-4510-86B4-61A409F7E65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2" name="Rectangle 791">
              <a:extLst>
                <a:ext uri="{FF2B5EF4-FFF2-40B4-BE49-F238E27FC236}">
                  <a16:creationId xmlns:a16="http://schemas.microsoft.com/office/drawing/2014/main" id="{844D76FB-13A2-4694-A1FF-194934435C3B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A518D684-F65E-4E9B-88FC-694C16176767}"/>
              </a:ext>
            </a:extLst>
          </p:cNvPr>
          <p:cNvGrpSpPr/>
          <p:nvPr/>
        </p:nvGrpSpPr>
        <p:grpSpPr>
          <a:xfrm>
            <a:off x="1240323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73" name="Rectangle 772">
              <a:extLst>
                <a:ext uri="{FF2B5EF4-FFF2-40B4-BE49-F238E27FC236}">
                  <a16:creationId xmlns:a16="http://schemas.microsoft.com/office/drawing/2014/main" id="{8485D459-7F61-42F2-BADF-96FED21C2388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2EABEA9B-7BD9-45D1-A68C-B8FDFE00A37E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5" name="Rectangle 774">
              <a:extLst>
                <a:ext uri="{FF2B5EF4-FFF2-40B4-BE49-F238E27FC236}">
                  <a16:creationId xmlns:a16="http://schemas.microsoft.com/office/drawing/2014/main" id="{2D94E772-1D54-46E3-872D-12888BBE533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17BCBC02-2D4F-4840-B260-7AD446632A9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7" name="Rectangle 776">
              <a:extLst>
                <a:ext uri="{FF2B5EF4-FFF2-40B4-BE49-F238E27FC236}">
                  <a16:creationId xmlns:a16="http://schemas.microsoft.com/office/drawing/2014/main" id="{15CA0D04-01EE-4C1F-89FF-21888137636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8" name="Rectangle 777">
              <a:extLst>
                <a:ext uri="{FF2B5EF4-FFF2-40B4-BE49-F238E27FC236}">
                  <a16:creationId xmlns:a16="http://schemas.microsoft.com/office/drawing/2014/main" id="{B0C18043-6693-4587-A841-770587D1260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9" name="Rectangle 778">
              <a:extLst>
                <a:ext uri="{FF2B5EF4-FFF2-40B4-BE49-F238E27FC236}">
                  <a16:creationId xmlns:a16="http://schemas.microsoft.com/office/drawing/2014/main" id="{494D1927-CC54-489E-9CC4-A1E3CC36DE3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0" name="Rectangle 779">
              <a:extLst>
                <a:ext uri="{FF2B5EF4-FFF2-40B4-BE49-F238E27FC236}">
                  <a16:creationId xmlns:a16="http://schemas.microsoft.com/office/drawing/2014/main" id="{06CB713F-2262-4FE8-AF05-CFA6CF53F66B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1" name="Rectangle 780">
              <a:extLst>
                <a:ext uri="{FF2B5EF4-FFF2-40B4-BE49-F238E27FC236}">
                  <a16:creationId xmlns:a16="http://schemas.microsoft.com/office/drawing/2014/main" id="{4A3A26CF-F2B8-4116-A0FD-47D9854B13E6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8867D622-98F6-435F-A0AF-84DF73EC2EDB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641D6D2F-A2AA-4AFC-AE8D-88543ED99332}"/>
              </a:ext>
            </a:extLst>
          </p:cNvPr>
          <p:cNvGrpSpPr/>
          <p:nvPr/>
        </p:nvGrpSpPr>
        <p:grpSpPr>
          <a:xfrm>
            <a:off x="1574870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63" name="Rectangle 762">
              <a:extLst>
                <a:ext uri="{FF2B5EF4-FFF2-40B4-BE49-F238E27FC236}">
                  <a16:creationId xmlns:a16="http://schemas.microsoft.com/office/drawing/2014/main" id="{C46C8039-FBD3-447B-8CF9-076054E21DE6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3D7146FE-333A-45B4-AB1F-93127814C6E7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3452E827-B0C7-4850-980D-F1CB9599604D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6" name="Rectangle 765">
              <a:extLst>
                <a:ext uri="{FF2B5EF4-FFF2-40B4-BE49-F238E27FC236}">
                  <a16:creationId xmlns:a16="http://schemas.microsoft.com/office/drawing/2014/main" id="{927F67A6-0E9A-4378-9A96-B7C4843C472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7" name="Rectangle 766">
              <a:extLst>
                <a:ext uri="{FF2B5EF4-FFF2-40B4-BE49-F238E27FC236}">
                  <a16:creationId xmlns:a16="http://schemas.microsoft.com/office/drawing/2014/main" id="{B6C38CAE-80EA-455A-9829-A7D95C4BCAC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8" name="Rectangle 767">
              <a:extLst>
                <a:ext uri="{FF2B5EF4-FFF2-40B4-BE49-F238E27FC236}">
                  <a16:creationId xmlns:a16="http://schemas.microsoft.com/office/drawing/2014/main" id="{C20093E3-75B0-44BE-BB65-30C869F24CF1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9" name="Rectangle 768">
              <a:extLst>
                <a:ext uri="{FF2B5EF4-FFF2-40B4-BE49-F238E27FC236}">
                  <a16:creationId xmlns:a16="http://schemas.microsoft.com/office/drawing/2014/main" id="{1362EE8F-F9EF-4D4D-8F51-1C28869436E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E39DD003-D2F6-4D33-B2D6-C8DB65258B1E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1" name="Rectangle 770">
              <a:extLst>
                <a:ext uri="{FF2B5EF4-FFF2-40B4-BE49-F238E27FC236}">
                  <a16:creationId xmlns:a16="http://schemas.microsoft.com/office/drawing/2014/main" id="{1FB15059-4985-49A6-B36C-CD8956A9925C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F424B587-881B-4B2E-B2C1-3DEE93AEADD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F93061EC-A38A-45A6-BDFF-F19E4DA17563}"/>
              </a:ext>
            </a:extLst>
          </p:cNvPr>
          <p:cNvGrpSpPr/>
          <p:nvPr/>
        </p:nvGrpSpPr>
        <p:grpSpPr>
          <a:xfrm>
            <a:off x="1909416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53" name="Rectangle 752">
              <a:extLst>
                <a:ext uri="{FF2B5EF4-FFF2-40B4-BE49-F238E27FC236}">
                  <a16:creationId xmlns:a16="http://schemas.microsoft.com/office/drawing/2014/main" id="{D64DE1C3-4F93-402E-8DCA-633C75D606BF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4" name="Rectangle 753">
              <a:extLst>
                <a:ext uri="{FF2B5EF4-FFF2-40B4-BE49-F238E27FC236}">
                  <a16:creationId xmlns:a16="http://schemas.microsoft.com/office/drawing/2014/main" id="{DF307E3B-3BF9-47A6-B2E9-73E0A10F267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5" name="Rectangle 754">
              <a:extLst>
                <a:ext uri="{FF2B5EF4-FFF2-40B4-BE49-F238E27FC236}">
                  <a16:creationId xmlns:a16="http://schemas.microsoft.com/office/drawing/2014/main" id="{E031EA80-3923-48C1-978C-7EB4286C5E6D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9BA73EFC-4186-43B4-9CE7-56BACAD6F88D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72D4E24-4A6E-478C-9AB2-EF0FFB577DE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8" name="Rectangle 757">
              <a:extLst>
                <a:ext uri="{FF2B5EF4-FFF2-40B4-BE49-F238E27FC236}">
                  <a16:creationId xmlns:a16="http://schemas.microsoft.com/office/drawing/2014/main" id="{C9711B09-3C22-4295-939A-3C8A38A7F2B7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9" name="Rectangle 758">
              <a:extLst>
                <a:ext uri="{FF2B5EF4-FFF2-40B4-BE49-F238E27FC236}">
                  <a16:creationId xmlns:a16="http://schemas.microsoft.com/office/drawing/2014/main" id="{8B86F621-6005-49F8-B6B4-DC5786D2FEA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CB3AB293-0C82-4BAC-A3D1-8D4D8EC2DE1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58CC4423-613B-494A-A47C-37479D42654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B2356376-AE07-44C4-9819-10B2F54EC79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BF452109-B513-44C0-9D4B-2F954F21B5C5}"/>
              </a:ext>
            </a:extLst>
          </p:cNvPr>
          <p:cNvGrpSpPr/>
          <p:nvPr/>
        </p:nvGrpSpPr>
        <p:grpSpPr>
          <a:xfrm>
            <a:off x="2243963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13570F46-EB28-47DC-B1C7-CE740975E172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4" name="Rectangle 743">
              <a:extLst>
                <a:ext uri="{FF2B5EF4-FFF2-40B4-BE49-F238E27FC236}">
                  <a16:creationId xmlns:a16="http://schemas.microsoft.com/office/drawing/2014/main" id="{40413336-E1B6-4596-BDD9-97FCF3D8057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511B8780-435C-4AAA-A8F7-90B583F137E6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6" name="Rectangle 745">
              <a:extLst>
                <a:ext uri="{FF2B5EF4-FFF2-40B4-BE49-F238E27FC236}">
                  <a16:creationId xmlns:a16="http://schemas.microsoft.com/office/drawing/2014/main" id="{76AEE2BB-EB43-43C8-A50F-75F1B727052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0DED5819-DDBD-4FF1-9AEE-EF966E80DB5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8" name="Rectangle 747">
              <a:extLst>
                <a:ext uri="{FF2B5EF4-FFF2-40B4-BE49-F238E27FC236}">
                  <a16:creationId xmlns:a16="http://schemas.microsoft.com/office/drawing/2014/main" id="{4A52C125-4E76-4BF7-A0FB-55712F88E4A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D9F50A52-F474-429E-BDC0-C652F9717BF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0" name="Rectangle 749">
              <a:extLst>
                <a:ext uri="{FF2B5EF4-FFF2-40B4-BE49-F238E27FC236}">
                  <a16:creationId xmlns:a16="http://schemas.microsoft.com/office/drawing/2014/main" id="{54D7ADE9-E36A-41ED-84D0-B69B83759AD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1" name="Rectangle 750">
              <a:extLst>
                <a:ext uri="{FF2B5EF4-FFF2-40B4-BE49-F238E27FC236}">
                  <a16:creationId xmlns:a16="http://schemas.microsoft.com/office/drawing/2014/main" id="{C2480FB4-5E93-475B-96A5-E8B6506A2B1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2" name="Rectangle 751">
              <a:extLst>
                <a:ext uri="{FF2B5EF4-FFF2-40B4-BE49-F238E27FC236}">
                  <a16:creationId xmlns:a16="http://schemas.microsoft.com/office/drawing/2014/main" id="{E30BE206-CAB9-48BB-9A81-A2C6F4F1BC75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5FC237EC-CF9D-4CCE-A1B2-0373D7B875C3}"/>
              </a:ext>
            </a:extLst>
          </p:cNvPr>
          <p:cNvGrpSpPr/>
          <p:nvPr/>
        </p:nvGrpSpPr>
        <p:grpSpPr>
          <a:xfrm>
            <a:off x="2578508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33" name="Rectangle 732">
              <a:extLst>
                <a:ext uri="{FF2B5EF4-FFF2-40B4-BE49-F238E27FC236}">
                  <a16:creationId xmlns:a16="http://schemas.microsoft.com/office/drawing/2014/main" id="{D875E6E3-813B-4B01-B9E0-980B90298A42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4" name="Rectangle 733">
              <a:extLst>
                <a:ext uri="{FF2B5EF4-FFF2-40B4-BE49-F238E27FC236}">
                  <a16:creationId xmlns:a16="http://schemas.microsoft.com/office/drawing/2014/main" id="{09E471E7-363E-486C-924C-C9FD5E4129F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DFC8B3EF-A2DC-402D-A4B8-DB6E1DFBD2B1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3798118D-3395-4CBE-A88B-67E32CFD5600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E6251FE8-A576-4C95-B890-693B4DAEB51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8" name="Rectangle 737">
              <a:extLst>
                <a:ext uri="{FF2B5EF4-FFF2-40B4-BE49-F238E27FC236}">
                  <a16:creationId xmlns:a16="http://schemas.microsoft.com/office/drawing/2014/main" id="{978A461B-4C95-4C22-81CC-DCFC912A442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86F07028-CD1D-4D7D-AB1F-E91A118B6F9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0" name="Rectangle 739">
              <a:extLst>
                <a:ext uri="{FF2B5EF4-FFF2-40B4-BE49-F238E27FC236}">
                  <a16:creationId xmlns:a16="http://schemas.microsoft.com/office/drawing/2014/main" id="{2D6AE3DE-6961-47B6-BFE5-BDC7D474BD15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040FF221-025D-4B06-A859-0FF72BBE895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2" name="Rectangle 741">
              <a:extLst>
                <a:ext uri="{FF2B5EF4-FFF2-40B4-BE49-F238E27FC236}">
                  <a16:creationId xmlns:a16="http://schemas.microsoft.com/office/drawing/2014/main" id="{8FEF89FC-0D5F-4109-B729-CADE1B1C553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FA339CD3-4D59-4548-AC6C-F22F716200A8}"/>
              </a:ext>
            </a:extLst>
          </p:cNvPr>
          <p:cNvGrpSpPr/>
          <p:nvPr/>
        </p:nvGrpSpPr>
        <p:grpSpPr>
          <a:xfrm>
            <a:off x="2913055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23" name="Rectangle 722">
              <a:extLst>
                <a:ext uri="{FF2B5EF4-FFF2-40B4-BE49-F238E27FC236}">
                  <a16:creationId xmlns:a16="http://schemas.microsoft.com/office/drawing/2014/main" id="{DD28B3D3-8EEF-4B11-81BA-2F759BDE8F9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4" name="Rectangle 723">
              <a:extLst>
                <a:ext uri="{FF2B5EF4-FFF2-40B4-BE49-F238E27FC236}">
                  <a16:creationId xmlns:a16="http://schemas.microsoft.com/office/drawing/2014/main" id="{456F1387-F0CA-418F-9ACD-C61E17EE4F3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5" name="Rectangle 724">
              <a:extLst>
                <a:ext uri="{FF2B5EF4-FFF2-40B4-BE49-F238E27FC236}">
                  <a16:creationId xmlns:a16="http://schemas.microsoft.com/office/drawing/2014/main" id="{A94B4A76-84DB-451A-B38B-35765B75C60C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6" name="Rectangle 725">
              <a:extLst>
                <a:ext uri="{FF2B5EF4-FFF2-40B4-BE49-F238E27FC236}">
                  <a16:creationId xmlns:a16="http://schemas.microsoft.com/office/drawing/2014/main" id="{39858804-7D60-4A00-A24B-870DB0714A7F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7" name="Rectangle 726">
              <a:extLst>
                <a:ext uri="{FF2B5EF4-FFF2-40B4-BE49-F238E27FC236}">
                  <a16:creationId xmlns:a16="http://schemas.microsoft.com/office/drawing/2014/main" id="{DC63299A-FC7E-4D55-837D-62F7BF228FE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8" name="Rectangle 727">
              <a:extLst>
                <a:ext uri="{FF2B5EF4-FFF2-40B4-BE49-F238E27FC236}">
                  <a16:creationId xmlns:a16="http://schemas.microsoft.com/office/drawing/2014/main" id="{C18DCC07-3CC7-4F8A-9741-82B35AEB5A91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9" name="Rectangle 728">
              <a:extLst>
                <a:ext uri="{FF2B5EF4-FFF2-40B4-BE49-F238E27FC236}">
                  <a16:creationId xmlns:a16="http://schemas.microsoft.com/office/drawing/2014/main" id="{B14EAA39-5C96-40E5-B4E5-5FE77FB02E3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0" name="Rectangle 729">
              <a:extLst>
                <a:ext uri="{FF2B5EF4-FFF2-40B4-BE49-F238E27FC236}">
                  <a16:creationId xmlns:a16="http://schemas.microsoft.com/office/drawing/2014/main" id="{CC668893-704B-4988-80F1-3DB9C6340945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1" name="Rectangle 730">
              <a:extLst>
                <a:ext uri="{FF2B5EF4-FFF2-40B4-BE49-F238E27FC236}">
                  <a16:creationId xmlns:a16="http://schemas.microsoft.com/office/drawing/2014/main" id="{DAB50C79-71E3-4F73-A6F8-86F10487B82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2" name="Rectangle 731">
              <a:extLst>
                <a:ext uri="{FF2B5EF4-FFF2-40B4-BE49-F238E27FC236}">
                  <a16:creationId xmlns:a16="http://schemas.microsoft.com/office/drawing/2014/main" id="{4F11B88A-2A7B-43F9-B42B-34B3BC03167D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35AE99B6-1A91-455B-9C79-4ABB219003FA}"/>
              </a:ext>
            </a:extLst>
          </p:cNvPr>
          <p:cNvGrpSpPr/>
          <p:nvPr/>
        </p:nvGrpSpPr>
        <p:grpSpPr>
          <a:xfrm>
            <a:off x="3247601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13" name="Rectangle 712">
              <a:extLst>
                <a:ext uri="{FF2B5EF4-FFF2-40B4-BE49-F238E27FC236}">
                  <a16:creationId xmlns:a16="http://schemas.microsoft.com/office/drawing/2014/main" id="{0C4CD474-FA3D-4279-AD93-606FE6E6830F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4" name="Rectangle 713">
              <a:extLst>
                <a:ext uri="{FF2B5EF4-FFF2-40B4-BE49-F238E27FC236}">
                  <a16:creationId xmlns:a16="http://schemas.microsoft.com/office/drawing/2014/main" id="{B7819405-F01C-4818-B1B4-552CCFB2C22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5" name="Rectangle 714">
              <a:extLst>
                <a:ext uri="{FF2B5EF4-FFF2-40B4-BE49-F238E27FC236}">
                  <a16:creationId xmlns:a16="http://schemas.microsoft.com/office/drawing/2014/main" id="{2015AB60-70C4-4E34-BF1C-B447C4F04C8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6" name="Rectangle 715">
              <a:extLst>
                <a:ext uri="{FF2B5EF4-FFF2-40B4-BE49-F238E27FC236}">
                  <a16:creationId xmlns:a16="http://schemas.microsoft.com/office/drawing/2014/main" id="{C021FE36-9734-4C9D-BF22-A808DF2D7F6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7" name="Rectangle 716">
              <a:extLst>
                <a:ext uri="{FF2B5EF4-FFF2-40B4-BE49-F238E27FC236}">
                  <a16:creationId xmlns:a16="http://schemas.microsoft.com/office/drawing/2014/main" id="{295BF911-71B5-4728-9CD1-D90BBA79930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8" name="Rectangle 717">
              <a:extLst>
                <a:ext uri="{FF2B5EF4-FFF2-40B4-BE49-F238E27FC236}">
                  <a16:creationId xmlns:a16="http://schemas.microsoft.com/office/drawing/2014/main" id="{6195198F-2684-43CA-8F4E-C4EE2ABBD37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9" name="Rectangle 718">
              <a:extLst>
                <a:ext uri="{FF2B5EF4-FFF2-40B4-BE49-F238E27FC236}">
                  <a16:creationId xmlns:a16="http://schemas.microsoft.com/office/drawing/2014/main" id="{011AFC46-A5B8-4DB0-8553-5CEA900F8140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0" name="Rectangle 719">
              <a:extLst>
                <a:ext uri="{FF2B5EF4-FFF2-40B4-BE49-F238E27FC236}">
                  <a16:creationId xmlns:a16="http://schemas.microsoft.com/office/drawing/2014/main" id="{D7632642-603D-4974-8CFF-8A2740A30DD9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1" name="Rectangle 720">
              <a:extLst>
                <a:ext uri="{FF2B5EF4-FFF2-40B4-BE49-F238E27FC236}">
                  <a16:creationId xmlns:a16="http://schemas.microsoft.com/office/drawing/2014/main" id="{0FA77CA7-6892-4D1D-86D2-DEB951183CCB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2" name="Rectangle 721">
              <a:extLst>
                <a:ext uri="{FF2B5EF4-FFF2-40B4-BE49-F238E27FC236}">
                  <a16:creationId xmlns:a16="http://schemas.microsoft.com/office/drawing/2014/main" id="{FE61EAF2-2E91-4EDC-B2DD-75A6599939E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703" name="Rectangle 702">
            <a:extLst>
              <a:ext uri="{FF2B5EF4-FFF2-40B4-BE49-F238E27FC236}">
                <a16:creationId xmlns:a16="http://schemas.microsoft.com/office/drawing/2014/main" id="{DD164532-5E6B-42A5-A67A-85D38E300019}"/>
              </a:ext>
            </a:extLst>
          </p:cNvPr>
          <p:cNvSpPr/>
          <p:nvPr/>
        </p:nvSpPr>
        <p:spPr>
          <a:xfrm>
            <a:off x="3582147" y="3458324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4" name="Rectangle 703">
            <a:extLst>
              <a:ext uri="{FF2B5EF4-FFF2-40B4-BE49-F238E27FC236}">
                <a16:creationId xmlns:a16="http://schemas.microsoft.com/office/drawing/2014/main" id="{B11E323D-62A6-4B04-915E-481A30B63AF3}"/>
              </a:ext>
            </a:extLst>
          </p:cNvPr>
          <p:cNvSpPr/>
          <p:nvPr/>
        </p:nvSpPr>
        <p:spPr>
          <a:xfrm>
            <a:off x="3582147" y="3792870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25865E96-C762-48DA-8243-58ACDD1246D4}"/>
              </a:ext>
            </a:extLst>
          </p:cNvPr>
          <p:cNvSpPr/>
          <p:nvPr/>
        </p:nvSpPr>
        <p:spPr>
          <a:xfrm>
            <a:off x="3582147" y="4127416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6" name="Rectangle 705">
            <a:extLst>
              <a:ext uri="{FF2B5EF4-FFF2-40B4-BE49-F238E27FC236}">
                <a16:creationId xmlns:a16="http://schemas.microsoft.com/office/drawing/2014/main" id="{F77F3582-04DD-4DC3-A56C-9EBAB09F1585}"/>
              </a:ext>
            </a:extLst>
          </p:cNvPr>
          <p:cNvSpPr/>
          <p:nvPr/>
        </p:nvSpPr>
        <p:spPr>
          <a:xfrm>
            <a:off x="3582147" y="4461963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7" name="Rectangle 706">
            <a:extLst>
              <a:ext uri="{FF2B5EF4-FFF2-40B4-BE49-F238E27FC236}">
                <a16:creationId xmlns:a16="http://schemas.microsoft.com/office/drawing/2014/main" id="{FD36541F-D3E0-4E59-85D6-4A3AF723F39F}"/>
              </a:ext>
            </a:extLst>
          </p:cNvPr>
          <p:cNvSpPr/>
          <p:nvPr/>
        </p:nvSpPr>
        <p:spPr>
          <a:xfrm>
            <a:off x="3582147" y="4796509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8" name="Rectangle 707">
            <a:extLst>
              <a:ext uri="{FF2B5EF4-FFF2-40B4-BE49-F238E27FC236}">
                <a16:creationId xmlns:a16="http://schemas.microsoft.com/office/drawing/2014/main" id="{E019DC29-199B-42A1-83AE-CCF2BB05A601}"/>
              </a:ext>
            </a:extLst>
          </p:cNvPr>
          <p:cNvSpPr/>
          <p:nvPr/>
        </p:nvSpPr>
        <p:spPr>
          <a:xfrm>
            <a:off x="3582147" y="5131055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9" name="Rectangle 708">
            <a:extLst>
              <a:ext uri="{FF2B5EF4-FFF2-40B4-BE49-F238E27FC236}">
                <a16:creationId xmlns:a16="http://schemas.microsoft.com/office/drawing/2014/main" id="{B68CAB69-92A5-40A6-82E7-0BA560DD43FE}"/>
              </a:ext>
            </a:extLst>
          </p:cNvPr>
          <p:cNvSpPr/>
          <p:nvPr/>
        </p:nvSpPr>
        <p:spPr>
          <a:xfrm>
            <a:off x="3582147" y="5465601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0" name="Rectangle 709">
            <a:extLst>
              <a:ext uri="{FF2B5EF4-FFF2-40B4-BE49-F238E27FC236}">
                <a16:creationId xmlns:a16="http://schemas.microsoft.com/office/drawing/2014/main" id="{577020A2-A08A-4B3A-9050-8E2C2F395A90}"/>
              </a:ext>
            </a:extLst>
          </p:cNvPr>
          <p:cNvSpPr/>
          <p:nvPr/>
        </p:nvSpPr>
        <p:spPr>
          <a:xfrm>
            <a:off x="3582147" y="5800147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1" name="Rectangle 710">
            <a:extLst>
              <a:ext uri="{FF2B5EF4-FFF2-40B4-BE49-F238E27FC236}">
                <a16:creationId xmlns:a16="http://schemas.microsoft.com/office/drawing/2014/main" id="{7EDC80E1-4B9B-4045-B96B-A81A3A316044}"/>
              </a:ext>
            </a:extLst>
          </p:cNvPr>
          <p:cNvSpPr/>
          <p:nvPr/>
        </p:nvSpPr>
        <p:spPr>
          <a:xfrm>
            <a:off x="3582147" y="6134694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2" name="Rectangle 711">
            <a:extLst>
              <a:ext uri="{FF2B5EF4-FFF2-40B4-BE49-F238E27FC236}">
                <a16:creationId xmlns:a16="http://schemas.microsoft.com/office/drawing/2014/main" id="{ADAE6B97-027C-4A7C-A747-DCB35D200EB5}"/>
              </a:ext>
            </a:extLst>
          </p:cNvPr>
          <p:cNvSpPr/>
          <p:nvPr/>
        </p:nvSpPr>
        <p:spPr>
          <a:xfrm>
            <a:off x="3582147" y="6469240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39994D5C-5E37-4E39-89F4-2662D20EBB70}"/>
              </a:ext>
            </a:extLst>
          </p:cNvPr>
          <p:cNvSpPr/>
          <p:nvPr/>
        </p:nvSpPr>
        <p:spPr>
          <a:xfrm>
            <a:off x="571231" y="3458324"/>
            <a:ext cx="3345462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91" name="Group 690">
            <a:extLst>
              <a:ext uri="{FF2B5EF4-FFF2-40B4-BE49-F238E27FC236}">
                <a16:creationId xmlns:a16="http://schemas.microsoft.com/office/drawing/2014/main" id="{CB4ECF75-62C2-495D-A229-510AE11326CA}"/>
              </a:ext>
            </a:extLst>
          </p:cNvPr>
          <p:cNvGrpSpPr/>
          <p:nvPr/>
        </p:nvGrpSpPr>
        <p:grpSpPr>
          <a:xfrm>
            <a:off x="3952691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93" name="Rectangle 692">
              <a:extLst>
                <a:ext uri="{FF2B5EF4-FFF2-40B4-BE49-F238E27FC236}">
                  <a16:creationId xmlns:a16="http://schemas.microsoft.com/office/drawing/2014/main" id="{5794FDE6-65E4-4009-A964-70F1988B216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4" name="Rectangle 693">
              <a:extLst>
                <a:ext uri="{FF2B5EF4-FFF2-40B4-BE49-F238E27FC236}">
                  <a16:creationId xmlns:a16="http://schemas.microsoft.com/office/drawing/2014/main" id="{A16CCD86-18CE-4862-9109-0660B1ECB93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5" name="Rectangle 694">
              <a:extLst>
                <a:ext uri="{FF2B5EF4-FFF2-40B4-BE49-F238E27FC236}">
                  <a16:creationId xmlns:a16="http://schemas.microsoft.com/office/drawing/2014/main" id="{1E423777-3CDB-4153-BA6B-044EFB35C9E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6" name="Rectangle 695">
              <a:extLst>
                <a:ext uri="{FF2B5EF4-FFF2-40B4-BE49-F238E27FC236}">
                  <a16:creationId xmlns:a16="http://schemas.microsoft.com/office/drawing/2014/main" id="{305E0913-52AE-4FF3-8199-B9D12D476EF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7" name="Rectangle 696">
              <a:extLst>
                <a:ext uri="{FF2B5EF4-FFF2-40B4-BE49-F238E27FC236}">
                  <a16:creationId xmlns:a16="http://schemas.microsoft.com/office/drawing/2014/main" id="{291806E2-ADAF-41AB-80E5-A40010CEFEE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8" name="Rectangle 697">
              <a:extLst>
                <a:ext uri="{FF2B5EF4-FFF2-40B4-BE49-F238E27FC236}">
                  <a16:creationId xmlns:a16="http://schemas.microsoft.com/office/drawing/2014/main" id="{3A16E883-C978-4507-93F6-39E5F751345E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9" name="Rectangle 698">
              <a:extLst>
                <a:ext uri="{FF2B5EF4-FFF2-40B4-BE49-F238E27FC236}">
                  <a16:creationId xmlns:a16="http://schemas.microsoft.com/office/drawing/2014/main" id="{73F9B8AE-98F4-418A-899B-6F4388C3AD26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00" name="Rectangle 699">
              <a:extLst>
                <a:ext uri="{FF2B5EF4-FFF2-40B4-BE49-F238E27FC236}">
                  <a16:creationId xmlns:a16="http://schemas.microsoft.com/office/drawing/2014/main" id="{2ABF681C-CF31-4719-9C4F-3BEF3E59EE2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01" name="Rectangle 700">
              <a:extLst>
                <a:ext uri="{FF2B5EF4-FFF2-40B4-BE49-F238E27FC236}">
                  <a16:creationId xmlns:a16="http://schemas.microsoft.com/office/drawing/2014/main" id="{D522FF52-588A-4F96-810F-0FADA13316D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02" name="Rectangle 701">
              <a:extLst>
                <a:ext uri="{FF2B5EF4-FFF2-40B4-BE49-F238E27FC236}">
                  <a16:creationId xmlns:a16="http://schemas.microsoft.com/office/drawing/2014/main" id="{47F3E672-E42A-4147-B7B9-5E619C7D5A8F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92" name="Rectangle 691">
            <a:extLst>
              <a:ext uri="{FF2B5EF4-FFF2-40B4-BE49-F238E27FC236}">
                <a16:creationId xmlns:a16="http://schemas.microsoft.com/office/drawing/2014/main" id="{962DFE73-EE0F-4FA5-8985-BCB52733B204}"/>
              </a:ext>
            </a:extLst>
          </p:cNvPr>
          <p:cNvSpPr/>
          <p:nvPr/>
        </p:nvSpPr>
        <p:spPr>
          <a:xfrm>
            <a:off x="3952691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79" name="Group 678">
            <a:extLst>
              <a:ext uri="{FF2B5EF4-FFF2-40B4-BE49-F238E27FC236}">
                <a16:creationId xmlns:a16="http://schemas.microsoft.com/office/drawing/2014/main" id="{EC453733-D674-43FA-96E4-BDB773451898}"/>
              </a:ext>
            </a:extLst>
          </p:cNvPr>
          <p:cNvGrpSpPr/>
          <p:nvPr/>
        </p:nvGrpSpPr>
        <p:grpSpPr>
          <a:xfrm>
            <a:off x="4322236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81" name="Rectangle 680">
              <a:extLst>
                <a:ext uri="{FF2B5EF4-FFF2-40B4-BE49-F238E27FC236}">
                  <a16:creationId xmlns:a16="http://schemas.microsoft.com/office/drawing/2014/main" id="{5DEE5BBD-C299-45BE-BF8A-D0A0016649C6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2" name="Rectangle 681">
              <a:extLst>
                <a:ext uri="{FF2B5EF4-FFF2-40B4-BE49-F238E27FC236}">
                  <a16:creationId xmlns:a16="http://schemas.microsoft.com/office/drawing/2014/main" id="{08E1A0FB-BF91-454C-92C9-7A500F90423A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3" name="Rectangle 682">
              <a:extLst>
                <a:ext uri="{FF2B5EF4-FFF2-40B4-BE49-F238E27FC236}">
                  <a16:creationId xmlns:a16="http://schemas.microsoft.com/office/drawing/2014/main" id="{99B46EB7-6E99-46C3-8222-D44C377C7DE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4" name="Rectangle 683">
              <a:extLst>
                <a:ext uri="{FF2B5EF4-FFF2-40B4-BE49-F238E27FC236}">
                  <a16:creationId xmlns:a16="http://schemas.microsoft.com/office/drawing/2014/main" id="{30030771-69E1-4CDE-898C-502437F208FA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5" name="Rectangle 684">
              <a:extLst>
                <a:ext uri="{FF2B5EF4-FFF2-40B4-BE49-F238E27FC236}">
                  <a16:creationId xmlns:a16="http://schemas.microsoft.com/office/drawing/2014/main" id="{F0FFEB24-16D8-4FE6-A453-0D215280E362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6" name="Rectangle 685">
              <a:extLst>
                <a:ext uri="{FF2B5EF4-FFF2-40B4-BE49-F238E27FC236}">
                  <a16:creationId xmlns:a16="http://schemas.microsoft.com/office/drawing/2014/main" id="{A37F0551-2621-4B54-8A1E-1C2358687F3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7" name="Rectangle 686">
              <a:extLst>
                <a:ext uri="{FF2B5EF4-FFF2-40B4-BE49-F238E27FC236}">
                  <a16:creationId xmlns:a16="http://schemas.microsoft.com/office/drawing/2014/main" id="{9A84E705-3E32-4295-8E3A-0122F3799B03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8" name="Rectangle 687">
              <a:extLst>
                <a:ext uri="{FF2B5EF4-FFF2-40B4-BE49-F238E27FC236}">
                  <a16:creationId xmlns:a16="http://schemas.microsoft.com/office/drawing/2014/main" id="{E16CD068-16B7-4AE3-94AD-CEF84022B05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9" name="Rectangle 688">
              <a:extLst>
                <a:ext uri="{FF2B5EF4-FFF2-40B4-BE49-F238E27FC236}">
                  <a16:creationId xmlns:a16="http://schemas.microsoft.com/office/drawing/2014/main" id="{CD41467D-0436-40A3-9213-ADB570012F4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0" name="Rectangle 689">
              <a:extLst>
                <a:ext uri="{FF2B5EF4-FFF2-40B4-BE49-F238E27FC236}">
                  <a16:creationId xmlns:a16="http://schemas.microsoft.com/office/drawing/2014/main" id="{E326B810-83E9-4305-B3EB-813E780DA01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80" name="Rectangle 679">
            <a:extLst>
              <a:ext uri="{FF2B5EF4-FFF2-40B4-BE49-F238E27FC236}">
                <a16:creationId xmlns:a16="http://schemas.microsoft.com/office/drawing/2014/main" id="{11060912-281A-4DBA-A76B-79ADE72C4969}"/>
              </a:ext>
            </a:extLst>
          </p:cNvPr>
          <p:cNvSpPr/>
          <p:nvPr/>
        </p:nvSpPr>
        <p:spPr>
          <a:xfrm>
            <a:off x="4322236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67" name="Group 666">
            <a:extLst>
              <a:ext uri="{FF2B5EF4-FFF2-40B4-BE49-F238E27FC236}">
                <a16:creationId xmlns:a16="http://schemas.microsoft.com/office/drawing/2014/main" id="{081D549B-1985-4361-A287-00A80F902725}"/>
              </a:ext>
            </a:extLst>
          </p:cNvPr>
          <p:cNvGrpSpPr/>
          <p:nvPr/>
        </p:nvGrpSpPr>
        <p:grpSpPr>
          <a:xfrm>
            <a:off x="4687818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69" name="Rectangle 668">
              <a:extLst>
                <a:ext uri="{FF2B5EF4-FFF2-40B4-BE49-F238E27FC236}">
                  <a16:creationId xmlns:a16="http://schemas.microsoft.com/office/drawing/2014/main" id="{C077AE40-1751-4CDF-8C0E-51367FD69E4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0" name="Rectangle 669">
              <a:extLst>
                <a:ext uri="{FF2B5EF4-FFF2-40B4-BE49-F238E27FC236}">
                  <a16:creationId xmlns:a16="http://schemas.microsoft.com/office/drawing/2014/main" id="{9C7DFF6C-94F3-4F98-8EE0-9E9832ED0293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1" name="Rectangle 670">
              <a:extLst>
                <a:ext uri="{FF2B5EF4-FFF2-40B4-BE49-F238E27FC236}">
                  <a16:creationId xmlns:a16="http://schemas.microsoft.com/office/drawing/2014/main" id="{429F22D5-E505-4D14-9292-238A378F383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2" name="Rectangle 671">
              <a:extLst>
                <a:ext uri="{FF2B5EF4-FFF2-40B4-BE49-F238E27FC236}">
                  <a16:creationId xmlns:a16="http://schemas.microsoft.com/office/drawing/2014/main" id="{4009908F-97FD-4A30-97F6-1D27B93F64D5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3" name="Rectangle 672">
              <a:extLst>
                <a:ext uri="{FF2B5EF4-FFF2-40B4-BE49-F238E27FC236}">
                  <a16:creationId xmlns:a16="http://schemas.microsoft.com/office/drawing/2014/main" id="{A40C6777-8FB1-4A92-9C89-253FEDA0823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4" name="Rectangle 673">
              <a:extLst>
                <a:ext uri="{FF2B5EF4-FFF2-40B4-BE49-F238E27FC236}">
                  <a16:creationId xmlns:a16="http://schemas.microsoft.com/office/drawing/2014/main" id="{66EBFAF6-D015-475B-A1DB-A472C6106888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5" name="Rectangle 674">
              <a:extLst>
                <a:ext uri="{FF2B5EF4-FFF2-40B4-BE49-F238E27FC236}">
                  <a16:creationId xmlns:a16="http://schemas.microsoft.com/office/drawing/2014/main" id="{962CC56B-EC20-421C-BE27-ED3959D550A6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6" name="Rectangle 675">
              <a:extLst>
                <a:ext uri="{FF2B5EF4-FFF2-40B4-BE49-F238E27FC236}">
                  <a16:creationId xmlns:a16="http://schemas.microsoft.com/office/drawing/2014/main" id="{EDAA297B-F045-44EA-ACCA-1CB9013B6290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7" name="Rectangle 676">
              <a:extLst>
                <a:ext uri="{FF2B5EF4-FFF2-40B4-BE49-F238E27FC236}">
                  <a16:creationId xmlns:a16="http://schemas.microsoft.com/office/drawing/2014/main" id="{FBFD5300-1DAF-440E-84B5-97FFD4F424FB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8" name="Rectangle 677">
              <a:extLst>
                <a:ext uri="{FF2B5EF4-FFF2-40B4-BE49-F238E27FC236}">
                  <a16:creationId xmlns:a16="http://schemas.microsoft.com/office/drawing/2014/main" id="{058CA249-D2D3-4CFC-B4D5-894072B7CD8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68" name="Rectangle 667">
            <a:extLst>
              <a:ext uri="{FF2B5EF4-FFF2-40B4-BE49-F238E27FC236}">
                <a16:creationId xmlns:a16="http://schemas.microsoft.com/office/drawing/2014/main" id="{63BEEB5B-9FF2-482A-8144-8723ABD374D2}"/>
              </a:ext>
            </a:extLst>
          </p:cNvPr>
          <p:cNvSpPr/>
          <p:nvPr/>
        </p:nvSpPr>
        <p:spPr>
          <a:xfrm>
            <a:off x="4687818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55" name="Group 654">
            <a:extLst>
              <a:ext uri="{FF2B5EF4-FFF2-40B4-BE49-F238E27FC236}">
                <a16:creationId xmlns:a16="http://schemas.microsoft.com/office/drawing/2014/main" id="{01B27540-C104-48B1-8AD9-701AABC940A2}"/>
              </a:ext>
            </a:extLst>
          </p:cNvPr>
          <p:cNvGrpSpPr/>
          <p:nvPr/>
        </p:nvGrpSpPr>
        <p:grpSpPr>
          <a:xfrm>
            <a:off x="5057805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BD4B5E3C-3602-41B9-8CAD-FD01DFDD3FA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8" name="Rectangle 657">
              <a:extLst>
                <a:ext uri="{FF2B5EF4-FFF2-40B4-BE49-F238E27FC236}">
                  <a16:creationId xmlns:a16="http://schemas.microsoft.com/office/drawing/2014/main" id="{C9946653-AC25-4B1D-A8C6-61162F35F34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9" name="Rectangle 658">
              <a:extLst>
                <a:ext uri="{FF2B5EF4-FFF2-40B4-BE49-F238E27FC236}">
                  <a16:creationId xmlns:a16="http://schemas.microsoft.com/office/drawing/2014/main" id="{8907BF24-C4E9-4456-A8B8-DE8D26D28ED6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0" name="Rectangle 659">
              <a:extLst>
                <a:ext uri="{FF2B5EF4-FFF2-40B4-BE49-F238E27FC236}">
                  <a16:creationId xmlns:a16="http://schemas.microsoft.com/office/drawing/2014/main" id="{BA7A477F-F5BF-4597-B007-ED9D7F63A01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1" name="Rectangle 660">
              <a:extLst>
                <a:ext uri="{FF2B5EF4-FFF2-40B4-BE49-F238E27FC236}">
                  <a16:creationId xmlns:a16="http://schemas.microsoft.com/office/drawing/2014/main" id="{EF105782-7913-486D-9D70-2D75D329E445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2" name="Rectangle 661">
              <a:extLst>
                <a:ext uri="{FF2B5EF4-FFF2-40B4-BE49-F238E27FC236}">
                  <a16:creationId xmlns:a16="http://schemas.microsoft.com/office/drawing/2014/main" id="{521BD16C-8146-4EF4-B076-7D08F034319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A4AEF0DE-A1D6-424F-BE1F-7ADF2B70CBB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4" name="Rectangle 663">
              <a:extLst>
                <a:ext uri="{FF2B5EF4-FFF2-40B4-BE49-F238E27FC236}">
                  <a16:creationId xmlns:a16="http://schemas.microsoft.com/office/drawing/2014/main" id="{97D8294A-F414-4718-ABFE-83183BBD582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5" name="Rectangle 664">
              <a:extLst>
                <a:ext uri="{FF2B5EF4-FFF2-40B4-BE49-F238E27FC236}">
                  <a16:creationId xmlns:a16="http://schemas.microsoft.com/office/drawing/2014/main" id="{CB8CA76B-A160-4ED3-949C-79FD099BDED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6" name="Rectangle 665">
              <a:extLst>
                <a:ext uri="{FF2B5EF4-FFF2-40B4-BE49-F238E27FC236}">
                  <a16:creationId xmlns:a16="http://schemas.microsoft.com/office/drawing/2014/main" id="{7702466C-45A1-4B26-80CD-18291BD5160D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56" name="Rectangle 655">
            <a:extLst>
              <a:ext uri="{FF2B5EF4-FFF2-40B4-BE49-F238E27FC236}">
                <a16:creationId xmlns:a16="http://schemas.microsoft.com/office/drawing/2014/main" id="{0B214FEC-92C9-473C-9C0B-3C68BE7FE450}"/>
              </a:ext>
            </a:extLst>
          </p:cNvPr>
          <p:cNvSpPr/>
          <p:nvPr/>
        </p:nvSpPr>
        <p:spPr>
          <a:xfrm>
            <a:off x="5057805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4A90C794-5EC2-4421-A00F-997A78120139}"/>
              </a:ext>
            </a:extLst>
          </p:cNvPr>
          <p:cNvGrpSpPr/>
          <p:nvPr/>
        </p:nvGrpSpPr>
        <p:grpSpPr>
          <a:xfrm>
            <a:off x="5427350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45" name="Rectangle 644">
              <a:extLst>
                <a:ext uri="{FF2B5EF4-FFF2-40B4-BE49-F238E27FC236}">
                  <a16:creationId xmlns:a16="http://schemas.microsoft.com/office/drawing/2014/main" id="{22DB4CB6-F96C-4653-99CC-F608BCB73275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6" name="Rectangle 645">
              <a:extLst>
                <a:ext uri="{FF2B5EF4-FFF2-40B4-BE49-F238E27FC236}">
                  <a16:creationId xmlns:a16="http://schemas.microsoft.com/office/drawing/2014/main" id="{E69E2D24-F6C7-4E3D-A242-C0BD768916B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7" name="Rectangle 646">
              <a:extLst>
                <a:ext uri="{FF2B5EF4-FFF2-40B4-BE49-F238E27FC236}">
                  <a16:creationId xmlns:a16="http://schemas.microsoft.com/office/drawing/2014/main" id="{9F0C1968-D844-40C4-A712-C93CBE0B161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8" name="Rectangle 647">
              <a:extLst>
                <a:ext uri="{FF2B5EF4-FFF2-40B4-BE49-F238E27FC236}">
                  <a16:creationId xmlns:a16="http://schemas.microsoft.com/office/drawing/2014/main" id="{03E2E80C-A18E-4979-B616-F0112783561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9" name="Rectangle 648">
              <a:extLst>
                <a:ext uri="{FF2B5EF4-FFF2-40B4-BE49-F238E27FC236}">
                  <a16:creationId xmlns:a16="http://schemas.microsoft.com/office/drawing/2014/main" id="{8DF89AC6-7B0E-43AD-B1C6-321F5E1124E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0" name="Rectangle 649">
              <a:extLst>
                <a:ext uri="{FF2B5EF4-FFF2-40B4-BE49-F238E27FC236}">
                  <a16:creationId xmlns:a16="http://schemas.microsoft.com/office/drawing/2014/main" id="{6A3859B3-A49B-454E-8414-B2945B689E68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1" name="Rectangle 650">
              <a:extLst>
                <a:ext uri="{FF2B5EF4-FFF2-40B4-BE49-F238E27FC236}">
                  <a16:creationId xmlns:a16="http://schemas.microsoft.com/office/drawing/2014/main" id="{A0F07E15-7273-407D-8FD9-D6DCBF612DD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2" name="Rectangle 651">
              <a:extLst>
                <a:ext uri="{FF2B5EF4-FFF2-40B4-BE49-F238E27FC236}">
                  <a16:creationId xmlns:a16="http://schemas.microsoft.com/office/drawing/2014/main" id="{FA2A2D38-103E-41F5-87D2-3917DF391FD5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3" name="Rectangle 652">
              <a:extLst>
                <a:ext uri="{FF2B5EF4-FFF2-40B4-BE49-F238E27FC236}">
                  <a16:creationId xmlns:a16="http://schemas.microsoft.com/office/drawing/2014/main" id="{055FDB88-9BC7-44D6-844E-F267DF0630D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4" name="Rectangle 653">
              <a:extLst>
                <a:ext uri="{FF2B5EF4-FFF2-40B4-BE49-F238E27FC236}">
                  <a16:creationId xmlns:a16="http://schemas.microsoft.com/office/drawing/2014/main" id="{4BEB18F0-A365-415D-B2E2-DC122289482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44" name="Rectangle 643">
            <a:extLst>
              <a:ext uri="{FF2B5EF4-FFF2-40B4-BE49-F238E27FC236}">
                <a16:creationId xmlns:a16="http://schemas.microsoft.com/office/drawing/2014/main" id="{FE45958D-1308-40FC-A858-68B26308100C}"/>
              </a:ext>
            </a:extLst>
          </p:cNvPr>
          <p:cNvSpPr/>
          <p:nvPr/>
        </p:nvSpPr>
        <p:spPr>
          <a:xfrm>
            <a:off x="5427350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31" name="Group 630">
            <a:extLst>
              <a:ext uri="{FF2B5EF4-FFF2-40B4-BE49-F238E27FC236}">
                <a16:creationId xmlns:a16="http://schemas.microsoft.com/office/drawing/2014/main" id="{2AE48BD2-3360-4D8D-BC9B-457293DD834C}"/>
              </a:ext>
            </a:extLst>
          </p:cNvPr>
          <p:cNvGrpSpPr/>
          <p:nvPr/>
        </p:nvGrpSpPr>
        <p:grpSpPr>
          <a:xfrm>
            <a:off x="5792932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33" name="Rectangle 632">
              <a:extLst>
                <a:ext uri="{FF2B5EF4-FFF2-40B4-BE49-F238E27FC236}">
                  <a16:creationId xmlns:a16="http://schemas.microsoft.com/office/drawing/2014/main" id="{6C0A3B4D-8821-4BE8-8AB6-B436D847105D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4" name="Rectangle 633">
              <a:extLst>
                <a:ext uri="{FF2B5EF4-FFF2-40B4-BE49-F238E27FC236}">
                  <a16:creationId xmlns:a16="http://schemas.microsoft.com/office/drawing/2014/main" id="{08380F0E-A1DC-4C2D-8EF9-A7287A00F59B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5" name="Rectangle 634">
              <a:extLst>
                <a:ext uri="{FF2B5EF4-FFF2-40B4-BE49-F238E27FC236}">
                  <a16:creationId xmlns:a16="http://schemas.microsoft.com/office/drawing/2014/main" id="{2545AD47-0CB4-4766-A122-C299C0B7FD7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6" name="Rectangle 635">
              <a:extLst>
                <a:ext uri="{FF2B5EF4-FFF2-40B4-BE49-F238E27FC236}">
                  <a16:creationId xmlns:a16="http://schemas.microsoft.com/office/drawing/2014/main" id="{67B2353C-9DD3-408A-85F3-09E5D2E54CE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7" name="Rectangle 636">
              <a:extLst>
                <a:ext uri="{FF2B5EF4-FFF2-40B4-BE49-F238E27FC236}">
                  <a16:creationId xmlns:a16="http://schemas.microsoft.com/office/drawing/2014/main" id="{5AC0B294-D8A0-4DBC-86A4-448F738B76A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8" name="Rectangle 637">
              <a:extLst>
                <a:ext uri="{FF2B5EF4-FFF2-40B4-BE49-F238E27FC236}">
                  <a16:creationId xmlns:a16="http://schemas.microsoft.com/office/drawing/2014/main" id="{C35ADA81-9B0B-4205-96DB-F68C9EA9B66E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9" name="Rectangle 638">
              <a:extLst>
                <a:ext uri="{FF2B5EF4-FFF2-40B4-BE49-F238E27FC236}">
                  <a16:creationId xmlns:a16="http://schemas.microsoft.com/office/drawing/2014/main" id="{43DF1090-E81A-4B2A-887A-AB16D960A74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0" name="Rectangle 639">
              <a:extLst>
                <a:ext uri="{FF2B5EF4-FFF2-40B4-BE49-F238E27FC236}">
                  <a16:creationId xmlns:a16="http://schemas.microsoft.com/office/drawing/2014/main" id="{75B28C03-DD7B-4A8C-A643-AAABE201795B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1" name="Rectangle 640">
              <a:extLst>
                <a:ext uri="{FF2B5EF4-FFF2-40B4-BE49-F238E27FC236}">
                  <a16:creationId xmlns:a16="http://schemas.microsoft.com/office/drawing/2014/main" id="{5936A7A9-92B2-4884-9A63-024AB25E7CE9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2" name="Rectangle 641">
              <a:extLst>
                <a:ext uri="{FF2B5EF4-FFF2-40B4-BE49-F238E27FC236}">
                  <a16:creationId xmlns:a16="http://schemas.microsoft.com/office/drawing/2014/main" id="{42F5EC1A-BCC5-4BF7-9AD3-FB99160C2B1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32" name="Rectangle 631">
            <a:extLst>
              <a:ext uri="{FF2B5EF4-FFF2-40B4-BE49-F238E27FC236}">
                <a16:creationId xmlns:a16="http://schemas.microsoft.com/office/drawing/2014/main" id="{EE6399B9-3FBD-4D59-A48A-47242C707507}"/>
              </a:ext>
            </a:extLst>
          </p:cNvPr>
          <p:cNvSpPr/>
          <p:nvPr/>
        </p:nvSpPr>
        <p:spPr>
          <a:xfrm>
            <a:off x="5792932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19" name="Group 618">
            <a:extLst>
              <a:ext uri="{FF2B5EF4-FFF2-40B4-BE49-F238E27FC236}">
                <a16:creationId xmlns:a16="http://schemas.microsoft.com/office/drawing/2014/main" id="{E325CC04-E44E-4009-9685-A990D98BE10E}"/>
              </a:ext>
            </a:extLst>
          </p:cNvPr>
          <p:cNvGrpSpPr/>
          <p:nvPr/>
        </p:nvGrpSpPr>
        <p:grpSpPr>
          <a:xfrm>
            <a:off x="6158515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21" name="Rectangle 620">
              <a:extLst>
                <a:ext uri="{FF2B5EF4-FFF2-40B4-BE49-F238E27FC236}">
                  <a16:creationId xmlns:a16="http://schemas.microsoft.com/office/drawing/2014/main" id="{114F304A-FDCC-41F7-8816-905D2938DDCA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2" name="Rectangle 621">
              <a:extLst>
                <a:ext uri="{FF2B5EF4-FFF2-40B4-BE49-F238E27FC236}">
                  <a16:creationId xmlns:a16="http://schemas.microsoft.com/office/drawing/2014/main" id="{1F538638-DEDC-4378-8D63-B2BB6C7C010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3" name="Rectangle 622">
              <a:extLst>
                <a:ext uri="{FF2B5EF4-FFF2-40B4-BE49-F238E27FC236}">
                  <a16:creationId xmlns:a16="http://schemas.microsoft.com/office/drawing/2014/main" id="{E5F862F3-2900-460C-B50C-005E2CA72CE5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4" name="Rectangle 623">
              <a:extLst>
                <a:ext uri="{FF2B5EF4-FFF2-40B4-BE49-F238E27FC236}">
                  <a16:creationId xmlns:a16="http://schemas.microsoft.com/office/drawing/2014/main" id="{C52ED2FD-E794-4716-8494-A40DDC4A911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5" name="Rectangle 624">
              <a:extLst>
                <a:ext uri="{FF2B5EF4-FFF2-40B4-BE49-F238E27FC236}">
                  <a16:creationId xmlns:a16="http://schemas.microsoft.com/office/drawing/2014/main" id="{7ACCC063-6A63-4FC6-AEEE-799072ED9B7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6" name="Rectangle 625">
              <a:extLst>
                <a:ext uri="{FF2B5EF4-FFF2-40B4-BE49-F238E27FC236}">
                  <a16:creationId xmlns:a16="http://schemas.microsoft.com/office/drawing/2014/main" id="{ACBDBA22-1D3B-4D8A-AA21-223D6AB9989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7" name="Rectangle 626">
              <a:extLst>
                <a:ext uri="{FF2B5EF4-FFF2-40B4-BE49-F238E27FC236}">
                  <a16:creationId xmlns:a16="http://schemas.microsoft.com/office/drawing/2014/main" id="{FFB6F87B-0983-4B1D-A338-CD008B4A055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8" name="Rectangle 627">
              <a:extLst>
                <a:ext uri="{FF2B5EF4-FFF2-40B4-BE49-F238E27FC236}">
                  <a16:creationId xmlns:a16="http://schemas.microsoft.com/office/drawing/2014/main" id="{4925BD75-4DF4-47BD-A9F7-0562938F7F4C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9" name="Rectangle 628">
              <a:extLst>
                <a:ext uri="{FF2B5EF4-FFF2-40B4-BE49-F238E27FC236}">
                  <a16:creationId xmlns:a16="http://schemas.microsoft.com/office/drawing/2014/main" id="{E3313E73-8FB2-448B-ABF6-5E4348FD3C41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0" name="Rectangle 629">
              <a:extLst>
                <a:ext uri="{FF2B5EF4-FFF2-40B4-BE49-F238E27FC236}">
                  <a16:creationId xmlns:a16="http://schemas.microsoft.com/office/drawing/2014/main" id="{D1367794-BC4C-4493-B973-EF5CE1D11ED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20" name="Rectangle 619">
            <a:extLst>
              <a:ext uri="{FF2B5EF4-FFF2-40B4-BE49-F238E27FC236}">
                <a16:creationId xmlns:a16="http://schemas.microsoft.com/office/drawing/2014/main" id="{8D12BE3A-DA22-4C9A-A96A-F6CA5BBDD9C6}"/>
              </a:ext>
            </a:extLst>
          </p:cNvPr>
          <p:cNvSpPr/>
          <p:nvPr/>
        </p:nvSpPr>
        <p:spPr>
          <a:xfrm>
            <a:off x="6158515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07" name="Group 606">
            <a:extLst>
              <a:ext uri="{FF2B5EF4-FFF2-40B4-BE49-F238E27FC236}">
                <a16:creationId xmlns:a16="http://schemas.microsoft.com/office/drawing/2014/main" id="{A90261E3-2249-4D30-AC20-7AE9ACD82DC6}"/>
              </a:ext>
            </a:extLst>
          </p:cNvPr>
          <p:cNvGrpSpPr/>
          <p:nvPr/>
        </p:nvGrpSpPr>
        <p:grpSpPr>
          <a:xfrm>
            <a:off x="6528502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0FBC0F94-988B-4C30-83D5-72FEEEE0F42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0" name="Rectangle 609">
              <a:extLst>
                <a:ext uri="{FF2B5EF4-FFF2-40B4-BE49-F238E27FC236}">
                  <a16:creationId xmlns:a16="http://schemas.microsoft.com/office/drawing/2014/main" id="{1E2B9B72-F9A1-4954-94F0-AC4FC706D61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1" name="Rectangle 610">
              <a:extLst>
                <a:ext uri="{FF2B5EF4-FFF2-40B4-BE49-F238E27FC236}">
                  <a16:creationId xmlns:a16="http://schemas.microsoft.com/office/drawing/2014/main" id="{7829B612-9A00-4B83-9F8E-E92AD51B2B0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2" name="Rectangle 611">
              <a:extLst>
                <a:ext uri="{FF2B5EF4-FFF2-40B4-BE49-F238E27FC236}">
                  <a16:creationId xmlns:a16="http://schemas.microsoft.com/office/drawing/2014/main" id="{50AE4B19-803E-47A9-9E5D-3C169C53C448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3" name="Rectangle 612">
              <a:extLst>
                <a:ext uri="{FF2B5EF4-FFF2-40B4-BE49-F238E27FC236}">
                  <a16:creationId xmlns:a16="http://schemas.microsoft.com/office/drawing/2014/main" id="{AEE2E7B4-3A0F-42E4-BA3E-2A2E25BD633C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4" name="Rectangle 613">
              <a:extLst>
                <a:ext uri="{FF2B5EF4-FFF2-40B4-BE49-F238E27FC236}">
                  <a16:creationId xmlns:a16="http://schemas.microsoft.com/office/drawing/2014/main" id="{8698C3DB-455A-4E82-B8CF-F83F1A4E887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5" name="Rectangle 614">
              <a:extLst>
                <a:ext uri="{FF2B5EF4-FFF2-40B4-BE49-F238E27FC236}">
                  <a16:creationId xmlns:a16="http://schemas.microsoft.com/office/drawing/2014/main" id="{4BD9992D-ECBA-4136-9BA1-4308B5838DA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6" name="Rectangle 615">
              <a:extLst>
                <a:ext uri="{FF2B5EF4-FFF2-40B4-BE49-F238E27FC236}">
                  <a16:creationId xmlns:a16="http://schemas.microsoft.com/office/drawing/2014/main" id="{01DCA8ED-DC0C-4577-90A5-E32D24B35F2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7" name="Rectangle 616">
              <a:extLst>
                <a:ext uri="{FF2B5EF4-FFF2-40B4-BE49-F238E27FC236}">
                  <a16:creationId xmlns:a16="http://schemas.microsoft.com/office/drawing/2014/main" id="{76B0E863-53B3-45DB-BA22-440D1E96C99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BBAF4044-F1F1-4001-B8EC-06F784AB9DE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08" name="Rectangle 607">
            <a:extLst>
              <a:ext uri="{FF2B5EF4-FFF2-40B4-BE49-F238E27FC236}">
                <a16:creationId xmlns:a16="http://schemas.microsoft.com/office/drawing/2014/main" id="{5A60178F-8B2A-4204-895D-0D24230D9377}"/>
              </a:ext>
            </a:extLst>
          </p:cNvPr>
          <p:cNvSpPr/>
          <p:nvPr/>
        </p:nvSpPr>
        <p:spPr>
          <a:xfrm>
            <a:off x="6528502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95" name="Group 594">
            <a:extLst>
              <a:ext uri="{FF2B5EF4-FFF2-40B4-BE49-F238E27FC236}">
                <a16:creationId xmlns:a16="http://schemas.microsoft.com/office/drawing/2014/main" id="{464AC598-8955-4579-AA7B-EE5D388D12F0}"/>
              </a:ext>
            </a:extLst>
          </p:cNvPr>
          <p:cNvGrpSpPr/>
          <p:nvPr/>
        </p:nvGrpSpPr>
        <p:grpSpPr>
          <a:xfrm>
            <a:off x="6898046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97" name="Rectangle 596">
              <a:extLst>
                <a:ext uri="{FF2B5EF4-FFF2-40B4-BE49-F238E27FC236}">
                  <a16:creationId xmlns:a16="http://schemas.microsoft.com/office/drawing/2014/main" id="{CF16F62E-34A5-4C91-821C-749EC526953A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8" name="Rectangle 597">
              <a:extLst>
                <a:ext uri="{FF2B5EF4-FFF2-40B4-BE49-F238E27FC236}">
                  <a16:creationId xmlns:a16="http://schemas.microsoft.com/office/drawing/2014/main" id="{FE4C5D46-5EBE-4367-BABB-00523764A68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9" name="Rectangle 598">
              <a:extLst>
                <a:ext uri="{FF2B5EF4-FFF2-40B4-BE49-F238E27FC236}">
                  <a16:creationId xmlns:a16="http://schemas.microsoft.com/office/drawing/2014/main" id="{FFACABBC-1F9E-4C8D-995D-204E69472FA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0" name="Rectangle 599">
              <a:extLst>
                <a:ext uri="{FF2B5EF4-FFF2-40B4-BE49-F238E27FC236}">
                  <a16:creationId xmlns:a16="http://schemas.microsoft.com/office/drawing/2014/main" id="{259EC151-AA89-4F47-84DA-26E5C23355D5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1" name="Rectangle 600">
              <a:extLst>
                <a:ext uri="{FF2B5EF4-FFF2-40B4-BE49-F238E27FC236}">
                  <a16:creationId xmlns:a16="http://schemas.microsoft.com/office/drawing/2014/main" id="{68731386-ABB9-4AF2-B028-15D92FCF50A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2" name="Rectangle 601">
              <a:extLst>
                <a:ext uri="{FF2B5EF4-FFF2-40B4-BE49-F238E27FC236}">
                  <a16:creationId xmlns:a16="http://schemas.microsoft.com/office/drawing/2014/main" id="{0039EFA3-1C80-42D5-BE17-C2DD8A3AE60C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3" name="Rectangle 602">
              <a:extLst>
                <a:ext uri="{FF2B5EF4-FFF2-40B4-BE49-F238E27FC236}">
                  <a16:creationId xmlns:a16="http://schemas.microsoft.com/office/drawing/2014/main" id="{63C156CA-3946-4753-A5ED-B256DAD9C2E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4" name="Rectangle 603">
              <a:extLst>
                <a:ext uri="{FF2B5EF4-FFF2-40B4-BE49-F238E27FC236}">
                  <a16:creationId xmlns:a16="http://schemas.microsoft.com/office/drawing/2014/main" id="{BE7CB28C-C60B-4A0B-AC09-78CC255B4B03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5" name="Rectangle 604">
              <a:extLst>
                <a:ext uri="{FF2B5EF4-FFF2-40B4-BE49-F238E27FC236}">
                  <a16:creationId xmlns:a16="http://schemas.microsoft.com/office/drawing/2014/main" id="{3E9F28C4-C945-43BD-AA29-158CEA86596E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6" name="Rectangle 605">
              <a:extLst>
                <a:ext uri="{FF2B5EF4-FFF2-40B4-BE49-F238E27FC236}">
                  <a16:creationId xmlns:a16="http://schemas.microsoft.com/office/drawing/2014/main" id="{67CA7310-DBC9-43E2-8422-DF7C5CD72310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96" name="Rectangle 595">
            <a:extLst>
              <a:ext uri="{FF2B5EF4-FFF2-40B4-BE49-F238E27FC236}">
                <a16:creationId xmlns:a16="http://schemas.microsoft.com/office/drawing/2014/main" id="{725B6951-3F50-4038-AC4A-68BF2218EB1E}"/>
              </a:ext>
            </a:extLst>
          </p:cNvPr>
          <p:cNvSpPr/>
          <p:nvPr/>
        </p:nvSpPr>
        <p:spPr>
          <a:xfrm>
            <a:off x="6898046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83" name="Group 582">
            <a:extLst>
              <a:ext uri="{FF2B5EF4-FFF2-40B4-BE49-F238E27FC236}">
                <a16:creationId xmlns:a16="http://schemas.microsoft.com/office/drawing/2014/main" id="{B06BFBE7-2753-4192-9CDC-6A20CB873541}"/>
              </a:ext>
            </a:extLst>
          </p:cNvPr>
          <p:cNvGrpSpPr/>
          <p:nvPr/>
        </p:nvGrpSpPr>
        <p:grpSpPr>
          <a:xfrm>
            <a:off x="7263629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85" name="Rectangle 584">
              <a:extLst>
                <a:ext uri="{FF2B5EF4-FFF2-40B4-BE49-F238E27FC236}">
                  <a16:creationId xmlns:a16="http://schemas.microsoft.com/office/drawing/2014/main" id="{8E017426-5817-4621-A334-D0D8B6BAF38C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6" name="Rectangle 585">
              <a:extLst>
                <a:ext uri="{FF2B5EF4-FFF2-40B4-BE49-F238E27FC236}">
                  <a16:creationId xmlns:a16="http://schemas.microsoft.com/office/drawing/2014/main" id="{2AB18D3E-5018-453F-AC24-EBFAE0E63B3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7" name="Rectangle 586">
              <a:extLst>
                <a:ext uri="{FF2B5EF4-FFF2-40B4-BE49-F238E27FC236}">
                  <a16:creationId xmlns:a16="http://schemas.microsoft.com/office/drawing/2014/main" id="{74802A57-8C4D-4A0F-B392-E7F6A6557D1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8" name="Rectangle 587">
              <a:extLst>
                <a:ext uri="{FF2B5EF4-FFF2-40B4-BE49-F238E27FC236}">
                  <a16:creationId xmlns:a16="http://schemas.microsoft.com/office/drawing/2014/main" id="{D624410E-CF85-43BE-AE46-DA7669EDB3B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9" name="Rectangle 588">
              <a:extLst>
                <a:ext uri="{FF2B5EF4-FFF2-40B4-BE49-F238E27FC236}">
                  <a16:creationId xmlns:a16="http://schemas.microsoft.com/office/drawing/2014/main" id="{1D927824-CD60-408D-AA04-E1879619FB1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0" name="Rectangle 589">
              <a:extLst>
                <a:ext uri="{FF2B5EF4-FFF2-40B4-BE49-F238E27FC236}">
                  <a16:creationId xmlns:a16="http://schemas.microsoft.com/office/drawing/2014/main" id="{5B108239-2630-44FD-AE36-2C4B342A0EFA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1" name="Rectangle 590">
              <a:extLst>
                <a:ext uri="{FF2B5EF4-FFF2-40B4-BE49-F238E27FC236}">
                  <a16:creationId xmlns:a16="http://schemas.microsoft.com/office/drawing/2014/main" id="{8F9CEF88-CEC1-46F2-9D22-30D6F0DA56C1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2" name="Rectangle 591">
              <a:extLst>
                <a:ext uri="{FF2B5EF4-FFF2-40B4-BE49-F238E27FC236}">
                  <a16:creationId xmlns:a16="http://schemas.microsoft.com/office/drawing/2014/main" id="{13C84C9D-0E0D-499E-A62B-39F33E217B39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3" name="Rectangle 592">
              <a:extLst>
                <a:ext uri="{FF2B5EF4-FFF2-40B4-BE49-F238E27FC236}">
                  <a16:creationId xmlns:a16="http://schemas.microsoft.com/office/drawing/2014/main" id="{FCD8EF4A-4799-4D10-AF89-F216B40516A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4" name="Rectangle 593">
              <a:extLst>
                <a:ext uri="{FF2B5EF4-FFF2-40B4-BE49-F238E27FC236}">
                  <a16:creationId xmlns:a16="http://schemas.microsoft.com/office/drawing/2014/main" id="{B8CA7F5A-08F6-4E20-93D6-51D5BBCA3B9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84" name="Rectangle 583">
            <a:extLst>
              <a:ext uri="{FF2B5EF4-FFF2-40B4-BE49-F238E27FC236}">
                <a16:creationId xmlns:a16="http://schemas.microsoft.com/office/drawing/2014/main" id="{1F60942C-3114-4A56-B82C-279A0E268EC1}"/>
              </a:ext>
            </a:extLst>
          </p:cNvPr>
          <p:cNvSpPr/>
          <p:nvPr/>
        </p:nvSpPr>
        <p:spPr>
          <a:xfrm>
            <a:off x="7263629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F18E7E74-6C27-404E-ADBB-4A9F42B28FF0}"/>
              </a:ext>
            </a:extLst>
          </p:cNvPr>
          <p:cNvGrpSpPr/>
          <p:nvPr/>
        </p:nvGrpSpPr>
        <p:grpSpPr>
          <a:xfrm>
            <a:off x="7630369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73" name="Rectangle 572">
              <a:extLst>
                <a:ext uri="{FF2B5EF4-FFF2-40B4-BE49-F238E27FC236}">
                  <a16:creationId xmlns:a16="http://schemas.microsoft.com/office/drawing/2014/main" id="{A87A51B7-1FF4-43C2-B63B-A781A083757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4" name="Rectangle 573">
              <a:extLst>
                <a:ext uri="{FF2B5EF4-FFF2-40B4-BE49-F238E27FC236}">
                  <a16:creationId xmlns:a16="http://schemas.microsoft.com/office/drawing/2014/main" id="{DCB357F8-FDC7-46AD-8663-4CC687A04363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5" name="Rectangle 574">
              <a:extLst>
                <a:ext uri="{FF2B5EF4-FFF2-40B4-BE49-F238E27FC236}">
                  <a16:creationId xmlns:a16="http://schemas.microsoft.com/office/drawing/2014/main" id="{9956E870-F10B-4056-AD9D-DE48ED29992C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6" name="Rectangle 575">
              <a:extLst>
                <a:ext uri="{FF2B5EF4-FFF2-40B4-BE49-F238E27FC236}">
                  <a16:creationId xmlns:a16="http://schemas.microsoft.com/office/drawing/2014/main" id="{9B685CAF-412F-4AC4-96BD-2F8BE32CC51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7" name="Rectangle 576">
              <a:extLst>
                <a:ext uri="{FF2B5EF4-FFF2-40B4-BE49-F238E27FC236}">
                  <a16:creationId xmlns:a16="http://schemas.microsoft.com/office/drawing/2014/main" id="{25217245-3999-4D6C-9E8C-6BA464FC4FE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8" name="Rectangle 577">
              <a:extLst>
                <a:ext uri="{FF2B5EF4-FFF2-40B4-BE49-F238E27FC236}">
                  <a16:creationId xmlns:a16="http://schemas.microsoft.com/office/drawing/2014/main" id="{2307283B-E4CB-43B0-917D-E7F87B73B70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9" name="Rectangle 578">
              <a:extLst>
                <a:ext uri="{FF2B5EF4-FFF2-40B4-BE49-F238E27FC236}">
                  <a16:creationId xmlns:a16="http://schemas.microsoft.com/office/drawing/2014/main" id="{D41AEC6B-27F7-4805-A1AB-85AC17D4D24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22A9B01C-EE32-4B1C-BAAE-39C94115299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26ED1709-790F-4D9E-978D-1DF1A533A33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3BDF82AA-0EED-4543-9F2D-9C3475D96C3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72" name="Rectangle 571">
            <a:extLst>
              <a:ext uri="{FF2B5EF4-FFF2-40B4-BE49-F238E27FC236}">
                <a16:creationId xmlns:a16="http://schemas.microsoft.com/office/drawing/2014/main" id="{8CDDB368-1EF5-4ED0-BB19-D76D007467AA}"/>
              </a:ext>
            </a:extLst>
          </p:cNvPr>
          <p:cNvSpPr/>
          <p:nvPr/>
        </p:nvSpPr>
        <p:spPr>
          <a:xfrm>
            <a:off x="7630369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59" name="Group 558">
            <a:extLst>
              <a:ext uri="{FF2B5EF4-FFF2-40B4-BE49-F238E27FC236}">
                <a16:creationId xmlns:a16="http://schemas.microsoft.com/office/drawing/2014/main" id="{9D7E8C69-3DFA-4A02-82C8-43277D604612}"/>
              </a:ext>
            </a:extLst>
          </p:cNvPr>
          <p:cNvGrpSpPr/>
          <p:nvPr/>
        </p:nvGrpSpPr>
        <p:grpSpPr>
          <a:xfrm>
            <a:off x="7995952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61" name="Rectangle 560">
              <a:extLst>
                <a:ext uri="{FF2B5EF4-FFF2-40B4-BE49-F238E27FC236}">
                  <a16:creationId xmlns:a16="http://schemas.microsoft.com/office/drawing/2014/main" id="{609C0D7D-F49B-42FC-8730-D68A5BAA7A2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2" name="Rectangle 561">
              <a:extLst>
                <a:ext uri="{FF2B5EF4-FFF2-40B4-BE49-F238E27FC236}">
                  <a16:creationId xmlns:a16="http://schemas.microsoft.com/office/drawing/2014/main" id="{ACDCC743-BAE5-4A59-A3AB-1DBCF5401E5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3" name="Rectangle 562">
              <a:extLst>
                <a:ext uri="{FF2B5EF4-FFF2-40B4-BE49-F238E27FC236}">
                  <a16:creationId xmlns:a16="http://schemas.microsoft.com/office/drawing/2014/main" id="{FF94DB64-54E2-4DF0-BD30-60120D2CD4A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31C5E79A-A8B5-43CE-9A07-B45FE17B90B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5" name="Rectangle 564">
              <a:extLst>
                <a:ext uri="{FF2B5EF4-FFF2-40B4-BE49-F238E27FC236}">
                  <a16:creationId xmlns:a16="http://schemas.microsoft.com/office/drawing/2014/main" id="{CB0AF09E-EBFE-45BF-BFD9-7B47AE84E28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E943B2C9-3160-4D86-8DBB-6FF4542914B3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7" name="Rectangle 566">
              <a:extLst>
                <a:ext uri="{FF2B5EF4-FFF2-40B4-BE49-F238E27FC236}">
                  <a16:creationId xmlns:a16="http://schemas.microsoft.com/office/drawing/2014/main" id="{4A7023DB-F302-4BBD-BF11-3B41BAD10F3E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8" name="Rectangle 567">
              <a:extLst>
                <a:ext uri="{FF2B5EF4-FFF2-40B4-BE49-F238E27FC236}">
                  <a16:creationId xmlns:a16="http://schemas.microsoft.com/office/drawing/2014/main" id="{4CEB5659-7B58-45EF-82C2-AEA47168F16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9" name="Rectangle 568">
              <a:extLst>
                <a:ext uri="{FF2B5EF4-FFF2-40B4-BE49-F238E27FC236}">
                  <a16:creationId xmlns:a16="http://schemas.microsoft.com/office/drawing/2014/main" id="{DCAD142E-195F-494B-95D6-1943952164B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EBB796D3-1C54-4178-8CDC-A4451576437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60" name="Rectangle 559">
            <a:extLst>
              <a:ext uri="{FF2B5EF4-FFF2-40B4-BE49-F238E27FC236}">
                <a16:creationId xmlns:a16="http://schemas.microsoft.com/office/drawing/2014/main" id="{DB1C9616-1F5B-4B2A-A18A-2F2CD2286593}"/>
              </a:ext>
            </a:extLst>
          </p:cNvPr>
          <p:cNvSpPr/>
          <p:nvPr/>
        </p:nvSpPr>
        <p:spPr>
          <a:xfrm>
            <a:off x="7995952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53A78493-6686-4A8D-BCAC-1D2B5C4775A6}"/>
              </a:ext>
            </a:extLst>
          </p:cNvPr>
          <p:cNvGrpSpPr/>
          <p:nvPr/>
        </p:nvGrpSpPr>
        <p:grpSpPr>
          <a:xfrm>
            <a:off x="8345587" y="3458324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B58CBDF4-169D-4D43-ABB7-11EA989144A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58D3336D-6930-4728-9F7B-CD2450FAED1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BA32C6D8-9B12-4480-8A74-05027DDDFDE3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9F44B455-3579-4F3B-813A-4CBD4C79CAC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73B4D92A-3AEF-4DB5-B379-5253F83BD51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7C641DF9-B870-4003-94F5-A314E6A10FC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5" name="Rectangle 554">
              <a:extLst>
                <a:ext uri="{FF2B5EF4-FFF2-40B4-BE49-F238E27FC236}">
                  <a16:creationId xmlns:a16="http://schemas.microsoft.com/office/drawing/2014/main" id="{FC96504E-1061-46CC-B5E4-34CCBED9ECB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8842BE73-7985-4F3A-A7AA-D6533E756C3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B05D1087-0D02-4C18-B195-C596C1406AB7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24D63FCB-DD66-4345-A795-93C1BEF4D55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2E7A160D-79D0-4FDB-891C-F5CB3B45BF25}"/>
              </a:ext>
            </a:extLst>
          </p:cNvPr>
          <p:cNvGrpSpPr/>
          <p:nvPr/>
        </p:nvGrpSpPr>
        <p:grpSpPr>
          <a:xfrm>
            <a:off x="8686371" y="3458324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4978B4E2-75EB-485F-A425-4D0F0B623EC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E645E587-23A0-4DFA-A406-1ED9352B985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C4CE1F35-5003-4499-A6C5-D972185BE45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402919B3-6A30-464C-A900-6852A96364A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C8E8DD71-20A6-4CF7-81D7-E94472C84FCA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4" name="Rectangle 543">
              <a:extLst>
                <a:ext uri="{FF2B5EF4-FFF2-40B4-BE49-F238E27FC236}">
                  <a16:creationId xmlns:a16="http://schemas.microsoft.com/office/drawing/2014/main" id="{B13D7786-9E7A-4D16-BC6B-5F5CC0691132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A3315CCC-5B0B-4868-87B1-3D695EE791EF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12C14C5E-66CD-44D7-A939-E9F15F31CE5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317C8AFD-AD7B-41F3-8EF1-595A18F5E056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C9FA7489-C57D-4BA7-B380-BF7749D68CD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DECC3056-CBDA-410C-993C-4919A519520C}"/>
              </a:ext>
            </a:extLst>
          </p:cNvPr>
          <p:cNvGrpSpPr/>
          <p:nvPr/>
        </p:nvGrpSpPr>
        <p:grpSpPr>
          <a:xfrm>
            <a:off x="9020917" y="3458324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8D4998A7-C203-4E6D-BB9D-7A45EC0E6E1B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B8FD0729-6184-42C2-835B-1A26A2B5785F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456677FC-692D-468D-AB03-7DBB93861EF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EE7084E7-E727-412F-ACC4-65961AEDD053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841D2E4B-A8AA-49F4-8744-6BFAD00D36BC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95E05575-8D8B-4CA2-8281-C4F5677D18B3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0EBF965E-F8D5-45F5-A2C3-6E0D4A5E85E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E3AE4CEE-697E-41C9-B31D-DD6DBE149F2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7B136A14-2C92-4819-924B-7890369439E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8F6AB001-4CC1-4F8E-9DCD-0BC4FEE04118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14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C9C3C6-DB98-4CC3-B794-0DDB42404C63}"/>
              </a:ext>
            </a:extLst>
          </p:cNvPr>
          <p:cNvSpPr/>
          <p:nvPr/>
        </p:nvSpPr>
        <p:spPr>
          <a:xfrm>
            <a:off x="145994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363F34-D248-4199-B4BD-540093E4DCD8}"/>
              </a:ext>
            </a:extLst>
          </p:cNvPr>
          <p:cNvSpPr/>
          <p:nvPr/>
        </p:nvSpPr>
        <p:spPr>
          <a:xfrm>
            <a:off x="145994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1C09BC-DFC1-4FDF-A222-797D6A70AF5E}"/>
              </a:ext>
            </a:extLst>
          </p:cNvPr>
          <p:cNvSpPr/>
          <p:nvPr/>
        </p:nvSpPr>
        <p:spPr>
          <a:xfrm>
            <a:off x="145994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A4DC6-90A5-40E9-8CAF-874FA008AD29}"/>
              </a:ext>
            </a:extLst>
          </p:cNvPr>
          <p:cNvSpPr/>
          <p:nvPr/>
        </p:nvSpPr>
        <p:spPr>
          <a:xfrm>
            <a:off x="145994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28E7F-5EA2-47B3-9570-2B6848560293}"/>
              </a:ext>
            </a:extLst>
          </p:cNvPr>
          <p:cNvSpPr/>
          <p:nvPr/>
        </p:nvSpPr>
        <p:spPr>
          <a:xfrm>
            <a:off x="145994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B0E9EC-4213-4CCF-8110-74F9D071816F}"/>
              </a:ext>
            </a:extLst>
          </p:cNvPr>
          <p:cNvSpPr/>
          <p:nvPr/>
        </p:nvSpPr>
        <p:spPr>
          <a:xfrm>
            <a:off x="145994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8B0783-65CE-464E-9824-8C19AAA1D483}"/>
              </a:ext>
            </a:extLst>
          </p:cNvPr>
          <p:cNvSpPr/>
          <p:nvPr/>
        </p:nvSpPr>
        <p:spPr>
          <a:xfrm>
            <a:off x="145994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8D92CA-4C8B-4F7B-B91F-B6F0F468F62F}"/>
              </a:ext>
            </a:extLst>
          </p:cNvPr>
          <p:cNvSpPr/>
          <p:nvPr/>
        </p:nvSpPr>
        <p:spPr>
          <a:xfrm>
            <a:off x="145994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93E6F4-4ED5-4004-AB87-B5DBB1586808}"/>
              </a:ext>
            </a:extLst>
          </p:cNvPr>
          <p:cNvSpPr/>
          <p:nvPr/>
        </p:nvSpPr>
        <p:spPr>
          <a:xfrm>
            <a:off x="145994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6773EF-DA72-44F8-B832-9400440495D4}"/>
              </a:ext>
            </a:extLst>
          </p:cNvPr>
          <p:cNvSpPr/>
          <p:nvPr/>
        </p:nvSpPr>
        <p:spPr>
          <a:xfrm>
            <a:off x="145994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9A9A3-0DF3-41FF-A295-CB30538EF82D}"/>
              </a:ext>
            </a:extLst>
          </p:cNvPr>
          <p:cNvSpPr/>
          <p:nvPr/>
        </p:nvSpPr>
        <p:spPr>
          <a:xfrm>
            <a:off x="478042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75EDF5-5E71-4B4A-9884-4DB593BE491D}"/>
              </a:ext>
            </a:extLst>
          </p:cNvPr>
          <p:cNvSpPr/>
          <p:nvPr/>
        </p:nvSpPr>
        <p:spPr>
          <a:xfrm>
            <a:off x="478042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AEB472-CB6D-4108-A692-1826AC7883FE}"/>
              </a:ext>
            </a:extLst>
          </p:cNvPr>
          <p:cNvSpPr/>
          <p:nvPr/>
        </p:nvSpPr>
        <p:spPr>
          <a:xfrm>
            <a:off x="478042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5B9621-D382-4F73-9199-EDB992FB1C6E}"/>
              </a:ext>
            </a:extLst>
          </p:cNvPr>
          <p:cNvSpPr/>
          <p:nvPr/>
        </p:nvSpPr>
        <p:spPr>
          <a:xfrm>
            <a:off x="478042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F0745A-AF9F-4FA0-911E-98421C8B4229}"/>
              </a:ext>
            </a:extLst>
          </p:cNvPr>
          <p:cNvSpPr/>
          <p:nvPr/>
        </p:nvSpPr>
        <p:spPr>
          <a:xfrm>
            <a:off x="478042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FB6469-0D96-418C-BDBA-2600D16A6F70}"/>
              </a:ext>
            </a:extLst>
          </p:cNvPr>
          <p:cNvSpPr/>
          <p:nvPr/>
        </p:nvSpPr>
        <p:spPr>
          <a:xfrm>
            <a:off x="478042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25F056-636E-40EF-B80E-52E1D4D63B87}"/>
              </a:ext>
            </a:extLst>
          </p:cNvPr>
          <p:cNvSpPr/>
          <p:nvPr/>
        </p:nvSpPr>
        <p:spPr>
          <a:xfrm>
            <a:off x="478042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7193D5-AC4A-4513-8B65-22D752B90A7E}"/>
              </a:ext>
            </a:extLst>
          </p:cNvPr>
          <p:cNvSpPr/>
          <p:nvPr/>
        </p:nvSpPr>
        <p:spPr>
          <a:xfrm>
            <a:off x="478042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3B9BE8-9EC8-4CE6-AEA3-758DEAE27334}"/>
              </a:ext>
            </a:extLst>
          </p:cNvPr>
          <p:cNvSpPr/>
          <p:nvPr/>
        </p:nvSpPr>
        <p:spPr>
          <a:xfrm>
            <a:off x="478042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72B9C0-C208-448D-A7C4-74EB2C86BF43}"/>
              </a:ext>
            </a:extLst>
          </p:cNvPr>
          <p:cNvSpPr/>
          <p:nvPr/>
        </p:nvSpPr>
        <p:spPr>
          <a:xfrm>
            <a:off x="478042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E424E2-4BFE-4F1C-B9F8-8A9CA98C0A2C}"/>
              </a:ext>
            </a:extLst>
          </p:cNvPr>
          <p:cNvSpPr/>
          <p:nvPr/>
        </p:nvSpPr>
        <p:spPr>
          <a:xfrm>
            <a:off x="810090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4BF2C1-2ADB-4B55-B626-CEE09E02B5A2}"/>
              </a:ext>
            </a:extLst>
          </p:cNvPr>
          <p:cNvSpPr/>
          <p:nvPr/>
        </p:nvSpPr>
        <p:spPr>
          <a:xfrm>
            <a:off x="810090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B553EF-7451-4C49-B4C4-6F54C4433C01}"/>
              </a:ext>
            </a:extLst>
          </p:cNvPr>
          <p:cNvSpPr/>
          <p:nvPr/>
        </p:nvSpPr>
        <p:spPr>
          <a:xfrm>
            <a:off x="810090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D5BE0C-2F66-4149-A97F-E9CD6FC58A03}"/>
              </a:ext>
            </a:extLst>
          </p:cNvPr>
          <p:cNvSpPr/>
          <p:nvPr/>
        </p:nvSpPr>
        <p:spPr>
          <a:xfrm>
            <a:off x="810090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E93E7E-162E-46DF-8B55-47A55A3DFBB4}"/>
              </a:ext>
            </a:extLst>
          </p:cNvPr>
          <p:cNvSpPr/>
          <p:nvPr/>
        </p:nvSpPr>
        <p:spPr>
          <a:xfrm>
            <a:off x="810090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84A345-3346-4089-A159-452BDFC16849}"/>
              </a:ext>
            </a:extLst>
          </p:cNvPr>
          <p:cNvSpPr/>
          <p:nvPr/>
        </p:nvSpPr>
        <p:spPr>
          <a:xfrm>
            <a:off x="810090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C414EB-A5B1-4569-BA0F-FD1B8EC93E3D}"/>
              </a:ext>
            </a:extLst>
          </p:cNvPr>
          <p:cNvSpPr/>
          <p:nvPr/>
        </p:nvSpPr>
        <p:spPr>
          <a:xfrm>
            <a:off x="810090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373927-A326-4396-88AF-4C0DFEBB4840}"/>
              </a:ext>
            </a:extLst>
          </p:cNvPr>
          <p:cNvSpPr/>
          <p:nvPr/>
        </p:nvSpPr>
        <p:spPr>
          <a:xfrm>
            <a:off x="810090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9C4AD0-55A5-4021-B859-3C2398D3ED74}"/>
              </a:ext>
            </a:extLst>
          </p:cNvPr>
          <p:cNvSpPr/>
          <p:nvPr/>
        </p:nvSpPr>
        <p:spPr>
          <a:xfrm>
            <a:off x="810090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5613F4-F270-42CD-ADC0-02F6A5A50370}"/>
              </a:ext>
            </a:extLst>
          </p:cNvPr>
          <p:cNvSpPr/>
          <p:nvPr/>
        </p:nvSpPr>
        <p:spPr>
          <a:xfrm>
            <a:off x="810090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AAFC67-EEBF-4F7C-A4D6-47D350928BBA}"/>
              </a:ext>
            </a:extLst>
          </p:cNvPr>
          <p:cNvSpPr/>
          <p:nvPr/>
        </p:nvSpPr>
        <p:spPr>
          <a:xfrm>
            <a:off x="1142138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CE017E-6E57-47BB-999E-739A9CED6199}"/>
              </a:ext>
            </a:extLst>
          </p:cNvPr>
          <p:cNvSpPr/>
          <p:nvPr/>
        </p:nvSpPr>
        <p:spPr>
          <a:xfrm>
            <a:off x="1142138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EE513F-986A-442A-A764-F086FC7A3237}"/>
              </a:ext>
            </a:extLst>
          </p:cNvPr>
          <p:cNvSpPr/>
          <p:nvPr/>
        </p:nvSpPr>
        <p:spPr>
          <a:xfrm>
            <a:off x="1142138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0E55B6-813E-4285-8D1B-55773332EFD1}"/>
              </a:ext>
            </a:extLst>
          </p:cNvPr>
          <p:cNvSpPr/>
          <p:nvPr/>
        </p:nvSpPr>
        <p:spPr>
          <a:xfrm>
            <a:off x="1142138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D86D11-4DC7-475E-A238-6697C69463A6}"/>
              </a:ext>
            </a:extLst>
          </p:cNvPr>
          <p:cNvSpPr/>
          <p:nvPr/>
        </p:nvSpPr>
        <p:spPr>
          <a:xfrm>
            <a:off x="1142138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1F0B0F4-756F-4157-BB29-575C282BE0E9}"/>
              </a:ext>
            </a:extLst>
          </p:cNvPr>
          <p:cNvSpPr/>
          <p:nvPr/>
        </p:nvSpPr>
        <p:spPr>
          <a:xfrm>
            <a:off x="1142138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22CFF71-3B69-43D2-A7B5-1891C86C94D4}"/>
              </a:ext>
            </a:extLst>
          </p:cNvPr>
          <p:cNvSpPr/>
          <p:nvPr/>
        </p:nvSpPr>
        <p:spPr>
          <a:xfrm>
            <a:off x="1142138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535046-39A1-4C93-A285-0E89AEC38C8F}"/>
              </a:ext>
            </a:extLst>
          </p:cNvPr>
          <p:cNvSpPr/>
          <p:nvPr/>
        </p:nvSpPr>
        <p:spPr>
          <a:xfrm>
            <a:off x="1142138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D52C34-21E6-4D8D-A1F7-E0132D077058}"/>
              </a:ext>
            </a:extLst>
          </p:cNvPr>
          <p:cNvSpPr/>
          <p:nvPr/>
        </p:nvSpPr>
        <p:spPr>
          <a:xfrm>
            <a:off x="1142138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DF0C1BC-586B-4E4B-8E0A-FF72B9B2089E}"/>
              </a:ext>
            </a:extLst>
          </p:cNvPr>
          <p:cNvSpPr/>
          <p:nvPr/>
        </p:nvSpPr>
        <p:spPr>
          <a:xfrm>
            <a:off x="1142138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9242FEF-4ED3-453D-84C9-F5BD3666B1E7}"/>
              </a:ext>
            </a:extLst>
          </p:cNvPr>
          <p:cNvSpPr/>
          <p:nvPr/>
        </p:nvSpPr>
        <p:spPr>
          <a:xfrm>
            <a:off x="1474186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C0D4E8D-26D8-4C82-9756-A617694F1B85}"/>
              </a:ext>
            </a:extLst>
          </p:cNvPr>
          <p:cNvSpPr/>
          <p:nvPr/>
        </p:nvSpPr>
        <p:spPr>
          <a:xfrm>
            <a:off x="1474186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1089227-D47A-42F0-8BCA-477AB5957CF4}"/>
              </a:ext>
            </a:extLst>
          </p:cNvPr>
          <p:cNvSpPr/>
          <p:nvPr/>
        </p:nvSpPr>
        <p:spPr>
          <a:xfrm>
            <a:off x="1474186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CA43765-DFF4-4757-A829-B0CB33314EA2}"/>
              </a:ext>
            </a:extLst>
          </p:cNvPr>
          <p:cNvSpPr/>
          <p:nvPr/>
        </p:nvSpPr>
        <p:spPr>
          <a:xfrm>
            <a:off x="1474186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7073A55-E60A-4519-8A12-22C1E9F23D6A}"/>
              </a:ext>
            </a:extLst>
          </p:cNvPr>
          <p:cNvSpPr/>
          <p:nvPr/>
        </p:nvSpPr>
        <p:spPr>
          <a:xfrm>
            <a:off x="1474186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3D4E1C4-F197-4E99-8959-E7AF567D8A75}"/>
              </a:ext>
            </a:extLst>
          </p:cNvPr>
          <p:cNvSpPr/>
          <p:nvPr/>
        </p:nvSpPr>
        <p:spPr>
          <a:xfrm>
            <a:off x="1474186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1C5AAD6-603D-46CE-83C6-F2D2AF1C97EE}"/>
              </a:ext>
            </a:extLst>
          </p:cNvPr>
          <p:cNvSpPr/>
          <p:nvPr/>
        </p:nvSpPr>
        <p:spPr>
          <a:xfrm>
            <a:off x="1474186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F0AB2D-5C8D-49BF-BA62-200436B84A68}"/>
              </a:ext>
            </a:extLst>
          </p:cNvPr>
          <p:cNvSpPr/>
          <p:nvPr/>
        </p:nvSpPr>
        <p:spPr>
          <a:xfrm>
            <a:off x="1474186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1986D52-B6A5-47DB-9E81-F30FBE16EB3A}"/>
              </a:ext>
            </a:extLst>
          </p:cNvPr>
          <p:cNvSpPr/>
          <p:nvPr/>
        </p:nvSpPr>
        <p:spPr>
          <a:xfrm>
            <a:off x="1474186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6C1D414-04BF-4006-9DF1-B58C2DB73B71}"/>
              </a:ext>
            </a:extLst>
          </p:cNvPr>
          <p:cNvSpPr/>
          <p:nvPr/>
        </p:nvSpPr>
        <p:spPr>
          <a:xfrm>
            <a:off x="1474186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4033BE4-9806-4392-AB73-E2B980C4B720}"/>
              </a:ext>
            </a:extLst>
          </p:cNvPr>
          <p:cNvSpPr/>
          <p:nvPr/>
        </p:nvSpPr>
        <p:spPr>
          <a:xfrm>
            <a:off x="1806235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C878C49-3949-4E43-8AE6-BA2A981F2788}"/>
              </a:ext>
            </a:extLst>
          </p:cNvPr>
          <p:cNvSpPr/>
          <p:nvPr/>
        </p:nvSpPr>
        <p:spPr>
          <a:xfrm>
            <a:off x="1806235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36E2FF5-ED34-44C3-9643-3B2B24D1B7AD}"/>
              </a:ext>
            </a:extLst>
          </p:cNvPr>
          <p:cNvSpPr/>
          <p:nvPr/>
        </p:nvSpPr>
        <p:spPr>
          <a:xfrm>
            <a:off x="1806235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82C4275-C213-4981-8FF6-7F7D3B716A3A}"/>
              </a:ext>
            </a:extLst>
          </p:cNvPr>
          <p:cNvSpPr/>
          <p:nvPr/>
        </p:nvSpPr>
        <p:spPr>
          <a:xfrm>
            <a:off x="1806235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6B8ED60-C827-4977-BA58-E36C9A642CE4}"/>
              </a:ext>
            </a:extLst>
          </p:cNvPr>
          <p:cNvSpPr/>
          <p:nvPr/>
        </p:nvSpPr>
        <p:spPr>
          <a:xfrm>
            <a:off x="1806235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82E4DEE-B85F-4705-96DA-DED4BE199925}"/>
              </a:ext>
            </a:extLst>
          </p:cNvPr>
          <p:cNvSpPr/>
          <p:nvPr/>
        </p:nvSpPr>
        <p:spPr>
          <a:xfrm>
            <a:off x="1806235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43A7209-87F4-443E-BBA1-BDC6FE82C422}"/>
              </a:ext>
            </a:extLst>
          </p:cNvPr>
          <p:cNvSpPr/>
          <p:nvPr/>
        </p:nvSpPr>
        <p:spPr>
          <a:xfrm>
            <a:off x="1806235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7F73BB5-83E3-4010-B21E-41BA20902994}"/>
              </a:ext>
            </a:extLst>
          </p:cNvPr>
          <p:cNvSpPr/>
          <p:nvPr/>
        </p:nvSpPr>
        <p:spPr>
          <a:xfrm>
            <a:off x="1806235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342D0A8-7BD8-4F74-8F23-BEE92095E9F3}"/>
              </a:ext>
            </a:extLst>
          </p:cNvPr>
          <p:cNvSpPr/>
          <p:nvPr/>
        </p:nvSpPr>
        <p:spPr>
          <a:xfrm>
            <a:off x="1806235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B7DE9EE-AE68-43A2-84E1-52CB01CF9BB1}"/>
              </a:ext>
            </a:extLst>
          </p:cNvPr>
          <p:cNvSpPr/>
          <p:nvPr/>
        </p:nvSpPr>
        <p:spPr>
          <a:xfrm>
            <a:off x="1806235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5FFD745-0937-48F9-840F-EDCB0DA0FD4F}"/>
              </a:ext>
            </a:extLst>
          </p:cNvPr>
          <p:cNvSpPr/>
          <p:nvPr/>
        </p:nvSpPr>
        <p:spPr>
          <a:xfrm>
            <a:off x="2138283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B14CCFB-EE0A-482C-B1ED-0D037D574529}"/>
              </a:ext>
            </a:extLst>
          </p:cNvPr>
          <p:cNvSpPr/>
          <p:nvPr/>
        </p:nvSpPr>
        <p:spPr>
          <a:xfrm>
            <a:off x="2138283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39B473A-335B-4E1A-A842-50AE292D6562}"/>
              </a:ext>
            </a:extLst>
          </p:cNvPr>
          <p:cNvSpPr/>
          <p:nvPr/>
        </p:nvSpPr>
        <p:spPr>
          <a:xfrm>
            <a:off x="2138283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ED80E82-320C-4CF8-B698-76A391E6A65C}"/>
              </a:ext>
            </a:extLst>
          </p:cNvPr>
          <p:cNvSpPr/>
          <p:nvPr/>
        </p:nvSpPr>
        <p:spPr>
          <a:xfrm>
            <a:off x="2138283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D9B799-B6F5-48AB-B4C4-F35A0533A659}"/>
              </a:ext>
            </a:extLst>
          </p:cNvPr>
          <p:cNvSpPr/>
          <p:nvPr/>
        </p:nvSpPr>
        <p:spPr>
          <a:xfrm>
            <a:off x="2138283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7AB09AA-B704-4BA5-A9A2-D9D89727FDCD}"/>
              </a:ext>
            </a:extLst>
          </p:cNvPr>
          <p:cNvSpPr/>
          <p:nvPr/>
        </p:nvSpPr>
        <p:spPr>
          <a:xfrm>
            <a:off x="2138283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EC19C3E-4F92-4446-BEF4-AE485520058D}"/>
              </a:ext>
            </a:extLst>
          </p:cNvPr>
          <p:cNvSpPr/>
          <p:nvPr/>
        </p:nvSpPr>
        <p:spPr>
          <a:xfrm>
            <a:off x="2138283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F4C79CA-B34C-4CDD-A5FD-51F0AF0BF7FB}"/>
              </a:ext>
            </a:extLst>
          </p:cNvPr>
          <p:cNvSpPr/>
          <p:nvPr/>
        </p:nvSpPr>
        <p:spPr>
          <a:xfrm>
            <a:off x="2138283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475FBE2-39DE-42B9-ADEB-231CB565BBC5}"/>
              </a:ext>
            </a:extLst>
          </p:cNvPr>
          <p:cNvSpPr/>
          <p:nvPr/>
        </p:nvSpPr>
        <p:spPr>
          <a:xfrm>
            <a:off x="2138283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F759BD2-F1D5-4BC1-A595-BF5A291C5296}"/>
              </a:ext>
            </a:extLst>
          </p:cNvPr>
          <p:cNvSpPr/>
          <p:nvPr/>
        </p:nvSpPr>
        <p:spPr>
          <a:xfrm>
            <a:off x="2138283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9D62D2C-A649-41EE-B9A6-E0809279023D}"/>
              </a:ext>
            </a:extLst>
          </p:cNvPr>
          <p:cNvSpPr/>
          <p:nvPr/>
        </p:nvSpPr>
        <p:spPr>
          <a:xfrm>
            <a:off x="2470331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161E822-EE9B-4480-B100-D93410BE87E1}"/>
              </a:ext>
            </a:extLst>
          </p:cNvPr>
          <p:cNvSpPr/>
          <p:nvPr/>
        </p:nvSpPr>
        <p:spPr>
          <a:xfrm>
            <a:off x="2470331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4B5DAA0-4F3C-484E-AAC6-E27FFDFB1928}"/>
              </a:ext>
            </a:extLst>
          </p:cNvPr>
          <p:cNvSpPr/>
          <p:nvPr/>
        </p:nvSpPr>
        <p:spPr>
          <a:xfrm>
            <a:off x="2470331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AD94FA7-0052-4562-8D49-9063A4824094}"/>
              </a:ext>
            </a:extLst>
          </p:cNvPr>
          <p:cNvSpPr/>
          <p:nvPr/>
        </p:nvSpPr>
        <p:spPr>
          <a:xfrm>
            <a:off x="2470331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DEA8093-80D8-4942-B17A-C90FE6904F24}"/>
              </a:ext>
            </a:extLst>
          </p:cNvPr>
          <p:cNvSpPr/>
          <p:nvPr/>
        </p:nvSpPr>
        <p:spPr>
          <a:xfrm>
            <a:off x="2470331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36F6317-21B7-4CFD-A55E-E3411BB0942F}"/>
              </a:ext>
            </a:extLst>
          </p:cNvPr>
          <p:cNvSpPr/>
          <p:nvPr/>
        </p:nvSpPr>
        <p:spPr>
          <a:xfrm>
            <a:off x="2470331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58AF929-FE57-454F-9EA7-C20B6FBFAF39}"/>
              </a:ext>
            </a:extLst>
          </p:cNvPr>
          <p:cNvSpPr/>
          <p:nvPr/>
        </p:nvSpPr>
        <p:spPr>
          <a:xfrm>
            <a:off x="2470331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F086425-88E4-4018-9229-CB6060D49043}"/>
              </a:ext>
            </a:extLst>
          </p:cNvPr>
          <p:cNvSpPr/>
          <p:nvPr/>
        </p:nvSpPr>
        <p:spPr>
          <a:xfrm>
            <a:off x="2470331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1ADA696-9347-4DE2-A19B-96A232E57984}"/>
              </a:ext>
            </a:extLst>
          </p:cNvPr>
          <p:cNvSpPr/>
          <p:nvPr/>
        </p:nvSpPr>
        <p:spPr>
          <a:xfrm>
            <a:off x="2470331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1C706F9-05ED-4B26-911A-FCF269060EA7}"/>
              </a:ext>
            </a:extLst>
          </p:cNvPr>
          <p:cNvSpPr/>
          <p:nvPr/>
        </p:nvSpPr>
        <p:spPr>
          <a:xfrm>
            <a:off x="2470331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BE59B9E-1DBF-4572-8E9D-369349932337}"/>
              </a:ext>
            </a:extLst>
          </p:cNvPr>
          <p:cNvSpPr/>
          <p:nvPr/>
        </p:nvSpPr>
        <p:spPr>
          <a:xfrm>
            <a:off x="2802379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92E009F-2941-436B-9CFE-086EE3AE6089}"/>
              </a:ext>
            </a:extLst>
          </p:cNvPr>
          <p:cNvSpPr/>
          <p:nvPr/>
        </p:nvSpPr>
        <p:spPr>
          <a:xfrm>
            <a:off x="2802379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5190521-81FA-4027-85A3-C257A0BF6F69}"/>
              </a:ext>
            </a:extLst>
          </p:cNvPr>
          <p:cNvSpPr/>
          <p:nvPr/>
        </p:nvSpPr>
        <p:spPr>
          <a:xfrm>
            <a:off x="2802379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95FB3E8-D7F0-46CC-82CA-C8BE6B8F50AF}"/>
              </a:ext>
            </a:extLst>
          </p:cNvPr>
          <p:cNvSpPr/>
          <p:nvPr/>
        </p:nvSpPr>
        <p:spPr>
          <a:xfrm>
            <a:off x="2802379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2F831A0-2A8E-45CC-B95A-561CFF9C4C37}"/>
              </a:ext>
            </a:extLst>
          </p:cNvPr>
          <p:cNvSpPr/>
          <p:nvPr/>
        </p:nvSpPr>
        <p:spPr>
          <a:xfrm>
            <a:off x="2802379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2A0A0DB-B591-4CF8-A278-812845B01BA5}"/>
              </a:ext>
            </a:extLst>
          </p:cNvPr>
          <p:cNvSpPr/>
          <p:nvPr/>
        </p:nvSpPr>
        <p:spPr>
          <a:xfrm>
            <a:off x="2802379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1B0A572-4DE4-4BED-8C77-F24B53501948}"/>
              </a:ext>
            </a:extLst>
          </p:cNvPr>
          <p:cNvSpPr/>
          <p:nvPr/>
        </p:nvSpPr>
        <p:spPr>
          <a:xfrm>
            <a:off x="2802379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9D62636-A8D0-4F3F-B131-462409C01037}"/>
              </a:ext>
            </a:extLst>
          </p:cNvPr>
          <p:cNvSpPr/>
          <p:nvPr/>
        </p:nvSpPr>
        <p:spPr>
          <a:xfrm>
            <a:off x="2802379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7379FB1-D7CE-4650-BBD4-15B718F49BB7}"/>
              </a:ext>
            </a:extLst>
          </p:cNvPr>
          <p:cNvSpPr/>
          <p:nvPr/>
        </p:nvSpPr>
        <p:spPr>
          <a:xfrm>
            <a:off x="2802379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01C3201-6A44-4BC3-9CEC-D35E599E08FB}"/>
              </a:ext>
            </a:extLst>
          </p:cNvPr>
          <p:cNvSpPr/>
          <p:nvPr/>
        </p:nvSpPr>
        <p:spPr>
          <a:xfrm>
            <a:off x="2802379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3A3C8A5-6869-49A8-B8D5-B08D34B13D7E}"/>
              </a:ext>
            </a:extLst>
          </p:cNvPr>
          <p:cNvSpPr/>
          <p:nvPr/>
        </p:nvSpPr>
        <p:spPr>
          <a:xfrm>
            <a:off x="3134427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09941C1-1744-4F99-ACDC-AE88292E79A3}"/>
              </a:ext>
            </a:extLst>
          </p:cNvPr>
          <p:cNvSpPr/>
          <p:nvPr/>
        </p:nvSpPr>
        <p:spPr>
          <a:xfrm>
            <a:off x="3134427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521556F-5873-43A5-BEEF-3A821481EB28}"/>
              </a:ext>
            </a:extLst>
          </p:cNvPr>
          <p:cNvSpPr/>
          <p:nvPr/>
        </p:nvSpPr>
        <p:spPr>
          <a:xfrm>
            <a:off x="3134427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78410A9-9AF2-4CA4-BABA-FED20BBE0BBF}"/>
              </a:ext>
            </a:extLst>
          </p:cNvPr>
          <p:cNvSpPr/>
          <p:nvPr/>
        </p:nvSpPr>
        <p:spPr>
          <a:xfrm>
            <a:off x="3134427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014A864-C401-4535-B780-CC9C32319AE4}"/>
              </a:ext>
            </a:extLst>
          </p:cNvPr>
          <p:cNvSpPr/>
          <p:nvPr/>
        </p:nvSpPr>
        <p:spPr>
          <a:xfrm>
            <a:off x="3134427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6BC6C21-B108-4322-AFE5-2C090074FC4B}"/>
              </a:ext>
            </a:extLst>
          </p:cNvPr>
          <p:cNvSpPr/>
          <p:nvPr/>
        </p:nvSpPr>
        <p:spPr>
          <a:xfrm>
            <a:off x="3134427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F25A386-655D-4A6C-83FD-BED6D5D4BD7D}"/>
              </a:ext>
            </a:extLst>
          </p:cNvPr>
          <p:cNvSpPr/>
          <p:nvPr/>
        </p:nvSpPr>
        <p:spPr>
          <a:xfrm>
            <a:off x="3134427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73A7549-B387-4755-AB94-5A4932CEE011}"/>
              </a:ext>
            </a:extLst>
          </p:cNvPr>
          <p:cNvSpPr/>
          <p:nvPr/>
        </p:nvSpPr>
        <p:spPr>
          <a:xfrm>
            <a:off x="3134427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5AF9C15-1FF7-4F4A-BD9E-15ED48B3ECFD}"/>
              </a:ext>
            </a:extLst>
          </p:cNvPr>
          <p:cNvSpPr/>
          <p:nvPr/>
        </p:nvSpPr>
        <p:spPr>
          <a:xfrm>
            <a:off x="3134427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125DE7C-9EB2-4836-874A-BFCD3D0E6E39}"/>
              </a:ext>
            </a:extLst>
          </p:cNvPr>
          <p:cNvSpPr/>
          <p:nvPr/>
        </p:nvSpPr>
        <p:spPr>
          <a:xfrm>
            <a:off x="3134427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9198A08-0061-4993-B64F-22DC712DE3FD}"/>
              </a:ext>
            </a:extLst>
          </p:cNvPr>
          <p:cNvSpPr/>
          <p:nvPr/>
        </p:nvSpPr>
        <p:spPr>
          <a:xfrm>
            <a:off x="3466475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A5555B3-EF88-4AF7-8FD3-B9AB9B799528}"/>
              </a:ext>
            </a:extLst>
          </p:cNvPr>
          <p:cNvSpPr/>
          <p:nvPr/>
        </p:nvSpPr>
        <p:spPr>
          <a:xfrm>
            <a:off x="3466475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6D13567-2272-4E06-AF5C-A9648EC6394D}"/>
              </a:ext>
            </a:extLst>
          </p:cNvPr>
          <p:cNvSpPr/>
          <p:nvPr/>
        </p:nvSpPr>
        <p:spPr>
          <a:xfrm>
            <a:off x="3466475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7093A675-AE86-4D9B-9C8F-06458F4F4702}"/>
              </a:ext>
            </a:extLst>
          </p:cNvPr>
          <p:cNvSpPr/>
          <p:nvPr/>
        </p:nvSpPr>
        <p:spPr>
          <a:xfrm>
            <a:off x="3466475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161C398-9113-4F0B-A768-AF4EF11687DA}"/>
              </a:ext>
            </a:extLst>
          </p:cNvPr>
          <p:cNvSpPr/>
          <p:nvPr/>
        </p:nvSpPr>
        <p:spPr>
          <a:xfrm>
            <a:off x="3466475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145CFCD-3092-4E1C-8FDE-D883B817CAF8}"/>
              </a:ext>
            </a:extLst>
          </p:cNvPr>
          <p:cNvSpPr/>
          <p:nvPr/>
        </p:nvSpPr>
        <p:spPr>
          <a:xfrm>
            <a:off x="3466475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976ADC4-B940-4A36-8C43-073F3E6931B2}"/>
              </a:ext>
            </a:extLst>
          </p:cNvPr>
          <p:cNvSpPr/>
          <p:nvPr/>
        </p:nvSpPr>
        <p:spPr>
          <a:xfrm>
            <a:off x="3466475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C222B041-CA71-4BA4-9344-5879FFA88BF7}"/>
              </a:ext>
            </a:extLst>
          </p:cNvPr>
          <p:cNvSpPr/>
          <p:nvPr/>
        </p:nvSpPr>
        <p:spPr>
          <a:xfrm>
            <a:off x="3466475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8DE8E6A-7BFB-4B3B-8520-0958ED0E1560}"/>
              </a:ext>
            </a:extLst>
          </p:cNvPr>
          <p:cNvSpPr/>
          <p:nvPr/>
        </p:nvSpPr>
        <p:spPr>
          <a:xfrm>
            <a:off x="3466475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3890BC22-A1E6-48E7-9339-68B751F25513}"/>
              </a:ext>
            </a:extLst>
          </p:cNvPr>
          <p:cNvSpPr/>
          <p:nvPr/>
        </p:nvSpPr>
        <p:spPr>
          <a:xfrm>
            <a:off x="3466475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635B4AD-446A-4300-866B-C2E5DE265C39}"/>
              </a:ext>
            </a:extLst>
          </p:cNvPr>
          <p:cNvSpPr/>
          <p:nvPr/>
        </p:nvSpPr>
        <p:spPr>
          <a:xfrm>
            <a:off x="3798523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471B3ADD-3922-42D0-9C3C-F437EBD97A1E}"/>
              </a:ext>
            </a:extLst>
          </p:cNvPr>
          <p:cNvSpPr/>
          <p:nvPr/>
        </p:nvSpPr>
        <p:spPr>
          <a:xfrm>
            <a:off x="3798523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5745B96-CCF3-40C1-A7C6-D3903694FAA3}"/>
              </a:ext>
            </a:extLst>
          </p:cNvPr>
          <p:cNvSpPr/>
          <p:nvPr/>
        </p:nvSpPr>
        <p:spPr>
          <a:xfrm>
            <a:off x="3798523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3F6196E-222C-43DA-907A-F322BF0A4714}"/>
              </a:ext>
            </a:extLst>
          </p:cNvPr>
          <p:cNvSpPr/>
          <p:nvPr/>
        </p:nvSpPr>
        <p:spPr>
          <a:xfrm>
            <a:off x="3798523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F1F22B2-B616-4B97-90D9-DF465DE0CA4F}"/>
              </a:ext>
            </a:extLst>
          </p:cNvPr>
          <p:cNvSpPr/>
          <p:nvPr/>
        </p:nvSpPr>
        <p:spPr>
          <a:xfrm>
            <a:off x="3798523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986FFCF-A97F-4B8D-A08E-77CDDFD04ED4}"/>
              </a:ext>
            </a:extLst>
          </p:cNvPr>
          <p:cNvSpPr/>
          <p:nvPr/>
        </p:nvSpPr>
        <p:spPr>
          <a:xfrm>
            <a:off x="3798523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A7A1B40-7AF3-4D54-B163-A0DFBC1761F6}"/>
              </a:ext>
            </a:extLst>
          </p:cNvPr>
          <p:cNvSpPr/>
          <p:nvPr/>
        </p:nvSpPr>
        <p:spPr>
          <a:xfrm>
            <a:off x="3798523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5BE06ED3-D7AE-4DCE-A4F8-A8A88BF956C4}"/>
              </a:ext>
            </a:extLst>
          </p:cNvPr>
          <p:cNvSpPr/>
          <p:nvPr/>
        </p:nvSpPr>
        <p:spPr>
          <a:xfrm>
            <a:off x="3798523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961CB45-4F72-489A-9467-161A4553C55B}"/>
              </a:ext>
            </a:extLst>
          </p:cNvPr>
          <p:cNvSpPr/>
          <p:nvPr/>
        </p:nvSpPr>
        <p:spPr>
          <a:xfrm>
            <a:off x="3798523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E549723-C03B-4793-ACEA-85DF54BD24BA}"/>
              </a:ext>
            </a:extLst>
          </p:cNvPr>
          <p:cNvSpPr/>
          <p:nvPr/>
        </p:nvSpPr>
        <p:spPr>
          <a:xfrm>
            <a:off x="3798523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6B1E665-C54E-4CED-BB19-45C9561DFAA1}"/>
              </a:ext>
            </a:extLst>
          </p:cNvPr>
          <p:cNvSpPr/>
          <p:nvPr/>
        </p:nvSpPr>
        <p:spPr>
          <a:xfrm>
            <a:off x="4130571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9490FBC-83A2-48FF-B23A-F5B9415696C3}"/>
              </a:ext>
            </a:extLst>
          </p:cNvPr>
          <p:cNvSpPr/>
          <p:nvPr/>
        </p:nvSpPr>
        <p:spPr>
          <a:xfrm>
            <a:off x="4130571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AC96A78-8FAC-469F-9A71-2FD6F4454251}"/>
              </a:ext>
            </a:extLst>
          </p:cNvPr>
          <p:cNvSpPr/>
          <p:nvPr/>
        </p:nvSpPr>
        <p:spPr>
          <a:xfrm>
            <a:off x="4130571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395DEF4-86BA-4029-979A-0FA6317016E3}"/>
              </a:ext>
            </a:extLst>
          </p:cNvPr>
          <p:cNvSpPr/>
          <p:nvPr/>
        </p:nvSpPr>
        <p:spPr>
          <a:xfrm>
            <a:off x="4130571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7575BC9B-1AB0-4584-AEF7-3290F436257E}"/>
              </a:ext>
            </a:extLst>
          </p:cNvPr>
          <p:cNvSpPr/>
          <p:nvPr/>
        </p:nvSpPr>
        <p:spPr>
          <a:xfrm>
            <a:off x="4130571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C733115-6152-49D7-A586-2CE13FC93052}"/>
              </a:ext>
            </a:extLst>
          </p:cNvPr>
          <p:cNvSpPr/>
          <p:nvPr/>
        </p:nvSpPr>
        <p:spPr>
          <a:xfrm>
            <a:off x="4130571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21234931-5818-4986-A575-DACBA5D4D51E}"/>
              </a:ext>
            </a:extLst>
          </p:cNvPr>
          <p:cNvSpPr/>
          <p:nvPr/>
        </p:nvSpPr>
        <p:spPr>
          <a:xfrm>
            <a:off x="4130571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AA35C64-C5DD-438B-AD32-F6E037143042}"/>
              </a:ext>
            </a:extLst>
          </p:cNvPr>
          <p:cNvSpPr/>
          <p:nvPr/>
        </p:nvSpPr>
        <p:spPr>
          <a:xfrm>
            <a:off x="4130571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930B851-1515-4498-8B4B-AB1B32E2F00D}"/>
              </a:ext>
            </a:extLst>
          </p:cNvPr>
          <p:cNvSpPr/>
          <p:nvPr/>
        </p:nvSpPr>
        <p:spPr>
          <a:xfrm>
            <a:off x="4130571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5470855-B3D0-4877-9FB7-202D6227CC8F}"/>
              </a:ext>
            </a:extLst>
          </p:cNvPr>
          <p:cNvSpPr/>
          <p:nvPr/>
        </p:nvSpPr>
        <p:spPr>
          <a:xfrm>
            <a:off x="4130571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0859369D-BB85-4AB6-ABDB-4CD34BD7307D}"/>
              </a:ext>
            </a:extLst>
          </p:cNvPr>
          <p:cNvSpPr/>
          <p:nvPr/>
        </p:nvSpPr>
        <p:spPr>
          <a:xfrm>
            <a:off x="4462619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EAA368E1-C2BE-4250-9BFE-11052DE3F8A4}"/>
              </a:ext>
            </a:extLst>
          </p:cNvPr>
          <p:cNvSpPr/>
          <p:nvPr/>
        </p:nvSpPr>
        <p:spPr>
          <a:xfrm>
            <a:off x="4462619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10F956B-9232-4AC7-9E85-471B86E7F205}"/>
              </a:ext>
            </a:extLst>
          </p:cNvPr>
          <p:cNvSpPr/>
          <p:nvPr/>
        </p:nvSpPr>
        <p:spPr>
          <a:xfrm>
            <a:off x="4462619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B2D8EC4-C985-4879-9B21-5F6F51C179EA}"/>
              </a:ext>
            </a:extLst>
          </p:cNvPr>
          <p:cNvSpPr/>
          <p:nvPr/>
        </p:nvSpPr>
        <p:spPr>
          <a:xfrm>
            <a:off x="4462619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68A64BB-23CB-46AB-9D82-2B92836D36FA}"/>
              </a:ext>
            </a:extLst>
          </p:cNvPr>
          <p:cNvSpPr/>
          <p:nvPr/>
        </p:nvSpPr>
        <p:spPr>
          <a:xfrm>
            <a:off x="4462619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768CB5DF-73FC-4509-BD12-17ECB46C481E}"/>
              </a:ext>
            </a:extLst>
          </p:cNvPr>
          <p:cNvSpPr/>
          <p:nvPr/>
        </p:nvSpPr>
        <p:spPr>
          <a:xfrm>
            <a:off x="4462619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24D0F207-FA8E-40A6-AED0-4960AA275BB3}"/>
              </a:ext>
            </a:extLst>
          </p:cNvPr>
          <p:cNvSpPr/>
          <p:nvPr/>
        </p:nvSpPr>
        <p:spPr>
          <a:xfrm>
            <a:off x="4462619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17A857E-D8AE-416D-B5DA-0299B7EF901A}"/>
              </a:ext>
            </a:extLst>
          </p:cNvPr>
          <p:cNvSpPr/>
          <p:nvPr/>
        </p:nvSpPr>
        <p:spPr>
          <a:xfrm>
            <a:off x="4462619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C60CCC4-9207-4BFC-9BC0-C2843A2641E6}"/>
              </a:ext>
            </a:extLst>
          </p:cNvPr>
          <p:cNvSpPr/>
          <p:nvPr/>
        </p:nvSpPr>
        <p:spPr>
          <a:xfrm>
            <a:off x="4462619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147D612A-F5A7-45EE-A43F-F590F396CB14}"/>
              </a:ext>
            </a:extLst>
          </p:cNvPr>
          <p:cNvSpPr/>
          <p:nvPr/>
        </p:nvSpPr>
        <p:spPr>
          <a:xfrm>
            <a:off x="4462619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9E93EAB3-A7EF-4A9B-ABBF-1F2ABC1EDA89}"/>
              </a:ext>
            </a:extLst>
          </p:cNvPr>
          <p:cNvSpPr/>
          <p:nvPr/>
        </p:nvSpPr>
        <p:spPr>
          <a:xfrm>
            <a:off x="4794667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AD63DEE6-4D7B-494F-80AE-22E26280F8E3}"/>
              </a:ext>
            </a:extLst>
          </p:cNvPr>
          <p:cNvSpPr/>
          <p:nvPr/>
        </p:nvSpPr>
        <p:spPr>
          <a:xfrm>
            <a:off x="4794667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E8C485B3-0E70-4C9F-AA8F-C4584D897BC4}"/>
              </a:ext>
            </a:extLst>
          </p:cNvPr>
          <p:cNvSpPr/>
          <p:nvPr/>
        </p:nvSpPr>
        <p:spPr>
          <a:xfrm>
            <a:off x="4794667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4E2E446A-6D72-49E7-8526-9887DDBFF742}"/>
              </a:ext>
            </a:extLst>
          </p:cNvPr>
          <p:cNvSpPr/>
          <p:nvPr/>
        </p:nvSpPr>
        <p:spPr>
          <a:xfrm>
            <a:off x="4794667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5ECCE0BE-DD1B-4304-90D8-7AADB0FCBE8B}"/>
              </a:ext>
            </a:extLst>
          </p:cNvPr>
          <p:cNvSpPr/>
          <p:nvPr/>
        </p:nvSpPr>
        <p:spPr>
          <a:xfrm>
            <a:off x="4794667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5C43427-BC95-4137-A004-8042EAFEEE09}"/>
              </a:ext>
            </a:extLst>
          </p:cNvPr>
          <p:cNvSpPr/>
          <p:nvPr/>
        </p:nvSpPr>
        <p:spPr>
          <a:xfrm>
            <a:off x="4794667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60BA75DB-1B1D-47F9-BD35-771FB3BBACBA}"/>
              </a:ext>
            </a:extLst>
          </p:cNvPr>
          <p:cNvSpPr/>
          <p:nvPr/>
        </p:nvSpPr>
        <p:spPr>
          <a:xfrm>
            <a:off x="4794667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9D4359E-3DA2-40AB-B486-43D481673055}"/>
              </a:ext>
            </a:extLst>
          </p:cNvPr>
          <p:cNvSpPr/>
          <p:nvPr/>
        </p:nvSpPr>
        <p:spPr>
          <a:xfrm>
            <a:off x="4794667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4904AA9-F6F4-4800-98CD-70578D1B6C4C}"/>
              </a:ext>
            </a:extLst>
          </p:cNvPr>
          <p:cNvSpPr/>
          <p:nvPr/>
        </p:nvSpPr>
        <p:spPr>
          <a:xfrm>
            <a:off x="4794667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4CE00E4E-0EF2-4257-A5B1-74C27A2A0775}"/>
              </a:ext>
            </a:extLst>
          </p:cNvPr>
          <p:cNvSpPr/>
          <p:nvPr/>
        </p:nvSpPr>
        <p:spPr>
          <a:xfrm>
            <a:off x="4794667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26DF2FA2-F2A7-4259-A401-89FA7E42903B}"/>
              </a:ext>
            </a:extLst>
          </p:cNvPr>
          <p:cNvSpPr/>
          <p:nvPr/>
        </p:nvSpPr>
        <p:spPr>
          <a:xfrm>
            <a:off x="5126716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F4DBF85-4AF9-4CA8-9616-1DE4825B3BE2}"/>
              </a:ext>
            </a:extLst>
          </p:cNvPr>
          <p:cNvSpPr/>
          <p:nvPr/>
        </p:nvSpPr>
        <p:spPr>
          <a:xfrm>
            <a:off x="5126716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B7CC91DB-2A6B-4CBF-8E07-1A8418EF3053}"/>
              </a:ext>
            </a:extLst>
          </p:cNvPr>
          <p:cNvSpPr/>
          <p:nvPr/>
        </p:nvSpPr>
        <p:spPr>
          <a:xfrm>
            <a:off x="5126716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ED57C0E6-B73C-4724-A657-08D33EFDA781}"/>
              </a:ext>
            </a:extLst>
          </p:cNvPr>
          <p:cNvSpPr/>
          <p:nvPr/>
        </p:nvSpPr>
        <p:spPr>
          <a:xfrm>
            <a:off x="5126716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F016A250-57A8-43F7-83E7-9200810B670F}"/>
              </a:ext>
            </a:extLst>
          </p:cNvPr>
          <p:cNvSpPr/>
          <p:nvPr/>
        </p:nvSpPr>
        <p:spPr>
          <a:xfrm>
            <a:off x="5126716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73FF439-3E80-4642-B023-58438C3DEA50}"/>
              </a:ext>
            </a:extLst>
          </p:cNvPr>
          <p:cNvSpPr/>
          <p:nvPr/>
        </p:nvSpPr>
        <p:spPr>
          <a:xfrm>
            <a:off x="5126716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BF6BA599-CC3D-4FEC-8BC5-83811EE5D4F2}"/>
              </a:ext>
            </a:extLst>
          </p:cNvPr>
          <p:cNvSpPr/>
          <p:nvPr/>
        </p:nvSpPr>
        <p:spPr>
          <a:xfrm>
            <a:off x="5126716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54F12E0-F8BF-469E-8082-DA2DA2B67D6D}"/>
              </a:ext>
            </a:extLst>
          </p:cNvPr>
          <p:cNvSpPr/>
          <p:nvPr/>
        </p:nvSpPr>
        <p:spPr>
          <a:xfrm>
            <a:off x="5126716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60005E95-580A-4D33-A588-A1BD9FB0FB1E}"/>
              </a:ext>
            </a:extLst>
          </p:cNvPr>
          <p:cNvSpPr/>
          <p:nvPr/>
        </p:nvSpPr>
        <p:spPr>
          <a:xfrm>
            <a:off x="5126716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079C4893-3CCF-4A4A-88B4-0726CC07BE67}"/>
              </a:ext>
            </a:extLst>
          </p:cNvPr>
          <p:cNvSpPr/>
          <p:nvPr/>
        </p:nvSpPr>
        <p:spPr>
          <a:xfrm>
            <a:off x="5126716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AA887497-A4F8-4F50-B75B-BB0E9DB8EB84}"/>
              </a:ext>
            </a:extLst>
          </p:cNvPr>
          <p:cNvSpPr/>
          <p:nvPr/>
        </p:nvSpPr>
        <p:spPr>
          <a:xfrm>
            <a:off x="5458764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B875B0B9-729F-4F07-A3ED-2F50C5853395}"/>
              </a:ext>
            </a:extLst>
          </p:cNvPr>
          <p:cNvSpPr/>
          <p:nvPr/>
        </p:nvSpPr>
        <p:spPr>
          <a:xfrm>
            <a:off x="5458764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282FBE2E-13A0-4E45-BF1A-85BB05262974}"/>
              </a:ext>
            </a:extLst>
          </p:cNvPr>
          <p:cNvSpPr/>
          <p:nvPr/>
        </p:nvSpPr>
        <p:spPr>
          <a:xfrm>
            <a:off x="5458764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5FC98BC-1951-47F8-99D2-E32F4CB97E33}"/>
              </a:ext>
            </a:extLst>
          </p:cNvPr>
          <p:cNvSpPr/>
          <p:nvPr/>
        </p:nvSpPr>
        <p:spPr>
          <a:xfrm>
            <a:off x="5458764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BB4A0CE-DE3B-4DAF-9A17-A9DB03BDA652}"/>
              </a:ext>
            </a:extLst>
          </p:cNvPr>
          <p:cNvSpPr/>
          <p:nvPr/>
        </p:nvSpPr>
        <p:spPr>
          <a:xfrm>
            <a:off x="5458764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F43ED913-7A6C-4596-9C2D-0669FBA9A853}"/>
              </a:ext>
            </a:extLst>
          </p:cNvPr>
          <p:cNvSpPr/>
          <p:nvPr/>
        </p:nvSpPr>
        <p:spPr>
          <a:xfrm>
            <a:off x="5458764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9D186B3-5941-4CBB-A1C8-A77FBCA0E47E}"/>
              </a:ext>
            </a:extLst>
          </p:cNvPr>
          <p:cNvSpPr/>
          <p:nvPr/>
        </p:nvSpPr>
        <p:spPr>
          <a:xfrm>
            <a:off x="5458764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8731208E-D73F-4DF1-BED3-B2AD1E0566A7}"/>
              </a:ext>
            </a:extLst>
          </p:cNvPr>
          <p:cNvSpPr/>
          <p:nvPr/>
        </p:nvSpPr>
        <p:spPr>
          <a:xfrm>
            <a:off x="5458764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817FC8D3-6285-4AFA-9657-7164833D47A9}"/>
              </a:ext>
            </a:extLst>
          </p:cNvPr>
          <p:cNvSpPr/>
          <p:nvPr/>
        </p:nvSpPr>
        <p:spPr>
          <a:xfrm>
            <a:off x="5458764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990D95D4-DB1C-4A68-80AC-3E27A2188395}"/>
              </a:ext>
            </a:extLst>
          </p:cNvPr>
          <p:cNvSpPr/>
          <p:nvPr/>
        </p:nvSpPr>
        <p:spPr>
          <a:xfrm>
            <a:off x="5458764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4AF3664B-2F4C-4F4A-85CA-E364BB38D716}"/>
              </a:ext>
            </a:extLst>
          </p:cNvPr>
          <p:cNvSpPr/>
          <p:nvPr/>
        </p:nvSpPr>
        <p:spPr>
          <a:xfrm>
            <a:off x="5790812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CC91ADD8-1195-4556-A0ED-45283F9A7390}"/>
              </a:ext>
            </a:extLst>
          </p:cNvPr>
          <p:cNvSpPr/>
          <p:nvPr/>
        </p:nvSpPr>
        <p:spPr>
          <a:xfrm>
            <a:off x="5790812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110E93C5-931C-422B-B286-3540F1CA71AB}"/>
              </a:ext>
            </a:extLst>
          </p:cNvPr>
          <p:cNvSpPr/>
          <p:nvPr/>
        </p:nvSpPr>
        <p:spPr>
          <a:xfrm>
            <a:off x="5790812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0E94A44-563A-4650-ADE6-AD1E1EABB83C}"/>
              </a:ext>
            </a:extLst>
          </p:cNvPr>
          <p:cNvSpPr/>
          <p:nvPr/>
        </p:nvSpPr>
        <p:spPr>
          <a:xfrm>
            <a:off x="5790812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5236D2F4-1FC7-4462-B1A3-DE9CDE2B8195}"/>
              </a:ext>
            </a:extLst>
          </p:cNvPr>
          <p:cNvSpPr/>
          <p:nvPr/>
        </p:nvSpPr>
        <p:spPr>
          <a:xfrm>
            <a:off x="5790812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126677AD-8452-4A20-8F27-7F9582844B21}"/>
              </a:ext>
            </a:extLst>
          </p:cNvPr>
          <p:cNvSpPr/>
          <p:nvPr/>
        </p:nvSpPr>
        <p:spPr>
          <a:xfrm>
            <a:off x="5790812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F917F77-4B3F-4BA2-862D-689BD324B8A7}"/>
              </a:ext>
            </a:extLst>
          </p:cNvPr>
          <p:cNvSpPr/>
          <p:nvPr/>
        </p:nvSpPr>
        <p:spPr>
          <a:xfrm>
            <a:off x="5790812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9A52A6F7-4C42-45F5-A41A-A0528C9C16D5}"/>
              </a:ext>
            </a:extLst>
          </p:cNvPr>
          <p:cNvSpPr/>
          <p:nvPr/>
        </p:nvSpPr>
        <p:spPr>
          <a:xfrm>
            <a:off x="5790812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D7591574-4E60-40DF-947E-8C8606847A0F}"/>
              </a:ext>
            </a:extLst>
          </p:cNvPr>
          <p:cNvSpPr/>
          <p:nvPr/>
        </p:nvSpPr>
        <p:spPr>
          <a:xfrm>
            <a:off x="5790812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BED5212E-78A9-4A47-8090-ACFBA042AAB5}"/>
              </a:ext>
            </a:extLst>
          </p:cNvPr>
          <p:cNvSpPr/>
          <p:nvPr/>
        </p:nvSpPr>
        <p:spPr>
          <a:xfrm>
            <a:off x="5790812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CF3A10D-28BD-4189-A99C-B1A3F23D7473}"/>
              </a:ext>
            </a:extLst>
          </p:cNvPr>
          <p:cNvSpPr/>
          <p:nvPr/>
        </p:nvSpPr>
        <p:spPr>
          <a:xfrm>
            <a:off x="6122860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3B8A9A01-855A-473E-A0D3-073152273735}"/>
              </a:ext>
            </a:extLst>
          </p:cNvPr>
          <p:cNvSpPr/>
          <p:nvPr/>
        </p:nvSpPr>
        <p:spPr>
          <a:xfrm>
            <a:off x="6122860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2019420C-7218-4467-97D3-EB0405AD765B}"/>
              </a:ext>
            </a:extLst>
          </p:cNvPr>
          <p:cNvSpPr/>
          <p:nvPr/>
        </p:nvSpPr>
        <p:spPr>
          <a:xfrm>
            <a:off x="6122860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F33C428A-5ED3-4691-8842-7169759484D8}"/>
              </a:ext>
            </a:extLst>
          </p:cNvPr>
          <p:cNvSpPr/>
          <p:nvPr/>
        </p:nvSpPr>
        <p:spPr>
          <a:xfrm>
            <a:off x="6122860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37235D39-EE34-46D9-86C4-9EC85362516B}"/>
              </a:ext>
            </a:extLst>
          </p:cNvPr>
          <p:cNvSpPr/>
          <p:nvPr/>
        </p:nvSpPr>
        <p:spPr>
          <a:xfrm>
            <a:off x="6122860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37D15571-CF03-4D6D-B4E4-35C1424A27DB}"/>
              </a:ext>
            </a:extLst>
          </p:cNvPr>
          <p:cNvSpPr/>
          <p:nvPr/>
        </p:nvSpPr>
        <p:spPr>
          <a:xfrm>
            <a:off x="6122860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A1B8CC8-BFCF-4D25-A68A-8AD919410AA3}"/>
              </a:ext>
            </a:extLst>
          </p:cNvPr>
          <p:cNvSpPr/>
          <p:nvPr/>
        </p:nvSpPr>
        <p:spPr>
          <a:xfrm>
            <a:off x="6122860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7F1F667D-70F4-4C09-BF24-22D4A38A9C29}"/>
              </a:ext>
            </a:extLst>
          </p:cNvPr>
          <p:cNvSpPr/>
          <p:nvPr/>
        </p:nvSpPr>
        <p:spPr>
          <a:xfrm>
            <a:off x="6122860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8EC46BFF-1354-43F2-B092-8789F9F57F00}"/>
              </a:ext>
            </a:extLst>
          </p:cNvPr>
          <p:cNvSpPr/>
          <p:nvPr/>
        </p:nvSpPr>
        <p:spPr>
          <a:xfrm>
            <a:off x="6122860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18BD6B22-FF68-44EF-819C-29A26E1D2939}"/>
              </a:ext>
            </a:extLst>
          </p:cNvPr>
          <p:cNvSpPr/>
          <p:nvPr/>
        </p:nvSpPr>
        <p:spPr>
          <a:xfrm>
            <a:off x="6122860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6958D88B-3825-4308-B28B-87C17F3DB360}"/>
              </a:ext>
            </a:extLst>
          </p:cNvPr>
          <p:cNvSpPr/>
          <p:nvPr/>
        </p:nvSpPr>
        <p:spPr>
          <a:xfrm>
            <a:off x="6454908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3BF22EDA-32B5-468D-ACF7-55F1779C142C}"/>
              </a:ext>
            </a:extLst>
          </p:cNvPr>
          <p:cNvSpPr/>
          <p:nvPr/>
        </p:nvSpPr>
        <p:spPr>
          <a:xfrm>
            <a:off x="6454908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006BC7CC-1EEB-48B8-9CAE-9969971B2DB8}"/>
              </a:ext>
            </a:extLst>
          </p:cNvPr>
          <p:cNvSpPr/>
          <p:nvPr/>
        </p:nvSpPr>
        <p:spPr>
          <a:xfrm>
            <a:off x="6454908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9500866-C472-4019-A11E-060219CFA126}"/>
              </a:ext>
            </a:extLst>
          </p:cNvPr>
          <p:cNvSpPr/>
          <p:nvPr/>
        </p:nvSpPr>
        <p:spPr>
          <a:xfrm>
            <a:off x="6454908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75C7A02B-5333-4B4B-BD54-87EFFCDCCC2B}"/>
              </a:ext>
            </a:extLst>
          </p:cNvPr>
          <p:cNvSpPr/>
          <p:nvPr/>
        </p:nvSpPr>
        <p:spPr>
          <a:xfrm>
            <a:off x="6454908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5AC802D7-621F-4270-84AA-9323E6781B43}"/>
              </a:ext>
            </a:extLst>
          </p:cNvPr>
          <p:cNvSpPr/>
          <p:nvPr/>
        </p:nvSpPr>
        <p:spPr>
          <a:xfrm>
            <a:off x="6454908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1EB2E294-891D-4E84-8C27-0E7F49371A3B}"/>
              </a:ext>
            </a:extLst>
          </p:cNvPr>
          <p:cNvSpPr/>
          <p:nvPr/>
        </p:nvSpPr>
        <p:spPr>
          <a:xfrm>
            <a:off x="6454908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395E6790-5E63-4F1B-96C9-BDCDF96D1E2A}"/>
              </a:ext>
            </a:extLst>
          </p:cNvPr>
          <p:cNvSpPr/>
          <p:nvPr/>
        </p:nvSpPr>
        <p:spPr>
          <a:xfrm>
            <a:off x="6454908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17AE7CF2-2045-41AA-A3AC-AAAD85458B40}"/>
              </a:ext>
            </a:extLst>
          </p:cNvPr>
          <p:cNvSpPr/>
          <p:nvPr/>
        </p:nvSpPr>
        <p:spPr>
          <a:xfrm>
            <a:off x="6454908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D5A3C89-604E-4714-9254-A1E07004A1BB}"/>
              </a:ext>
            </a:extLst>
          </p:cNvPr>
          <p:cNvSpPr/>
          <p:nvPr/>
        </p:nvSpPr>
        <p:spPr>
          <a:xfrm>
            <a:off x="6454908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6AE86F9F-9CE9-4AAA-B780-666BD37FD7D3}"/>
              </a:ext>
            </a:extLst>
          </p:cNvPr>
          <p:cNvSpPr/>
          <p:nvPr/>
        </p:nvSpPr>
        <p:spPr>
          <a:xfrm>
            <a:off x="8450770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483D2029-82FC-4B6C-B591-93958647ECBB}"/>
              </a:ext>
            </a:extLst>
          </p:cNvPr>
          <p:cNvSpPr/>
          <p:nvPr/>
        </p:nvSpPr>
        <p:spPr>
          <a:xfrm>
            <a:off x="8450770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DD067EC3-D81F-4C23-ACD8-319477A6E71F}"/>
              </a:ext>
            </a:extLst>
          </p:cNvPr>
          <p:cNvSpPr/>
          <p:nvPr/>
        </p:nvSpPr>
        <p:spPr>
          <a:xfrm>
            <a:off x="8450770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70712F3D-DDE7-4938-A997-9FBEC0EB7D56}"/>
              </a:ext>
            </a:extLst>
          </p:cNvPr>
          <p:cNvSpPr/>
          <p:nvPr/>
        </p:nvSpPr>
        <p:spPr>
          <a:xfrm>
            <a:off x="8450770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A2FB3578-2606-490E-A10D-3BC4CBA81AAF}"/>
              </a:ext>
            </a:extLst>
          </p:cNvPr>
          <p:cNvSpPr/>
          <p:nvPr/>
        </p:nvSpPr>
        <p:spPr>
          <a:xfrm>
            <a:off x="8450770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EEBB5DC3-6058-416E-810D-80FE4EE718D7}"/>
              </a:ext>
            </a:extLst>
          </p:cNvPr>
          <p:cNvSpPr/>
          <p:nvPr/>
        </p:nvSpPr>
        <p:spPr>
          <a:xfrm>
            <a:off x="8450770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275C06D3-5788-4BEF-8E8D-4575EC8B55CE}"/>
              </a:ext>
            </a:extLst>
          </p:cNvPr>
          <p:cNvSpPr/>
          <p:nvPr/>
        </p:nvSpPr>
        <p:spPr>
          <a:xfrm>
            <a:off x="8450770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61B3831D-7F44-4A3D-88CD-14319935EBF8}"/>
              </a:ext>
            </a:extLst>
          </p:cNvPr>
          <p:cNvSpPr/>
          <p:nvPr/>
        </p:nvSpPr>
        <p:spPr>
          <a:xfrm>
            <a:off x="8450770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15F4FF07-FA45-47A0-A86B-A44FCEF1F13B}"/>
              </a:ext>
            </a:extLst>
          </p:cNvPr>
          <p:cNvSpPr/>
          <p:nvPr/>
        </p:nvSpPr>
        <p:spPr>
          <a:xfrm>
            <a:off x="8450770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CDD97BD1-CB63-4661-8C03-18DFCB65EE41}"/>
              </a:ext>
            </a:extLst>
          </p:cNvPr>
          <p:cNvSpPr/>
          <p:nvPr/>
        </p:nvSpPr>
        <p:spPr>
          <a:xfrm>
            <a:off x="8450770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66D000EE-F3A1-451A-BA14-01A57DFB2132}"/>
              </a:ext>
            </a:extLst>
          </p:cNvPr>
          <p:cNvSpPr/>
          <p:nvPr/>
        </p:nvSpPr>
        <p:spPr>
          <a:xfrm>
            <a:off x="8782818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84BBC2D6-C67D-464B-AEE5-D91D1C3A8820}"/>
              </a:ext>
            </a:extLst>
          </p:cNvPr>
          <p:cNvSpPr/>
          <p:nvPr/>
        </p:nvSpPr>
        <p:spPr>
          <a:xfrm>
            <a:off x="8782818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E0A0A445-C5B6-4620-907F-FC87E268B07F}"/>
              </a:ext>
            </a:extLst>
          </p:cNvPr>
          <p:cNvSpPr/>
          <p:nvPr/>
        </p:nvSpPr>
        <p:spPr>
          <a:xfrm>
            <a:off x="8782818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00E3C193-18F6-4829-ABCA-605590176EF7}"/>
              </a:ext>
            </a:extLst>
          </p:cNvPr>
          <p:cNvSpPr/>
          <p:nvPr/>
        </p:nvSpPr>
        <p:spPr>
          <a:xfrm>
            <a:off x="8782818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7848B513-F1E8-44E0-906D-3938080AB9FB}"/>
              </a:ext>
            </a:extLst>
          </p:cNvPr>
          <p:cNvSpPr/>
          <p:nvPr/>
        </p:nvSpPr>
        <p:spPr>
          <a:xfrm>
            <a:off x="8782818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B7E3B6F2-4F54-42E4-8CFA-8D78489CBF12}"/>
              </a:ext>
            </a:extLst>
          </p:cNvPr>
          <p:cNvSpPr/>
          <p:nvPr/>
        </p:nvSpPr>
        <p:spPr>
          <a:xfrm>
            <a:off x="8782818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923963F4-B085-4E2A-8B8F-8F669373741D}"/>
              </a:ext>
            </a:extLst>
          </p:cNvPr>
          <p:cNvSpPr/>
          <p:nvPr/>
        </p:nvSpPr>
        <p:spPr>
          <a:xfrm>
            <a:off x="8782818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C4DF0918-7A09-40C6-9F6E-E30BF4A06003}"/>
              </a:ext>
            </a:extLst>
          </p:cNvPr>
          <p:cNvSpPr/>
          <p:nvPr/>
        </p:nvSpPr>
        <p:spPr>
          <a:xfrm>
            <a:off x="8782818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B3B64FA2-1E24-4A70-8FFD-CCD2A1ACB7FB}"/>
              </a:ext>
            </a:extLst>
          </p:cNvPr>
          <p:cNvSpPr/>
          <p:nvPr/>
        </p:nvSpPr>
        <p:spPr>
          <a:xfrm>
            <a:off x="8782818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9E4136DC-A50A-4C86-A82E-552EA9F6DB82}"/>
              </a:ext>
            </a:extLst>
          </p:cNvPr>
          <p:cNvSpPr/>
          <p:nvPr/>
        </p:nvSpPr>
        <p:spPr>
          <a:xfrm>
            <a:off x="8782818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43F78454-F814-42A7-BD70-0B3F7B44D238}"/>
              </a:ext>
            </a:extLst>
          </p:cNvPr>
          <p:cNvSpPr/>
          <p:nvPr/>
        </p:nvSpPr>
        <p:spPr>
          <a:xfrm>
            <a:off x="9114865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ADD32153-F535-4D27-8B63-323899A5C497}"/>
              </a:ext>
            </a:extLst>
          </p:cNvPr>
          <p:cNvSpPr/>
          <p:nvPr/>
        </p:nvSpPr>
        <p:spPr>
          <a:xfrm>
            <a:off x="9114865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269349D-7ECF-41A8-8F8A-E1695A5D11B6}"/>
              </a:ext>
            </a:extLst>
          </p:cNvPr>
          <p:cNvSpPr/>
          <p:nvPr/>
        </p:nvSpPr>
        <p:spPr>
          <a:xfrm>
            <a:off x="9114865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68ED0653-5B6F-4CB7-9660-6934B172E1EA}"/>
              </a:ext>
            </a:extLst>
          </p:cNvPr>
          <p:cNvSpPr/>
          <p:nvPr/>
        </p:nvSpPr>
        <p:spPr>
          <a:xfrm>
            <a:off x="9114865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A7F4ABE2-277E-4EFB-B447-A463EFD985F1}"/>
              </a:ext>
            </a:extLst>
          </p:cNvPr>
          <p:cNvSpPr/>
          <p:nvPr/>
        </p:nvSpPr>
        <p:spPr>
          <a:xfrm>
            <a:off x="9114865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633C1C30-931B-47F9-AE36-4A1D434AA55D}"/>
              </a:ext>
            </a:extLst>
          </p:cNvPr>
          <p:cNvSpPr/>
          <p:nvPr/>
        </p:nvSpPr>
        <p:spPr>
          <a:xfrm>
            <a:off x="9114865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0461963F-0D44-4EF1-91E6-8AAFC12D974C}"/>
              </a:ext>
            </a:extLst>
          </p:cNvPr>
          <p:cNvSpPr/>
          <p:nvPr/>
        </p:nvSpPr>
        <p:spPr>
          <a:xfrm>
            <a:off x="9114865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B417CE22-FFF2-490A-9338-1FDFB1BD9591}"/>
              </a:ext>
            </a:extLst>
          </p:cNvPr>
          <p:cNvSpPr/>
          <p:nvPr/>
        </p:nvSpPr>
        <p:spPr>
          <a:xfrm>
            <a:off x="9114865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57337429-77DC-4CC4-84A9-8EE84A817B2A}"/>
              </a:ext>
            </a:extLst>
          </p:cNvPr>
          <p:cNvSpPr/>
          <p:nvPr/>
        </p:nvSpPr>
        <p:spPr>
          <a:xfrm>
            <a:off x="9114865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A6A06706-D2A9-463F-9296-1297F54D9BC1}"/>
              </a:ext>
            </a:extLst>
          </p:cNvPr>
          <p:cNvSpPr/>
          <p:nvPr/>
        </p:nvSpPr>
        <p:spPr>
          <a:xfrm>
            <a:off x="9114865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4A1BFEE4-0641-46EC-817A-03A73DDE93BF}"/>
              </a:ext>
            </a:extLst>
          </p:cNvPr>
          <p:cNvSpPr/>
          <p:nvPr/>
        </p:nvSpPr>
        <p:spPr>
          <a:xfrm>
            <a:off x="9446912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5BAA2EE-152B-458E-9A0C-7314ED276519}"/>
              </a:ext>
            </a:extLst>
          </p:cNvPr>
          <p:cNvSpPr/>
          <p:nvPr/>
        </p:nvSpPr>
        <p:spPr>
          <a:xfrm>
            <a:off x="9446912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20B70E07-631A-4657-99C9-7D0F05D3D328}"/>
              </a:ext>
            </a:extLst>
          </p:cNvPr>
          <p:cNvSpPr/>
          <p:nvPr/>
        </p:nvSpPr>
        <p:spPr>
          <a:xfrm>
            <a:off x="9446912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83D8CDA7-C461-429E-BECA-AADEB45F0B43}"/>
              </a:ext>
            </a:extLst>
          </p:cNvPr>
          <p:cNvSpPr/>
          <p:nvPr/>
        </p:nvSpPr>
        <p:spPr>
          <a:xfrm>
            <a:off x="9446912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FF6E6A4-8B62-4457-BE26-A6290F5D713A}"/>
              </a:ext>
            </a:extLst>
          </p:cNvPr>
          <p:cNvSpPr/>
          <p:nvPr/>
        </p:nvSpPr>
        <p:spPr>
          <a:xfrm>
            <a:off x="9446912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61566D5-702E-4C4B-833E-E9F6E94AB4D4}"/>
              </a:ext>
            </a:extLst>
          </p:cNvPr>
          <p:cNvSpPr/>
          <p:nvPr/>
        </p:nvSpPr>
        <p:spPr>
          <a:xfrm>
            <a:off x="9446912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38E5FAEF-5E7C-4301-B437-BF109DC35DC7}"/>
              </a:ext>
            </a:extLst>
          </p:cNvPr>
          <p:cNvSpPr/>
          <p:nvPr/>
        </p:nvSpPr>
        <p:spPr>
          <a:xfrm>
            <a:off x="9446912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AA9F184A-C89C-42D4-BA53-64A5AC3885E1}"/>
              </a:ext>
            </a:extLst>
          </p:cNvPr>
          <p:cNvSpPr/>
          <p:nvPr/>
        </p:nvSpPr>
        <p:spPr>
          <a:xfrm>
            <a:off x="9446912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766FBCE8-2515-4AF9-BC28-8A85089F4AA1}"/>
              </a:ext>
            </a:extLst>
          </p:cNvPr>
          <p:cNvSpPr/>
          <p:nvPr/>
        </p:nvSpPr>
        <p:spPr>
          <a:xfrm>
            <a:off x="9446912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3A4E1268-366D-495F-BE57-5FB9B0FB2919}"/>
              </a:ext>
            </a:extLst>
          </p:cNvPr>
          <p:cNvSpPr/>
          <p:nvPr/>
        </p:nvSpPr>
        <p:spPr>
          <a:xfrm>
            <a:off x="9446912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D44EA059-5D20-4747-87E6-0FBB8372BFA0}"/>
              </a:ext>
            </a:extLst>
          </p:cNvPr>
          <p:cNvSpPr/>
          <p:nvPr/>
        </p:nvSpPr>
        <p:spPr>
          <a:xfrm>
            <a:off x="6789701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709ED36D-2AE5-4721-84B2-2B0D75ADA207}"/>
              </a:ext>
            </a:extLst>
          </p:cNvPr>
          <p:cNvSpPr/>
          <p:nvPr/>
        </p:nvSpPr>
        <p:spPr>
          <a:xfrm>
            <a:off x="6789701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D3960DAB-F8D7-49F6-B03F-3F738C8E83AE}"/>
              </a:ext>
            </a:extLst>
          </p:cNvPr>
          <p:cNvSpPr/>
          <p:nvPr/>
        </p:nvSpPr>
        <p:spPr>
          <a:xfrm>
            <a:off x="6789701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46F164AC-B8D7-4596-B7E6-4ECCF79E349D}"/>
              </a:ext>
            </a:extLst>
          </p:cNvPr>
          <p:cNvSpPr/>
          <p:nvPr/>
        </p:nvSpPr>
        <p:spPr>
          <a:xfrm>
            <a:off x="6789701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6663E4E2-C4EA-4087-BE18-33E8EAB288B4}"/>
              </a:ext>
            </a:extLst>
          </p:cNvPr>
          <p:cNvSpPr/>
          <p:nvPr/>
        </p:nvSpPr>
        <p:spPr>
          <a:xfrm>
            <a:off x="6789701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3DCBD05C-B711-45C6-A877-65F25AA8BE8B}"/>
              </a:ext>
            </a:extLst>
          </p:cNvPr>
          <p:cNvSpPr/>
          <p:nvPr/>
        </p:nvSpPr>
        <p:spPr>
          <a:xfrm>
            <a:off x="6789701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0E033571-8D48-4D86-A597-C9EFBDB5F271}"/>
              </a:ext>
            </a:extLst>
          </p:cNvPr>
          <p:cNvSpPr/>
          <p:nvPr/>
        </p:nvSpPr>
        <p:spPr>
          <a:xfrm>
            <a:off x="6789701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7CFE1E77-80A3-43C4-9AA6-32AE7B05E2AC}"/>
              </a:ext>
            </a:extLst>
          </p:cNvPr>
          <p:cNvSpPr/>
          <p:nvPr/>
        </p:nvSpPr>
        <p:spPr>
          <a:xfrm>
            <a:off x="6789701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C0714849-855A-4A50-9548-B690E0C0985E}"/>
              </a:ext>
            </a:extLst>
          </p:cNvPr>
          <p:cNvSpPr/>
          <p:nvPr/>
        </p:nvSpPr>
        <p:spPr>
          <a:xfrm>
            <a:off x="6789701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9BD7714A-C6FE-4C26-A873-83A01D99C53F}"/>
              </a:ext>
            </a:extLst>
          </p:cNvPr>
          <p:cNvSpPr/>
          <p:nvPr/>
        </p:nvSpPr>
        <p:spPr>
          <a:xfrm>
            <a:off x="6789701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804EE771-BB8B-4944-8190-37A90CA00940}"/>
              </a:ext>
            </a:extLst>
          </p:cNvPr>
          <p:cNvSpPr/>
          <p:nvPr/>
        </p:nvSpPr>
        <p:spPr>
          <a:xfrm>
            <a:off x="7121749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180F532B-ECC0-41B7-BAB2-0BA83E3599E1}"/>
              </a:ext>
            </a:extLst>
          </p:cNvPr>
          <p:cNvSpPr/>
          <p:nvPr/>
        </p:nvSpPr>
        <p:spPr>
          <a:xfrm>
            <a:off x="7121749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C1DC5BAE-DA2D-47C3-8636-B43ACDA0753A}"/>
              </a:ext>
            </a:extLst>
          </p:cNvPr>
          <p:cNvSpPr/>
          <p:nvPr/>
        </p:nvSpPr>
        <p:spPr>
          <a:xfrm>
            <a:off x="7121749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372E528D-2041-4757-BB8D-6D06175E0F13}"/>
              </a:ext>
            </a:extLst>
          </p:cNvPr>
          <p:cNvSpPr/>
          <p:nvPr/>
        </p:nvSpPr>
        <p:spPr>
          <a:xfrm>
            <a:off x="7121749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D795262F-F265-409E-86E2-3EB02B83F52C}"/>
              </a:ext>
            </a:extLst>
          </p:cNvPr>
          <p:cNvSpPr/>
          <p:nvPr/>
        </p:nvSpPr>
        <p:spPr>
          <a:xfrm>
            <a:off x="7121749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5A8885D7-5758-4CE3-8ADD-576F6DFBA508}"/>
              </a:ext>
            </a:extLst>
          </p:cNvPr>
          <p:cNvSpPr/>
          <p:nvPr/>
        </p:nvSpPr>
        <p:spPr>
          <a:xfrm>
            <a:off x="7121749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A3D8C27B-8722-461F-B1F3-15ED5286172D}"/>
              </a:ext>
            </a:extLst>
          </p:cNvPr>
          <p:cNvSpPr/>
          <p:nvPr/>
        </p:nvSpPr>
        <p:spPr>
          <a:xfrm>
            <a:off x="7121749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2D656D98-7A64-4993-B9B2-D342940D1CAA}"/>
              </a:ext>
            </a:extLst>
          </p:cNvPr>
          <p:cNvSpPr/>
          <p:nvPr/>
        </p:nvSpPr>
        <p:spPr>
          <a:xfrm>
            <a:off x="7121749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2E3EB50E-0625-418C-8CEB-D8663C71A1DF}"/>
              </a:ext>
            </a:extLst>
          </p:cNvPr>
          <p:cNvSpPr/>
          <p:nvPr/>
        </p:nvSpPr>
        <p:spPr>
          <a:xfrm>
            <a:off x="7121749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C976DFDB-A80D-4C17-B02C-059D62A7808D}"/>
              </a:ext>
            </a:extLst>
          </p:cNvPr>
          <p:cNvSpPr/>
          <p:nvPr/>
        </p:nvSpPr>
        <p:spPr>
          <a:xfrm>
            <a:off x="7121749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62A86278-D07B-48D4-A510-5C8FF844E40D}"/>
              </a:ext>
            </a:extLst>
          </p:cNvPr>
          <p:cNvSpPr/>
          <p:nvPr/>
        </p:nvSpPr>
        <p:spPr>
          <a:xfrm>
            <a:off x="7453797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D45C7063-4561-4C86-A975-770984830776}"/>
              </a:ext>
            </a:extLst>
          </p:cNvPr>
          <p:cNvSpPr/>
          <p:nvPr/>
        </p:nvSpPr>
        <p:spPr>
          <a:xfrm>
            <a:off x="7453797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C5277463-8B9B-4C51-9A22-DCB3A8624F6C}"/>
              </a:ext>
            </a:extLst>
          </p:cNvPr>
          <p:cNvSpPr/>
          <p:nvPr/>
        </p:nvSpPr>
        <p:spPr>
          <a:xfrm>
            <a:off x="7453797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8F70FE43-7EC4-4BA6-977C-EFB71E2D0A6C}"/>
              </a:ext>
            </a:extLst>
          </p:cNvPr>
          <p:cNvSpPr/>
          <p:nvPr/>
        </p:nvSpPr>
        <p:spPr>
          <a:xfrm>
            <a:off x="7453797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5E0A9007-738C-4CD2-A69A-BBA6AF10E07E}"/>
              </a:ext>
            </a:extLst>
          </p:cNvPr>
          <p:cNvSpPr/>
          <p:nvPr/>
        </p:nvSpPr>
        <p:spPr>
          <a:xfrm>
            <a:off x="7453797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37061F01-1614-404A-A39F-075E24E026F2}"/>
              </a:ext>
            </a:extLst>
          </p:cNvPr>
          <p:cNvSpPr/>
          <p:nvPr/>
        </p:nvSpPr>
        <p:spPr>
          <a:xfrm>
            <a:off x="7453797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100A8105-4081-4395-8815-CADF79D5BCBD}"/>
              </a:ext>
            </a:extLst>
          </p:cNvPr>
          <p:cNvSpPr/>
          <p:nvPr/>
        </p:nvSpPr>
        <p:spPr>
          <a:xfrm>
            <a:off x="7453797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498C7ABC-CE31-40BF-AC71-723141DDF381}"/>
              </a:ext>
            </a:extLst>
          </p:cNvPr>
          <p:cNvSpPr/>
          <p:nvPr/>
        </p:nvSpPr>
        <p:spPr>
          <a:xfrm>
            <a:off x="7453797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876F40CB-6E5D-4E89-A7D4-4FF67E7BC062}"/>
              </a:ext>
            </a:extLst>
          </p:cNvPr>
          <p:cNvSpPr/>
          <p:nvPr/>
        </p:nvSpPr>
        <p:spPr>
          <a:xfrm>
            <a:off x="7453797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0C35C7AC-D5DA-45D3-9F69-9C92278811B3}"/>
              </a:ext>
            </a:extLst>
          </p:cNvPr>
          <p:cNvSpPr/>
          <p:nvPr/>
        </p:nvSpPr>
        <p:spPr>
          <a:xfrm>
            <a:off x="7453797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3347E9BE-A4DB-48C9-940C-B32BD27FF920}"/>
              </a:ext>
            </a:extLst>
          </p:cNvPr>
          <p:cNvSpPr/>
          <p:nvPr/>
        </p:nvSpPr>
        <p:spPr>
          <a:xfrm>
            <a:off x="7785845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EAF35537-D4AD-481C-9D3C-5EBF48A972B4}"/>
              </a:ext>
            </a:extLst>
          </p:cNvPr>
          <p:cNvSpPr/>
          <p:nvPr/>
        </p:nvSpPr>
        <p:spPr>
          <a:xfrm>
            <a:off x="7785845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77ED6CCF-5161-4556-AA73-CFDB548DB826}"/>
              </a:ext>
            </a:extLst>
          </p:cNvPr>
          <p:cNvSpPr/>
          <p:nvPr/>
        </p:nvSpPr>
        <p:spPr>
          <a:xfrm>
            <a:off x="7785845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0D767601-BAE7-433C-9FFF-42CF2B1B3B9D}"/>
              </a:ext>
            </a:extLst>
          </p:cNvPr>
          <p:cNvSpPr/>
          <p:nvPr/>
        </p:nvSpPr>
        <p:spPr>
          <a:xfrm>
            <a:off x="7785845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77C5E30C-F59E-4A7E-A671-9AD7CC40B669}"/>
              </a:ext>
            </a:extLst>
          </p:cNvPr>
          <p:cNvSpPr/>
          <p:nvPr/>
        </p:nvSpPr>
        <p:spPr>
          <a:xfrm>
            <a:off x="7785845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E1FF74A8-AD37-4541-9090-303347725F9D}"/>
              </a:ext>
            </a:extLst>
          </p:cNvPr>
          <p:cNvSpPr/>
          <p:nvPr/>
        </p:nvSpPr>
        <p:spPr>
          <a:xfrm>
            <a:off x="7785845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24AE096-9B3A-4E14-913E-271C3E0447D5}"/>
              </a:ext>
            </a:extLst>
          </p:cNvPr>
          <p:cNvSpPr/>
          <p:nvPr/>
        </p:nvSpPr>
        <p:spPr>
          <a:xfrm>
            <a:off x="7785845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9819D1EC-7239-4515-A9B7-6580A37F5599}"/>
              </a:ext>
            </a:extLst>
          </p:cNvPr>
          <p:cNvSpPr/>
          <p:nvPr/>
        </p:nvSpPr>
        <p:spPr>
          <a:xfrm>
            <a:off x="7785845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ABCD8C5D-1A7C-4B61-A3AB-7C6DFF3149C6}"/>
              </a:ext>
            </a:extLst>
          </p:cNvPr>
          <p:cNvSpPr/>
          <p:nvPr/>
        </p:nvSpPr>
        <p:spPr>
          <a:xfrm>
            <a:off x="7785845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4567A7FF-F3A7-412C-8785-5BEEE047BAB9}"/>
              </a:ext>
            </a:extLst>
          </p:cNvPr>
          <p:cNvSpPr/>
          <p:nvPr/>
        </p:nvSpPr>
        <p:spPr>
          <a:xfrm>
            <a:off x="7785845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A4789163-DC1B-489A-98D3-041E7C0E4210}"/>
              </a:ext>
            </a:extLst>
          </p:cNvPr>
          <p:cNvSpPr/>
          <p:nvPr/>
        </p:nvSpPr>
        <p:spPr>
          <a:xfrm>
            <a:off x="8117893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3EC4AF85-5B2E-4E5E-8CFF-AD53319F5151}"/>
              </a:ext>
            </a:extLst>
          </p:cNvPr>
          <p:cNvSpPr/>
          <p:nvPr/>
        </p:nvSpPr>
        <p:spPr>
          <a:xfrm>
            <a:off x="8117893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3EA7DF0-5DC2-48F1-9B6A-3B2793E54E47}"/>
              </a:ext>
            </a:extLst>
          </p:cNvPr>
          <p:cNvSpPr/>
          <p:nvPr/>
        </p:nvSpPr>
        <p:spPr>
          <a:xfrm>
            <a:off x="8117893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7D0ECF49-1149-4A10-A764-28BE37EDC9E9}"/>
              </a:ext>
            </a:extLst>
          </p:cNvPr>
          <p:cNvSpPr/>
          <p:nvPr/>
        </p:nvSpPr>
        <p:spPr>
          <a:xfrm>
            <a:off x="8117893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38B951E6-D6E7-44FE-A416-C9529A0AB076}"/>
              </a:ext>
            </a:extLst>
          </p:cNvPr>
          <p:cNvSpPr/>
          <p:nvPr/>
        </p:nvSpPr>
        <p:spPr>
          <a:xfrm>
            <a:off x="8117893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2E46539F-1469-49D2-A8E3-202BD7E08F4F}"/>
              </a:ext>
            </a:extLst>
          </p:cNvPr>
          <p:cNvSpPr/>
          <p:nvPr/>
        </p:nvSpPr>
        <p:spPr>
          <a:xfrm>
            <a:off x="8117893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969EB4EB-AFA2-4534-B461-0114D2B17744}"/>
              </a:ext>
            </a:extLst>
          </p:cNvPr>
          <p:cNvSpPr/>
          <p:nvPr/>
        </p:nvSpPr>
        <p:spPr>
          <a:xfrm>
            <a:off x="8117893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DEF67050-EA4F-4BB3-8589-CBD985687BB4}"/>
              </a:ext>
            </a:extLst>
          </p:cNvPr>
          <p:cNvSpPr/>
          <p:nvPr/>
        </p:nvSpPr>
        <p:spPr>
          <a:xfrm>
            <a:off x="8117893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0999DDA1-F9DC-461D-96CB-3F8F5D2B8742}"/>
              </a:ext>
            </a:extLst>
          </p:cNvPr>
          <p:cNvSpPr/>
          <p:nvPr/>
        </p:nvSpPr>
        <p:spPr>
          <a:xfrm>
            <a:off x="8117893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D983783C-65E4-41C4-85E7-E095343BC75E}"/>
              </a:ext>
            </a:extLst>
          </p:cNvPr>
          <p:cNvSpPr/>
          <p:nvPr/>
        </p:nvSpPr>
        <p:spPr>
          <a:xfrm>
            <a:off x="8117893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F75F46A2-9F89-49DE-AD17-4427DB413768}"/>
              </a:ext>
            </a:extLst>
          </p:cNvPr>
          <p:cNvSpPr/>
          <p:nvPr/>
        </p:nvSpPr>
        <p:spPr>
          <a:xfrm>
            <a:off x="145994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A25BEAFD-FE27-4C80-BCC9-F00B1171D177}"/>
              </a:ext>
            </a:extLst>
          </p:cNvPr>
          <p:cNvSpPr/>
          <p:nvPr/>
        </p:nvSpPr>
        <p:spPr>
          <a:xfrm>
            <a:off x="145994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7769EB1E-FEB3-4BE0-B0D2-6C9282EB5B1F}"/>
              </a:ext>
            </a:extLst>
          </p:cNvPr>
          <p:cNvSpPr/>
          <p:nvPr/>
        </p:nvSpPr>
        <p:spPr>
          <a:xfrm>
            <a:off x="145994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65820200-F356-48ED-886B-304853903667}"/>
              </a:ext>
            </a:extLst>
          </p:cNvPr>
          <p:cNvSpPr/>
          <p:nvPr/>
        </p:nvSpPr>
        <p:spPr>
          <a:xfrm>
            <a:off x="145994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74C58ACD-BD48-413B-8E7F-7911A47B65E4}"/>
              </a:ext>
            </a:extLst>
          </p:cNvPr>
          <p:cNvSpPr/>
          <p:nvPr/>
        </p:nvSpPr>
        <p:spPr>
          <a:xfrm>
            <a:off x="145994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44C4821D-2AAE-4568-A009-85B1848EC161}"/>
              </a:ext>
            </a:extLst>
          </p:cNvPr>
          <p:cNvSpPr/>
          <p:nvPr/>
        </p:nvSpPr>
        <p:spPr>
          <a:xfrm>
            <a:off x="145994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03C0811D-BA01-4E2E-81BE-CC03B407978A}"/>
              </a:ext>
            </a:extLst>
          </p:cNvPr>
          <p:cNvSpPr/>
          <p:nvPr/>
        </p:nvSpPr>
        <p:spPr>
          <a:xfrm>
            <a:off x="145994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7CE8D03D-7A27-4EAB-8E79-18F19014357A}"/>
              </a:ext>
            </a:extLst>
          </p:cNvPr>
          <p:cNvSpPr/>
          <p:nvPr/>
        </p:nvSpPr>
        <p:spPr>
          <a:xfrm>
            <a:off x="145994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F7580185-BFBB-4E37-8DEF-D5E343B9F830}"/>
              </a:ext>
            </a:extLst>
          </p:cNvPr>
          <p:cNvSpPr/>
          <p:nvPr/>
        </p:nvSpPr>
        <p:spPr>
          <a:xfrm>
            <a:off x="145994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671BDB36-E698-44DD-A7C8-C2C8616447EE}"/>
              </a:ext>
            </a:extLst>
          </p:cNvPr>
          <p:cNvSpPr/>
          <p:nvPr/>
        </p:nvSpPr>
        <p:spPr>
          <a:xfrm>
            <a:off x="145994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413CA9CF-4ED6-4041-B011-51FAEBD93921}"/>
              </a:ext>
            </a:extLst>
          </p:cNvPr>
          <p:cNvSpPr/>
          <p:nvPr/>
        </p:nvSpPr>
        <p:spPr>
          <a:xfrm>
            <a:off x="478042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A2A52754-E8C1-43BD-9021-B40782BE8145}"/>
              </a:ext>
            </a:extLst>
          </p:cNvPr>
          <p:cNvSpPr/>
          <p:nvPr/>
        </p:nvSpPr>
        <p:spPr>
          <a:xfrm>
            <a:off x="478042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40F83A7B-825F-4009-9E95-DA91567F70D3}"/>
              </a:ext>
            </a:extLst>
          </p:cNvPr>
          <p:cNvSpPr/>
          <p:nvPr/>
        </p:nvSpPr>
        <p:spPr>
          <a:xfrm>
            <a:off x="478042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B30D45CF-2680-49F5-990B-29D753AE8669}"/>
              </a:ext>
            </a:extLst>
          </p:cNvPr>
          <p:cNvSpPr/>
          <p:nvPr/>
        </p:nvSpPr>
        <p:spPr>
          <a:xfrm>
            <a:off x="478042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CAE9AF4A-3D4E-41C4-AE8E-D2075219F5CE}"/>
              </a:ext>
            </a:extLst>
          </p:cNvPr>
          <p:cNvSpPr/>
          <p:nvPr/>
        </p:nvSpPr>
        <p:spPr>
          <a:xfrm>
            <a:off x="478042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ADDD197A-92AB-4874-A569-606F8DB56C5D}"/>
              </a:ext>
            </a:extLst>
          </p:cNvPr>
          <p:cNvSpPr/>
          <p:nvPr/>
        </p:nvSpPr>
        <p:spPr>
          <a:xfrm>
            <a:off x="478042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EF0423B-5CF3-4CDF-BCFF-C223A822806F}"/>
              </a:ext>
            </a:extLst>
          </p:cNvPr>
          <p:cNvSpPr/>
          <p:nvPr/>
        </p:nvSpPr>
        <p:spPr>
          <a:xfrm>
            <a:off x="478042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0D2C8062-166B-4F74-B0AC-31C1ED62A3D5}"/>
              </a:ext>
            </a:extLst>
          </p:cNvPr>
          <p:cNvSpPr/>
          <p:nvPr/>
        </p:nvSpPr>
        <p:spPr>
          <a:xfrm>
            <a:off x="478042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D2EF58C5-EA44-476C-BB65-5732168AA572}"/>
              </a:ext>
            </a:extLst>
          </p:cNvPr>
          <p:cNvSpPr/>
          <p:nvPr/>
        </p:nvSpPr>
        <p:spPr>
          <a:xfrm>
            <a:off x="478042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5DEE8A9-CED2-4589-AD40-408603082667}"/>
              </a:ext>
            </a:extLst>
          </p:cNvPr>
          <p:cNvSpPr/>
          <p:nvPr/>
        </p:nvSpPr>
        <p:spPr>
          <a:xfrm>
            <a:off x="478042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CA2A695-394A-4C3F-9419-96342C81DEAC}"/>
              </a:ext>
            </a:extLst>
          </p:cNvPr>
          <p:cNvSpPr/>
          <p:nvPr/>
        </p:nvSpPr>
        <p:spPr>
          <a:xfrm>
            <a:off x="810090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9377D050-7FFB-4644-825E-D7E56AED5B71}"/>
              </a:ext>
            </a:extLst>
          </p:cNvPr>
          <p:cNvSpPr/>
          <p:nvPr/>
        </p:nvSpPr>
        <p:spPr>
          <a:xfrm>
            <a:off x="810090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EAAA2F4C-15C5-4557-8859-F3229677F390}"/>
              </a:ext>
            </a:extLst>
          </p:cNvPr>
          <p:cNvSpPr/>
          <p:nvPr/>
        </p:nvSpPr>
        <p:spPr>
          <a:xfrm>
            <a:off x="810090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A4849610-3AE0-4A8A-A33D-B1BB7707E3DC}"/>
              </a:ext>
            </a:extLst>
          </p:cNvPr>
          <p:cNvSpPr/>
          <p:nvPr/>
        </p:nvSpPr>
        <p:spPr>
          <a:xfrm>
            <a:off x="810090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561695C2-E6F6-4470-90D9-69AA56031DED}"/>
              </a:ext>
            </a:extLst>
          </p:cNvPr>
          <p:cNvSpPr/>
          <p:nvPr/>
        </p:nvSpPr>
        <p:spPr>
          <a:xfrm>
            <a:off x="810090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9C7DCE05-6821-4068-BD50-14A72DC806D5}"/>
              </a:ext>
            </a:extLst>
          </p:cNvPr>
          <p:cNvSpPr/>
          <p:nvPr/>
        </p:nvSpPr>
        <p:spPr>
          <a:xfrm>
            <a:off x="810090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5E331576-D56D-4BFA-953B-B4F410389C5E}"/>
              </a:ext>
            </a:extLst>
          </p:cNvPr>
          <p:cNvSpPr/>
          <p:nvPr/>
        </p:nvSpPr>
        <p:spPr>
          <a:xfrm>
            <a:off x="810090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4E8042AC-EF64-493C-B692-1E8A99D22B23}"/>
              </a:ext>
            </a:extLst>
          </p:cNvPr>
          <p:cNvSpPr/>
          <p:nvPr/>
        </p:nvSpPr>
        <p:spPr>
          <a:xfrm>
            <a:off x="810090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1D0E114B-AB88-4B1F-8C12-44E3CAD746CE}"/>
              </a:ext>
            </a:extLst>
          </p:cNvPr>
          <p:cNvSpPr/>
          <p:nvPr/>
        </p:nvSpPr>
        <p:spPr>
          <a:xfrm>
            <a:off x="810090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6319A42B-E0F8-4075-B9C6-3C11A64060FF}"/>
              </a:ext>
            </a:extLst>
          </p:cNvPr>
          <p:cNvSpPr/>
          <p:nvPr/>
        </p:nvSpPr>
        <p:spPr>
          <a:xfrm>
            <a:off x="810090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EF744363-1B25-4D55-BF14-033844178B9F}"/>
              </a:ext>
            </a:extLst>
          </p:cNvPr>
          <p:cNvSpPr/>
          <p:nvPr/>
        </p:nvSpPr>
        <p:spPr>
          <a:xfrm>
            <a:off x="1142138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45D1EC0D-30EB-4ADF-9BBB-007284F2B04C}"/>
              </a:ext>
            </a:extLst>
          </p:cNvPr>
          <p:cNvSpPr/>
          <p:nvPr/>
        </p:nvSpPr>
        <p:spPr>
          <a:xfrm>
            <a:off x="1142138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6CE1698E-1117-4A68-AD1B-F1BB404DBFB0}"/>
              </a:ext>
            </a:extLst>
          </p:cNvPr>
          <p:cNvSpPr/>
          <p:nvPr/>
        </p:nvSpPr>
        <p:spPr>
          <a:xfrm>
            <a:off x="1142138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3478AC8E-5AAA-4DFD-9D4A-0279E818B586}"/>
              </a:ext>
            </a:extLst>
          </p:cNvPr>
          <p:cNvSpPr/>
          <p:nvPr/>
        </p:nvSpPr>
        <p:spPr>
          <a:xfrm>
            <a:off x="1142138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C0D2CED4-620A-410C-A90F-1F3B47EF5CC0}"/>
              </a:ext>
            </a:extLst>
          </p:cNvPr>
          <p:cNvSpPr/>
          <p:nvPr/>
        </p:nvSpPr>
        <p:spPr>
          <a:xfrm>
            <a:off x="1142138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A5078B16-EB45-4D35-99C5-FAFBA105A107}"/>
              </a:ext>
            </a:extLst>
          </p:cNvPr>
          <p:cNvSpPr/>
          <p:nvPr/>
        </p:nvSpPr>
        <p:spPr>
          <a:xfrm>
            <a:off x="1142138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09217649-0C82-4643-A2B0-A62D85F4DB80}"/>
              </a:ext>
            </a:extLst>
          </p:cNvPr>
          <p:cNvSpPr/>
          <p:nvPr/>
        </p:nvSpPr>
        <p:spPr>
          <a:xfrm>
            <a:off x="1142138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AE80C5D8-44FE-4483-802F-CF45FBF15AB7}"/>
              </a:ext>
            </a:extLst>
          </p:cNvPr>
          <p:cNvSpPr/>
          <p:nvPr/>
        </p:nvSpPr>
        <p:spPr>
          <a:xfrm>
            <a:off x="1142138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267FD1C6-1247-4D1C-AE36-D6A788763CE1}"/>
              </a:ext>
            </a:extLst>
          </p:cNvPr>
          <p:cNvSpPr/>
          <p:nvPr/>
        </p:nvSpPr>
        <p:spPr>
          <a:xfrm>
            <a:off x="1142138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438ACD91-DDA1-4BA0-A51C-3DB766AEE595}"/>
              </a:ext>
            </a:extLst>
          </p:cNvPr>
          <p:cNvSpPr/>
          <p:nvPr/>
        </p:nvSpPr>
        <p:spPr>
          <a:xfrm>
            <a:off x="1142138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B36D64-CA22-4747-86C5-46A8074C5B30}"/>
              </a:ext>
            </a:extLst>
          </p:cNvPr>
          <p:cNvSpPr/>
          <p:nvPr/>
        </p:nvSpPr>
        <p:spPr>
          <a:xfrm>
            <a:off x="1474186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3CEDAAAF-5DDD-4867-A263-05F3DE853046}"/>
              </a:ext>
            </a:extLst>
          </p:cNvPr>
          <p:cNvSpPr/>
          <p:nvPr/>
        </p:nvSpPr>
        <p:spPr>
          <a:xfrm>
            <a:off x="1474186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CB112B41-C23C-406E-A0AF-466847F1BCB1}"/>
              </a:ext>
            </a:extLst>
          </p:cNvPr>
          <p:cNvSpPr/>
          <p:nvPr/>
        </p:nvSpPr>
        <p:spPr>
          <a:xfrm>
            <a:off x="1474186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0A0FA866-DC08-4633-94EC-0E724ADC41CE}"/>
              </a:ext>
            </a:extLst>
          </p:cNvPr>
          <p:cNvSpPr/>
          <p:nvPr/>
        </p:nvSpPr>
        <p:spPr>
          <a:xfrm>
            <a:off x="1474186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448BDEBC-407D-4D0C-B7D6-8F1D8EBB6B8B}"/>
              </a:ext>
            </a:extLst>
          </p:cNvPr>
          <p:cNvSpPr/>
          <p:nvPr/>
        </p:nvSpPr>
        <p:spPr>
          <a:xfrm>
            <a:off x="1474186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91098883-C18F-4DCC-8D71-5F8367F7AA68}"/>
              </a:ext>
            </a:extLst>
          </p:cNvPr>
          <p:cNvSpPr/>
          <p:nvPr/>
        </p:nvSpPr>
        <p:spPr>
          <a:xfrm>
            <a:off x="1474186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90490239-697C-45D7-A96B-9003A5E13B3D}"/>
              </a:ext>
            </a:extLst>
          </p:cNvPr>
          <p:cNvSpPr/>
          <p:nvPr/>
        </p:nvSpPr>
        <p:spPr>
          <a:xfrm>
            <a:off x="1474186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514C5AA5-F9C2-406E-9286-046D52F63119}"/>
              </a:ext>
            </a:extLst>
          </p:cNvPr>
          <p:cNvSpPr/>
          <p:nvPr/>
        </p:nvSpPr>
        <p:spPr>
          <a:xfrm>
            <a:off x="1474186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76CAFAE8-B4C9-4DC4-A350-1D050AF63955}"/>
              </a:ext>
            </a:extLst>
          </p:cNvPr>
          <p:cNvSpPr/>
          <p:nvPr/>
        </p:nvSpPr>
        <p:spPr>
          <a:xfrm>
            <a:off x="1474186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6286EADB-4271-4581-9DFE-2761C51DA82D}"/>
              </a:ext>
            </a:extLst>
          </p:cNvPr>
          <p:cNvSpPr/>
          <p:nvPr/>
        </p:nvSpPr>
        <p:spPr>
          <a:xfrm>
            <a:off x="1474186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6DC73BA7-1ACF-410D-837B-8210BE5D845D}"/>
              </a:ext>
            </a:extLst>
          </p:cNvPr>
          <p:cNvSpPr/>
          <p:nvPr/>
        </p:nvSpPr>
        <p:spPr>
          <a:xfrm>
            <a:off x="1806235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6E93EB40-30B4-4F45-8C51-1CBE1A96D55E}"/>
              </a:ext>
            </a:extLst>
          </p:cNvPr>
          <p:cNvSpPr/>
          <p:nvPr/>
        </p:nvSpPr>
        <p:spPr>
          <a:xfrm>
            <a:off x="1806235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49E08EFF-0BE7-47DC-A4DA-327344C49C5C}"/>
              </a:ext>
            </a:extLst>
          </p:cNvPr>
          <p:cNvSpPr/>
          <p:nvPr/>
        </p:nvSpPr>
        <p:spPr>
          <a:xfrm>
            <a:off x="1806235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3FE76F7F-DB2E-4131-A0D2-81E497E6DE5C}"/>
              </a:ext>
            </a:extLst>
          </p:cNvPr>
          <p:cNvSpPr/>
          <p:nvPr/>
        </p:nvSpPr>
        <p:spPr>
          <a:xfrm>
            <a:off x="1806235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BBF31AC7-B8F4-43E6-A286-F40F07C52108}"/>
              </a:ext>
            </a:extLst>
          </p:cNvPr>
          <p:cNvSpPr/>
          <p:nvPr/>
        </p:nvSpPr>
        <p:spPr>
          <a:xfrm>
            <a:off x="1806235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8D2133FB-3544-44D2-956B-0E23002E599C}"/>
              </a:ext>
            </a:extLst>
          </p:cNvPr>
          <p:cNvSpPr/>
          <p:nvPr/>
        </p:nvSpPr>
        <p:spPr>
          <a:xfrm>
            <a:off x="1806235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333F268B-F0FE-42C9-802E-E0A4E6B2F83C}"/>
              </a:ext>
            </a:extLst>
          </p:cNvPr>
          <p:cNvSpPr/>
          <p:nvPr/>
        </p:nvSpPr>
        <p:spPr>
          <a:xfrm>
            <a:off x="1806235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30393163-60C7-4BDE-9802-C518F0F9389D}"/>
              </a:ext>
            </a:extLst>
          </p:cNvPr>
          <p:cNvSpPr/>
          <p:nvPr/>
        </p:nvSpPr>
        <p:spPr>
          <a:xfrm>
            <a:off x="1806235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1DC62192-1547-46EA-9EB1-1CB6B3FA2AFE}"/>
              </a:ext>
            </a:extLst>
          </p:cNvPr>
          <p:cNvSpPr/>
          <p:nvPr/>
        </p:nvSpPr>
        <p:spPr>
          <a:xfrm>
            <a:off x="1806235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C80FCC35-CE97-4C80-8729-3BD9E5CA48F7}"/>
              </a:ext>
            </a:extLst>
          </p:cNvPr>
          <p:cNvSpPr/>
          <p:nvPr/>
        </p:nvSpPr>
        <p:spPr>
          <a:xfrm>
            <a:off x="1806235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A1F2F207-15C4-4951-AFEE-404413991907}"/>
              </a:ext>
            </a:extLst>
          </p:cNvPr>
          <p:cNvSpPr/>
          <p:nvPr/>
        </p:nvSpPr>
        <p:spPr>
          <a:xfrm>
            <a:off x="2138283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C5EFF28F-CAF6-40CC-BB77-7055DE205130}"/>
              </a:ext>
            </a:extLst>
          </p:cNvPr>
          <p:cNvSpPr/>
          <p:nvPr/>
        </p:nvSpPr>
        <p:spPr>
          <a:xfrm>
            <a:off x="2138283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10124AD6-8F2C-4ACD-9C8C-8596BBC790B2}"/>
              </a:ext>
            </a:extLst>
          </p:cNvPr>
          <p:cNvSpPr/>
          <p:nvPr/>
        </p:nvSpPr>
        <p:spPr>
          <a:xfrm>
            <a:off x="2138283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8A2CF219-0D21-477F-8018-9D6C7394FB0F}"/>
              </a:ext>
            </a:extLst>
          </p:cNvPr>
          <p:cNvSpPr/>
          <p:nvPr/>
        </p:nvSpPr>
        <p:spPr>
          <a:xfrm>
            <a:off x="2138283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1F9A3DE-D305-4FE6-81FB-00FF66013874}"/>
              </a:ext>
            </a:extLst>
          </p:cNvPr>
          <p:cNvSpPr/>
          <p:nvPr/>
        </p:nvSpPr>
        <p:spPr>
          <a:xfrm>
            <a:off x="2138283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6D051EF0-E98C-4DD7-832A-CD79E849866D}"/>
              </a:ext>
            </a:extLst>
          </p:cNvPr>
          <p:cNvSpPr/>
          <p:nvPr/>
        </p:nvSpPr>
        <p:spPr>
          <a:xfrm>
            <a:off x="2138283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E7EDC610-48A6-4524-9FBF-EEF8F31C20F0}"/>
              </a:ext>
            </a:extLst>
          </p:cNvPr>
          <p:cNvSpPr/>
          <p:nvPr/>
        </p:nvSpPr>
        <p:spPr>
          <a:xfrm>
            <a:off x="2138283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45B3A902-0717-4A70-A4BA-FE281E9071A1}"/>
              </a:ext>
            </a:extLst>
          </p:cNvPr>
          <p:cNvSpPr/>
          <p:nvPr/>
        </p:nvSpPr>
        <p:spPr>
          <a:xfrm>
            <a:off x="2138283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58792BD3-F127-4E30-A2B7-E63D34E25F57}"/>
              </a:ext>
            </a:extLst>
          </p:cNvPr>
          <p:cNvSpPr/>
          <p:nvPr/>
        </p:nvSpPr>
        <p:spPr>
          <a:xfrm>
            <a:off x="2138283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86334A94-D877-4D15-9AB5-B2954157088E}"/>
              </a:ext>
            </a:extLst>
          </p:cNvPr>
          <p:cNvSpPr/>
          <p:nvPr/>
        </p:nvSpPr>
        <p:spPr>
          <a:xfrm>
            <a:off x="2138283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B9EE249E-9EB8-4BD6-97CD-D2D2EFF1F8D6}"/>
              </a:ext>
            </a:extLst>
          </p:cNvPr>
          <p:cNvSpPr/>
          <p:nvPr/>
        </p:nvSpPr>
        <p:spPr>
          <a:xfrm>
            <a:off x="2470331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0C583177-CAED-4119-831F-5498B94591F9}"/>
              </a:ext>
            </a:extLst>
          </p:cNvPr>
          <p:cNvSpPr/>
          <p:nvPr/>
        </p:nvSpPr>
        <p:spPr>
          <a:xfrm>
            <a:off x="2470331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4C3739CA-8152-4A96-A525-C8597602ABC5}"/>
              </a:ext>
            </a:extLst>
          </p:cNvPr>
          <p:cNvSpPr/>
          <p:nvPr/>
        </p:nvSpPr>
        <p:spPr>
          <a:xfrm>
            <a:off x="2470331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E0116C58-86E3-4D53-A888-225F1A9E1190}"/>
              </a:ext>
            </a:extLst>
          </p:cNvPr>
          <p:cNvSpPr/>
          <p:nvPr/>
        </p:nvSpPr>
        <p:spPr>
          <a:xfrm>
            <a:off x="2470331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DBB75871-42E1-4EBB-A9C7-E63113B37045}"/>
              </a:ext>
            </a:extLst>
          </p:cNvPr>
          <p:cNvSpPr/>
          <p:nvPr/>
        </p:nvSpPr>
        <p:spPr>
          <a:xfrm>
            <a:off x="2470331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E0A5404E-61C6-4B78-B8D4-E45C2263458A}"/>
              </a:ext>
            </a:extLst>
          </p:cNvPr>
          <p:cNvSpPr/>
          <p:nvPr/>
        </p:nvSpPr>
        <p:spPr>
          <a:xfrm>
            <a:off x="2470331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F5858208-B39C-4D5E-84C2-9CCC5294CA4E}"/>
              </a:ext>
            </a:extLst>
          </p:cNvPr>
          <p:cNvSpPr/>
          <p:nvPr/>
        </p:nvSpPr>
        <p:spPr>
          <a:xfrm>
            <a:off x="2470331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0B97CD80-19C9-4CBE-A01A-5ED293FECA1B}"/>
              </a:ext>
            </a:extLst>
          </p:cNvPr>
          <p:cNvSpPr/>
          <p:nvPr/>
        </p:nvSpPr>
        <p:spPr>
          <a:xfrm>
            <a:off x="2470331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2B6FF2F3-5BB3-4B16-91D5-95B586134FFB}"/>
              </a:ext>
            </a:extLst>
          </p:cNvPr>
          <p:cNvSpPr/>
          <p:nvPr/>
        </p:nvSpPr>
        <p:spPr>
          <a:xfrm>
            <a:off x="2470331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223E3D55-9C47-415F-A09B-AB50F7E09E88}"/>
              </a:ext>
            </a:extLst>
          </p:cNvPr>
          <p:cNvSpPr/>
          <p:nvPr/>
        </p:nvSpPr>
        <p:spPr>
          <a:xfrm>
            <a:off x="2470331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5824B3C0-F4D9-4337-88A7-D41DCDA696C0}"/>
              </a:ext>
            </a:extLst>
          </p:cNvPr>
          <p:cNvSpPr/>
          <p:nvPr/>
        </p:nvSpPr>
        <p:spPr>
          <a:xfrm>
            <a:off x="2802379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9B40BD24-29F7-4341-8346-B9667106CDEF}"/>
              </a:ext>
            </a:extLst>
          </p:cNvPr>
          <p:cNvSpPr/>
          <p:nvPr/>
        </p:nvSpPr>
        <p:spPr>
          <a:xfrm>
            <a:off x="2802379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0406D3CF-4A29-47F6-BEAA-CDC4F2C637E4}"/>
              </a:ext>
            </a:extLst>
          </p:cNvPr>
          <p:cNvSpPr/>
          <p:nvPr/>
        </p:nvSpPr>
        <p:spPr>
          <a:xfrm>
            <a:off x="2802379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1CAC1453-4C85-4AC1-BAFB-1AABA408E41B}"/>
              </a:ext>
            </a:extLst>
          </p:cNvPr>
          <p:cNvSpPr/>
          <p:nvPr/>
        </p:nvSpPr>
        <p:spPr>
          <a:xfrm>
            <a:off x="2802379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46E4F350-28D4-41AB-8219-DC9690882C42}"/>
              </a:ext>
            </a:extLst>
          </p:cNvPr>
          <p:cNvSpPr/>
          <p:nvPr/>
        </p:nvSpPr>
        <p:spPr>
          <a:xfrm>
            <a:off x="2802379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BFBE1A4A-13C3-4BED-8522-3A7D2248798C}"/>
              </a:ext>
            </a:extLst>
          </p:cNvPr>
          <p:cNvSpPr/>
          <p:nvPr/>
        </p:nvSpPr>
        <p:spPr>
          <a:xfrm>
            <a:off x="2802379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C6EF9F6E-D245-4B6E-9777-4DCD744AE24F}"/>
              </a:ext>
            </a:extLst>
          </p:cNvPr>
          <p:cNvSpPr/>
          <p:nvPr/>
        </p:nvSpPr>
        <p:spPr>
          <a:xfrm>
            <a:off x="2802379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42F0D67-A286-4566-AB92-D8FE9E319A70}"/>
              </a:ext>
            </a:extLst>
          </p:cNvPr>
          <p:cNvSpPr/>
          <p:nvPr/>
        </p:nvSpPr>
        <p:spPr>
          <a:xfrm>
            <a:off x="2802379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4B61EDE7-56B9-4A16-A322-4A9EE72F7FEA}"/>
              </a:ext>
            </a:extLst>
          </p:cNvPr>
          <p:cNvSpPr/>
          <p:nvPr/>
        </p:nvSpPr>
        <p:spPr>
          <a:xfrm>
            <a:off x="2802379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D3B33361-F458-45BA-9D25-3AC5F959C9A1}"/>
              </a:ext>
            </a:extLst>
          </p:cNvPr>
          <p:cNvSpPr/>
          <p:nvPr/>
        </p:nvSpPr>
        <p:spPr>
          <a:xfrm>
            <a:off x="2802379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BDA743D3-763D-45A4-BE81-31635E97F5AA}"/>
              </a:ext>
            </a:extLst>
          </p:cNvPr>
          <p:cNvSpPr/>
          <p:nvPr/>
        </p:nvSpPr>
        <p:spPr>
          <a:xfrm>
            <a:off x="3134427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A4BBE97B-9689-4264-98A8-D673E27BDDAA}"/>
              </a:ext>
            </a:extLst>
          </p:cNvPr>
          <p:cNvSpPr/>
          <p:nvPr/>
        </p:nvSpPr>
        <p:spPr>
          <a:xfrm>
            <a:off x="3134427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04EDFD5D-4C36-4F67-9BCE-E41E69E66172}"/>
              </a:ext>
            </a:extLst>
          </p:cNvPr>
          <p:cNvSpPr/>
          <p:nvPr/>
        </p:nvSpPr>
        <p:spPr>
          <a:xfrm>
            <a:off x="3134427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6A36AB43-384C-453E-A11F-67C5D66BA5D9}"/>
              </a:ext>
            </a:extLst>
          </p:cNvPr>
          <p:cNvSpPr/>
          <p:nvPr/>
        </p:nvSpPr>
        <p:spPr>
          <a:xfrm>
            <a:off x="3134427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AFD7835C-5E48-4E37-99AC-4D2644C53E87}"/>
              </a:ext>
            </a:extLst>
          </p:cNvPr>
          <p:cNvSpPr/>
          <p:nvPr/>
        </p:nvSpPr>
        <p:spPr>
          <a:xfrm>
            <a:off x="3134427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58519746-263C-47BA-99DB-6409D2154859}"/>
              </a:ext>
            </a:extLst>
          </p:cNvPr>
          <p:cNvSpPr/>
          <p:nvPr/>
        </p:nvSpPr>
        <p:spPr>
          <a:xfrm>
            <a:off x="3134427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BFA96799-AF80-48CB-AC5D-DD8EF5B4AD41}"/>
              </a:ext>
            </a:extLst>
          </p:cNvPr>
          <p:cNvSpPr/>
          <p:nvPr/>
        </p:nvSpPr>
        <p:spPr>
          <a:xfrm>
            <a:off x="3134427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F056DCDF-0663-4D67-8034-16D83E88D58B}"/>
              </a:ext>
            </a:extLst>
          </p:cNvPr>
          <p:cNvSpPr/>
          <p:nvPr/>
        </p:nvSpPr>
        <p:spPr>
          <a:xfrm>
            <a:off x="3134427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28CBD8E1-3557-496D-B4F6-8AFE20649C6A}"/>
              </a:ext>
            </a:extLst>
          </p:cNvPr>
          <p:cNvSpPr/>
          <p:nvPr/>
        </p:nvSpPr>
        <p:spPr>
          <a:xfrm>
            <a:off x="3134427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DF09B442-5E4F-49C4-909C-48B6988E20E4}"/>
              </a:ext>
            </a:extLst>
          </p:cNvPr>
          <p:cNvSpPr/>
          <p:nvPr/>
        </p:nvSpPr>
        <p:spPr>
          <a:xfrm>
            <a:off x="3134427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AE5ECB55-786F-4E2A-852B-30DA0BDCF522}"/>
              </a:ext>
            </a:extLst>
          </p:cNvPr>
          <p:cNvSpPr/>
          <p:nvPr/>
        </p:nvSpPr>
        <p:spPr>
          <a:xfrm>
            <a:off x="3466475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E979B7FE-AF6E-4842-9367-A68FEF74DE06}"/>
              </a:ext>
            </a:extLst>
          </p:cNvPr>
          <p:cNvSpPr/>
          <p:nvPr/>
        </p:nvSpPr>
        <p:spPr>
          <a:xfrm>
            <a:off x="3466475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27D857C9-F329-4938-855C-94A9F3C5CEB8}"/>
              </a:ext>
            </a:extLst>
          </p:cNvPr>
          <p:cNvSpPr/>
          <p:nvPr/>
        </p:nvSpPr>
        <p:spPr>
          <a:xfrm>
            <a:off x="3466475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D5435EC5-BAB7-4187-B62D-C0320E11642F}"/>
              </a:ext>
            </a:extLst>
          </p:cNvPr>
          <p:cNvSpPr/>
          <p:nvPr/>
        </p:nvSpPr>
        <p:spPr>
          <a:xfrm>
            <a:off x="3466475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E20E36A2-E153-4AF6-BCE8-000B554D7D92}"/>
              </a:ext>
            </a:extLst>
          </p:cNvPr>
          <p:cNvSpPr/>
          <p:nvPr/>
        </p:nvSpPr>
        <p:spPr>
          <a:xfrm>
            <a:off x="3466475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9D3B229F-0434-4010-B559-0AEB94F72EB8}"/>
              </a:ext>
            </a:extLst>
          </p:cNvPr>
          <p:cNvSpPr/>
          <p:nvPr/>
        </p:nvSpPr>
        <p:spPr>
          <a:xfrm>
            <a:off x="3466475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1DCF9FD4-5BE5-41C0-ADBA-896FE109AF21}"/>
              </a:ext>
            </a:extLst>
          </p:cNvPr>
          <p:cNvSpPr/>
          <p:nvPr/>
        </p:nvSpPr>
        <p:spPr>
          <a:xfrm>
            <a:off x="3466475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2607FA4E-BF4C-4D5F-8906-E0B93D3D8075}"/>
              </a:ext>
            </a:extLst>
          </p:cNvPr>
          <p:cNvSpPr/>
          <p:nvPr/>
        </p:nvSpPr>
        <p:spPr>
          <a:xfrm>
            <a:off x="3466475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2B5615C7-DD0F-4896-BCF7-DEF2E43568D2}"/>
              </a:ext>
            </a:extLst>
          </p:cNvPr>
          <p:cNvSpPr/>
          <p:nvPr/>
        </p:nvSpPr>
        <p:spPr>
          <a:xfrm>
            <a:off x="3466475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2B4C3791-F57B-4ECC-B367-B537E5692B06}"/>
              </a:ext>
            </a:extLst>
          </p:cNvPr>
          <p:cNvSpPr/>
          <p:nvPr/>
        </p:nvSpPr>
        <p:spPr>
          <a:xfrm>
            <a:off x="3466475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12903FE-17A0-4A1D-9CAA-898E646C6B22}"/>
              </a:ext>
            </a:extLst>
          </p:cNvPr>
          <p:cNvSpPr/>
          <p:nvPr/>
        </p:nvSpPr>
        <p:spPr>
          <a:xfrm>
            <a:off x="3798523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66FE0922-4BBC-47AE-974A-A6416DB51EFA}"/>
              </a:ext>
            </a:extLst>
          </p:cNvPr>
          <p:cNvSpPr/>
          <p:nvPr/>
        </p:nvSpPr>
        <p:spPr>
          <a:xfrm>
            <a:off x="3798523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AC197F31-676C-434E-8CDF-3F9E650CD39F}"/>
              </a:ext>
            </a:extLst>
          </p:cNvPr>
          <p:cNvSpPr/>
          <p:nvPr/>
        </p:nvSpPr>
        <p:spPr>
          <a:xfrm>
            <a:off x="3798523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EB1B0D6F-2FC5-4919-B45C-302D7624D6F7}"/>
              </a:ext>
            </a:extLst>
          </p:cNvPr>
          <p:cNvSpPr/>
          <p:nvPr/>
        </p:nvSpPr>
        <p:spPr>
          <a:xfrm>
            <a:off x="3798523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D84594CF-CB21-4CA8-8FCD-EECE4CB96FAC}"/>
              </a:ext>
            </a:extLst>
          </p:cNvPr>
          <p:cNvSpPr/>
          <p:nvPr/>
        </p:nvSpPr>
        <p:spPr>
          <a:xfrm>
            <a:off x="3798523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463873C3-C049-4E88-B231-8DA85088BA18}"/>
              </a:ext>
            </a:extLst>
          </p:cNvPr>
          <p:cNvSpPr/>
          <p:nvPr/>
        </p:nvSpPr>
        <p:spPr>
          <a:xfrm>
            <a:off x="3798523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DC710557-4501-4296-B288-7B9B259C28C4}"/>
              </a:ext>
            </a:extLst>
          </p:cNvPr>
          <p:cNvSpPr/>
          <p:nvPr/>
        </p:nvSpPr>
        <p:spPr>
          <a:xfrm>
            <a:off x="3798523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DE580F41-7CF0-449E-BBAC-923E0F788A76}"/>
              </a:ext>
            </a:extLst>
          </p:cNvPr>
          <p:cNvSpPr/>
          <p:nvPr/>
        </p:nvSpPr>
        <p:spPr>
          <a:xfrm>
            <a:off x="3798523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C9FC6FF2-7576-494E-A91C-04E2450AC5BB}"/>
              </a:ext>
            </a:extLst>
          </p:cNvPr>
          <p:cNvSpPr/>
          <p:nvPr/>
        </p:nvSpPr>
        <p:spPr>
          <a:xfrm>
            <a:off x="3798523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657E78C0-65E6-4AF5-9D5F-FA319443564F}"/>
              </a:ext>
            </a:extLst>
          </p:cNvPr>
          <p:cNvSpPr/>
          <p:nvPr/>
        </p:nvSpPr>
        <p:spPr>
          <a:xfrm>
            <a:off x="3798523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FA9CA4DE-9328-4A21-A6B2-CAC72C533C76}"/>
              </a:ext>
            </a:extLst>
          </p:cNvPr>
          <p:cNvSpPr/>
          <p:nvPr/>
        </p:nvSpPr>
        <p:spPr>
          <a:xfrm>
            <a:off x="4130571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09EA007E-ABE4-47A6-9531-919BE85A260E}"/>
              </a:ext>
            </a:extLst>
          </p:cNvPr>
          <p:cNvSpPr/>
          <p:nvPr/>
        </p:nvSpPr>
        <p:spPr>
          <a:xfrm>
            <a:off x="4130571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E761DF5D-3527-44ED-8DE4-475ABFA70417}"/>
              </a:ext>
            </a:extLst>
          </p:cNvPr>
          <p:cNvSpPr/>
          <p:nvPr/>
        </p:nvSpPr>
        <p:spPr>
          <a:xfrm>
            <a:off x="4130571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4437EE7E-29BF-41AA-AB02-741F4B501071}"/>
              </a:ext>
            </a:extLst>
          </p:cNvPr>
          <p:cNvSpPr/>
          <p:nvPr/>
        </p:nvSpPr>
        <p:spPr>
          <a:xfrm>
            <a:off x="4130571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EB795028-2223-4BFA-8ABF-1C17E0F63A13}"/>
              </a:ext>
            </a:extLst>
          </p:cNvPr>
          <p:cNvSpPr/>
          <p:nvPr/>
        </p:nvSpPr>
        <p:spPr>
          <a:xfrm>
            <a:off x="4130571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2BA2BB7E-BC02-4861-A8DD-CF57E50745D1}"/>
              </a:ext>
            </a:extLst>
          </p:cNvPr>
          <p:cNvSpPr/>
          <p:nvPr/>
        </p:nvSpPr>
        <p:spPr>
          <a:xfrm>
            <a:off x="4130571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A93C8EE1-B26E-4C84-A6FE-374F5530D5A2}"/>
              </a:ext>
            </a:extLst>
          </p:cNvPr>
          <p:cNvSpPr/>
          <p:nvPr/>
        </p:nvSpPr>
        <p:spPr>
          <a:xfrm>
            <a:off x="4130571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E275A2C6-A483-41D8-BF27-D490EDBA4D8E}"/>
              </a:ext>
            </a:extLst>
          </p:cNvPr>
          <p:cNvSpPr/>
          <p:nvPr/>
        </p:nvSpPr>
        <p:spPr>
          <a:xfrm>
            <a:off x="4130571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79399AEC-9328-48E4-B87A-0B993624DD62}"/>
              </a:ext>
            </a:extLst>
          </p:cNvPr>
          <p:cNvSpPr/>
          <p:nvPr/>
        </p:nvSpPr>
        <p:spPr>
          <a:xfrm>
            <a:off x="4130571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EBA0924E-17A3-439D-86EE-7CC970C9DE7D}"/>
              </a:ext>
            </a:extLst>
          </p:cNvPr>
          <p:cNvSpPr/>
          <p:nvPr/>
        </p:nvSpPr>
        <p:spPr>
          <a:xfrm>
            <a:off x="4130571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5011E68B-1D28-446E-A56B-6815A5F58F1C}"/>
              </a:ext>
            </a:extLst>
          </p:cNvPr>
          <p:cNvSpPr/>
          <p:nvPr/>
        </p:nvSpPr>
        <p:spPr>
          <a:xfrm>
            <a:off x="4462619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378FED9E-6FDB-400B-BE9F-A29FAF103944}"/>
              </a:ext>
            </a:extLst>
          </p:cNvPr>
          <p:cNvSpPr/>
          <p:nvPr/>
        </p:nvSpPr>
        <p:spPr>
          <a:xfrm>
            <a:off x="4462619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57840EDB-F1DA-4B80-BD8C-1F6C71B4E87E}"/>
              </a:ext>
            </a:extLst>
          </p:cNvPr>
          <p:cNvSpPr/>
          <p:nvPr/>
        </p:nvSpPr>
        <p:spPr>
          <a:xfrm>
            <a:off x="4462619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31DD881F-F39B-4509-A01E-D97CF8252243}"/>
              </a:ext>
            </a:extLst>
          </p:cNvPr>
          <p:cNvSpPr/>
          <p:nvPr/>
        </p:nvSpPr>
        <p:spPr>
          <a:xfrm>
            <a:off x="4462619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2616BEF7-21B7-40BB-93BD-4040024C8DBE}"/>
              </a:ext>
            </a:extLst>
          </p:cNvPr>
          <p:cNvSpPr/>
          <p:nvPr/>
        </p:nvSpPr>
        <p:spPr>
          <a:xfrm>
            <a:off x="4462619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187654B9-5CF4-4421-BAEC-4DD877323C1C}"/>
              </a:ext>
            </a:extLst>
          </p:cNvPr>
          <p:cNvSpPr/>
          <p:nvPr/>
        </p:nvSpPr>
        <p:spPr>
          <a:xfrm>
            <a:off x="4462619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0C1F223D-073E-405C-A35B-6B0AACF1FAAE}"/>
              </a:ext>
            </a:extLst>
          </p:cNvPr>
          <p:cNvSpPr/>
          <p:nvPr/>
        </p:nvSpPr>
        <p:spPr>
          <a:xfrm>
            <a:off x="4462619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FC1478E1-DB6C-4454-9986-E9270477AB5E}"/>
              </a:ext>
            </a:extLst>
          </p:cNvPr>
          <p:cNvSpPr/>
          <p:nvPr/>
        </p:nvSpPr>
        <p:spPr>
          <a:xfrm>
            <a:off x="4462619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9A0209B5-44B6-400B-A111-535725BFF0B9}"/>
              </a:ext>
            </a:extLst>
          </p:cNvPr>
          <p:cNvSpPr/>
          <p:nvPr/>
        </p:nvSpPr>
        <p:spPr>
          <a:xfrm>
            <a:off x="4462619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78600210-98DD-4A07-98B2-DF47883D8082}"/>
              </a:ext>
            </a:extLst>
          </p:cNvPr>
          <p:cNvSpPr/>
          <p:nvPr/>
        </p:nvSpPr>
        <p:spPr>
          <a:xfrm>
            <a:off x="4462619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F31F51F6-4032-4EAB-8730-B3DBE9727FE6}"/>
              </a:ext>
            </a:extLst>
          </p:cNvPr>
          <p:cNvSpPr/>
          <p:nvPr/>
        </p:nvSpPr>
        <p:spPr>
          <a:xfrm>
            <a:off x="4794667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7C1162FA-652F-4954-B15C-D41FABCF80A1}"/>
              </a:ext>
            </a:extLst>
          </p:cNvPr>
          <p:cNvSpPr/>
          <p:nvPr/>
        </p:nvSpPr>
        <p:spPr>
          <a:xfrm>
            <a:off x="4794667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B3074AFC-60EE-4733-82B0-B1B71226AB10}"/>
              </a:ext>
            </a:extLst>
          </p:cNvPr>
          <p:cNvSpPr/>
          <p:nvPr/>
        </p:nvSpPr>
        <p:spPr>
          <a:xfrm>
            <a:off x="4794667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5DD28954-6634-4910-82A4-0956C9A4515B}"/>
              </a:ext>
            </a:extLst>
          </p:cNvPr>
          <p:cNvSpPr/>
          <p:nvPr/>
        </p:nvSpPr>
        <p:spPr>
          <a:xfrm>
            <a:off x="4794667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D2CEEFD3-F58E-47C5-8FD6-87D52B0643B9}"/>
              </a:ext>
            </a:extLst>
          </p:cNvPr>
          <p:cNvSpPr/>
          <p:nvPr/>
        </p:nvSpPr>
        <p:spPr>
          <a:xfrm>
            <a:off x="4794667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1F7D3330-0799-4167-A3F1-BBC097EB6A37}"/>
              </a:ext>
            </a:extLst>
          </p:cNvPr>
          <p:cNvSpPr/>
          <p:nvPr/>
        </p:nvSpPr>
        <p:spPr>
          <a:xfrm>
            <a:off x="4794667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BACAABA2-5265-46BE-AF1B-E2D86737202B}"/>
              </a:ext>
            </a:extLst>
          </p:cNvPr>
          <p:cNvSpPr/>
          <p:nvPr/>
        </p:nvSpPr>
        <p:spPr>
          <a:xfrm>
            <a:off x="4794667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B8880AA0-85EE-4746-B820-BA5CC494C68A}"/>
              </a:ext>
            </a:extLst>
          </p:cNvPr>
          <p:cNvSpPr/>
          <p:nvPr/>
        </p:nvSpPr>
        <p:spPr>
          <a:xfrm>
            <a:off x="4794667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EEFBBA6E-EFEE-41A7-82CC-F59E4B8AC9EF}"/>
              </a:ext>
            </a:extLst>
          </p:cNvPr>
          <p:cNvSpPr/>
          <p:nvPr/>
        </p:nvSpPr>
        <p:spPr>
          <a:xfrm>
            <a:off x="4794667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C4B09BF0-CEE5-4466-AF2F-76B1DE93C31B}"/>
              </a:ext>
            </a:extLst>
          </p:cNvPr>
          <p:cNvSpPr/>
          <p:nvPr/>
        </p:nvSpPr>
        <p:spPr>
          <a:xfrm>
            <a:off x="4794667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9272FCAB-FCA7-4995-8A4C-898D249CF588}"/>
              </a:ext>
            </a:extLst>
          </p:cNvPr>
          <p:cNvSpPr/>
          <p:nvPr/>
        </p:nvSpPr>
        <p:spPr>
          <a:xfrm>
            <a:off x="5126716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285FBA42-42D0-4245-8B6B-A5CBFB667CDD}"/>
              </a:ext>
            </a:extLst>
          </p:cNvPr>
          <p:cNvSpPr/>
          <p:nvPr/>
        </p:nvSpPr>
        <p:spPr>
          <a:xfrm>
            <a:off x="5126716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A59F8329-67CA-4C1B-9F05-95E53EC34380}"/>
              </a:ext>
            </a:extLst>
          </p:cNvPr>
          <p:cNvSpPr/>
          <p:nvPr/>
        </p:nvSpPr>
        <p:spPr>
          <a:xfrm>
            <a:off x="5126716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DD133EDD-1D15-49DD-8ABC-DC1082F36774}"/>
              </a:ext>
            </a:extLst>
          </p:cNvPr>
          <p:cNvSpPr/>
          <p:nvPr/>
        </p:nvSpPr>
        <p:spPr>
          <a:xfrm>
            <a:off x="5126716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5D65A76C-8824-49A1-84F0-32ADF29D797E}"/>
              </a:ext>
            </a:extLst>
          </p:cNvPr>
          <p:cNvSpPr/>
          <p:nvPr/>
        </p:nvSpPr>
        <p:spPr>
          <a:xfrm>
            <a:off x="5126716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BCBC19B9-CC11-4F12-A87D-44E84AFC5D06}"/>
              </a:ext>
            </a:extLst>
          </p:cNvPr>
          <p:cNvSpPr/>
          <p:nvPr/>
        </p:nvSpPr>
        <p:spPr>
          <a:xfrm>
            <a:off x="5126716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511F3EFB-6B5B-4DF0-BFF9-3AA6CA536F41}"/>
              </a:ext>
            </a:extLst>
          </p:cNvPr>
          <p:cNvSpPr/>
          <p:nvPr/>
        </p:nvSpPr>
        <p:spPr>
          <a:xfrm>
            <a:off x="5126716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AEAB29D5-297A-4A89-B10F-4519F390FD15}"/>
              </a:ext>
            </a:extLst>
          </p:cNvPr>
          <p:cNvSpPr/>
          <p:nvPr/>
        </p:nvSpPr>
        <p:spPr>
          <a:xfrm>
            <a:off x="5126716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DDF94290-9BC3-443A-B8D9-9F685D02C2B2}"/>
              </a:ext>
            </a:extLst>
          </p:cNvPr>
          <p:cNvSpPr/>
          <p:nvPr/>
        </p:nvSpPr>
        <p:spPr>
          <a:xfrm>
            <a:off x="5126716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0CB2551F-019C-4C6F-9819-C6C45A827FC2}"/>
              </a:ext>
            </a:extLst>
          </p:cNvPr>
          <p:cNvSpPr/>
          <p:nvPr/>
        </p:nvSpPr>
        <p:spPr>
          <a:xfrm>
            <a:off x="5126716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FB41696C-8CEA-4A7D-87E5-022D1DAF5A17}"/>
              </a:ext>
            </a:extLst>
          </p:cNvPr>
          <p:cNvSpPr/>
          <p:nvPr/>
        </p:nvSpPr>
        <p:spPr>
          <a:xfrm>
            <a:off x="5458764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7C34FD18-E17E-42A3-9714-0EF14F94F886}"/>
              </a:ext>
            </a:extLst>
          </p:cNvPr>
          <p:cNvSpPr/>
          <p:nvPr/>
        </p:nvSpPr>
        <p:spPr>
          <a:xfrm>
            <a:off x="5458764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6A1404FE-CAE3-4592-ADD3-9A05DD53EB51}"/>
              </a:ext>
            </a:extLst>
          </p:cNvPr>
          <p:cNvSpPr/>
          <p:nvPr/>
        </p:nvSpPr>
        <p:spPr>
          <a:xfrm>
            <a:off x="5458764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5FBF9734-642B-4677-997A-B5A1D2259B49}"/>
              </a:ext>
            </a:extLst>
          </p:cNvPr>
          <p:cNvSpPr/>
          <p:nvPr/>
        </p:nvSpPr>
        <p:spPr>
          <a:xfrm>
            <a:off x="5458764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08F3CC79-8DE3-452F-A4BC-68E50E60770C}"/>
              </a:ext>
            </a:extLst>
          </p:cNvPr>
          <p:cNvSpPr/>
          <p:nvPr/>
        </p:nvSpPr>
        <p:spPr>
          <a:xfrm>
            <a:off x="5458764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FE164F4B-14BF-4001-AF76-5A0202028306}"/>
              </a:ext>
            </a:extLst>
          </p:cNvPr>
          <p:cNvSpPr/>
          <p:nvPr/>
        </p:nvSpPr>
        <p:spPr>
          <a:xfrm>
            <a:off x="5458764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7C4BB7B8-6CE7-49B3-AF96-A73CD0CB097C}"/>
              </a:ext>
            </a:extLst>
          </p:cNvPr>
          <p:cNvSpPr/>
          <p:nvPr/>
        </p:nvSpPr>
        <p:spPr>
          <a:xfrm>
            <a:off x="5458764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2" name="Rectangle 551">
            <a:extLst>
              <a:ext uri="{FF2B5EF4-FFF2-40B4-BE49-F238E27FC236}">
                <a16:creationId xmlns:a16="http://schemas.microsoft.com/office/drawing/2014/main" id="{FF449237-33F4-44EC-8640-1E89DD7534B4}"/>
              </a:ext>
            </a:extLst>
          </p:cNvPr>
          <p:cNvSpPr/>
          <p:nvPr/>
        </p:nvSpPr>
        <p:spPr>
          <a:xfrm>
            <a:off x="5458764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87D43BBF-5948-48B7-B365-77BC3C64A637}"/>
              </a:ext>
            </a:extLst>
          </p:cNvPr>
          <p:cNvSpPr/>
          <p:nvPr/>
        </p:nvSpPr>
        <p:spPr>
          <a:xfrm>
            <a:off x="5458764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917D2E94-97EF-4BFF-A0F1-45C84386ECB9}"/>
              </a:ext>
            </a:extLst>
          </p:cNvPr>
          <p:cNvSpPr/>
          <p:nvPr/>
        </p:nvSpPr>
        <p:spPr>
          <a:xfrm>
            <a:off x="5458764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C98292E4-CB7F-4EC7-AE44-A8E63F089668}"/>
              </a:ext>
            </a:extLst>
          </p:cNvPr>
          <p:cNvSpPr/>
          <p:nvPr/>
        </p:nvSpPr>
        <p:spPr>
          <a:xfrm>
            <a:off x="5790812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B80C4EE6-270F-4755-9467-F4EFB8B29055}"/>
              </a:ext>
            </a:extLst>
          </p:cNvPr>
          <p:cNvSpPr/>
          <p:nvPr/>
        </p:nvSpPr>
        <p:spPr>
          <a:xfrm>
            <a:off x="5790812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8C76DE16-C51E-4BB3-9752-6F6D40D04B19}"/>
              </a:ext>
            </a:extLst>
          </p:cNvPr>
          <p:cNvSpPr/>
          <p:nvPr/>
        </p:nvSpPr>
        <p:spPr>
          <a:xfrm>
            <a:off x="5790812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D1836DF6-0DCA-404B-9190-7C6D069E8D49}"/>
              </a:ext>
            </a:extLst>
          </p:cNvPr>
          <p:cNvSpPr/>
          <p:nvPr/>
        </p:nvSpPr>
        <p:spPr>
          <a:xfrm>
            <a:off x="5790812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1585AA0F-D10A-4494-A5EC-B7FFE797C1AE}"/>
              </a:ext>
            </a:extLst>
          </p:cNvPr>
          <p:cNvSpPr/>
          <p:nvPr/>
        </p:nvSpPr>
        <p:spPr>
          <a:xfrm>
            <a:off x="5790812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0888CB51-429D-46BC-A4F6-151AD5691A72}"/>
              </a:ext>
            </a:extLst>
          </p:cNvPr>
          <p:cNvSpPr/>
          <p:nvPr/>
        </p:nvSpPr>
        <p:spPr>
          <a:xfrm>
            <a:off x="5790812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DFAC03E7-EC61-417B-9DC8-1FF366D93CF3}"/>
              </a:ext>
            </a:extLst>
          </p:cNvPr>
          <p:cNvSpPr/>
          <p:nvPr/>
        </p:nvSpPr>
        <p:spPr>
          <a:xfrm>
            <a:off x="5790812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0B83F9BF-6762-4557-BE00-5470105398C1}"/>
              </a:ext>
            </a:extLst>
          </p:cNvPr>
          <p:cNvSpPr/>
          <p:nvPr/>
        </p:nvSpPr>
        <p:spPr>
          <a:xfrm>
            <a:off x="5790812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ACE37C7F-2666-40AB-827E-C100A795E26E}"/>
              </a:ext>
            </a:extLst>
          </p:cNvPr>
          <p:cNvSpPr/>
          <p:nvPr/>
        </p:nvSpPr>
        <p:spPr>
          <a:xfrm>
            <a:off x="5790812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CBC0875F-6C3F-45F6-99FC-DB23A844C70A}"/>
              </a:ext>
            </a:extLst>
          </p:cNvPr>
          <p:cNvSpPr/>
          <p:nvPr/>
        </p:nvSpPr>
        <p:spPr>
          <a:xfrm>
            <a:off x="5790812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DF281105-34FF-44AC-BC07-BD3CEA5DB353}"/>
              </a:ext>
            </a:extLst>
          </p:cNvPr>
          <p:cNvSpPr/>
          <p:nvPr/>
        </p:nvSpPr>
        <p:spPr>
          <a:xfrm>
            <a:off x="6122860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25FFCB0C-C78F-46D9-8051-8F552258A99C}"/>
              </a:ext>
            </a:extLst>
          </p:cNvPr>
          <p:cNvSpPr/>
          <p:nvPr/>
        </p:nvSpPr>
        <p:spPr>
          <a:xfrm>
            <a:off x="6122860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08A47362-179F-45BD-AAB4-9433CE848560}"/>
              </a:ext>
            </a:extLst>
          </p:cNvPr>
          <p:cNvSpPr/>
          <p:nvPr/>
        </p:nvSpPr>
        <p:spPr>
          <a:xfrm>
            <a:off x="6122860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CCF2FC10-E239-431F-A3EF-CD2011A4D4FA}"/>
              </a:ext>
            </a:extLst>
          </p:cNvPr>
          <p:cNvSpPr/>
          <p:nvPr/>
        </p:nvSpPr>
        <p:spPr>
          <a:xfrm>
            <a:off x="6122860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BD9DE78C-807A-45C3-B59F-8B0AA5DC0D5C}"/>
              </a:ext>
            </a:extLst>
          </p:cNvPr>
          <p:cNvSpPr/>
          <p:nvPr/>
        </p:nvSpPr>
        <p:spPr>
          <a:xfrm>
            <a:off x="6122860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3F28ADDE-DDD6-4969-AE09-23F653C03038}"/>
              </a:ext>
            </a:extLst>
          </p:cNvPr>
          <p:cNvSpPr/>
          <p:nvPr/>
        </p:nvSpPr>
        <p:spPr>
          <a:xfrm>
            <a:off x="6122860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B7ADD6C8-D956-4AD1-8949-4765C55A7AFE}"/>
              </a:ext>
            </a:extLst>
          </p:cNvPr>
          <p:cNvSpPr/>
          <p:nvPr/>
        </p:nvSpPr>
        <p:spPr>
          <a:xfrm>
            <a:off x="6122860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D8915EBC-5994-4292-923D-F838DA7DD448}"/>
              </a:ext>
            </a:extLst>
          </p:cNvPr>
          <p:cNvSpPr/>
          <p:nvPr/>
        </p:nvSpPr>
        <p:spPr>
          <a:xfrm>
            <a:off x="6122860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CF9B636E-166F-48B9-95C3-B48F25DB342F}"/>
              </a:ext>
            </a:extLst>
          </p:cNvPr>
          <p:cNvSpPr/>
          <p:nvPr/>
        </p:nvSpPr>
        <p:spPr>
          <a:xfrm>
            <a:off x="6122860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C607290E-0909-404B-A748-40027C5C8641}"/>
              </a:ext>
            </a:extLst>
          </p:cNvPr>
          <p:cNvSpPr/>
          <p:nvPr/>
        </p:nvSpPr>
        <p:spPr>
          <a:xfrm>
            <a:off x="6122860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39B1187A-3CDA-45AF-AB5C-01070853783C}"/>
              </a:ext>
            </a:extLst>
          </p:cNvPr>
          <p:cNvSpPr/>
          <p:nvPr/>
        </p:nvSpPr>
        <p:spPr>
          <a:xfrm>
            <a:off x="6454908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EC6E998A-6A75-4B49-BB3E-67258F4ACF7B}"/>
              </a:ext>
            </a:extLst>
          </p:cNvPr>
          <p:cNvSpPr/>
          <p:nvPr/>
        </p:nvSpPr>
        <p:spPr>
          <a:xfrm>
            <a:off x="6454908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C8F9DCEC-9695-4167-905B-8277C324EF7A}"/>
              </a:ext>
            </a:extLst>
          </p:cNvPr>
          <p:cNvSpPr/>
          <p:nvPr/>
        </p:nvSpPr>
        <p:spPr>
          <a:xfrm>
            <a:off x="6454908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75CFE4D3-3AD3-47FA-8C8D-AA075B3A0500}"/>
              </a:ext>
            </a:extLst>
          </p:cNvPr>
          <p:cNvSpPr/>
          <p:nvPr/>
        </p:nvSpPr>
        <p:spPr>
          <a:xfrm>
            <a:off x="6454908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7271410B-58A9-4AB5-8EE1-462FA2DD5A12}"/>
              </a:ext>
            </a:extLst>
          </p:cNvPr>
          <p:cNvSpPr/>
          <p:nvPr/>
        </p:nvSpPr>
        <p:spPr>
          <a:xfrm>
            <a:off x="6454908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5A2FB8C3-4297-4100-B34E-73BB023829B9}"/>
              </a:ext>
            </a:extLst>
          </p:cNvPr>
          <p:cNvSpPr/>
          <p:nvPr/>
        </p:nvSpPr>
        <p:spPr>
          <a:xfrm>
            <a:off x="6454908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EC9846F0-B0B1-47B3-A1CF-25B5F35B7FCA}"/>
              </a:ext>
            </a:extLst>
          </p:cNvPr>
          <p:cNvSpPr/>
          <p:nvPr/>
        </p:nvSpPr>
        <p:spPr>
          <a:xfrm>
            <a:off x="6454908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9A48F50E-5263-4A3A-87CC-3B6196A3A5AC}"/>
              </a:ext>
            </a:extLst>
          </p:cNvPr>
          <p:cNvSpPr/>
          <p:nvPr/>
        </p:nvSpPr>
        <p:spPr>
          <a:xfrm>
            <a:off x="6454908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B682364-96AA-4F5F-BC15-FF8B55C7B4C5}"/>
              </a:ext>
            </a:extLst>
          </p:cNvPr>
          <p:cNvSpPr/>
          <p:nvPr/>
        </p:nvSpPr>
        <p:spPr>
          <a:xfrm>
            <a:off x="6454908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9A7A6598-82A3-416C-83C9-5D3876B29062}"/>
              </a:ext>
            </a:extLst>
          </p:cNvPr>
          <p:cNvSpPr/>
          <p:nvPr/>
        </p:nvSpPr>
        <p:spPr>
          <a:xfrm>
            <a:off x="6454908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35FA5EA9-4DC7-4FC4-9462-3DFBD0085E9D}"/>
              </a:ext>
            </a:extLst>
          </p:cNvPr>
          <p:cNvSpPr/>
          <p:nvPr/>
        </p:nvSpPr>
        <p:spPr>
          <a:xfrm>
            <a:off x="8450770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7DB20337-C2DE-4B35-9CD8-F892ADFE89A4}"/>
              </a:ext>
            </a:extLst>
          </p:cNvPr>
          <p:cNvSpPr/>
          <p:nvPr/>
        </p:nvSpPr>
        <p:spPr>
          <a:xfrm>
            <a:off x="8450770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9C264156-2FBC-4497-9BD0-71C2A09D8232}"/>
              </a:ext>
            </a:extLst>
          </p:cNvPr>
          <p:cNvSpPr/>
          <p:nvPr/>
        </p:nvSpPr>
        <p:spPr>
          <a:xfrm>
            <a:off x="8450770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580D2257-FFE3-4011-B36C-1348D4A1A1CD}"/>
              </a:ext>
            </a:extLst>
          </p:cNvPr>
          <p:cNvSpPr/>
          <p:nvPr/>
        </p:nvSpPr>
        <p:spPr>
          <a:xfrm>
            <a:off x="8450770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42C7BC77-48B9-4D31-9E87-7EFA6F2F1A99}"/>
              </a:ext>
            </a:extLst>
          </p:cNvPr>
          <p:cNvSpPr/>
          <p:nvPr/>
        </p:nvSpPr>
        <p:spPr>
          <a:xfrm>
            <a:off x="8450770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A65D05AF-90CF-4A9D-B272-D2CFD112D45B}"/>
              </a:ext>
            </a:extLst>
          </p:cNvPr>
          <p:cNvSpPr/>
          <p:nvPr/>
        </p:nvSpPr>
        <p:spPr>
          <a:xfrm>
            <a:off x="8450770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458BEDF9-078B-4FFB-B174-8735DCBD89D7}"/>
              </a:ext>
            </a:extLst>
          </p:cNvPr>
          <p:cNvSpPr/>
          <p:nvPr/>
        </p:nvSpPr>
        <p:spPr>
          <a:xfrm>
            <a:off x="8450770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EBCF42-E262-4722-AAC4-8455A0D1B625}"/>
              </a:ext>
            </a:extLst>
          </p:cNvPr>
          <p:cNvSpPr/>
          <p:nvPr/>
        </p:nvSpPr>
        <p:spPr>
          <a:xfrm>
            <a:off x="8450770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10B648E6-7C16-4ED6-89E3-1188586FF268}"/>
              </a:ext>
            </a:extLst>
          </p:cNvPr>
          <p:cNvSpPr/>
          <p:nvPr/>
        </p:nvSpPr>
        <p:spPr>
          <a:xfrm>
            <a:off x="8450770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8" name="Rectangle 597">
            <a:extLst>
              <a:ext uri="{FF2B5EF4-FFF2-40B4-BE49-F238E27FC236}">
                <a16:creationId xmlns:a16="http://schemas.microsoft.com/office/drawing/2014/main" id="{484933C2-8905-4F47-82DD-945749C995BA}"/>
              </a:ext>
            </a:extLst>
          </p:cNvPr>
          <p:cNvSpPr/>
          <p:nvPr/>
        </p:nvSpPr>
        <p:spPr>
          <a:xfrm>
            <a:off x="8450770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3FC52038-7D7C-4D56-9149-AC859C386E1E}"/>
              </a:ext>
            </a:extLst>
          </p:cNvPr>
          <p:cNvSpPr/>
          <p:nvPr/>
        </p:nvSpPr>
        <p:spPr>
          <a:xfrm>
            <a:off x="8782818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80FB1112-33B7-4566-880A-2E51C1306FC6}"/>
              </a:ext>
            </a:extLst>
          </p:cNvPr>
          <p:cNvSpPr/>
          <p:nvPr/>
        </p:nvSpPr>
        <p:spPr>
          <a:xfrm>
            <a:off x="8782818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EC1E9A0D-8FAB-491B-A1EB-F34D478E4C7A}"/>
              </a:ext>
            </a:extLst>
          </p:cNvPr>
          <p:cNvSpPr/>
          <p:nvPr/>
        </p:nvSpPr>
        <p:spPr>
          <a:xfrm>
            <a:off x="8782818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E6FABBD8-BB00-4F39-80DB-93F7DF3290CA}"/>
              </a:ext>
            </a:extLst>
          </p:cNvPr>
          <p:cNvSpPr/>
          <p:nvPr/>
        </p:nvSpPr>
        <p:spPr>
          <a:xfrm>
            <a:off x="8782818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244E3956-7178-4338-BFAB-BA3E020995B3}"/>
              </a:ext>
            </a:extLst>
          </p:cNvPr>
          <p:cNvSpPr/>
          <p:nvPr/>
        </p:nvSpPr>
        <p:spPr>
          <a:xfrm>
            <a:off x="8782818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E0BEC9C2-9399-49F9-AA30-4740708F94E2}"/>
              </a:ext>
            </a:extLst>
          </p:cNvPr>
          <p:cNvSpPr/>
          <p:nvPr/>
        </p:nvSpPr>
        <p:spPr>
          <a:xfrm>
            <a:off x="8782818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22D2D6B8-D4F9-4B2A-8189-82D89C622BB1}"/>
              </a:ext>
            </a:extLst>
          </p:cNvPr>
          <p:cNvSpPr/>
          <p:nvPr/>
        </p:nvSpPr>
        <p:spPr>
          <a:xfrm>
            <a:off x="8782818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7" name="Rectangle 606">
            <a:extLst>
              <a:ext uri="{FF2B5EF4-FFF2-40B4-BE49-F238E27FC236}">
                <a16:creationId xmlns:a16="http://schemas.microsoft.com/office/drawing/2014/main" id="{C64910A5-8221-4489-A0D5-AB7144C71E33}"/>
              </a:ext>
            </a:extLst>
          </p:cNvPr>
          <p:cNvSpPr/>
          <p:nvPr/>
        </p:nvSpPr>
        <p:spPr>
          <a:xfrm>
            <a:off x="8782818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09A59EFA-0A25-438C-838F-6B05C0EB4416}"/>
              </a:ext>
            </a:extLst>
          </p:cNvPr>
          <p:cNvSpPr/>
          <p:nvPr/>
        </p:nvSpPr>
        <p:spPr>
          <a:xfrm>
            <a:off x="8782818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6193B012-3AC6-460E-8230-2FC4DBC9C0D6}"/>
              </a:ext>
            </a:extLst>
          </p:cNvPr>
          <p:cNvSpPr/>
          <p:nvPr/>
        </p:nvSpPr>
        <p:spPr>
          <a:xfrm>
            <a:off x="8782818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4F012B6A-698A-4713-ABC4-DC532ADF494C}"/>
              </a:ext>
            </a:extLst>
          </p:cNvPr>
          <p:cNvSpPr/>
          <p:nvPr/>
        </p:nvSpPr>
        <p:spPr>
          <a:xfrm>
            <a:off x="9114865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4CBE8D05-D408-4858-AF64-36D6D28E5F86}"/>
              </a:ext>
            </a:extLst>
          </p:cNvPr>
          <p:cNvSpPr/>
          <p:nvPr/>
        </p:nvSpPr>
        <p:spPr>
          <a:xfrm>
            <a:off x="9114865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35FCE11B-E0D7-491D-84E1-C9DAD6DAEB95}"/>
              </a:ext>
            </a:extLst>
          </p:cNvPr>
          <p:cNvSpPr/>
          <p:nvPr/>
        </p:nvSpPr>
        <p:spPr>
          <a:xfrm>
            <a:off x="9114865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1EFC6941-5596-4E91-9FD6-FC8CCDCCAB23}"/>
              </a:ext>
            </a:extLst>
          </p:cNvPr>
          <p:cNvSpPr/>
          <p:nvPr/>
        </p:nvSpPr>
        <p:spPr>
          <a:xfrm>
            <a:off x="9114865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A929D4D5-1B9D-4132-9A1F-EBA91DF2C48E}"/>
              </a:ext>
            </a:extLst>
          </p:cNvPr>
          <p:cNvSpPr/>
          <p:nvPr/>
        </p:nvSpPr>
        <p:spPr>
          <a:xfrm>
            <a:off x="9114865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77DB9E14-55AB-48F9-B311-484B38C9E0A2}"/>
              </a:ext>
            </a:extLst>
          </p:cNvPr>
          <p:cNvSpPr/>
          <p:nvPr/>
        </p:nvSpPr>
        <p:spPr>
          <a:xfrm>
            <a:off x="9114865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9176BD09-DADB-4054-935A-9319324FC1E7}"/>
              </a:ext>
            </a:extLst>
          </p:cNvPr>
          <p:cNvSpPr/>
          <p:nvPr/>
        </p:nvSpPr>
        <p:spPr>
          <a:xfrm>
            <a:off x="9114865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60F7376D-7810-45F0-8922-4070B64F117C}"/>
              </a:ext>
            </a:extLst>
          </p:cNvPr>
          <p:cNvSpPr/>
          <p:nvPr/>
        </p:nvSpPr>
        <p:spPr>
          <a:xfrm>
            <a:off x="9114865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FB8FF0A1-8C42-4161-B789-76501A6717C7}"/>
              </a:ext>
            </a:extLst>
          </p:cNvPr>
          <p:cNvSpPr/>
          <p:nvPr/>
        </p:nvSpPr>
        <p:spPr>
          <a:xfrm>
            <a:off x="9114865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A4EF03AE-B1DF-43A9-8EF6-95D79C7C159E}"/>
              </a:ext>
            </a:extLst>
          </p:cNvPr>
          <p:cNvSpPr/>
          <p:nvPr/>
        </p:nvSpPr>
        <p:spPr>
          <a:xfrm>
            <a:off x="9114865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C68806CA-DBB7-4080-99E3-DF1D9995E9D2}"/>
              </a:ext>
            </a:extLst>
          </p:cNvPr>
          <p:cNvSpPr/>
          <p:nvPr/>
        </p:nvSpPr>
        <p:spPr>
          <a:xfrm>
            <a:off x="9446912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E80D6B9E-CED2-4397-8D2F-0A80CBF90158}"/>
              </a:ext>
            </a:extLst>
          </p:cNvPr>
          <p:cNvSpPr/>
          <p:nvPr/>
        </p:nvSpPr>
        <p:spPr>
          <a:xfrm>
            <a:off x="9446912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7A0690CC-C939-41DC-9DBD-64CFB026931D}"/>
              </a:ext>
            </a:extLst>
          </p:cNvPr>
          <p:cNvSpPr/>
          <p:nvPr/>
        </p:nvSpPr>
        <p:spPr>
          <a:xfrm>
            <a:off x="9446912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6A2669C8-2E89-43BE-8BF0-05F213536FBC}"/>
              </a:ext>
            </a:extLst>
          </p:cNvPr>
          <p:cNvSpPr/>
          <p:nvPr/>
        </p:nvSpPr>
        <p:spPr>
          <a:xfrm>
            <a:off x="9446912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BEC9968A-22B4-4BB0-9BF6-14DE183BB2BB}"/>
              </a:ext>
            </a:extLst>
          </p:cNvPr>
          <p:cNvSpPr/>
          <p:nvPr/>
        </p:nvSpPr>
        <p:spPr>
          <a:xfrm>
            <a:off x="9446912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3F35F4B0-EC1A-40E2-A119-7CA0DB7729AF}"/>
              </a:ext>
            </a:extLst>
          </p:cNvPr>
          <p:cNvSpPr/>
          <p:nvPr/>
        </p:nvSpPr>
        <p:spPr>
          <a:xfrm>
            <a:off x="9446912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F06186EF-CDF2-4676-8257-3EEA194C7CE0}"/>
              </a:ext>
            </a:extLst>
          </p:cNvPr>
          <p:cNvSpPr/>
          <p:nvPr/>
        </p:nvSpPr>
        <p:spPr>
          <a:xfrm>
            <a:off x="9446912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B328891E-0495-45CD-A5D8-676AD0FE6F81}"/>
              </a:ext>
            </a:extLst>
          </p:cNvPr>
          <p:cNvSpPr/>
          <p:nvPr/>
        </p:nvSpPr>
        <p:spPr>
          <a:xfrm>
            <a:off x="9446912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E17C187C-9C09-460A-8D49-74256EF422A8}"/>
              </a:ext>
            </a:extLst>
          </p:cNvPr>
          <p:cNvSpPr/>
          <p:nvPr/>
        </p:nvSpPr>
        <p:spPr>
          <a:xfrm>
            <a:off x="9446912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C3087A7F-FF98-4026-9932-2E25F16DBDC5}"/>
              </a:ext>
            </a:extLst>
          </p:cNvPr>
          <p:cNvSpPr/>
          <p:nvPr/>
        </p:nvSpPr>
        <p:spPr>
          <a:xfrm>
            <a:off x="9446912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321CC4FE-C786-4358-942A-6F5F4E0322DB}"/>
              </a:ext>
            </a:extLst>
          </p:cNvPr>
          <p:cNvSpPr/>
          <p:nvPr/>
        </p:nvSpPr>
        <p:spPr>
          <a:xfrm>
            <a:off x="6789701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AC03C38A-EF81-4B98-B580-7FF61220E20C}"/>
              </a:ext>
            </a:extLst>
          </p:cNvPr>
          <p:cNvSpPr/>
          <p:nvPr/>
        </p:nvSpPr>
        <p:spPr>
          <a:xfrm>
            <a:off x="6789701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B3CA1912-6CE2-421C-AD82-127A243DB101}"/>
              </a:ext>
            </a:extLst>
          </p:cNvPr>
          <p:cNvSpPr/>
          <p:nvPr/>
        </p:nvSpPr>
        <p:spPr>
          <a:xfrm>
            <a:off x="6789701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3CE05549-DBF9-46BB-A4D6-F44C0B88CD48}"/>
              </a:ext>
            </a:extLst>
          </p:cNvPr>
          <p:cNvSpPr/>
          <p:nvPr/>
        </p:nvSpPr>
        <p:spPr>
          <a:xfrm>
            <a:off x="6789701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32ED35B7-C1B1-47A9-94E3-950A7D5501AB}"/>
              </a:ext>
            </a:extLst>
          </p:cNvPr>
          <p:cNvSpPr/>
          <p:nvPr/>
        </p:nvSpPr>
        <p:spPr>
          <a:xfrm>
            <a:off x="6789701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8" name="Rectangle 637">
            <a:extLst>
              <a:ext uri="{FF2B5EF4-FFF2-40B4-BE49-F238E27FC236}">
                <a16:creationId xmlns:a16="http://schemas.microsoft.com/office/drawing/2014/main" id="{24473EE7-2170-4CF3-91E9-D89E194F63C0}"/>
              </a:ext>
            </a:extLst>
          </p:cNvPr>
          <p:cNvSpPr/>
          <p:nvPr/>
        </p:nvSpPr>
        <p:spPr>
          <a:xfrm>
            <a:off x="6789701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9" name="Rectangle 638">
            <a:extLst>
              <a:ext uri="{FF2B5EF4-FFF2-40B4-BE49-F238E27FC236}">
                <a16:creationId xmlns:a16="http://schemas.microsoft.com/office/drawing/2014/main" id="{36200FE3-1BBF-49F0-9C8F-00D178704D47}"/>
              </a:ext>
            </a:extLst>
          </p:cNvPr>
          <p:cNvSpPr/>
          <p:nvPr/>
        </p:nvSpPr>
        <p:spPr>
          <a:xfrm>
            <a:off x="6789701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0" name="Rectangle 639">
            <a:extLst>
              <a:ext uri="{FF2B5EF4-FFF2-40B4-BE49-F238E27FC236}">
                <a16:creationId xmlns:a16="http://schemas.microsoft.com/office/drawing/2014/main" id="{493F6A5B-98F5-4686-AF6C-06C7656FEDD4}"/>
              </a:ext>
            </a:extLst>
          </p:cNvPr>
          <p:cNvSpPr/>
          <p:nvPr/>
        </p:nvSpPr>
        <p:spPr>
          <a:xfrm>
            <a:off x="6789701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31EE38FC-6865-4514-BABB-06078CFD2344}"/>
              </a:ext>
            </a:extLst>
          </p:cNvPr>
          <p:cNvSpPr/>
          <p:nvPr/>
        </p:nvSpPr>
        <p:spPr>
          <a:xfrm>
            <a:off x="6789701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2" name="Rectangle 641">
            <a:extLst>
              <a:ext uri="{FF2B5EF4-FFF2-40B4-BE49-F238E27FC236}">
                <a16:creationId xmlns:a16="http://schemas.microsoft.com/office/drawing/2014/main" id="{813BB665-BC9F-4311-978F-772C9C955009}"/>
              </a:ext>
            </a:extLst>
          </p:cNvPr>
          <p:cNvSpPr/>
          <p:nvPr/>
        </p:nvSpPr>
        <p:spPr>
          <a:xfrm>
            <a:off x="6789701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B51AE85F-92A5-48B6-A307-F8DA75169B73}"/>
              </a:ext>
            </a:extLst>
          </p:cNvPr>
          <p:cNvSpPr/>
          <p:nvPr/>
        </p:nvSpPr>
        <p:spPr>
          <a:xfrm>
            <a:off x="7121749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3C53D757-1E3F-4AB7-ABDE-2E44C3699210}"/>
              </a:ext>
            </a:extLst>
          </p:cNvPr>
          <p:cNvSpPr/>
          <p:nvPr/>
        </p:nvSpPr>
        <p:spPr>
          <a:xfrm>
            <a:off x="7121749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6" name="Rectangle 645">
            <a:extLst>
              <a:ext uri="{FF2B5EF4-FFF2-40B4-BE49-F238E27FC236}">
                <a16:creationId xmlns:a16="http://schemas.microsoft.com/office/drawing/2014/main" id="{DECBA790-C66B-4B29-8A01-02DCF3CC03D6}"/>
              </a:ext>
            </a:extLst>
          </p:cNvPr>
          <p:cNvSpPr/>
          <p:nvPr/>
        </p:nvSpPr>
        <p:spPr>
          <a:xfrm>
            <a:off x="7121749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CF6C299-8E4C-47E3-A7EC-5E23A7856637}"/>
              </a:ext>
            </a:extLst>
          </p:cNvPr>
          <p:cNvSpPr/>
          <p:nvPr/>
        </p:nvSpPr>
        <p:spPr>
          <a:xfrm>
            <a:off x="7121749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032C6FA4-62D7-4F86-A286-12FF0D42F8C2}"/>
              </a:ext>
            </a:extLst>
          </p:cNvPr>
          <p:cNvSpPr/>
          <p:nvPr/>
        </p:nvSpPr>
        <p:spPr>
          <a:xfrm>
            <a:off x="7121749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3F8575BA-4631-4606-BCBE-176F71855B7D}"/>
              </a:ext>
            </a:extLst>
          </p:cNvPr>
          <p:cNvSpPr/>
          <p:nvPr/>
        </p:nvSpPr>
        <p:spPr>
          <a:xfrm>
            <a:off x="7121749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266C0AFF-616E-4320-8F23-7E3D292A8237}"/>
              </a:ext>
            </a:extLst>
          </p:cNvPr>
          <p:cNvSpPr/>
          <p:nvPr/>
        </p:nvSpPr>
        <p:spPr>
          <a:xfrm>
            <a:off x="7121749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4CC7F1E-FAFB-48ED-AE42-529509BD9BF4}"/>
              </a:ext>
            </a:extLst>
          </p:cNvPr>
          <p:cNvSpPr/>
          <p:nvPr/>
        </p:nvSpPr>
        <p:spPr>
          <a:xfrm>
            <a:off x="7121749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6F07B9E4-8C0D-4616-ACA5-2394AB13DA12}"/>
              </a:ext>
            </a:extLst>
          </p:cNvPr>
          <p:cNvSpPr/>
          <p:nvPr/>
        </p:nvSpPr>
        <p:spPr>
          <a:xfrm>
            <a:off x="7121749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4DA84BEE-0F99-4984-9F69-79CB6F49276F}"/>
              </a:ext>
            </a:extLst>
          </p:cNvPr>
          <p:cNvSpPr/>
          <p:nvPr/>
        </p:nvSpPr>
        <p:spPr>
          <a:xfrm>
            <a:off x="7121749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7FD80BE9-B083-46E9-A72D-2E8B8006677F}"/>
              </a:ext>
            </a:extLst>
          </p:cNvPr>
          <p:cNvSpPr/>
          <p:nvPr/>
        </p:nvSpPr>
        <p:spPr>
          <a:xfrm>
            <a:off x="7453797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7A19BA18-B3E5-49FD-80CE-563D461AFB8F}"/>
              </a:ext>
            </a:extLst>
          </p:cNvPr>
          <p:cNvSpPr/>
          <p:nvPr/>
        </p:nvSpPr>
        <p:spPr>
          <a:xfrm>
            <a:off x="7453797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44590D77-A0CD-4BE1-A54A-3887B8FB8ED8}"/>
              </a:ext>
            </a:extLst>
          </p:cNvPr>
          <p:cNvSpPr/>
          <p:nvPr/>
        </p:nvSpPr>
        <p:spPr>
          <a:xfrm>
            <a:off x="7453797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3085905B-588C-48B0-9924-4E6FA99F9BA2}"/>
              </a:ext>
            </a:extLst>
          </p:cNvPr>
          <p:cNvSpPr/>
          <p:nvPr/>
        </p:nvSpPr>
        <p:spPr>
          <a:xfrm>
            <a:off x="7453797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24CA98F4-B3EE-49C3-A294-58CD8C13F434}"/>
              </a:ext>
            </a:extLst>
          </p:cNvPr>
          <p:cNvSpPr/>
          <p:nvPr/>
        </p:nvSpPr>
        <p:spPr>
          <a:xfrm>
            <a:off x="7453797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0" name="Rectangle 659">
            <a:extLst>
              <a:ext uri="{FF2B5EF4-FFF2-40B4-BE49-F238E27FC236}">
                <a16:creationId xmlns:a16="http://schemas.microsoft.com/office/drawing/2014/main" id="{1ACF8468-12E5-4514-B636-15354D013F8A}"/>
              </a:ext>
            </a:extLst>
          </p:cNvPr>
          <p:cNvSpPr/>
          <p:nvPr/>
        </p:nvSpPr>
        <p:spPr>
          <a:xfrm>
            <a:off x="7453797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1" name="Rectangle 660">
            <a:extLst>
              <a:ext uri="{FF2B5EF4-FFF2-40B4-BE49-F238E27FC236}">
                <a16:creationId xmlns:a16="http://schemas.microsoft.com/office/drawing/2014/main" id="{F91D4547-29F1-47CA-B50D-CAAC0AB20E40}"/>
              </a:ext>
            </a:extLst>
          </p:cNvPr>
          <p:cNvSpPr/>
          <p:nvPr/>
        </p:nvSpPr>
        <p:spPr>
          <a:xfrm>
            <a:off x="7453797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73160A59-12FC-4F29-BC55-5CF3865D72D7}"/>
              </a:ext>
            </a:extLst>
          </p:cNvPr>
          <p:cNvSpPr/>
          <p:nvPr/>
        </p:nvSpPr>
        <p:spPr>
          <a:xfrm>
            <a:off x="7453797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E934844E-C067-44C2-BBEA-64C36AD86E17}"/>
              </a:ext>
            </a:extLst>
          </p:cNvPr>
          <p:cNvSpPr/>
          <p:nvPr/>
        </p:nvSpPr>
        <p:spPr>
          <a:xfrm>
            <a:off x="7453797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4" name="Rectangle 663">
            <a:extLst>
              <a:ext uri="{FF2B5EF4-FFF2-40B4-BE49-F238E27FC236}">
                <a16:creationId xmlns:a16="http://schemas.microsoft.com/office/drawing/2014/main" id="{8C88739E-5C5F-4728-9F4B-3BF7BAEF2844}"/>
              </a:ext>
            </a:extLst>
          </p:cNvPr>
          <p:cNvSpPr/>
          <p:nvPr/>
        </p:nvSpPr>
        <p:spPr>
          <a:xfrm>
            <a:off x="7453797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6" name="Rectangle 665">
            <a:extLst>
              <a:ext uri="{FF2B5EF4-FFF2-40B4-BE49-F238E27FC236}">
                <a16:creationId xmlns:a16="http://schemas.microsoft.com/office/drawing/2014/main" id="{9585CA49-12DA-45F1-92A0-60BDE3BBF763}"/>
              </a:ext>
            </a:extLst>
          </p:cNvPr>
          <p:cNvSpPr/>
          <p:nvPr/>
        </p:nvSpPr>
        <p:spPr>
          <a:xfrm>
            <a:off x="7785845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7" name="Rectangle 666">
            <a:extLst>
              <a:ext uri="{FF2B5EF4-FFF2-40B4-BE49-F238E27FC236}">
                <a16:creationId xmlns:a16="http://schemas.microsoft.com/office/drawing/2014/main" id="{B5674216-0AE6-4111-9D82-F77BF733337E}"/>
              </a:ext>
            </a:extLst>
          </p:cNvPr>
          <p:cNvSpPr/>
          <p:nvPr/>
        </p:nvSpPr>
        <p:spPr>
          <a:xfrm>
            <a:off x="7785845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8" name="Rectangle 667">
            <a:extLst>
              <a:ext uri="{FF2B5EF4-FFF2-40B4-BE49-F238E27FC236}">
                <a16:creationId xmlns:a16="http://schemas.microsoft.com/office/drawing/2014/main" id="{9E95EC86-F1DF-440D-A1C0-848CCCBCC9A3}"/>
              </a:ext>
            </a:extLst>
          </p:cNvPr>
          <p:cNvSpPr/>
          <p:nvPr/>
        </p:nvSpPr>
        <p:spPr>
          <a:xfrm>
            <a:off x="7785845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21B729C-5F8E-4D3B-876D-915F843B5325}"/>
              </a:ext>
            </a:extLst>
          </p:cNvPr>
          <p:cNvSpPr/>
          <p:nvPr/>
        </p:nvSpPr>
        <p:spPr>
          <a:xfrm>
            <a:off x="7785845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2154DA0D-BE91-4F31-925A-0D2CA12E54A5}"/>
              </a:ext>
            </a:extLst>
          </p:cNvPr>
          <p:cNvSpPr/>
          <p:nvPr/>
        </p:nvSpPr>
        <p:spPr>
          <a:xfrm>
            <a:off x="7785845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A99A8424-5E5D-4827-B040-D4DE4750BEFB}"/>
              </a:ext>
            </a:extLst>
          </p:cNvPr>
          <p:cNvSpPr/>
          <p:nvPr/>
        </p:nvSpPr>
        <p:spPr>
          <a:xfrm>
            <a:off x="7785845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3DA7B785-0DB6-4162-8DF3-A50F9A937454}"/>
              </a:ext>
            </a:extLst>
          </p:cNvPr>
          <p:cNvSpPr/>
          <p:nvPr/>
        </p:nvSpPr>
        <p:spPr>
          <a:xfrm>
            <a:off x="7785845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A8B55CE2-AB9C-4E15-84C9-8109C02BC607}"/>
              </a:ext>
            </a:extLst>
          </p:cNvPr>
          <p:cNvSpPr/>
          <p:nvPr/>
        </p:nvSpPr>
        <p:spPr>
          <a:xfrm>
            <a:off x="7785845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10CD3B65-8A1D-4562-B6F7-171DAC7BB877}"/>
              </a:ext>
            </a:extLst>
          </p:cNvPr>
          <p:cNvSpPr/>
          <p:nvPr/>
        </p:nvSpPr>
        <p:spPr>
          <a:xfrm>
            <a:off x="7785845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314A07A8-33C8-4157-8A52-6E0A0CC45DB5}"/>
              </a:ext>
            </a:extLst>
          </p:cNvPr>
          <p:cNvSpPr/>
          <p:nvPr/>
        </p:nvSpPr>
        <p:spPr>
          <a:xfrm>
            <a:off x="7785845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7" name="Rectangle 676">
            <a:extLst>
              <a:ext uri="{FF2B5EF4-FFF2-40B4-BE49-F238E27FC236}">
                <a16:creationId xmlns:a16="http://schemas.microsoft.com/office/drawing/2014/main" id="{4AF1FBB4-6489-4783-997F-B4E57F9AD602}"/>
              </a:ext>
            </a:extLst>
          </p:cNvPr>
          <p:cNvSpPr/>
          <p:nvPr/>
        </p:nvSpPr>
        <p:spPr>
          <a:xfrm>
            <a:off x="8117893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8" name="Rectangle 677">
            <a:extLst>
              <a:ext uri="{FF2B5EF4-FFF2-40B4-BE49-F238E27FC236}">
                <a16:creationId xmlns:a16="http://schemas.microsoft.com/office/drawing/2014/main" id="{5811770D-3C65-4EBC-AC7B-A1B690917D2E}"/>
              </a:ext>
            </a:extLst>
          </p:cNvPr>
          <p:cNvSpPr/>
          <p:nvPr/>
        </p:nvSpPr>
        <p:spPr>
          <a:xfrm>
            <a:off x="8117893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9" name="Rectangle 678">
            <a:extLst>
              <a:ext uri="{FF2B5EF4-FFF2-40B4-BE49-F238E27FC236}">
                <a16:creationId xmlns:a16="http://schemas.microsoft.com/office/drawing/2014/main" id="{49B718CE-0DC6-4D2C-9877-995D9F24D61C}"/>
              </a:ext>
            </a:extLst>
          </p:cNvPr>
          <p:cNvSpPr/>
          <p:nvPr/>
        </p:nvSpPr>
        <p:spPr>
          <a:xfrm>
            <a:off x="8117893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3974B696-B8C7-4D27-B506-6BFC2194132E}"/>
              </a:ext>
            </a:extLst>
          </p:cNvPr>
          <p:cNvSpPr/>
          <p:nvPr/>
        </p:nvSpPr>
        <p:spPr>
          <a:xfrm>
            <a:off x="8117893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1" name="Rectangle 680">
            <a:extLst>
              <a:ext uri="{FF2B5EF4-FFF2-40B4-BE49-F238E27FC236}">
                <a16:creationId xmlns:a16="http://schemas.microsoft.com/office/drawing/2014/main" id="{956E3910-960F-43EA-8C9E-B45D907E28EF}"/>
              </a:ext>
            </a:extLst>
          </p:cNvPr>
          <p:cNvSpPr/>
          <p:nvPr/>
        </p:nvSpPr>
        <p:spPr>
          <a:xfrm>
            <a:off x="8117893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9A1818F4-D69F-4F01-90E1-82E4AD5785CE}"/>
              </a:ext>
            </a:extLst>
          </p:cNvPr>
          <p:cNvSpPr/>
          <p:nvPr/>
        </p:nvSpPr>
        <p:spPr>
          <a:xfrm>
            <a:off x="8117893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57132E56-05B0-4ABF-B472-41A91A1412E5}"/>
              </a:ext>
            </a:extLst>
          </p:cNvPr>
          <p:cNvSpPr/>
          <p:nvPr/>
        </p:nvSpPr>
        <p:spPr>
          <a:xfrm>
            <a:off x="8117893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27DBF00B-11B2-4BBE-AF79-9224E089970A}"/>
              </a:ext>
            </a:extLst>
          </p:cNvPr>
          <p:cNvSpPr/>
          <p:nvPr/>
        </p:nvSpPr>
        <p:spPr>
          <a:xfrm>
            <a:off x="8117893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E0D798F-5488-4DC6-B237-C95FEB9BE727}"/>
              </a:ext>
            </a:extLst>
          </p:cNvPr>
          <p:cNvSpPr/>
          <p:nvPr/>
        </p:nvSpPr>
        <p:spPr>
          <a:xfrm>
            <a:off x="8117893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E709F992-92B0-435A-8B33-7BB71994CB7D}"/>
              </a:ext>
            </a:extLst>
          </p:cNvPr>
          <p:cNvSpPr/>
          <p:nvPr/>
        </p:nvSpPr>
        <p:spPr>
          <a:xfrm>
            <a:off x="8117893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577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white sheet&#10;&#10;Description automatically generated">
            <a:extLst>
              <a:ext uri="{FF2B5EF4-FFF2-40B4-BE49-F238E27FC236}">
                <a16:creationId xmlns:a16="http://schemas.microsoft.com/office/drawing/2014/main" id="{727E79AF-2459-0046-76BE-DC7DA2C818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63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5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501153-D2EA-049C-515D-FC77261285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6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41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>
                <a:hlinkClick r:id="rId2"/>
              </a:rPr>
              <a:t>mathematicskgz@gmail.com</a:t>
            </a:r>
            <a:endParaRPr lang="ru-RU" sz="2400" dirty="0"/>
          </a:p>
          <a:p>
            <a:pPr marL="0" indent="0" algn="ctr">
              <a:buNone/>
            </a:pPr>
            <a:endParaRPr lang="ru-RU" sz="2400" dirty="0"/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10458</TotalTime>
  <Words>113</Words>
  <Application>Microsoft Office PowerPoint</Application>
  <PresentationFormat>A4 Paper (210x297 mm)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Cooper Black</vt:lpstr>
      <vt:lpstr>Cambria Math</vt:lpstr>
      <vt:lpstr>Arial</vt:lpstr>
      <vt:lpstr>Calibri</vt:lpstr>
      <vt:lpstr>Constantia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478</cp:revision>
  <cp:lastPrinted>2023-10-02T18:55:54Z</cp:lastPrinted>
  <dcterms:created xsi:type="dcterms:W3CDTF">2017-01-17T16:57:04Z</dcterms:created>
  <dcterms:modified xsi:type="dcterms:W3CDTF">2024-08-20T07:04:10Z</dcterms:modified>
</cp:coreProperties>
</file>