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4" r:id="rId2"/>
    <p:sldId id="831" r:id="rId3"/>
    <p:sldId id="939" r:id="rId4"/>
    <p:sldId id="833" r:id="rId5"/>
    <p:sldId id="832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Fira Code" panose="020B0809050000020004" pitchFamily="49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10490200" cy="43513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Көбөйтүү – Катаны тапкыла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dirty="0"/>
              <a:t>Үч бурчтукта </a:t>
            </a:r>
            <a:endParaRPr lang="en-US" sz="2800" dirty="0"/>
          </a:p>
          <a:p>
            <a:pPr algn="ctr"/>
            <a:r>
              <a:rPr lang="ru-RU" sz="2800" dirty="0"/>
              <a:t>айрым каталар бар!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Сен алардын </a:t>
            </a:r>
            <a:endParaRPr lang="en-US" sz="2800" dirty="0"/>
          </a:p>
          <a:p>
            <a:pPr algn="ctr"/>
            <a:r>
              <a:rPr lang="ru-RU" sz="2800" dirty="0"/>
              <a:t>баарын таба аласынбы?</a:t>
            </a:r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9DFD38-76F5-9C8F-1CEB-A1BA100B80B1}"/>
              </a:ext>
            </a:extLst>
          </p:cNvPr>
          <p:cNvSpPr txBox="1"/>
          <p:nvPr/>
        </p:nvSpPr>
        <p:spPr>
          <a:xfrm>
            <a:off x="356981" y="114336"/>
            <a:ext cx="8453120" cy="1815882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ru-RU" sz="8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  <a:reflection blurRad="6350" stA="55000" endA="50" endPos="85000" dist="29997" dir="5400000" sy="-100000" algn="bl" rotWithShape="0"/>
                </a:effectLst>
                <a:latin typeface="+mj-lt"/>
              </a:rPr>
              <a:t>Катаны тап</a:t>
            </a:r>
          </a:p>
          <a:p>
            <a:endParaRPr lang="ru-RU" sz="2400" b="0" dirty="0"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latin typeface="Fira Code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F21C1-34E9-4685-B532-15A60AE3DE99}"/>
              </a:ext>
            </a:extLst>
          </p:cNvPr>
          <p:cNvSpPr txBox="1"/>
          <p:nvPr/>
        </p:nvSpPr>
        <p:spPr>
          <a:xfrm>
            <a:off x="623499" y="2048095"/>
            <a:ext cx="2857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749A5A-114A-4C17-9E86-B9E7A8990608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9031D50-2378-46D6-BA74-E476A478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166AE9-C705-4841-BDA3-0236FB5D6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554A55-23F0-0D2B-F8AF-96BFC68E7230}"/>
              </a:ext>
            </a:extLst>
          </p:cNvPr>
          <p:cNvSpPr txBox="1"/>
          <p:nvPr/>
        </p:nvSpPr>
        <p:spPr>
          <a:xfrm>
            <a:off x="512139" y="118795"/>
            <a:ext cx="4953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</a:t>
            </a:r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издеп</a:t>
            </a:r>
          </a:p>
          <a:p>
            <a:r>
              <a:rPr lang="ru-RU" sz="36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- тап</a:t>
            </a:r>
            <a:endParaRPr lang="en-US" sz="36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34B9B79-C1D4-48E7-9EA7-BA6A4C005A66}"/>
              </a:ext>
            </a:extLst>
          </p:cNvPr>
          <p:cNvGrpSpPr/>
          <p:nvPr/>
        </p:nvGrpSpPr>
        <p:grpSpPr>
          <a:xfrm>
            <a:off x="2052320" y="21171"/>
            <a:ext cx="7853680" cy="6836829"/>
            <a:chOff x="3200400" y="2037287"/>
            <a:chExt cx="5122438" cy="445921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14153C-7A36-4506-9ACC-5A6C79E8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1798" y="2037287"/>
              <a:ext cx="2645752" cy="2253095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786366F-B460-4876-BF74-463F07B23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251558"/>
              <a:ext cx="5122438" cy="2244942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2945951" y="534544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51720" y="291084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21119" y="541112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4894959" y="199191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5837769" y="3691728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6409E-EDA2-8911-B5A8-2E9AC3B55AB3}"/>
              </a:ext>
            </a:extLst>
          </p:cNvPr>
          <p:cNvSpPr txBox="1"/>
          <p:nvPr/>
        </p:nvSpPr>
        <p:spPr>
          <a:xfrm>
            <a:off x="0" y="377186"/>
            <a:ext cx="4602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80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20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93D4A6-11F1-9304-B79F-DAE2933DD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1647" y="1164047"/>
            <a:ext cx="6653052" cy="4487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5ABEFE-A9D3-72B4-4712-3EDB0D692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96943" y="1142637"/>
            <a:ext cx="6653054" cy="45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8322</TotalTime>
  <Words>114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2019-05-06T03:22:28Z</cp:lastPrinted>
  <dcterms:created xsi:type="dcterms:W3CDTF">2017-01-17T16:57:04Z</dcterms:created>
  <dcterms:modified xsi:type="dcterms:W3CDTF">2023-10-05T19:54:07Z</dcterms:modified>
</cp:coreProperties>
</file>