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3"/>
  </p:notesMasterIdLst>
  <p:sldIdLst>
    <p:sldId id="956" r:id="rId2"/>
    <p:sldId id="957" r:id="rId3"/>
    <p:sldId id="951" r:id="rId4"/>
    <p:sldId id="952" r:id="rId5"/>
    <p:sldId id="948" r:id="rId6"/>
    <p:sldId id="950" r:id="rId7"/>
    <p:sldId id="949" r:id="rId8"/>
    <p:sldId id="958" r:id="rId9"/>
    <p:sldId id="954" r:id="rId10"/>
    <p:sldId id="955" r:id="rId11"/>
    <p:sldId id="959" r:id="rId12"/>
  </p:sldIdLst>
  <p:sldSz cx="9906000" cy="6858000" type="A4"/>
  <p:notesSz cx="7104063" cy="10234613"/>
  <p:embeddedFontLs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alibri Light" panose="020F0302020204030204" pitchFamily="34" charset="0"/>
      <p:regular r:id="rId18"/>
      <p:italic r:id="rId19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16/10/2023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DF91C5B6-86E6-4E9B-FDBC-B069CB15C5D5}"/>
              </a:ext>
            </a:extLst>
          </p:cNvPr>
          <p:cNvSpPr txBox="1">
            <a:spLocks/>
          </p:cNvSpPr>
          <p:nvPr/>
        </p:nvSpPr>
        <p:spPr>
          <a:xfrm>
            <a:off x="0" y="1852613"/>
            <a:ext cx="1051560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Бөлүү – Бөлүүчү 1ден аз –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–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Чечим чыгаруу -  Туура же Ката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r>
              <a:rPr lang="ru-RU" dirty="0"/>
              <a:t>Бул карталарды кесип кереги жок.</a:t>
            </a:r>
          </a:p>
          <a:p>
            <a:endParaRPr lang="ru-RU" dirty="0"/>
          </a:p>
          <a:p>
            <a:r>
              <a:rPr lang="ru-RU" dirty="0"/>
              <a:t>Карталар 3 өлчөмдө болот.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Анимацияларды текшерип, 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сабагы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</a:t>
            </a:r>
            <a:r>
              <a:rPr kumimoji="0" lang="ky-KG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ызга </a:t>
            </a:r>
            <a:r>
              <a:rPr kumimoji="0" lang="ru-RU" sz="28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КЕРЕГИ ЖОК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слайддарды 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ӨЧҮРҮ</a:t>
            </a:r>
            <a:r>
              <a:rPr kumimoji="0" lang="ky-KG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П САЛЫ</a:t>
            </a:r>
            <a:r>
              <a:rPr kumimoji="0" lang="ru-RU" sz="32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ҢЫЗ.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E430FB01-B004-E113-D659-37B4454A4ADD}"/>
              </a:ext>
            </a:extLst>
          </p:cNvPr>
          <p:cNvSpPr txBox="1">
            <a:spLocks/>
          </p:cNvSpPr>
          <p:nvPr/>
        </p:nvSpPr>
        <p:spPr>
          <a:xfrm>
            <a:off x="0" y="4524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4957934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488872-BBED-DE23-74FB-F723B68E957F}"/>
              </a:ext>
            </a:extLst>
          </p:cNvPr>
          <p:cNvSpPr txBox="1">
            <a:spLocks/>
          </p:cNvSpPr>
          <p:nvPr/>
        </p:nvSpPr>
        <p:spPr>
          <a:xfrm>
            <a:off x="198120" y="1784985"/>
            <a:ext cx="10515600" cy="4351338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же 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Ката</a:t>
            </a:r>
            <a:r>
              <a:rPr kumimoji="0" lang="ky-KG" sz="6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6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32489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238" y="0"/>
            <a:ext cx="9903523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17ECC43-8B03-A82E-1C15-9830F929FBF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576" r="2447" b="1"/>
          <a:stretch/>
        </p:blipFill>
        <p:spPr>
          <a:xfrm>
            <a:off x="122236" y="152400"/>
            <a:ext cx="9702484" cy="6705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169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</p:spTree>
    <p:extLst>
      <p:ext uri="{BB962C8B-B14F-4D97-AF65-F5344CB8AC3E}">
        <p14:creationId xmlns:p14="http://schemas.microsoft.com/office/powerpoint/2010/main" val="287337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231515"/>
              </p:ext>
            </p:extLst>
          </p:nvPr>
        </p:nvGraphicFramePr>
        <p:xfrm>
          <a:off x="35168" y="198120"/>
          <a:ext cx="9803424" cy="3307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54167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65891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4506" y="170240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694170" y="5540449"/>
            <a:ext cx="514442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ky-KG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Кээ бир</a:t>
            </a:r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жооптор</a:t>
            </a:r>
            <a:endParaRPr lang="en-US" sz="54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0173144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26826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883388" y="592803"/>
            <a:ext cx="10745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  <a:p>
            <a:pPr algn="ctr"/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13651" y="381671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95828" y="1682935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3234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0069723"/>
              </p:ext>
            </p:extLst>
          </p:nvPr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1200"/>
              </a:lnSpc>
            </a:pPr>
            <a:r>
              <a:rPr lang="en-GB" sz="1600" b="1" dirty="0"/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21871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400" dirty="0"/>
              <a:t>Көнүгүүлөр топтомун текшерип, аларды </a:t>
            </a:r>
            <a:r>
              <a:rPr lang="ky-KG" sz="1400" dirty="0">
                <a:solidFill>
                  <a:srgbClr val="FF0000"/>
                </a:solidFill>
              </a:rPr>
              <a:t>Туура же Ката</a:t>
            </a:r>
            <a:r>
              <a:rPr lang="ky-KG" sz="1400" dirty="0"/>
              <a:t> деп эки топко бөлүңүз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855886"/>
            <a:ext cx="408033" cy="408033"/>
          </a:xfrm>
          <a:prstGeom prst="rect">
            <a:avLst/>
          </a:prstGeom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1973819"/>
            <a:ext cx="408033" cy="408033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09607" y="54139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53824" y="38564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158" y="1681792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бирдей…</a:t>
            </a:r>
            <a:endParaRPr lang="en-GB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 ÷ 0,01 = 150</a:t>
            </a:r>
          </a:p>
        </p:txBody>
      </p:sp>
      <p:pic>
        <p:nvPicPr>
          <p:cNvPr id="68" name="Picture 67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855886"/>
            <a:ext cx="408033" cy="408033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1973486"/>
            <a:ext cx="408033" cy="40803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3050779"/>
            <a:ext cx="408033" cy="4080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369822" y="4168046"/>
            <a:ext cx="408033" cy="408033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4482862" y="5234846"/>
            <a:ext cx="408033" cy="408033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6342619"/>
            <a:ext cx="408033" cy="408033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6332459"/>
            <a:ext cx="408033" cy="408033"/>
          </a:xfrm>
          <a:prstGeom prst="rect">
            <a:avLst/>
          </a:prstGeom>
        </p:spPr>
      </p:pic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6 ÷ 0,02 = 200</a:t>
            </a: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442444" y="1382749"/>
            <a:ext cx="393056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5 ÷ 0,2 = 25</a:t>
            </a:r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611049" y="313026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C5D3866D-B557-4D63-A0FD-36D376166F99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000"/>
          <a:stretch/>
        </p:blipFill>
        <p:spPr>
          <a:xfrm>
            <a:off x="9420622" y="3060606"/>
            <a:ext cx="408033" cy="408033"/>
          </a:xfrm>
          <a:prstGeom prst="rect">
            <a:avLst/>
          </a:prstGeom>
        </p:spPr>
      </p:pic>
      <p:pic>
        <p:nvPicPr>
          <p:cNvPr id="86" name="Picture 85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9431497" y="5245339"/>
            <a:ext cx="408033" cy="408033"/>
          </a:xfrm>
          <a:prstGeom prst="rect">
            <a:avLst/>
          </a:prstGeom>
        </p:spPr>
      </p:pic>
      <p:sp>
        <p:nvSpPr>
          <p:cNvPr id="87" name="TextBox 8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13014" y="4644109"/>
            <a:ext cx="80983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300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875860" y="5761709"/>
            <a:ext cx="1018228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1500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656250" y="5782029"/>
            <a:ext cx="601447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40</a:t>
            </a:r>
          </a:p>
        </p:txBody>
      </p:sp>
      <p:pic>
        <p:nvPicPr>
          <p:cNvPr id="90" name="Picture 89">
            <a:extLst>
              <a:ext uri="{FF2B5EF4-FFF2-40B4-BE49-F238E27FC236}">
                <a16:creationId xmlns:a16="http://schemas.microsoft.com/office/drawing/2014/main" id="{6F5BD4C7-FEAF-4925-9320-451E1F1EF9F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00"/>
          <a:stretch/>
        </p:blipFill>
        <p:spPr>
          <a:xfrm>
            <a:off x="4514057" y="4178539"/>
            <a:ext cx="408033" cy="408033"/>
          </a:xfrm>
          <a:prstGeom prst="rect">
            <a:avLst/>
          </a:prstGeom>
        </p:spPr>
      </p:pic>
      <p:sp>
        <p:nvSpPr>
          <p:cNvPr id="91" name="TextBox 9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25687" y="4186909"/>
            <a:ext cx="1200970" cy="584775"/>
          </a:xfrm>
          <a:prstGeom prst="rect">
            <a:avLst/>
          </a:prstGeom>
          <a:solidFill>
            <a:schemeClr val="bg1"/>
          </a:solidFill>
          <a:ln w="28575">
            <a:solidFill>
              <a:srgbClr val="0070C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3200" dirty="0"/>
              <a:t>24 ÷ 2</a:t>
            </a:r>
          </a:p>
        </p:txBody>
      </p:sp>
    </p:spTree>
    <p:extLst>
      <p:ext uri="{BB962C8B-B14F-4D97-AF65-F5344CB8AC3E}">
        <p14:creationId xmlns:p14="http://schemas.microsoft.com/office/powerpoint/2010/main" val="21431428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47148116-68B5-43EF-9B20-F78218403B2D}"/>
              </a:ext>
            </a:extLst>
          </p:cNvPr>
          <p:cNvGraphicFramePr>
            <a:graphicFrameLocks noGrp="1"/>
          </p:cNvGraphicFramePr>
          <p:nvPr/>
        </p:nvGraphicFramePr>
        <p:xfrm>
          <a:off x="35168" y="198120"/>
          <a:ext cx="9803424" cy="66159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01712">
                  <a:extLst>
                    <a:ext uri="{9D8B030D-6E8A-4147-A177-3AD203B41FA5}">
                      <a16:colId xmlns:a16="http://schemas.microsoft.com/office/drawing/2014/main" val="1933461801"/>
                    </a:ext>
                  </a:extLst>
                </a:gridCol>
                <a:gridCol w="4901712">
                  <a:extLst>
                    <a:ext uri="{9D8B030D-6E8A-4147-A177-3AD203B41FA5}">
                      <a16:colId xmlns:a16="http://schemas.microsoft.com/office/drawing/2014/main" val="2361824800"/>
                    </a:ext>
                  </a:extLst>
                </a:gridCol>
              </a:tblGrid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26118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88116232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2037999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0804890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7241893"/>
                  </a:ext>
                </a:extLst>
              </a:tr>
              <a:tr h="1102653"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700" b="0" dirty="0">
                        <a:solidFill>
                          <a:sysClr val="windowText" lastClr="000000"/>
                        </a:solidFill>
                      </a:endParaRPr>
                    </a:p>
                  </a:txBody>
                  <a:tcPr marL="0" marR="0" marT="0" marB="0"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0742399"/>
                  </a:ext>
                </a:extLst>
              </a:tr>
            </a:tbl>
          </a:graphicData>
        </a:graphic>
      </p:graphicFrame>
      <p:sp>
        <p:nvSpPr>
          <p:cNvPr id="254" name="TextBox 253">
            <a:extLst>
              <a:ext uri="{FF2B5EF4-FFF2-40B4-BE49-F238E27FC236}">
                <a16:creationId xmlns:a16="http://schemas.microsoft.com/office/drawing/2014/main" id="{D9CE5F0C-04B0-4FE6-8B7C-3934B6CA6E7E}"/>
              </a:ext>
            </a:extLst>
          </p:cNvPr>
          <p:cNvSpPr txBox="1"/>
          <p:nvPr/>
        </p:nvSpPr>
        <p:spPr>
          <a:xfrm>
            <a:off x="-1990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0C22FD3-B77F-47AC-8794-48461852773C}"/>
              </a:ext>
            </a:extLst>
          </p:cNvPr>
          <p:cNvSpPr txBox="1"/>
          <p:nvPr/>
        </p:nvSpPr>
        <p:spPr>
          <a:xfrm>
            <a:off x="4901187" y="20925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C9F22E2-5CFF-442C-884F-E3AF99F2B8B0}"/>
              </a:ext>
            </a:extLst>
          </p:cNvPr>
          <p:cNvSpPr txBox="1"/>
          <p:nvPr/>
        </p:nvSpPr>
        <p:spPr>
          <a:xfrm>
            <a:off x="-1990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965EAB3-34FC-496E-B0E1-603ACF8C5831}"/>
              </a:ext>
            </a:extLst>
          </p:cNvPr>
          <p:cNvSpPr txBox="1"/>
          <p:nvPr/>
        </p:nvSpPr>
        <p:spPr>
          <a:xfrm>
            <a:off x="4901187" y="130653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7CBEE2A-CB01-46A8-81B8-51C37283DA04}"/>
              </a:ext>
            </a:extLst>
          </p:cNvPr>
          <p:cNvSpPr txBox="1"/>
          <p:nvPr/>
        </p:nvSpPr>
        <p:spPr>
          <a:xfrm>
            <a:off x="-1990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0C535D6-6C52-44F6-95A0-AF2DABC58785}"/>
              </a:ext>
            </a:extLst>
          </p:cNvPr>
          <p:cNvSpPr txBox="1"/>
          <p:nvPr/>
        </p:nvSpPr>
        <p:spPr>
          <a:xfrm>
            <a:off x="4901187" y="2413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37542C5-56C3-45F1-805B-465E6A7F984B}"/>
              </a:ext>
            </a:extLst>
          </p:cNvPr>
          <p:cNvSpPr txBox="1"/>
          <p:nvPr/>
        </p:nvSpPr>
        <p:spPr>
          <a:xfrm>
            <a:off x="-1990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EBB4E4-99EB-4B6A-B9CC-6B578076F433}"/>
              </a:ext>
            </a:extLst>
          </p:cNvPr>
          <p:cNvSpPr txBox="1"/>
          <p:nvPr/>
        </p:nvSpPr>
        <p:spPr>
          <a:xfrm>
            <a:off x="4901187" y="35061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662A490-6378-47CE-9A88-C408B0C2BFD4}"/>
              </a:ext>
            </a:extLst>
          </p:cNvPr>
          <p:cNvSpPr txBox="1"/>
          <p:nvPr/>
        </p:nvSpPr>
        <p:spPr>
          <a:xfrm>
            <a:off x="-1990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D597A8E-540F-4CB2-8AA1-26871F757F74}"/>
              </a:ext>
            </a:extLst>
          </p:cNvPr>
          <p:cNvSpPr txBox="1"/>
          <p:nvPr/>
        </p:nvSpPr>
        <p:spPr>
          <a:xfrm>
            <a:off x="4901187" y="461361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812CFD8-B86B-4D1E-BAA4-AB4392CC3330}"/>
              </a:ext>
            </a:extLst>
          </p:cNvPr>
          <p:cNvSpPr txBox="1"/>
          <p:nvPr/>
        </p:nvSpPr>
        <p:spPr>
          <a:xfrm>
            <a:off x="-1990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B0F4E56-7104-42F9-B7C1-083074257E45}"/>
              </a:ext>
            </a:extLst>
          </p:cNvPr>
          <p:cNvSpPr txBox="1"/>
          <p:nvPr/>
        </p:nvSpPr>
        <p:spPr>
          <a:xfrm>
            <a:off x="4901187" y="5715977"/>
            <a:ext cx="277640" cy="2618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ts val="1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222841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÷ 0,1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6844876" y="54799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9D7D188A-9851-427D-966C-904BBA66E56B}"/>
              </a:ext>
            </a:extLst>
          </p:cNvPr>
          <p:cNvSpPr txBox="1"/>
          <p:nvPr/>
        </p:nvSpPr>
        <p:spPr>
          <a:xfrm>
            <a:off x="1616775" y="-61546"/>
            <a:ext cx="6109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Көнүгүүлөр топтомун текшерип, аларды 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Туура же Ката</a:t>
            </a:r>
            <a:r>
              <a:rPr kumimoji="0" lang="ky-KG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деп эки топко бөлүңүз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8190327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 × 10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10577" y="453780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0,2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46476" y="561501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78063" y="453780"/>
            <a:ext cx="12009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60 ÷ 2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225404" y="3733735"/>
            <a:ext cx="161775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2,4 ÷ 0,2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2079812" y="3846100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244988" y="3733735"/>
            <a:ext cx="14093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240 ÷ 2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5361427" y="2652749"/>
            <a:ext cx="404149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12 ÷ 0,6 = 120 ÷ 6 = 20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6041" y="1575214"/>
            <a:ext cx="13051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÷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5245251-8DF6-483E-A733-8B3440DA7310}"/>
              </a:ext>
            </a:extLst>
          </p:cNvPr>
          <p:cNvSpPr txBox="1"/>
          <p:nvPr/>
        </p:nvSpPr>
        <p:spPr>
          <a:xfrm>
            <a:off x="1980727" y="1674309"/>
            <a:ext cx="1074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бирдей…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3417722" y="1575214"/>
            <a:ext cx="9925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 × 5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013248" y="2679395"/>
            <a:ext cx="29209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0,5 = 400 ÷ 5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429828" y="3738144"/>
            <a:ext cx="19046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 ÷ 0,8 = 5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5991939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36 ÷ 0,9 = 400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458609" y="4896384"/>
            <a:ext cx="40302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 ÷ 0,25 = 200 ÷ 25 = 8 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1104620" y="5991939"/>
            <a:ext cx="273824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15 ÷ 0,01 = 150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117242" y="4827756"/>
            <a:ext cx="252986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6 ÷ 0,02 = 200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C57AC62-C24E-4EE5-A173-B9874EAC87B1}"/>
              </a:ext>
            </a:extLst>
          </p:cNvPr>
          <p:cNvSpPr txBox="1"/>
          <p:nvPr/>
        </p:nvSpPr>
        <p:spPr>
          <a:xfrm>
            <a:off x="6325633" y="1524989"/>
            <a:ext cx="21130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 ÷ 0,2 = 25</a:t>
            </a:r>
          </a:p>
        </p:txBody>
      </p:sp>
    </p:spTree>
    <p:extLst>
      <p:ext uri="{BB962C8B-B14F-4D97-AF65-F5344CB8AC3E}">
        <p14:creationId xmlns:p14="http://schemas.microsoft.com/office/powerpoint/2010/main" val="1891863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86BB3D4-F180-B004-622C-FC994E5E70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49482" y="1031078"/>
            <a:ext cx="6876403" cy="477743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2B1055F-CCE6-B846-1F91-FC0333044F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79081" y="1031077"/>
            <a:ext cx="6876403" cy="4777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9484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CC70D9C-8F1C-0759-BD5E-19A3F478F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0"/>
            <a:ext cx="4825850" cy="3352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288C29-C87C-53D1-A213-075953FAF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4107" y="0"/>
            <a:ext cx="4825850" cy="33528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5289B8-A853-5336-3EC6-296A1C7AA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82" y="3429000"/>
            <a:ext cx="4825850" cy="33528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AEF76B8-C7BC-BE47-FE10-873EAE4334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6662" y="3429000"/>
            <a:ext cx="4825850" cy="335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767601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58556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1624487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10443</TotalTime>
  <Words>579</Words>
  <Application>Microsoft Office PowerPoint</Application>
  <PresentationFormat>A4 Paper (210x297 mm)</PresentationFormat>
  <Paragraphs>178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 Light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503</cp:revision>
  <cp:lastPrinted>2021-03-01T03:48:28Z</cp:lastPrinted>
  <dcterms:created xsi:type="dcterms:W3CDTF">2017-01-17T16:57:04Z</dcterms:created>
  <dcterms:modified xsi:type="dcterms:W3CDTF">2023-10-16T04:56:23Z</dcterms:modified>
</cp:coreProperties>
</file>