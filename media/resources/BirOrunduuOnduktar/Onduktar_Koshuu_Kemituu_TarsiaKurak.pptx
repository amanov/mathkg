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835" r:id="rId4"/>
    <p:sldId id="939" r:id="rId5"/>
    <p:sldId id="834" r:id="rId6"/>
    <p:sldId id="833" r:id="rId7"/>
    <p:sldId id="941" r:id="rId8"/>
  </p:sldIdLst>
  <p:sldSz cx="9906000" cy="6858000" type="A4"/>
  <p:notesSz cx="7104063" cy="10234613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Verdana" panose="020B060403050404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05/10/2023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10/5/2023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841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Кошуу жана кемитүү 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</a:t>
            </a:r>
            <a:endParaRPr lang="en-US" sz="3200" dirty="0"/>
          </a:p>
          <a:p>
            <a:pPr algn="ctr"/>
            <a:r>
              <a:rPr lang="ru-RU" sz="3200" dirty="0"/>
              <a:t>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798CB6-705D-495E-8DBD-016316333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94844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F01E35-694D-4EB2-BE6A-4BB3AECED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419" y="0"/>
            <a:ext cx="49775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4E6B810-4B36-4763-A19C-D0AD71660C8A}"/>
              </a:ext>
            </a:extLst>
          </p:cNvPr>
          <p:cNvGrpSpPr/>
          <p:nvPr/>
        </p:nvGrpSpPr>
        <p:grpSpPr>
          <a:xfrm>
            <a:off x="1981201" y="-1903"/>
            <a:ext cx="7913464" cy="6859904"/>
            <a:chOff x="1817472" y="1519364"/>
            <a:chExt cx="6271055" cy="543615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16665F2-BDE4-468F-BE8B-FD1F12284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16629" y="1519364"/>
              <a:ext cx="3236571" cy="2738344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3C24E9-C077-467F-A317-ED5839351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7472" y="4233762"/>
              <a:ext cx="6271055" cy="2721759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89DE9E8-B51A-E177-04FA-6BD1C902E6E8}"/>
              </a:ext>
            </a:extLst>
          </p:cNvPr>
          <p:cNvSpPr/>
          <p:nvPr/>
        </p:nvSpPr>
        <p:spPr>
          <a:xfrm>
            <a:off x="198324" y="213975"/>
            <a:ext cx="351007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7AFB10D-572B-4F4E-9A95-B4703FE6F432}"/>
              </a:ext>
            </a:extLst>
          </p:cNvPr>
          <p:cNvGrpSpPr/>
          <p:nvPr/>
        </p:nvGrpSpPr>
        <p:grpSpPr>
          <a:xfrm rot="16200000">
            <a:off x="-1054383" y="1054382"/>
            <a:ext cx="6853485" cy="4744720"/>
            <a:chOff x="0" y="0"/>
            <a:chExt cx="9906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B112AF3-1D15-459F-8A10-ABED03AAF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94844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19E8FE0-289E-49BA-9C05-1FF564CEB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8419" y="0"/>
              <a:ext cx="4977581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A06E5A3-46AC-47C4-A4E9-BA866FBFC130}"/>
              </a:ext>
            </a:extLst>
          </p:cNvPr>
          <p:cNvGrpSpPr/>
          <p:nvPr/>
        </p:nvGrpSpPr>
        <p:grpSpPr>
          <a:xfrm rot="16200000">
            <a:off x="4106898" y="1054381"/>
            <a:ext cx="6853485" cy="4744720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703A30C-D7EB-46D3-8CB0-BE5712B98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94844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692FA17-4203-44DA-984E-EF071DC79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8419" y="0"/>
              <a:ext cx="4977581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152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 Light</vt:lpstr>
      <vt:lpstr>Arial</vt:lpstr>
      <vt:lpstr>Calibri</vt:lpstr>
      <vt:lpstr>Verdana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2019-05-06T03:15:37Z</cp:lastPrinted>
  <dcterms:created xsi:type="dcterms:W3CDTF">2017-01-17T16:57:04Z</dcterms:created>
  <dcterms:modified xsi:type="dcterms:W3CDTF">2023-10-05T10:59:00Z</dcterms:modified>
</cp:coreProperties>
</file>