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4" r:id="rId2"/>
    <p:sldId id="945" r:id="rId3"/>
    <p:sldId id="946" r:id="rId4"/>
    <p:sldId id="942" r:id="rId5"/>
    <p:sldId id="943" r:id="rId6"/>
    <p:sldId id="940" r:id="rId7"/>
    <p:sldId id="947" r:id="rId8"/>
  </p:sldIdLst>
  <p:sldSz cx="9906000" cy="6858000" type="A4"/>
  <p:notesSz cx="6669088" cy="9926638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Fira Code" panose="020B0809050000020004" pitchFamily="49" charset="0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89076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</a:t>
            </a:r>
            <a:r>
              <a:rPr lang="ru-RU" b="0" i="0" dirty="0">
                <a:solidFill>
                  <a:srgbClr val="212529"/>
                </a:solidFill>
                <a:effectLst/>
                <a:latin typeface="system-ui"/>
              </a:rPr>
              <a:t>Ондуктарды 1ден кичине ондукка бөлүү</a:t>
            </a:r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7706AF-3643-D160-C598-32A541575C69}"/>
              </a:ext>
            </a:extLst>
          </p:cNvPr>
          <p:cNvSpPr txBox="1"/>
          <p:nvPr/>
        </p:nvSpPr>
        <p:spPr>
          <a:xfrm rot="5400000">
            <a:off x="6962316" y="2104727"/>
            <a:ext cx="50887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rgbClr val="FF0000"/>
                </a:solidFill>
              </a:rPr>
              <a:t>Түшүндүрмө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177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21286" y="81280"/>
            <a:ext cx="9674178" cy="6747510"/>
            <a:chOff x="100965" y="19295"/>
            <a:chExt cx="9733915" cy="678917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027" y="19295"/>
              <a:ext cx="4946333" cy="257658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" y="2574276"/>
              <a:ext cx="9733915" cy="423419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9C22F7-A178-C8AA-6591-2327D1C578E4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- тап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25291-7D86-BAEB-54C2-63185973B6DE}"/>
              </a:ext>
            </a:extLst>
          </p:cNvPr>
          <p:cNvSpPr txBox="1"/>
          <p:nvPr/>
        </p:nvSpPr>
        <p:spPr>
          <a:xfrm>
            <a:off x="0" y="1512121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064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C00E7F-DC4F-9510-A641-22109AF10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7554" y="1099330"/>
            <a:ext cx="6801938" cy="4680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8CC29-15B4-7B15-8ED6-A44297FE7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6632" y="1099330"/>
            <a:ext cx="6801938" cy="468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9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834156-0D41-5E86-6113-5E98F7D7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97920" cy="3370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67D091-4118-7788-A018-4E86CA2DF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0" y="91440"/>
            <a:ext cx="4765040" cy="3279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659F51-5A50-4E34-7FFF-EE0779863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7551"/>
            <a:ext cx="4897920" cy="3370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DD82E-9FE8-F6A4-25F9-B7CE7887C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0" y="3520440"/>
            <a:ext cx="4765040" cy="327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79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21286" y="81280"/>
            <a:ext cx="9674178" cy="6747510"/>
            <a:chOff x="100965" y="19295"/>
            <a:chExt cx="9733915" cy="678917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027" y="19295"/>
              <a:ext cx="4946333" cy="257658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" y="2574276"/>
              <a:ext cx="9733915" cy="4234194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80958" y="-87132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663918" y="294054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1962878" y="403782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10398" y="525702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7256238" y="512494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209758" y="306246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88958" y="312342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6BB19-3368-2220-3476-286F8B2D40CC}"/>
              </a:ext>
            </a:extLst>
          </p:cNvPr>
          <p:cNvSpPr txBox="1"/>
          <p:nvPr/>
        </p:nvSpPr>
        <p:spPr>
          <a:xfrm>
            <a:off x="0" y="205098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5267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8342</TotalTime>
  <Words>114</Words>
  <Application>Microsoft Office PowerPoint</Application>
  <PresentationFormat>A4 Paper (210x297 mm)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 Light</vt:lpstr>
      <vt:lpstr>Fira Code</vt:lpstr>
      <vt:lpstr>system-ui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2023-10-16T04:07:11Z</cp:lastPrinted>
  <dcterms:created xsi:type="dcterms:W3CDTF">2017-01-17T16:57:04Z</dcterms:created>
  <dcterms:modified xsi:type="dcterms:W3CDTF">2023-10-16T04:12:50Z</dcterms:modified>
</cp:coreProperties>
</file>