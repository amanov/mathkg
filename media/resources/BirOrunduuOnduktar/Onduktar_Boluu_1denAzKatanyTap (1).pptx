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9"/>
  </p:notesMasterIdLst>
  <p:sldIdLst>
    <p:sldId id="944" r:id="rId2"/>
    <p:sldId id="945" r:id="rId3"/>
    <p:sldId id="946" r:id="rId4"/>
    <p:sldId id="942" r:id="rId5"/>
    <p:sldId id="943" r:id="rId6"/>
    <p:sldId id="940" r:id="rId7"/>
    <p:sldId id="947" r:id="rId8"/>
  </p:sldIdLst>
  <p:sldSz cx="9906000" cy="6858000" type="A4"/>
  <p:notesSz cx="6669088" cy="9926638"/>
  <p:embeddedFontLst>
    <p:embeddedFont>
      <p:font typeface="Calibri" panose="020F0502020204030204" pitchFamily="34" charset="0"/>
      <p:regular r:id="rId10"/>
      <p:bold r:id="rId11"/>
      <p:italic r:id="rId12"/>
      <p:boldItalic r:id="rId13"/>
    </p:embeddedFont>
    <p:embeddedFont>
      <p:font typeface="Calibri Light" panose="020F0302020204030204" pitchFamily="34" charset="0"/>
      <p:regular r:id="rId14"/>
      <p:italic r:id="rId15"/>
    </p:embeddedFont>
    <p:embeddedFont>
      <p:font typeface="Fira Code" panose="020B0809050000020004" pitchFamily="49" charset="0"/>
      <p:regular r:id="rId16"/>
      <p:bold r:id="rId17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3300"/>
    <a:srgbClr val="FF0066"/>
    <a:srgbClr val="00FF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691" autoAdjust="0"/>
    <p:restoredTop sz="87774" autoAdjust="0"/>
  </p:normalViewPr>
  <p:slideViewPr>
    <p:cSldViewPr snapToGrid="0" showGuides="1">
      <p:cViewPr varScale="1">
        <p:scale>
          <a:sx n="63" d="100"/>
          <a:sy n="63" d="100"/>
        </p:scale>
        <p:origin x="1380" y="72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17" Type="http://schemas.openxmlformats.org/officeDocument/2006/relationships/font" Target="fonts/font8.fntdata"/><Relationship Id="rId2" Type="http://schemas.openxmlformats.org/officeDocument/2006/relationships/slide" Target="slides/slide1.xml"/><Relationship Id="rId16" Type="http://schemas.openxmlformats.org/officeDocument/2006/relationships/font" Target="fonts/font7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font" Target="fonts/font6.fntdata"/><Relationship Id="rId10" Type="http://schemas.openxmlformats.org/officeDocument/2006/relationships/font" Target="fonts/font1.fntdata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r">
              <a:defRPr sz="1200"/>
            </a:lvl1pPr>
          </a:lstStyle>
          <a:p>
            <a:fld id="{9C6A85EB-AF26-437E-8488-94E19A13AA79}" type="datetimeFigureOut">
              <a:rPr lang="en-GB" smtClean="0"/>
              <a:t>16/10/2023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15988" y="1241425"/>
            <a:ext cx="4837112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589" tIns="45294" rIns="90589" bIns="45294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6909" y="4777196"/>
            <a:ext cx="5335270" cy="3908613"/>
          </a:xfrm>
          <a:prstGeom prst="rect">
            <a:avLst/>
          </a:prstGeom>
        </p:spPr>
        <p:txBody>
          <a:bodyPr vert="horz" lIns="90589" tIns="45294" rIns="90589" bIns="45294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7607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r">
              <a:defRPr sz="12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10/16/2023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10/16/2023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10/16/2023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10/16/2023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10/16/2023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10/16/2023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10/16/2023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10/16/2023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10/16/2023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10/16/2023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10/16/2023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10/16/2023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4">
            <a:extLst>
              <a:ext uri="{FF2B5EF4-FFF2-40B4-BE49-F238E27FC236}">
                <a16:creationId xmlns:a16="http://schemas.microsoft.com/office/drawing/2014/main" id="{6B89D2DF-F554-4C2A-CE1D-D373E74E5B72}"/>
              </a:ext>
            </a:extLst>
          </p:cNvPr>
          <p:cNvSpPr txBox="1">
            <a:spLocks/>
          </p:cNvSpPr>
          <p:nvPr/>
        </p:nvSpPr>
        <p:spPr>
          <a:xfrm>
            <a:off x="116840" y="1754505"/>
            <a:ext cx="9890760" cy="4351338"/>
          </a:xfrm>
          <a:prstGeom prst="rect">
            <a:avLst/>
          </a:prstGeom>
        </p:spPr>
        <p:txBody>
          <a:bodyPr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Бөлүү – </a:t>
            </a:r>
            <a:r>
              <a:rPr lang="ru-RU" b="0" i="0" dirty="0">
                <a:solidFill>
                  <a:srgbClr val="212529"/>
                </a:solidFill>
                <a:effectLst/>
                <a:latin typeface="system-ui"/>
              </a:rPr>
              <a:t>Ондуктарды 1ден кичине ондукка бөлүү</a:t>
            </a:r>
            <a:r>
              <a:rPr lang="en-US" b="0" i="0" dirty="0">
                <a:solidFill>
                  <a:srgbClr val="212529"/>
                </a:solidFill>
                <a:effectLst/>
                <a:latin typeface="system-ui"/>
              </a:rPr>
              <a:t> 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–– Катаны тап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Окуучулар жанындагы суроолорду жана жооптордун каталарын текшериши керек анан окуучулар аларды оңдошу керек.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Окуучуларга канча ката табуу керек экенин айтуунун кажети жок.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Иш барагы 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ар кандай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өлчөмдө жана форматта.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Анимацияларды текшерип, 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сабагы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ызга </a:t>
            </a: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КЕРЕГИ ЖОК 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слайддарды 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ӨЧҮРҮ</a:t>
            </a:r>
            <a:r>
              <a:rPr kumimoji="0" lang="ky-KG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П САЛЫ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ҢЫЗ.</a:t>
            </a: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0899BD10-45E1-4B1B-06C3-4D1ECCB52487}"/>
              </a:ext>
            </a:extLst>
          </p:cNvPr>
          <p:cNvSpPr txBox="1">
            <a:spLocks/>
          </p:cNvSpPr>
          <p:nvPr/>
        </p:nvSpPr>
        <p:spPr>
          <a:xfrm>
            <a:off x="0" y="452438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25963534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2FC410AA-59FC-4615-9780-3FC3ECD91E78}"/>
              </a:ext>
            </a:extLst>
          </p:cNvPr>
          <p:cNvGrpSpPr/>
          <p:nvPr/>
        </p:nvGrpSpPr>
        <p:grpSpPr>
          <a:xfrm>
            <a:off x="3461511" y="1302570"/>
            <a:ext cx="6444489" cy="5571586"/>
            <a:chOff x="1420561" y="0"/>
            <a:chExt cx="7091350" cy="6130832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73161848-2715-40E3-B5AA-94155D127F7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272836" y="0"/>
              <a:ext cx="5360328" cy="4588077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9169D55E-8782-4380-A82A-10E94A3015C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420561" y="4561949"/>
              <a:ext cx="7091350" cy="1568883"/>
            </a:xfrm>
            <a:prstGeom prst="rect">
              <a:avLst/>
            </a:prstGeom>
          </p:spPr>
        </p:pic>
      </p:grpSp>
      <p:sp>
        <p:nvSpPr>
          <p:cNvPr id="7" name="Oval 6">
            <a:extLst>
              <a:ext uri="{FF2B5EF4-FFF2-40B4-BE49-F238E27FC236}">
                <a16:creationId xmlns:a16="http://schemas.microsoft.com/office/drawing/2014/main" id="{439CDF84-16EA-482C-BDCB-DEFCD04B93A3}"/>
              </a:ext>
            </a:extLst>
          </p:cNvPr>
          <p:cNvSpPr/>
          <p:nvPr/>
        </p:nvSpPr>
        <p:spPr>
          <a:xfrm>
            <a:off x="6552318" y="2808059"/>
            <a:ext cx="1237129" cy="1173852"/>
          </a:xfrm>
          <a:prstGeom prst="ellips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9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BCAD6BA9-22F2-49B3-9FF9-47A39C5DF1F2}"/>
              </a:ext>
            </a:extLst>
          </p:cNvPr>
          <p:cNvSpPr/>
          <p:nvPr/>
        </p:nvSpPr>
        <p:spPr>
          <a:xfrm>
            <a:off x="4139240" y="5569812"/>
            <a:ext cx="1237129" cy="1173852"/>
          </a:xfrm>
          <a:prstGeom prst="ellips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9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06367DB-C808-9BE8-3A27-5C08EF882810}"/>
              </a:ext>
            </a:extLst>
          </p:cNvPr>
          <p:cNvSpPr txBox="1"/>
          <p:nvPr/>
        </p:nvSpPr>
        <p:spPr>
          <a:xfrm>
            <a:off x="356981" y="114336"/>
            <a:ext cx="8453120" cy="1477328"/>
          </a:xfrm>
          <a:prstGeom prst="rect">
            <a:avLst/>
          </a:prstGeom>
          <a:noFill/>
          <a:ln w="28575">
            <a:noFill/>
          </a:ln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7200" b="1" i="0" u="none" strike="noStrike" kern="1200" cap="none" spc="0" normalizeH="0" baseline="0" noProof="0" dirty="0">
                <a:ln w="22225">
                  <a:solidFill>
                    <a:srgbClr val="ED7D31"/>
                  </a:solidFill>
                  <a:prstDash val="solid"/>
                </a:ln>
                <a:solidFill>
                  <a:srgbClr val="ED7D31">
                    <a:lumMod val="40000"/>
                    <a:lumOff val="60000"/>
                  </a:srgbClr>
                </a:solidFill>
                <a:effectLst>
                  <a:glow rad="228600">
                    <a:srgbClr val="70AD47">
                      <a:satMod val="175000"/>
                      <a:alpha val="40000"/>
                    </a:srgbClr>
                  </a:glow>
                  <a:reflection blurRad="6350" stA="55000" endA="50" endPos="85000" dist="29997" dir="5400000" sy="-100000" algn="bl" rotWithShape="0"/>
                </a:effectLst>
                <a:uLnTx/>
                <a:uFillTx/>
                <a:latin typeface="Calibri Light" panose="020F0302020204030204"/>
                <a:ea typeface="+mn-ea"/>
                <a:cs typeface="+mn-cs"/>
              </a:rPr>
              <a:t>Катаны тап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>
                <a:reflection blurRad="6350" stA="55000" endA="50" endPos="85000" dist="29997" dir="5400000" sy="-100000" algn="bl" rotWithShape="0"/>
              </a:effectLst>
              <a:uLnTx/>
              <a:uFillTx/>
              <a:latin typeface="Fira Code" panose="020F0502020204030204" pitchFamily="49" charset="0"/>
              <a:ea typeface="+mn-ea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D2652E0-CD09-656D-4C62-8FD8F9C42BD8}"/>
              </a:ext>
            </a:extLst>
          </p:cNvPr>
          <p:cNvSpPr txBox="1"/>
          <p:nvPr/>
        </p:nvSpPr>
        <p:spPr>
          <a:xfrm>
            <a:off x="595140" y="2214673"/>
            <a:ext cx="3881191" cy="35394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Үч бурчтукта 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айрым каталар бар!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Сен алардын 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баарын таба аласынбы?</a:t>
            </a:r>
            <a:endParaRPr kumimoji="0" lang="en-GB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A7706AF-3643-D160-C598-32A541575C69}"/>
              </a:ext>
            </a:extLst>
          </p:cNvPr>
          <p:cNvSpPr txBox="1"/>
          <p:nvPr/>
        </p:nvSpPr>
        <p:spPr>
          <a:xfrm rot="5400000">
            <a:off x="6962316" y="2104727"/>
            <a:ext cx="5088779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6600" dirty="0">
                <a:solidFill>
                  <a:srgbClr val="FF0000"/>
                </a:solidFill>
              </a:rPr>
              <a:t>Түшүндүрмө</a:t>
            </a:r>
            <a:endParaRPr lang="en-US" sz="4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081773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121286" y="81280"/>
            <a:ext cx="9674178" cy="6747510"/>
            <a:chOff x="100965" y="19295"/>
            <a:chExt cx="9733915" cy="6789175"/>
          </a:xfrm>
        </p:grpSpPr>
        <p:pic>
          <p:nvPicPr>
            <p:cNvPr id="7" name="Picture 6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506027" y="19295"/>
              <a:ext cx="4946333" cy="2576585"/>
            </a:xfrm>
            <a:prstGeom prst="rect">
              <a:avLst/>
            </a:prstGeom>
          </p:spPr>
        </p:pic>
        <p:pic>
          <p:nvPicPr>
            <p:cNvPr id="8" name="Picture 7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0965" y="2574276"/>
              <a:ext cx="9733915" cy="4234194"/>
            </a:xfrm>
            <a:prstGeom prst="rect">
              <a:avLst/>
            </a:prstGeom>
          </p:spPr>
        </p:pic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129C22F7-A178-C8AA-6591-2327D1C578E4}"/>
              </a:ext>
            </a:extLst>
          </p:cNvPr>
          <p:cNvSpPr txBox="1"/>
          <p:nvPr/>
        </p:nvSpPr>
        <p:spPr>
          <a:xfrm>
            <a:off x="0" y="10883"/>
            <a:ext cx="502920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>
                  <a:outerShdw blurRad="838200" dist="1638300" dir="16440000" sx="53000" sy="53000" algn="ctr" rotWithShape="0">
                    <a:srgbClr val="000000">
                      <a:alpha val="5000"/>
                    </a:srgbClr>
                  </a:outerShdw>
                  <a:reflection blurRad="76200" stA="45000" endPos="0" dist="50800" dir="5400000" sy="-100000" algn="bl" rotWithShape="0"/>
                </a:effectLst>
                <a:uLnTx/>
                <a:uFillTx/>
                <a:latin typeface="Calibri" panose="020F0502020204030204"/>
                <a:ea typeface="+mn-ea"/>
                <a:cs typeface="+mn-cs"/>
              </a:rPr>
              <a:t>Каталарды издеп </a:t>
            </a:r>
            <a:endParaRPr kumimoji="0" lang="en-US" sz="3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>
                <a:outerShdw blurRad="838200" dist="1638300" dir="16440000" sx="53000" sy="53000" algn="ctr" rotWithShape="0">
                  <a:srgbClr val="000000">
                    <a:alpha val="5000"/>
                  </a:srgbClr>
                </a:outerShdw>
                <a:reflection blurRad="76200" stA="45000" endPos="0" dist="50800" dir="5400000" sy="-100000" algn="bl" rotWithShape="0"/>
              </a:effectLst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>
                  <a:outerShdw blurRad="838200" dist="1638300" dir="16440000" sx="53000" sy="53000" algn="ctr" rotWithShape="0">
                    <a:srgbClr val="000000">
                      <a:alpha val="5000"/>
                    </a:srgbClr>
                  </a:outerShdw>
                  <a:reflection blurRad="76200" stA="45000" endPos="0" dist="50800" dir="5400000" sy="-100000" algn="bl" rotWithShape="0"/>
                </a:effectLst>
                <a:uLnTx/>
                <a:uFillTx/>
                <a:latin typeface="Calibri" panose="020F0502020204030204"/>
                <a:ea typeface="+mn-ea"/>
                <a:cs typeface="+mn-cs"/>
              </a:rPr>
              <a:t>- тап</a:t>
            </a:r>
            <a:endParaRPr kumimoji="0" lang="en-US" sz="3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>
                <a:outerShdw blurRad="838200" dist="1638300" dir="16440000" sx="53000" sy="53000" algn="ctr" rotWithShape="0">
                  <a:srgbClr val="000000">
                    <a:alpha val="5000"/>
                  </a:srgbClr>
                </a:outerShdw>
                <a:reflection blurRad="76200" stA="45000" endPos="0" dist="50800" dir="5400000" sy="-100000" algn="bl" rotWithShape="0"/>
              </a:effectLst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A625291-7D86-BAEB-54C2-63185973B6DE}"/>
              </a:ext>
            </a:extLst>
          </p:cNvPr>
          <p:cNvSpPr txBox="1"/>
          <p:nvPr/>
        </p:nvSpPr>
        <p:spPr>
          <a:xfrm>
            <a:off x="0" y="1512121"/>
            <a:ext cx="285764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Каталарды таба аласызбы?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Аларды оңдоңуз!</a:t>
            </a: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010642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DC00E7F-DC4F-9510-A641-22109AF102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-1007554" y="1099330"/>
            <a:ext cx="6801938" cy="468068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578CC29-15B4-7B15-8ED6-A44297FE7C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4066632" y="1099330"/>
            <a:ext cx="6801938" cy="4680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54915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B0834156-0D41-5E86-6113-5E98F7D7D7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897920" cy="337045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867D091-4118-7788-A018-4E86CA2DF4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0960" y="91440"/>
            <a:ext cx="4765040" cy="327901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9659F51-5A50-4E34-7FFF-EE0779863F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487551"/>
            <a:ext cx="4897920" cy="337045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B2DD82E-9FE8-F6A4-25F9-B7CE7887CE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0960" y="3520440"/>
            <a:ext cx="4765040" cy="32790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52794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/>
          <p:cNvGrpSpPr/>
          <p:nvPr/>
        </p:nvGrpSpPr>
        <p:grpSpPr>
          <a:xfrm>
            <a:off x="121286" y="81280"/>
            <a:ext cx="9674178" cy="6747510"/>
            <a:chOff x="100965" y="19295"/>
            <a:chExt cx="9733915" cy="6789175"/>
          </a:xfrm>
        </p:grpSpPr>
        <p:pic>
          <p:nvPicPr>
            <p:cNvPr id="3" name="Picture 2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506027" y="19295"/>
              <a:ext cx="4946333" cy="2576585"/>
            </a:xfrm>
            <a:prstGeom prst="rect">
              <a:avLst/>
            </a:prstGeom>
          </p:spPr>
        </p:pic>
        <p:pic>
          <p:nvPicPr>
            <p:cNvPr id="4" name="Picture 3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0965" y="2574276"/>
              <a:ext cx="9733915" cy="4234194"/>
            </a:xfrm>
            <a:prstGeom prst="rect">
              <a:avLst/>
            </a:prstGeom>
          </p:spPr>
        </p:pic>
      </p:grpSp>
      <p:sp>
        <p:nvSpPr>
          <p:cNvPr id="18" name="Oval 17">
            <a:extLst>
              <a:ext uri="{FF2B5EF4-FFF2-40B4-BE49-F238E27FC236}">
                <a16:creationId xmlns:a16="http://schemas.microsoft.com/office/drawing/2014/main" id="{02E34BBF-68C4-4436-A15E-D87B9552907B}"/>
              </a:ext>
            </a:extLst>
          </p:cNvPr>
          <p:cNvSpPr/>
          <p:nvPr/>
        </p:nvSpPr>
        <p:spPr>
          <a:xfrm>
            <a:off x="4380958" y="-87132"/>
            <a:ext cx="1217202" cy="1217202"/>
          </a:xfrm>
          <a:prstGeom prst="ellips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02E34BBF-68C4-4436-A15E-D87B9552907B}"/>
              </a:ext>
            </a:extLst>
          </p:cNvPr>
          <p:cNvSpPr/>
          <p:nvPr/>
        </p:nvSpPr>
        <p:spPr>
          <a:xfrm>
            <a:off x="2663918" y="2940548"/>
            <a:ext cx="1217202" cy="1217202"/>
          </a:xfrm>
          <a:prstGeom prst="ellips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02E34BBF-68C4-4436-A15E-D87B9552907B}"/>
              </a:ext>
            </a:extLst>
          </p:cNvPr>
          <p:cNvSpPr/>
          <p:nvPr/>
        </p:nvSpPr>
        <p:spPr>
          <a:xfrm>
            <a:off x="1962878" y="4037828"/>
            <a:ext cx="1217202" cy="1217202"/>
          </a:xfrm>
          <a:prstGeom prst="ellips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02E34BBF-68C4-4436-A15E-D87B9552907B}"/>
              </a:ext>
            </a:extLst>
          </p:cNvPr>
          <p:cNvSpPr/>
          <p:nvPr/>
        </p:nvSpPr>
        <p:spPr>
          <a:xfrm>
            <a:off x="3710398" y="5257028"/>
            <a:ext cx="1217202" cy="1217202"/>
          </a:xfrm>
          <a:prstGeom prst="ellips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02E34BBF-68C4-4436-A15E-D87B9552907B}"/>
              </a:ext>
            </a:extLst>
          </p:cNvPr>
          <p:cNvSpPr/>
          <p:nvPr/>
        </p:nvSpPr>
        <p:spPr>
          <a:xfrm>
            <a:off x="7256238" y="5124948"/>
            <a:ext cx="1217202" cy="1217202"/>
          </a:xfrm>
          <a:prstGeom prst="ellips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02E34BBF-68C4-4436-A15E-D87B9552907B}"/>
              </a:ext>
            </a:extLst>
          </p:cNvPr>
          <p:cNvSpPr/>
          <p:nvPr/>
        </p:nvSpPr>
        <p:spPr>
          <a:xfrm>
            <a:off x="6209758" y="3062468"/>
            <a:ext cx="1217202" cy="1217202"/>
          </a:xfrm>
          <a:prstGeom prst="ellips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02E34BBF-68C4-4436-A15E-D87B9552907B}"/>
              </a:ext>
            </a:extLst>
          </p:cNvPr>
          <p:cNvSpPr/>
          <p:nvPr/>
        </p:nvSpPr>
        <p:spPr>
          <a:xfrm>
            <a:off x="4888958" y="3123428"/>
            <a:ext cx="1217202" cy="1217202"/>
          </a:xfrm>
          <a:prstGeom prst="ellips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116BB19-3368-2220-3476-286F8B2D40CC}"/>
              </a:ext>
            </a:extLst>
          </p:cNvPr>
          <p:cNvSpPr txBox="1"/>
          <p:nvPr/>
        </p:nvSpPr>
        <p:spPr>
          <a:xfrm>
            <a:off x="0" y="205098"/>
            <a:ext cx="379984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y-KG" sz="6600" b="1" spc="600" dirty="0">
                <a:ln w="0">
                  <a:solidFill>
                    <a:schemeClr val="bg2">
                      <a:lumMod val="10000"/>
                    </a:schemeClr>
                  </a:solidFill>
                </a:ln>
                <a:solidFill>
                  <a:srgbClr val="92D050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  <a:reflection blurRad="6350" stA="53000" endA="300" endPos="35500" dir="5400000" sy="-90000" algn="bl" rotWithShape="0"/>
                </a:effectLst>
              </a:rPr>
              <a:t>ЖООБУ</a:t>
            </a:r>
            <a:endParaRPr lang="en-US" sz="1600" b="1" spc="600" dirty="0">
              <a:ln w="0">
                <a:solidFill>
                  <a:schemeClr val="bg2">
                    <a:lumMod val="10000"/>
                  </a:schemeClr>
                </a:solidFill>
              </a:ln>
              <a:solidFill>
                <a:srgbClr val="92D050"/>
              </a:solid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  <a:reflection blurRad="6350" stA="53000" endA="300" endPos="35500" dir="5400000" sy="-90000" algn="bl" rotWithShape="0"/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41445743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403678" y="674400"/>
            <a:ext cx="9240883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Турдуу пикирлер учун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30526737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8342</TotalTime>
  <Words>114</Words>
  <Application>Microsoft Office PowerPoint</Application>
  <PresentationFormat>A4 Paper (210x297 mm)</PresentationFormat>
  <Paragraphs>35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3" baseType="lpstr">
      <vt:lpstr>Calibri Light</vt:lpstr>
      <vt:lpstr>Fira Code</vt:lpstr>
      <vt:lpstr>system-ui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372</cp:revision>
  <cp:lastPrinted>2023-10-16T04:07:11Z</cp:lastPrinted>
  <dcterms:created xsi:type="dcterms:W3CDTF">2017-01-17T16:57:04Z</dcterms:created>
  <dcterms:modified xsi:type="dcterms:W3CDTF">2023-10-16T04:12:50Z</dcterms:modified>
</cp:coreProperties>
</file>