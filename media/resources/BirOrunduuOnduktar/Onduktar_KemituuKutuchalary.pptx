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3" r:id="rId3"/>
    <p:sldId id="947" r:id="rId4"/>
    <p:sldId id="944" r:id="rId5"/>
    <p:sldId id="938" r:id="rId6"/>
  </p:sldIdLst>
  <p:sldSz cx="9906000" cy="6858000" type="A4"/>
  <p:notesSz cx="6889750" cy="10021888"/>
  <p:embeddedFontLst>
    <p:embeddedFont>
      <p:font typeface="Comic Sans MS" panose="030F0702030302020204" pitchFamily="66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10 × 10" id="{7617865C-55E8-4E80-88D8-B55679FB792A}">
          <p14:sldIdLst>
            <p14:sldId id="943"/>
            <p14:sldId id="947"/>
          </p14:sldIdLst>
        </p14:section>
        <p14:section name="5 × 5" id="{CE927F82-C794-4E64-A94C-23FC93AF8D7F}">
          <p14:sldIdLst>
            <p14:sldId id="944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Кошуу кутучалар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таркатмаларды "К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емитүү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кутучалар" 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электрондук жадыбалында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</a:t>
            </a: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емитүү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кутучалардагы таблицанын аталыштары менен толтуруңуз (жооптор автоматтык түрдө түзүлөт).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өз кутучаларына аталыштарды көчүрүп алышы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Слайттарды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29D69E2-DE02-D8E1-2F41-754691F3F472}"/>
              </a:ext>
            </a:extLst>
          </p:cNvPr>
          <p:cNvSpPr txBox="1">
            <a:spLocks/>
          </p:cNvSpPr>
          <p:nvPr/>
        </p:nvSpPr>
        <p:spPr>
          <a:xfrm>
            <a:off x="250825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5456323"/>
              </p:ext>
            </p:extLst>
          </p:nvPr>
        </p:nvGraphicFramePr>
        <p:xfrm>
          <a:off x="86229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77794EC-E1A5-4754-A00A-C486042B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259325"/>
              </p:ext>
            </p:extLst>
          </p:nvPr>
        </p:nvGraphicFramePr>
        <p:xfrm>
          <a:off x="343835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FA18BC2-4C3A-4831-ADE4-C7B0D06C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152029"/>
              </p:ext>
            </p:extLst>
          </p:nvPr>
        </p:nvGraphicFramePr>
        <p:xfrm>
          <a:off x="678404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A3F815F-BBF8-4504-8336-BD869406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189292"/>
              </p:ext>
            </p:extLst>
          </p:nvPr>
        </p:nvGraphicFramePr>
        <p:xfrm>
          <a:off x="86229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FCE0488-63A6-4111-9A6A-2BE76CCBD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5683185"/>
              </p:ext>
            </p:extLst>
          </p:nvPr>
        </p:nvGraphicFramePr>
        <p:xfrm>
          <a:off x="343835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1412DD6-59C7-4060-8CF8-80E4BAAFE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080030"/>
              </p:ext>
            </p:extLst>
          </p:nvPr>
        </p:nvGraphicFramePr>
        <p:xfrm>
          <a:off x="678404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17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17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183B18-D2B9-E1E8-F832-CCC41C531DA0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25F42-2F14-B99E-CF56-04B8BB221CD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D1AD-B132-B188-61B2-3AF56D1F71C2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FB969-2BCA-9E36-BE02-5D1145204D51}"/>
              </a:ext>
            </a:extLst>
          </p:cNvPr>
          <p:cNvSpPr txBox="1"/>
          <p:nvPr/>
        </p:nvSpPr>
        <p:spPr>
          <a:xfrm>
            <a:off x="4164378" y="9119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99580-898D-7FC4-DC05-E3D85D2A7188}"/>
              </a:ext>
            </a:extLst>
          </p:cNvPr>
          <p:cNvSpPr txBox="1"/>
          <p:nvPr/>
        </p:nvSpPr>
        <p:spPr>
          <a:xfrm>
            <a:off x="5319049" y="9119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B9B1F-CA22-4B53-575C-0736ABF0241B}"/>
              </a:ext>
            </a:extLst>
          </p:cNvPr>
          <p:cNvSpPr txBox="1"/>
          <p:nvPr/>
        </p:nvSpPr>
        <p:spPr>
          <a:xfrm>
            <a:off x="3327102" y="9119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46444-C240-0F79-8604-B40AF740E47B}"/>
              </a:ext>
            </a:extLst>
          </p:cNvPr>
          <p:cNvSpPr txBox="1"/>
          <p:nvPr/>
        </p:nvSpPr>
        <p:spPr>
          <a:xfrm>
            <a:off x="7527599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339CD-C2E0-54B8-35E3-AEAB6C7478C0}"/>
              </a:ext>
            </a:extLst>
          </p:cNvPr>
          <p:cNvSpPr txBox="1"/>
          <p:nvPr/>
        </p:nvSpPr>
        <p:spPr>
          <a:xfrm>
            <a:off x="8682270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7529BC-7045-795F-0510-B1934C02C73D}"/>
              </a:ext>
            </a:extLst>
          </p:cNvPr>
          <p:cNvSpPr txBox="1"/>
          <p:nvPr/>
        </p:nvSpPr>
        <p:spPr>
          <a:xfrm>
            <a:off x="6690323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75E08D-4213-F693-02CA-2078E9D5D802}"/>
              </a:ext>
            </a:extLst>
          </p:cNvPr>
          <p:cNvSpPr txBox="1"/>
          <p:nvPr/>
        </p:nvSpPr>
        <p:spPr>
          <a:xfrm>
            <a:off x="859293" y="347688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C4931-766B-8007-0899-4AC1E4C18041}"/>
              </a:ext>
            </a:extLst>
          </p:cNvPr>
          <p:cNvSpPr txBox="1"/>
          <p:nvPr/>
        </p:nvSpPr>
        <p:spPr>
          <a:xfrm>
            <a:off x="2013964" y="347688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BC960-3BB3-233A-20AC-B685BA1CFCFE}"/>
              </a:ext>
            </a:extLst>
          </p:cNvPr>
          <p:cNvSpPr txBox="1"/>
          <p:nvPr/>
        </p:nvSpPr>
        <p:spPr>
          <a:xfrm>
            <a:off x="22017" y="347688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B1EC27-031D-3B62-3D5B-071530AA9973}"/>
              </a:ext>
            </a:extLst>
          </p:cNvPr>
          <p:cNvSpPr txBox="1"/>
          <p:nvPr/>
        </p:nvSpPr>
        <p:spPr>
          <a:xfrm>
            <a:off x="4220191" y="345871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040E3-C36E-BE53-3288-A000603A6BA4}"/>
              </a:ext>
            </a:extLst>
          </p:cNvPr>
          <p:cNvSpPr txBox="1"/>
          <p:nvPr/>
        </p:nvSpPr>
        <p:spPr>
          <a:xfrm>
            <a:off x="5374862" y="345871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BCD831-77B8-DAC8-16B0-7FB9AD2826D2}"/>
              </a:ext>
            </a:extLst>
          </p:cNvPr>
          <p:cNvSpPr txBox="1"/>
          <p:nvPr/>
        </p:nvSpPr>
        <p:spPr>
          <a:xfrm>
            <a:off x="3382915" y="345871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6D2393-A95D-BED6-4010-F5EE89D87C04}"/>
              </a:ext>
            </a:extLst>
          </p:cNvPr>
          <p:cNvSpPr txBox="1"/>
          <p:nvPr/>
        </p:nvSpPr>
        <p:spPr>
          <a:xfrm>
            <a:off x="7536719" y="346822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A8007-708A-7268-74AE-E7D2961B23C4}"/>
              </a:ext>
            </a:extLst>
          </p:cNvPr>
          <p:cNvSpPr txBox="1"/>
          <p:nvPr/>
        </p:nvSpPr>
        <p:spPr>
          <a:xfrm>
            <a:off x="8691390" y="346822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9F800-7C39-C90C-1FE4-355E4A77923E}"/>
              </a:ext>
            </a:extLst>
          </p:cNvPr>
          <p:cNvSpPr txBox="1"/>
          <p:nvPr/>
        </p:nvSpPr>
        <p:spPr>
          <a:xfrm>
            <a:off x="6699443" y="346822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167105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3E7113-5204-4D1A-9EDD-57986E3B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796805"/>
              </p:ext>
            </p:extLst>
          </p:nvPr>
        </p:nvGraphicFramePr>
        <p:xfrm>
          <a:off x="8805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28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3F82F66-2885-45AE-A6AA-392D6F91799B}"/>
              </a:ext>
            </a:extLst>
          </p:cNvPr>
          <p:cNvGrpSpPr/>
          <p:nvPr/>
        </p:nvGrpSpPr>
        <p:grpSpPr>
          <a:xfrm>
            <a:off x="404864" y="5891055"/>
            <a:ext cx="4233794" cy="261610"/>
            <a:chOff x="126609" y="5891055"/>
            <a:chExt cx="4233794" cy="261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373FC2-82BB-4C2D-8413-86AC09994112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2FD715-A3FD-4FB4-A7A7-29D82D6B3711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A28B79-5221-4FA1-A86A-9EB1C9706E49}"/>
              </a:ext>
            </a:extLst>
          </p:cNvPr>
          <p:cNvSpPr/>
          <p:nvPr/>
        </p:nvSpPr>
        <p:spPr>
          <a:xfrm>
            <a:off x="762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E118EA-C225-462A-99F2-0840442E9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962919"/>
              </p:ext>
            </p:extLst>
          </p:nvPr>
        </p:nvGraphicFramePr>
        <p:xfrm>
          <a:off x="505160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sz="2800" dirty="0">
                          <a:solidFill>
                            <a:schemeClr val="tx1"/>
                          </a:solidFill>
                        </a:rPr>
                        <a:t>̶</a:t>
                      </a:r>
                      <a:endParaRPr lang="en-GB" sz="28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E2EDB7EB-2771-4EF2-83D6-8BF2514C1093}"/>
              </a:ext>
            </a:extLst>
          </p:cNvPr>
          <p:cNvGrpSpPr/>
          <p:nvPr/>
        </p:nvGrpSpPr>
        <p:grpSpPr>
          <a:xfrm>
            <a:off x="5368414" y="5891055"/>
            <a:ext cx="4233794" cy="261610"/>
            <a:chOff x="126609" y="5891055"/>
            <a:chExt cx="4233794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75D143-CC2E-4627-A52C-25BCC2676023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F217A9-4A50-4EE5-8647-31B361EC0BCE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2B62D3-4126-4BEA-A72D-931EAAAC07D4}"/>
              </a:ext>
            </a:extLst>
          </p:cNvPr>
          <p:cNvSpPr/>
          <p:nvPr/>
        </p:nvSpPr>
        <p:spPr>
          <a:xfrm>
            <a:off x="497117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19B4A4-95C1-2E54-07C8-B1D99B33BCFE}"/>
              </a:ext>
            </a:extLst>
          </p:cNvPr>
          <p:cNvSpPr txBox="1"/>
          <p:nvPr/>
        </p:nvSpPr>
        <p:spPr>
          <a:xfrm>
            <a:off x="1338364" y="64797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7A635-6629-9D77-A1CD-D96C1D88DE4B}"/>
              </a:ext>
            </a:extLst>
          </p:cNvPr>
          <p:cNvSpPr txBox="1"/>
          <p:nvPr/>
        </p:nvSpPr>
        <p:spPr>
          <a:xfrm>
            <a:off x="3213785" y="64797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7A9867-511F-86BF-0170-C41F910A3E6B}"/>
              </a:ext>
            </a:extLst>
          </p:cNvPr>
          <p:cNvSpPr txBox="1"/>
          <p:nvPr/>
        </p:nvSpPr>
        <p:spPr>
          <a:xfrm>
            <a:off x="6362" y="64797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51E209-D315-9735-20FD-0FBFFFCD9CAA}"/>
              </a:ext>
            </a:extLst>
          </p:cNvPr>
          <p:cNvSpPr txBox="1"/>
          <p:nvPr/>
        </p:nvSpPr>
        <p:spPr>
          <a:xfrm>
            <a:off x="6278804" y="677676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6EC00-0F8A-75C5-D4A1-8A567C93DF20}"/>
              </a:ext>
            </a:extLst>
          </p:cNvPr>
          <p:cNvSpPr txBox="1"/>
          <p:nvPr/>
        </p:nvSpPr>
        <p:spPr>
          <a:xfrm>
            <a:off x="8154225" y="67767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31B67-5CEB-CF91-37CF-FE2F9D6CBAE7}"/>
              </a:ext>
            </a:extLst>
          </p:cNvPr>
          <p:cNvSpPr txBox="1"/>
          <p:nvPr/>
        </p:nvSpPr>
        <p:spPr>
          <a:xfrm>
            <a:off x="4946802" y="677676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378090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861788"/>
              </p:ext>
            </p:extLst>
          </p:nvPr>
        </p:nvGraphicFramePr>
        <p:xfrm>
          <a:off x="86228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BE45DD1-EEFA-4A1B-B897-206C0AD5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442056"/>
              </p:ext>
            </p:extLst>
          </p:nvPr>
        </p:nvGraphicFramePr>
        <p:xfrm>
          <a:off x="3443685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A92F63A-6E0F-4D8A-A3A6-F89BE2B5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104421"/>
              </p:ext>
            </p:extLst>
          </p:nvPr>
        </p:nvGraphicFramePr>
        <p:xfrm>
          <a:off x="6784042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D2E207E-57BA-4A6F-8084-F909F884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519005"/>
              </p:ext>
            </p:extLst>
          </p:nvPr>
        </p:nvGraphicFramePr>
        <p:xfrm>
          <a:off x="86228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63D0993-C971-4C4A-B585-44FF9A5B2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845447"/>
              </p:ext>
            </p:extLst>
          </p:nvPr>
        </p:nvGraphicFramePr>
        <p:xfrm>
          <a:off x="3443685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C2FBABD-F7E3-4FD0-87F4-CEC326F97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92832"/>
              </p:ext>
            </p:extLst>
          </p:nvPr>
        </p:nvGraphicFramePr>
        <p:xfrm>
          <a:off x="6784042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2D3E47-7669-26E4-0182-799AFD97223F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E4E3D-BF79-47B5-4589-6FA85BF159C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D3188-D26B-A943-0580-A0CBCE288AE4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C430A-5380-91A9-94C7-17577851CD7E}"/>
              </a:ext>
            </a:extLst>
          </p:cNvPr>
          <p:cNvSpPr txBox="1"/>
          <p:nvPr/>
        </p:nvSpPr>
        <p:spPr>
          <a:xfrm>
            <a:off x="4173430" y="3123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2478B-C7AC-D04C-D645-E9A99E6F88E6}"/>
              </a:ext>
            </a:extLst>
          </p:cNvPr>
          <p:cNvSpPr txBox="1"/>
          <p:nvPr/>
        </p:nvSpPr>
        <p:spPr>
          <a:xfrm>
            <a:off x="5328101" y="3123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2EB65C-EFC6-B5FA-563F-9899B8C9510B}"/>
              </a:ext>
            </a:extLst>
          </p:cNvPr>
          <p:cNvSpPr txBox="1"/>
          <p:nvPr/>
        </p:nvSpPr>
        <p:spPr>
          <a:xfrm>
            <a:off x="3336154" y="3123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DFBA8-862C-73CB-0DB5-008DDCA0B1BB}"/>
              </a:ext>
            </a:extLst>
          </p:cNvPr>
          <p:cNvSpPr txBox="1"/>
          <p:nvPr/>
        </p:nvSpPr>
        <p:spPr>
          <a:xfrm>
            <a:off x="884140" y="347514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71B0F-D39A-0A56-BBD9-E3F1C3EF43B4}"/>
              </a:ext>
            </a:extLst>
          </p:cNvPr>
          <p:cNvSpPr txBox="1"/>
          <p:nvPr/>
        </p:nvSpPr>
        <p:spPr>
          <a:xfrm>
            <a:off x="2038811" y="347514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948107-C133-FA2B-7592-FA5EBFFE99BB}"/>
              </a:ext>
            </a:extLst>
          </p:cNvPr>
          <p:cNvSpPr txBox="1"/>
          <p:nvPr/>
        </p:nvSpPr>
        <p:spPr>
          <a:xfrm>
            <a:off x="46864" y="347514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A6EAE2-3655-8E1A-5516-0B52DFD5FE44}"/>
              </a:ext>
            </a:extLst>
          </p:cNvPr>
          <p:cNvSpPr txBox="1"/>
          <p:nvPr/>
        </p:nvSpPr>
        <p:spPr>
          <a:xfrm>
            <a:off x="4197129" y="347463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46A66-9F50-0166-D0AE-94ECD3002287}"/>
              </a:ext>
            </a:extLst>
          </p:cNvPr>
          <p:cNvSpPr txBox="1"/>
          <p:nvPr/>
        </p:nvSpPr>
        <p:spPr>
          <a:xfrm>
            <a:off x="5351800" y="347463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1A749F-4FFB-ACB0-C06E-9C912B627D55}"/>
              </a:ext>
            </a:extLst>
          </p:cNvPr>
          <p:cNvSpPr txBox="1"/>
          <p:nvPr/>
        </p:nvSpPr>
        <p:spPr>
          <a:xfrm>
            <a:off x="3359853" y="347463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BE4DA-519C-359E-979B-81E4C5CF08FA}"/>
              </a:ext>
            </a:extLst>
          </p:cNvPr>
          <p:cNvSpPr txBox="1"/>
          <p:nvPr/>
        </p:nvSpPr>
        <p:spPr>
          <a:xfrm>
            <a:off x="7544857" y="344861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51198E-3762-D73F-939E-A27C8C7504C0}"/>
              </a:ext>
            </a:extLst>
          </p:cNvPr>
          <p:cNvSpPr txBox="1"/>
          <p:nvPr/>
        </p:nvSpPr>
        <p:spPr>
          <a:xfrm>
            <a:off x="8699528" y="344861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F59616-5C5B-8792-2AF5-95B9BFF31B5F}"/>
              </a:ext>
            </a:extLst>
          </p:cNvPr>
          <p:cNvSpPr txBox="1"/>
          <p:nvPr/>
        </p:nvSpPr>
        <p:spPr>
          <a:xfrm>
            <a:off x="6707581" y="344861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21526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9892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10389</TotalTime>
  <Words>196</Words>
  <Application>Microsoft Office PowerPoint</Application>
  <PresentationFormat>A4 Paper (210x297 mm)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Comic Sans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2019-03-20T06:46:59Z</cp:lastPrinted>
  <dcterms:created xsi:type="dcterms:W3CDTF">2017-01-17T16:57:04Z</dcterms:created>
  <dcterms:modified xsi:type="dcterms:W3CDTF">2024-05-04T06:21:23Z</dcterms:modified>
</cp:coreProperties>
</file>