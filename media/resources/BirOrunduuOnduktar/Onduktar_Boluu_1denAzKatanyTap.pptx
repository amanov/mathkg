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6" r:id="rId6"/>
    <p:sldId id="942" r:id="rId7"/>
    <p:sldId id="943" r:id="rId8"/>
    <p:sldId id="947" r:id="rId9"/>
  </p:sldIdLst>
  <p:sldSz cx="9906000" cy="6858000" type="A4"/>
  <p:notesSz cx="6669088" cy="9926638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Fira Code" panose="020B0809050000020004" pitchFamily="49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89076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</a:t>
            </a:r>
            <a:r>
              <a:rPr lang="ru-RU" b="0" i="0" dirty="0">
                <a:solidFill>
                  <a:srgbClr val="212529"/>
                </a:solidFill>
                <a:effectLst/>
                <a:latin typeface="system-ui"/>
              </a:rPr>
              <a:t>Ондуктарды 1ден кичине ондукка бөлүү</a:t>
            </a: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17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9C22F7-A178-C8AA-6591-2327D1C578E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5291-7D86-BAEB-54C2-63185973B6DE}"/>
              </a:ext>
            </a:extLst>
          </p:cNvPr>
          <p:cNvSpPr txBox="1"/>
          <p:nvPr/>
        </p:nvSpPr>
        <p:spPr>
          <a:xfrm>
            <a:off x="0" y="1512121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80958" y="-87132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663918" y="294054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962878" y="40378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10398" y="52570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256238" y="512494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209758" y="306246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88958" y="31234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6BB19-3368-2220-3476-286F8B2D40CC}"/>
              </a:ext>
            </a:extLst>
          </p:cNvPr>
          <p:cNvSpPr txBox="1"/>
          <p:nvPr/>
        </p:nvSpPr>
        <p:spPr>
          <a:xfrm>
            <a:off x="0" y="20509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9C22F7-A178-C8AA-6591-2327D1C578E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- 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5291-7D86-BAEB-54C2-63185973B6DE}"/>
              </a:ext>
            </a:extLst>
          </p:cNvPr>
          <p:cNvSpPr txBox="1"/>
          <p:nvPr/>
        </p:nvSpPr>
        <p:spPr>
          <a:xfrm>
            <a:off x="0" y="1512121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06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C00E7F-DC4F-9510-A641-22109AF1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7554" y="1099330"/>
            <a:ext cx="6801938" cy="4680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8CC29-15B4-7B15-8ED6-A44297FE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6632" y="1099330"/>
            <a:ext cx="6801938" cy="468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9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834156-0D41-5E86-6113-5E98F7D7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97920" cy="3370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7D091-4118-7788-A018-4E86CA2D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91440"/>
            <a:ext cx="4765040" cy="3279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59F51-5A50-4E34-7FFF-EE077986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551"/>
            <a:ext cx="4897920" cy="3370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DD82E-9FE8-F6A4-25F9-B7CE7887C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3520440"/>
            <a:ext cx="4765040" cy="32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7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5267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8334</TotalTime>
  <Words>124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 Light</vt:lpstr>
      <vt:lpstr>Fira Code</vt:lpstr>
      <vt:lpstr>system-ui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2021-03-01T03:02:09Z</cp:lastPrinted>
  <dcterms:created xsi:type="dcterms:W3CDTF">2017-01-17T16:57:04Z</dcterms:created>
  <dcterms:modified xsi:type="dcterms:W3CDTF">2023-10-16T04:04:34Z</dcterms:modified>
</cp:coreProperties>
</file>