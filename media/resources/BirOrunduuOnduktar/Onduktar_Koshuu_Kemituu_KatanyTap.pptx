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941" r:id="rId3"/>
    <p:sldId id="942" r:id="rId4"/>
    <p:sldId id="833" r:id="rId5"/>
    <p:sldId id="832" r:id="rId6"/>
    <p:sldId id="943" r:id="rId7"/>
    <p:sldId id="944" r:id="rId8"/>
  </p:sldIdLst>
  <p:sldSz cx="9906000" cy="6858000" type="A4"/>
  <p:notesSz cx="7104063" cy="10234613"/>
  <p:embeddedFontLst>
    <p:embeddedFont>
      <p:font typeface="Fira Code" panose="020B0809050000020004" pitchFamily="49" charset="0"/>
      <p:regular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632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06/05/2024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10490200" cy="435133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</a:t>
            </a:r>
            <a:r>
              <a:rPr kumimoji="0" lang="ru-RU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Кошуу жана Кемитүү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Катаны тап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9594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D8DDD1-406F-9877-DE5E-C95B00D1B9A8}"/>
              </a:ext>
            </a:extLst>
          </p:cNvPr>
          <p:cNvSpPr txBox="1"/>
          <p:nvPr/>
        </p:nvSpPr>
        <p:spPr>
          <a:xfrm>
            <a:off x="0" y="10883"/>
            <a:ext cx="5029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Каталарды издеп - тап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60430C-2ED9-2CAC-B0CF-A11FE963DDD5}"/>
              </a:ext>
            </a:extLst>
          </p:cNvPr>
          <p:cNvSpPr txBox="1"/>
          <p:nvPr/>
        </p:nvSpPr>
        <p:spPr>
          <a:xfrm>
            <a:off x="613340" y="1015249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Каталарды таба аласызбы?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 оңдоңуз!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97D8F64-39B6-1F0D-A1D0-00BBE9822488}"/>
              </a:ext>
            </a:extLst>
          </p:cNvPr>
          <p:cNvGrpSpPr/>
          <p:nvPr/>
        </p:nvGrpSpPr>
        <p:grpSpPr>
          <a:xfrm>
            <a:off x="2001520" y="39661"/>
            <a:ext cx="7904480" cy="6818339"/>
            <a:chOff x="2976580" y="2008682"/>
            <a:chExt cx="5524500" cy="476538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01B917E-9A09-82B1-7879-D35DCC7E3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73659" y="2008682"/>
              <a:ext cx="2873901" cy="2397692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754B29A-76D0-ED55-05D9-94DBAD75DD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76580" y="4376457"/>
              <a:ext cx="5524500" cy="23976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1446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A33BA733-9108-41AD-A13F-19954F2AF5EB}"/>
              </a:ext>
            </a:extLst>
          </p:cNvPr>
          <p:cNvGrpSpPr/>
          <p:nvPr/>
        </p:nvGrpSpPr>
        <p:grpSpPr>
          <a:xfrm>
            <a:off x="2001520" y="39661"/>
            <a:ext cx="7904480" cy="6818339"/>
            <a:chOff x="2976580" y="2008682"/>
            <a:chExt cx="5524500" cy="476538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31D0E56-DF21-4F8B-985C-F61899A4C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73659" y="2008682"/>
              <a:ext cx="2873901" cy="2397692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C58724E-94F3-458B-A004-C0B55065E3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76580" y="4376457"/>
              <a:ext cx="5524500" cy="2397613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4906831" y="193168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7743640" y="542036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5735519" y="374488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3909439" y="362767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7300809" y="4616288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BD1BFE-8201-34D7-5EE6-020E53F00A6D}"/>
              </a:ext>
            </a:extLst>
          </p:cNvPr>
          <p:cNvSpPr txBox="1"/>
          <p:nvPr/>
        </p:nvSpPr>
        <p:spPr>
          <a:xfrm>
            <a:off x="261351" y="263010"/>
            <a:ext cx="42265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D8FFA8-80AA-9299-4D72-C57F8940B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778692" y="1124132"/>
            <a:ext cx="6627653" cy="45825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F04D39-AEA5-C083-372F-261A5423C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211027" y="1124126"/>
            <a:ext cx="6627656" cy="4582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B3C76F-3D6C-1145-9F62-18FCE0ACD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68" y="0"/>
            <a:ext cx="4643332" cy="32105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D7BCAB-BB37-CFBF-473D-469FD3557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827" y="0"/>
            <a:ext cx="4643333" cy="32105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64A26A-A2C9-EEA6-EAAA-126194EB6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7" y="3429000"/>
            <a:ext cx="4880133" cy="33742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DB7957-B6E5-689F-3EE5-155D305F7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827" y="3314726"/>
            <a:ext cx="5045401" cy="348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796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757587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8324</TotalTime>
  <Words>119</Words>
  <Application>Microsoft Office PowerPoint</Application>
  <PresentationFormat>A4 Paper (210x297 mm)</PresentationFormat>
  <Paragraphs>35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Fira Code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2019-05-06T03:17:56Z</cp:lastPrinted>
  <dcterms:created xsi:type="dcterms:W3CDTF">2017-01-17T16:57:04Z</dcterms:created>
  <dcterms:modified xsi:type="dcterms:W3CDTF">2024-05-06T05:29:10Z</dcterms:modified>
</cp:coreProperties>
</file>