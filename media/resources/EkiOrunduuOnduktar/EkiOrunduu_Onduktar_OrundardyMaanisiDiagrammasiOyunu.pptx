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7"/>
  </p:notesMasterIdLst>
  <p:sldIdLst>
    <p:sldId id="1015" r:id="rId3"/>
    <p:sldId id="944" r:id="rId4"/>
    <p:sldId id="945" r:id="rId5"/>
    <p:sldId id="946" r:id="rId6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onstantia" panose="02030602050306030303" pitchFamily="18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59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10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Кошуу –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Класстык иш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2+ окуучулардан турган топтор туш келди тандалган цифралык карталарды колдонуп, эң чоң санды чыгаруу үчүн ат салышат.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Жеңүүчү ондук сандардын ортосундагы маанинин айырмасын упай алат.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627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468721" y="-996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A578D3B-EC1A-4D74-9841-B65D2C391A84}"/>
              </a:ext>
            </a:extLst>
          </p:cNvPr>
          <p:cNvSpPr txBox="1"/>
          <p:nvPr/>
        </p:nvSpPr>
        <p:spPr>
          <a:xfrm>
            <a:off x="117145" y="2796250"/>
            <a:ext cx="103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A5B26F-E291-4506-8D53-D873152D62F9}"/>
              </a:ext>
            </a:extLst>
          </p:cNvPr>
          <p:cNvSpPr txBox="1"/>
          <p:nvPr/>
        </p:nvSpPr>
        <p:spPr>
          <a:xfrm>
            <a:off x="109297" y="193432"/>
            <a:ext cx="4674613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барат!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2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каалаган жерине</a:t>
            </a:r>
            <a:endParaRPr lang="en-US" sz="1200" dirty="0"/>
          </a:p>
          <a:p>
            <a:pPr algn="ctr"/>
            <a:r>
              <a:rPr lang="ru-RU" sz="1200" dirty="0"/>
              <a:t> коюңуз. Ар бириңизде</a:t>
            </a:r>
            <a:r>
              <a:rPr lang="en-US" sz="1200" dirty="0"/>
              <a:t> </a:t>
            </a:r>
            <a:r>
              <a:rPr lang="ru-RU" sz="1200" dirty="0"/>
              <a:t> толук 2 орундуу ондук сан болмоюнча </a:t>
            </a:r>
            <a:endParaRPr lang="en-US" sz="1200" dirty="0"/>
          </a:p>
          <a:p>
            <a:pPr algn="ctr"/>
            <a:r>
              <a:rPr lang="ru-RU" sz="1200" dirty="0"/>
              <a:t>кезек менен жүрүңүз.Эң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B4DBF-8596-4808-AF0B-CA30B7934E1B}"/>
              </a:ext>
            </a:extLst>
          </p:cNvPr>
          <p:cNvSpPr txBox="1"/>
          <p:nvPr/>
        </p:nvSpPr>
        <p:spPr>
          <a:xfrm>
            <a:off x="173473" y="1920144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0334D7-30F4-4085-A150-B81EB68515A0}"/>
              </a:ext>
            </a:extLst>
          </p:cNvPr>
          <p:cNvSpPr/>
          <p:nvPr/>
        </p:nvSpPr>
        <p:spPr>
          <a:xfrm>
            <a:off x="690405" y="219809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DC6CFFAA-9632-4717-BFB5-7A564BF8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030950"/>
              </p:ext>
            </p:extLst>
          </p:nvPr>
        </p:nvGraphicFramePr>
        <p:xfrm>
          <a:off x="1230228" y="1685439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289EA3-07FB-464B-8BFF-67FB359C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111251"/>
              </p:ext>
            </p:extLst>
          </p:nvPr>
        </p:nvGraphicFramePr>
        <p:xfrm>
          <a:off x="1230228" y="2561545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8861E08-F7FC-48F5-96F3-FA74C2D2BE5B}"/>
              </a:ext>
            </a:extLst>
          </p:cNvPr>
          <p:cNvSpPr/>
          <p:nvPr/>
        </p:nvSpPr>
        <p:spPr>
          <a:xfrm>
            <a:off x="2138081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35D5497-07CD-4215-94FD-7B4B6A908CDD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3421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437953" y="-53362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484025"/>
              </p:ext>
            </p:extLst>
          </p:nvPr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A578D3B-EC1A-4D74-9841-B65D2C391A84}"/>
              </a:ext>
            </a:extLst>
          </p:cNvPr>
          <p:cNvSpPr txBox="1"/>
          <p:nvPr/>
        </p:nvSpPr>
        <p:spPr>
          <a:xfrm>
            <a:off x="61961" y="2731934"/>
            <a:ext cx="1037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A5B26F-E291-4506-8D53-D873152D62F9}"/>
              </a:ext>
            </a:extLst>
          </p:cNvPr>
          <p:cNvSpPr txBox="1"/>
          <p:nvPr/>
        </p:nvSpPr>
        <p:spPr>
          <a:xfrm>
            <a:off x="109295" y="193432"/>
            <a:ext cx="4674614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барат!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2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каалаган жерине</a:t>
            </a:r>
            <a:endParaRPr lang="en-US" sz="1200" dirty="0"/>
          </a:p>
          <a:p>
            <a:pPr algn="ctr"/>
            <a:r>
              <a:rPr lang="ru-RU" sz="1200" dirty="0"/>
              <a:t> коюңуз. Ар бириңизде</a:t>
            </a:r>
            <a:r>
              <a:rPr lang="en-US" sz="1200" dirty="0"/>
              <a:t> </a:t>
            </a:r>
            <a:r>
              <a:rPr lang="ru-RU" sz="1200" dirty="0"/>
              <a:t> толук 2 орундуу ондук сан болмоюнча </a:t>
            </a:r>
            <a:endParaRPr lang="en-US" sz="1200" dirty="0"/>
          </a:p>
          <a:p>
            <a:pPr algn="ctr"/>
            <a:r>
              <a:rPr lang="ru-RU" sz="1200" dirty="0"/>
              <a:t>кезек менен жүрүңүз.Эң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B4DBF-8596-4808-AF0B-CA30B7934E1B}"/>
              </a:ext>
            </a:extLst>
          </p:cNvPr>
          <p:cNvSpPr txBox="1"/>
          <p:nvPr/>
        </p:nvSpPr>
        <p:spPr>
          <a:xfrm>
            <a:off x="115861" y="1908392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0334D7-30F4-4085-A150-B81EB68515A0}"/>
              </a:ext>
            </a:extLst>
          </p:cNvPr>
          <p:cNvSpPr/>
          <p:nvPr/>
        </p:nvSpPr>
        <p:spPr>
          <a:xfrm>
            <a:off x="690405" y="219809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DC6CFFAA-9632-4717-BFB5-7A564BF8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535641"/>
              </p:ext>
            </p:extLst>
          </p:nvPr>
        </p:nvGraphicFramePr>
        <p:xfrm>
          <a:off x="1230228" y="1685439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289EA3-07FB-464B-8BFF-67FB359C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753431"/>
              </p:ext>
            </p:extLst>
          </p:nvPr>
        </p:nvGraphicFramePr>
        <p:xfrm>
          <a:off x="1230228" y="2561545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8861E08-F7FC-48F5-96F3-FA74C2D2BE5B}"/>
              </a:ext>
            </a:extLst>
          </p:cNvPr>
          <p:cNvSpPr/>
          <p:nvPr/>
        </p:nvSpPr>
        <p:spPr>
          <a:xfrm>
            <a:off x="2138081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35D5497-07CD-4215-94FD-7B4B6A908CDD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52732DF-49E6-4691-A6CF-04FFE80535CE}"/>
              </a:ext>
            </a:extLst>
          </p:cNvPr>
          <p:cNvSpPr/>
          <p:nvPr/>
        </p:nvSpPr>
        <p:spPr>
          <a:xfrm>
            <a:off x="499618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0A36CE-4D82-4445-BA94-6E2745F10363}"/>
              </a:ext>
            </a:extLst>
          </p:cNvPr>
          <p:cNvSpPr txBox="1"/>
          <p:nvPr/>
        </p:nvSpPr>
        <p:spPr>
          <a:xfrm>
            <a:off x="5168387" y="-36795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24" name="Table 11">
            <a:extLst>
              <a:ext uri="{FF2B5EF4-FFF2-40B4-BE49-F238E27FC236}">
                <a16:creationId xmlns:a16="http://schemas.microsoft.com/office/drawing/2014/main" id="{00B80216-AB22-45EB-AEB6-CF142ABFB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484025"/>
              </p:ext>
            </p:extLst>
          </p:nvPr>
        </p:nvGraphicFramePr>
        <p:xfrm>
          <a:off x="502177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A941912E-933E-4676-BE44-051B91A40AA2}"/>
              </a:ext>
            </a:extLst>
          </p:cNvPr>
          <p:cNvSpPr txBox="1"/>
          <p:nvPr/>
        </p:nvSpPr>
        <p:spPr>
          <a:xfrm>
            <a:off x="5088752" y="2796250"/>
            <a:ext cx="103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F50B62-632F-4E80-8939-810A7C1CF90D}"/>
              </a:ext>
            </a:extLst>
          </p:cNvPr>
          <p:cNvSpPr txBox="1"/>
          <p:nvPr/>
        </p:nvSpPr>
        <p:spPr>
          <a:xfrm>
            <a:off x="5097855" y="193432"/>
            <a:ext cx="4674614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барат!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2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каалаган жерине</a:t>
            </a:r>
            <a:endParaRPr lang="en-US" sz="1200" dirty="0"/>
          </a:p>
          <a:p>
            <a:pPr algn="ctr"/>
            <a:r>
              <a:rPr lang="ru-RU" sz="1200" dirty="0"/>
              <a:t> коюңуз. Ар бириңизде</a:t>
            </a:r>
            <a:r>
              <a:rPr lang="en-US" sz="1200" dirty="0"/>
              <a:t> </a:t>
            </a:r>
            <a:r>
              <a:rPr lang="ru-RU" sz="1200" dirty="0"/>
              <a:t> толук 2 орундуу ондук сан болмоюнча </a:t>
            </a:r>
            <a:endParaRPr lang="en-US" sz="1200" dirty="0"/>
          </a:p>
          <a:p>
            <a:pPr algn="ctr"/>
            <a:r>
              <a:rPr lang="ru-RU" sz="1200" dirty="0"/>
              <a:t>кезек менен жүрүңүз.Эң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7B6A39-E112-471A-96ED-556981AF301A}"/>
              </a:ext>
            </a:extLst>
          </p:cNvPr>
          <p:cNvSpPr txBox="1"/>
          <p:nvPr/>
        </p:nvSpPr>
        <p:spPr>
          <a:xfrm>
            <a:off x="5049458" y="1920144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3CB9B2E-5CC4-46F2-86AB-1038D57261E2}"/>
              </a:ext>
            </a:extLst>
          </p:cNvPr>
          <p:cNvSpPr/>
          <p:nvPr/>
        </p:nvSpPr>
        <p:spPr>
          <a:xfrm>
            <a:off x="5678965" y="219809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9" name="Table 11">
            <a:extLst>
              <a:ext uri="{FF2B5EF4-FFF2-40B4-BE49-F238E27FC236}">
                <a16:creationId xmlns:a16="http://schemas.microsoft.com/office/drawing/2014/main" id="{F1D8B77A-E4F4-4348-9CC4-72CD905CE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102882"/>
              </p:ext>
            </p:extLst>
          </p:nvPr>
        </p:nvGraphicFramePr>
        <p:xfrm>
          <a:off x="6218788" y="1685439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8C389EF-76D4-4744-A9F7-CB52C7211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799660"/>
              </p:ext>
            </p:extLst>
          </p:nvPr>
        </p:nvGraphicFramePr>
        <p:xfrm>
          <a:off x="6218788" y="2561545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74A393F5-E964-4BD5-9FF3-E5135575E747}"/>
              </a:ext>
            </a:extLst>
          </p:cNvPr>
          <p:cNvSpPr/>
          <p:nvPr/>
        </p:nvSpPr>
        <p:spPr>
          <a:xfrm>
            <a:off x="7126641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0E613A7-A634-4BC0-BC18-F316E0897E3F}"/>
              </a:ext>
            </a:extLst>
          </p:cNvPr>
          <p:cNvSpPr/>
          <p:nvPr/>
        </p:nvSpPr>
        <p:spPr>
          <a:xfrm>
            <a:off x="712473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582923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10391</TotalTime>
  <Words>382</Words>
  <Application>Microsoft Office PowerPoint</Application>
  <PresentationFormat>A4 Paper (210x297 mm)</PresentationFormat>
  <Paragraphs>134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Calibri Light</vt:lpstr>
      <vt:lpstr>Constantia</vt:lpstr>
      <vt:lpstr>Berlin Sans FB Demi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491</cp:revision>
  <cp:lastPrinted>2023-10-17T15:55:06Z</cp:lastPrinted>
  <dcterms:created xsi:type="dcterms:W3CDTF">2017-01-17T16:57:04Z</dcterms:created>
  <dcterms:modified xsi:type="dcterms:W3CDTF">2023-10-17T15:55:44Z</dcterms:modified>
</cp:coreProperties>
</file>