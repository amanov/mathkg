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835" r:id="rId4"/>
    <p:sldId id="939" r:id="rId5"/>
    <p:sldId id="833" r:id="rId6"/>
    <p:sldId id="834" r:id="rId7"/>
    <p:sldId id="946" r:id="rId8"/>
  </p:sldIdLst>
  <p:sldSz cx="9906000" cy="6858000" type="A4"/>
  <p:notesSz cx="7104063" cy="10234613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Verdana" panose="020B060403050404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10/17/2023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4820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Сандуу Ондуктар – Кошуу – Тарсиа Jigsaw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аягына</a:t>
            </a:r>
          </a:p>
          <a:p>
            <a:pPr algn="ctr"/>
            <a:r>
              <a:rPr lang="ru-RU" sz="3200" dirty="0"/>
              <a:t> чыгара аласызбы?</a:t>
            </a:r>
            <a:endParaRPr lang="en-GB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E1C9484-1B93-49D4-88CC-FC625724A641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FC4D37B-43EC-4BC9-AB4B-F1D9A5EFD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4B3243C-8A73-4F36-82AE-6AE898A87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786F5B5C-08D9-452D-A66C-23FC754703ED}"/>
              </a:ext>
            </a:extLst>
          </p:cNvPr>
          <p:cNvGrpSpPr/>
          <p:nvPr/>
        </p:nvGrpSpPr>
        <p:grpSpPr>
          <a:xfrm rot="16200000">
            <a:off x="-1053123" y="1053123"/>
            <a:ext cx="6845303" cy="4739056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6804849-168B-4277-AC5C-E03C37AF2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E65713A-E636-4793-AEEF-761F44EE3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33B6840-F7E6-4C05-AF80-40A6CB2D7CDA}"/>
              </a:ext>
            </a:extLst>
          </p:cNvPr>
          <p:cNvGrpSpPr/>
          <p:nvPr/>
        </p:nvGrpSpPr>
        <p:grpSpPr>
          <a:xfrm rot="16200000">
            <a:off x="4033131" y="1086685"/>
            <a:ext cx="6845303" cy="4739056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ABA9144-01AD-4022-932A-F84B36965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2E937B0-C81F-4AE9-8D96-63BF65A2D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C4B8A-EA15-4693-83FA-15DEE829D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389" y="0"/>
            <a:ext cx="7915275" cy="68484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69C6BA-C823-8FFB-EBC3-BB6FB37F94C3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8367</TotalTime>
  <Words>150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 Light</vt:lpstr>
      <vt:lpstr>Arial</vt:lpstr>
      <vt:lpstr>Calibri</vt:lpstr>
      <vt:lpstr>Verdana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2023-10-17T16:01:18Z</cp:lastPrinted>
  <dcterms:created xsi:type="dcterms:W3CDTF">2017-01-17T16:57:04Z</dcterms:created>
  <dcterms:modified xsi:type="dcterms:W3CDTF">2023-10-17T16:03:44Z</dcterms:modified>
</cp:coreProperties>
</file>