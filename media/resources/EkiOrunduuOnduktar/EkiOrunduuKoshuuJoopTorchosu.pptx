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704" r:id="rId1"/>
    <p:sldMasterId id="2147483717" r:id="rId2"/>
  </p:sldMasterIdLst>
  <p:notesMasterIdLst>
    <p:notesMasterId r:id="rId10"/>
  </p:notesMasterIdLst>
  <p:sldIdLst>
    <p:sldId id="257" r:id="rId3"/>
    <p:sldId id="915" r:id="rId4"/>
    <p:sldId id="917" r:id="rId5"/>
    <p:sldId id="912" r:id="rId6"/>
    <p:sldId id="918" r:id="rId7"/>
    <p:sldId id="919" r:id="rId8"/>
    <p:sldId id="274" r:id="rId9"/>
  </p:sldIdLst>
  <p:sldSz cx="9906000" cy="6858000" type="A4"/>
  <p:notesSz cx="7104063" cy="10234613"/>
  <p:embeddedFontLst>
    <p:embeddedFont>
      <p:font typeface="Bahnschrift" panose="020B0502040204020203" pitchFamily="34" charset="0"/>
      <p:regular r:id="rId11"/>
      <p:bold r:id="rId12"/>
    </p:embeddedFont>
    <p:embeddedFont>
      <p:font typeface="Calibri" panose="020F0502020204030204" pitchFamily="34" charset="0"/>
      <p:regular r:id="rId13"/>
      <p:bold r:id="rId14"/>
      <p:italic r:id="rId15"/>
      <p:boldItalic r:id="rId16"/>
    </p:embeddedFont>
    <p:embeddedFont>
      <p:font typeface="Calibri Light" panose="020F0302020204030204" pitchFamily="34" charset="0"/>
      <p:regular r:id="rId17"/>
      <p:italic r:id="rId18"/>
    </p:embeddedFont>
    <p:embeddedFont>
      <p:font typeface="Script MT Bold" panose="03040602040607080904" pitchFamily="66" charset="0"/>
      <p:bold r:id="rId19"/>
    </p:embeddedFont>
  </p:embeddedFontLst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12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3300"/>
    <a:srgbClr val="FF0066"/>
    <a:srgbClr val="00FF00"/>
    <a:srgbClr val="4472C4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1691" autoAdjust="0"/>
    <p:restoredTop sz="94660"/>
  </p:normalViewPr>
  <p:slideViewPr>
    <p:cSldViewPr snapToGrid="0" showGuides="1">
      <p:cViewPr varScale="1">
        <p:scale>
          <a:sx n="63" d="100"/>
          <a:sy n="63" d="100"/>
        </p:scale>
        <p:origin x="1380" y="56"/>
      </p:cViewPr>
      <p:guideLst>
        <p:guide orient="horz" pos="2160"/>
        <p:guide pos="3120"/>
      </p:guideLst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25" d="100"/>
        <a:sy n="25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6.xml"/><Relationship Id="rId13" Type="http://schemas.openxmlformats.org/officeDocument/2006/relationships/font" Target="fonts/font3.fntdata"/><Relationship Id="rId18" Type="http://schemas.openxmlformats.org/officeDocument/2006/relationships/font" Target="fonts/font8.fntdata"/><Relationship Id="rId3" Type="http://schemas.openxmlformats.org/officeDocument/2006/relationships/slide" Target="slides/slide1.xml"/><Relationship Id="rId21" Type="http://schemas.openxmlformats.org/officeDocument/2006/relationships/viewProps" Target="viewProps.xml"/><Relationship Id="rId7" Type="http://schemas.openxmlformats.org/officeDocument/2006/relationships/slide" Target="slides/slide5.xml"/><Relationship Id="rId12" Type="http://schemas.openxmlformats.org/officeDocument/2006/relationships/font" Target="fonts/font2.fntdata"/><Relationship Id="rId17" Type="http://schemas.openxmlformats.org/officeDocument/2006/relationships/font" Target="fonts/font7.fntdata"/><Relationship Id="rId2" Type="http://schemas.openxmlformats.org/officeDocument/2006/relationships/slideMaster" Target="slideMasters/slideMaster2.xml"/><Relationship Id="rId16" Type="http://schemas.openxmlformats.org/officeDocument/2006/relationships/font" Target="fonts/font6.fntdata"/><Relationship Id="rId20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font" Target="fonts/font1.fntdata"/><Relationship Id="rId5" Type="http://schemas.openxmlformats.org/officeDocument/2006/relationships/slide" Target="slides/slide3.xml"/><Relationship Id="rId15" Type="http://schemas.openxmlformats.org/officeDocument/2006/relationships/font" Target="fonts/font5.fntdata"/><Relationship Id="rId23" Type="http://schemas.openxmlformats.org/officeDocument/2006/relationships/tableStyles" Target="tableStyles.xml"/><Relationship Id="rId10" Type="http://schemas.openxmlformats.org/officeDocument/2006/relationships/notesMaster" Target="notesMasters/notesMaster1.xml"/><Relationship Id="rId19" Type="http://schemas.openxmlformats.org/officeDocument/2006/relationships/font" Target="fonts/font9.fntdata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font" Target="fonts/font4.fntdata"/><Relationship Id="rId22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1" y="1"/>
            <a:ext cx="3078427" cy="513508"/>
          </a:xfrm>
          <a:prstGeom prst="rect">
            <a:avLst/>
          </a:prstGeom>
        </p:spPr>
        <p:txBody>
          <a:bodyPr vert="horz" lIns="94636" tIns="47318" rIns="94636" bIns="47318" rtlCol="0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4023992" y="1"/>
            <a:ext cx="3078427" cy="513508"/>
          </a:xfrm>
          <a:prstGeom prst="rect">
            <a:avLst/>
          </a:prstGeom>
        </p:spPr>
        <p:txBody>
          <a:bodyPr vert="horz" lIns="94636" tIns="47318" rIns="94636" bIns="47318" rtlCol="0"/>
          <a:lstStyle>
            <a:lvl1pPr algn="r">
              <a:defRPr sz="1200"/>
            </a:lvl1pPr>
          </a:lstStyle>
          <a:p>
            <a:fld id="{9C6A85EB-AF26-437E-8488-94E19A13AA79}" type="datetimeFigureOut">
              <a:rPr lang="en-GB" smtClean="0"/>
              <a:t>17/10/2023</a:t>
            </a:fld>
            <a:endParaRPr lang="en-GB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058863" y="1281113"/>
            <a:ext cx="4986337" cy="3452812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4636" tIns="47318" rIns="94636" bIns="47318" rtlCol="0" anchor="ctr"/>
          <a:lstStyle/>
          <a:p>
            <a:endParaRPr lang="en-GB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710407" y="4925409"/>
            <a:ext cx="5683250" cy="4029878"/>
          </a:xfrm>
          <a:prstGeom prst="rect">
            <a:avLst/>
          </a:prstGeom>
        </p:spPr>
        <p:txBody>
          <a:bodyPr vert="horz" lIns="94636" tIns="47318" rIns="94636" bIns="47318" rtlCol="0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1" y="9721110"/>
            <a:ext cx="3078427" cy="513507"/>
          </a:xfrm>
          <a:prstGeom prst="rect">
            <a:avLst/>
          </a:prstGeom>
        </p:spPr>
        <p:txBody>
          <a:bodyPr vert="horz" lIns="94636" tIns="47318" rIns="94636" bIns="47318" rtlCol="0" anchor="b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4023992" y="9721110"/>
            <a:ext cx="3078427" cy="513507"/>
          </a:xfrm>
          <a:prstGeom prst="rect">
            <a:avLst/>
          </a:prstGeom>
        </p:spPr>
        <p:txBody>
          <a:bodyPr vert="horz" lIns="94636" tIns="47318" rIns="94636" bIns="47318" rtlCol="0" anchor="b"/>
          <a:lstStyle>
            <a:lvl1pPr algn="r">
              <a:defRPr sz="1200"/>
            </a:lvl1pPr>
          </a:lstStyle>
          <a:p>
            <a:fld id="{DD4EDCD2-601A-461C-9AB5-639C33E3F98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5949271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742950" y="1122363"/>
            <a:ext cx="84201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238250" y="3602038"/>
            <a:ext cx="74295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10/17/2023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4914716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10/17/2023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7299539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5879" y="1709740"/>
            <a:ext cx="8543925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5879" y="4589465"/>
            <a:ext cx="8543925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10/17/2023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7483106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81038" y="1825625"/>
            <a:ext cx="421005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014913" y="1825625"/>
            <a:ext cx="421005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10/17/2023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8989402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2328" y="365127"/>
            <a:ext cx="8543925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2329" y="1681163"/>
            <a:ext cx="4190702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82329" y="2505075"/>
            <a:ext cx="4190702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014913" y="1681163"/>
            <a:ext cx="4211340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014913" y="2505075"/>
            <a:ext cx="4211340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10/17/2023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5105042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10/17/2023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067655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10/17/2023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0677498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2328" y="457200"/>
            <a:ext cx="3194943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211340" y="987427"/>
            <a:ext cx="5014913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2328" y="2057400"/>
            <a:ext cx="3194943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10/17/2023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3568098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2328" y="457200"/>
            <a:ext cx="3194943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4211340" y="987427"/>
            <a:ext cx="5014913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2328" y="2057400"/>
            <a:ext cx="3194943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10/17/2023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8621591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10/17/2023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1801746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088982" y="365125"/>
            <a:ext cx="2135981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81038" y="365125"/>
            <a:ext cx="6284119" cy="5811838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10/17/2023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35142738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073988272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C293F4D-D01F-93A3-9EB0-D06BC57F790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238250" y="1122363"/>
            <a:ext cx="7429500" cy="2387600"/>
          </a:xfrm>
        </p:spPr>
        <p:txBody>
          <a:bodyPr anchor="b"/>
          <a:lstStyle>
            <a:lvl1pPr algn="ctr">
              <a:defRPr sz="4875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1D812B11-7E4E-839A-04E0-02C24D95503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238250" y="3602038"/>
            <a:ext cx="7429500" cy="1655762"/>
          </a:xfrm>
        </p:spPr>
        <p:txBody>
          <a:bodyPr/>
          <a:lstStyle>
            <a:lvl1pPr marL="0" indent="0" algn="ctr">
              <a:buNone/>
              <a:defRPr sz="1950"/>
            </a:lvl1pPr>
            <a:lvl2pPr marL="371475" indent="0" algn="ctr">
              <a:buNone/>
              <a:defRPr sz="1625"/>
            </a:lvl2pPr>
            <a:lvl3pPr marL="742950" indent="0" algn="ctr">
              <a:buNone/>
              <a:defRPr sz="1463"/>
            </a:lvl3pPr>
            <a:lvl4pPr marL="1114425" indent="0" algn="ctr">
              <a:buNone/>
              <a:defRPr sz="1300"/>
            </a:lvl4pPr>
            <a:lvl5pPr marL="1485900" indent="0" algn="ctr">
              <a:buNone/>
              <a:defRPr sz="1300"/>
            </a:lvl5pPr>
            <a:lvl6pPr marL="1857375" indent="0" algn="ctr">
              <a:buNone/>
              <a:defRPr sz="1300"/>
            </a:lvl6pPr>
            <a:lvl7pPr marL="2228850" indent="0" algn="ctr">
              <a:buNone/>
              <a:defRPr sz="1300"/>
            </a:lvl7pPr>
            <a:lvl8pPr marL="2600325" indent="0" algn="ctr">
              <a:buNone/>
              <a:defRPr sz="1300"/>
            </a:lvl8pPr>
            <a:lvl9pPr marL="2971800" indent="0" algn="ctr">
              <a:buNone/>
              <a:defRPr sz="13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FABD867-CBFE-B60E-94FE-5E77AFA187A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A6662E-FAF4-44BC-88B5-85A7CBFB6D30}" type="datetime1">
              <a:rPr lang="en-US" smtClean="0"/>
              <a:pPr/>
              <a:t>10/17/2023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6F92923-5691-201D-9863-7C30507532F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schemeClr val="tx1">
                  <a:alpha val="60000"/>
                </a:schemeClr>
              </a:solidFill>
            </a:endParaRP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637E006-83CA-71CA-8D81-D81C549A4AD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B850FF-6169-4056-8077-06FFA93A5366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72128270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E0B602F-6E81-0690-42B3-F319961306F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43CCCDD-EFAD-983F-26E9-4DF01E94A6D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36BEF54-E3A6-3438-FB70-CA9F728400D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E0CF6C-748E-4B7A-BC8B-3011EF78ED13}" type="datetime1">
              <a:rPr lang="en-US" smtClean="0"/>
              <a:pPr/>
              <a:t>10/17/2023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BDC804C-59EB-58AD-19D6-DD91BE1A2DA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>
              <a:solidFill>
                <a:schemeClr val="tx1">
                  <a:alpha val="60000"/>
                </a:schemeClr>
              </a:solidFill>
            </a:endParaRP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72E3ABE-C108-D63B-0C80-FF56F17F34A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B850FF-6169-4056-8077-06FFA93A5366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66510898"/>
      </p:ext>
    </p:extLst>
  </p:cSld>
  <p:clrMapOvr>
    <a:masterClrMapping/>
  </p:clrMapOvr>
  <p:hf sldNum="0" hdr="0" ftr="0" dt="0"/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83461F2-375D-397C-903D-1C9A6DC949C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5879" y="1709741"/>
            <a:ext cx="8543925" cy="2852737"/>
          </a:xfrm>
        </p:spPr>
        <p:txBody>
          <a:bodyPr anchor="b"/>
          <a:lstStyle>
            <a:lvl1pPr>
              <a:defRPr sz="4875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755F7C1-DA44-F885-7F76-6AEF872F4EA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75879" y="4589466"/>
            <a:ext cx="8543925" cy="1500187"/>
          </a:xfrm>
        </p:spPr>
        <p:txBody>
          <a:bodyPr/>
          <a:lstStyle>
            <a:lvl1pPr marL="0" indent="0">
              <a:buNone/>
              <a:defRPr sz="1950">
                <a:solidFill>
                  <a:schemeClr val="tx1">
                    <a:tint val="75000"/>
                  </a:schemeClr>
                </a:solidFill>
              </a:defRPr>
            </a:lvl1pPr>
            <a:lvl2pPr marL="371475" indent="0">
              <a:buNone/>
              <a:defRPr sz="1625">
                <a:solidFill>
                  <a:schemeClr val="tx1">
                    <a:tint val="75000"/>
                  </a:schemeClr>
                </a:solidFill>
              </a:defRPr>
            </a:lvl2pPr>
            <a:lvl3pPr marL="742950" indent="0">
              <a:buNone/>
              <a:defRPr sz="1463">
                <a:solidFill>
                  <a:schemeClr val="tx1">
                    <a:tint val="75000"/>
                  </a:schemeClr>
                </a:solidFill>
              </a:defRPr>
            </a:lvl3pPr>
            <a:lvl4pPr marL="1114425" indent="0">
              <a:buNone/>
              <a:defRPr sz="1300">
                <a:solidFill>
                  <a:schemeClr val="tx1">
                    <a:tint val="75000"/>
                  </a:schemeClr>
                </a:solidFill>
              </a:defRPr>
            </a:lvl4pPr>
            <a:lvl5pPr marL="1485900" indent="0">
              <a:buNone/>
              <a:defRPr sz="1300">
                <a:solidFill>
                  <a:schemeClr val="tx1">
                    <a:tint val="75000"/>
                  </a:schemeClr>
                </a:solidFill>
              </a:defRPr>
            </a:lvl5pPr>
            <a:lvl6pPr marL="1857375" indent="0">
              <a:buNone/>
              <a:defRPr sz="1300">
                <a:solidFill>
                  <a:schemeClr val="tx1">
                    <a:tint val="75000"/>
                  </a:schemeClr>
                </a:solidFill>
              </a:defRPr>
            </a:lvl6pPr>
            <a:lvl7pPr marL="2228850" indent="0">
              <a:buNone/>
              <a:defRPr sz="1300">
                <a:solidFill>
                  <a:schemeClr val="tx1">
                    <a:tint val="75000"/>
                  </a:schemeClr>
                </a:solidFill>
              </a:defRPr>
            </a:lvl7pPr>
            <a:lvl8pPr marL="2600325" indent="0">
              <a:buNone/>
              <a:defRPr sz="1300">
                <a:solidFill>
                  <a:schemeClr val="tx1">
                    <a:tint val="75000"/>
                  </a:schemeClr>
                </a:solidFill>
              </a:defRPr>
            </a:lvl8pPr>
            <a:lvl9pPr marL="2971800" indent="0">
              <a:buNone/>
              <a:defRPr sz="13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68A5E7A-3C4E-B0FF-6048-2428F13D7EF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E0CF6C-748E-4B7A-BC8B-3011EF78ED13}" type="datetime1">
              <a:rPr lang="en-US" smtClean="0"/>
              <a:pPr/>
              <a:t>10/17/2023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14EF43D-AA59-6F72-6E99-24BACA4DB07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>
              <a:solidFill>
                <a:schemeClr val="tx1">
                  <a:alpha val="60000"/>
                </a:schemeClr>
              </a:solidFill>
            </a:endParaRP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520488E-9575-AA10-6650-5EFF64A3116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B850FF-6169-4056-8077-06FFA93A5366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80360932"/>
      </p:ext>
    </p:extLst>
  </p:cSld>
  <p:clrMapOvr>
    <a:masterClrMapping/>
  </p:clrMapOvr>
  <p:hf sldNum="0" hdr="0" ftr="0" dt="0"/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F24C236-4D6A-F50F-F96A-0B33FAF7550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29B67EB-5934-4033-C48B-523183C75E61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681038" y="1825625"/>
            <a:ext cx="421005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970EE30-BC22-BA32-5555-2D92711BBE0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5014913" y="1825625"/>
            <a:ext cx="421005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B7A8EA1-F6CD-6BFF-8918-10BD9D7CB1A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F31DA2F-80B8-49CF-99FB-5ABCA53A607A}" type="datetime1">
              <a:rPr lang="en-US" smtClean="0"/>
              <a:t>10/17/2023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3A52A51-170D-0A97-76E8-C96E6E36F47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44E1132-9890-0200-7169-348F438F013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B850FF-6169-4056-8077-06FFA93A536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37938534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AB23700-5056-34AA-A2B1-5A0B192AE8A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2328" y="365128"/>
            <a:ext cx="8543925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7BE887B-58EA-8D7A-9294-12B7F549D81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82329" y="1681163"/>
            <a:ext cx="4190702" cy="823912"/>
          </a:xfrm>
        </p:spPr>
        <p:txBody>
          <a:bodyPr anchor="b"/>
          <a:lstStyle>
            <a:lvl1pPr marL="0" indent="0">
              <a:buNone/>
              <a:defRPr sz="1950" b="1"/>
            </a:lvl1pPr>
            <a:lvl2pPr marL="371475" indent="0">
              <a:buNone/>
              <a:defRPr sz="1625" b="1"/>
            </a:lvl2pPr>
            <a:lvl3pPr marL="742950" indent="0">
              <a:buNone/>
              <a:defRPr sz="1463" b="1"/>
            </a:lvl3pPr>
            <a:lvl4pPr marL="1114425" indent="0">
              <a:buNone/>
              <a:defRPr sz="1300" b="1"/>
            </a:lvl4pPr>
            <a:lvl5pPr marL="1485900" indent="0">
              <a:buNone/>
              <a:defRPr sz="1300" b="1"/>
            </a:lvl5pPr>
            <a:lvl6pPr marL="1857375" indent="0">
              <a:buNone/>
              <a:defRPr sz="1300" b="1"/>
            </a:lvl6pPr>
            <a:lvl7pPr marL="2228850" indent="0">
              <a:buNone/>
              <a:defRPr sz="1300" b="1"/>
            </a:lvl7pPr>
            <a:lvl8pPr marL="2600325" indent="0">
              <a:buNone/>
              <a:defRPr sz="1300" b="1"/>
            </a:lvl8pPr>
            <a:lvl9pPr marL="2971800" indent="0">
              <a:buNone/>
              <a:defRPr sz="13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92AF15E-9662-63E9-7EFD-AAF9E53714C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82329" y="2505075"/>
            <a:ext cx="4190702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64A126DF-2F27-AAE9-509B-33B91D26E72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5014913" y="1681163"/>
            <a:ext cx="4211340" cy="823912"/>
          </a:xfrm>
        </p:spPr>
        <p:txBody>
          <a:bodyPr anchor="b"/>
          <a:lstStyle>
            <a:lvl1pPr marL="0" indent="0">
              <a:buNone/>
              <a:defRPr sz="1950" b="1"/>
            </a:lvl1pPr>
            <a:lvl2pPr marL="371475" indent="0">
              <a:buNone/>
              <a:defRPr sz="1625" b="1"/>
            </a:lvl2pPr>
            <a:lvl3pPr marL="742950" indent="0">
              <a:buNone/>
              <a:defRPr sz="1463" b="1"/>
            </a:lvl3pPr>
            <a:lvl4pPr marL="1114425" indent="0">
              <a:buNone/>
              <a:defRPr sz="1300" b="1"/>
            </a:lvl4pPr>
            <a:lvl5pPr marL="1485900" indent="0">
              <a:buNone/>
              <a:defRPr sz="1300" b="1"/>
            </a:lvl5pPr>
            <a:lvl6pPr marL="1857375" indent="0">
              <a:buNone/>
              <a:defRPr sz="1300" b="1"/>
            </a:lvl6pPr>
            <a:lvl7pPr marL="2228850" indent="0">
              <a:buNone/>
              <a:defRPr sz="1300" b="1"/>
            </a:lvl7pPr>
            <a:lvl8pPr marL="2600325" indent="0">
              <a:buNone/>
              <a:defRPr sz="1300" b="1"/>
            </a:lvl8pPr>
            <a:lvl9pPr marL="2971800" indent="0">
              <a:buNone/>
              <a:defRPr sz="13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90A3A8AA-F2AC-1915-04A9-63EC756842D5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5014913" y="2505075"/>
            <a:ext cx="4211340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00AD720E-DDCF-A042-525A-A95B33AF838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8852172-E6C9-4B6C-929A-A9DE3837BBF1}" type="datetime1">
              <a:rPr lang="en-US" smtClean="0"/>
              <a:t>10/17/2023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F1CC3DD1-3866-8861-C983-17EB3743723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E9F36F28-5B8B-A0E8-06F7-3F5B93025AA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B850FF-6169-4056-8077-06FFA93A536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48053256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A66B005-13E9-BCAA-22F3-54833121B47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2B7409B5-5904-AB68-A3D2-EEE55612CD4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AB41CFF-90C9-47B3-9DA1-F2BF8D839F7E}" type="datetime1">
              <a:rPr lang="en-US" smtClean="0"/>
              <a:t>10/17/2023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8E65F024-0351-150D-CE65-CA2A74137CA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06FD2D2-622D-EAB7-F9F1-A6687F2A6D1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B850FF-6169-4056-8077-06FFA93A536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93336307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F85E6D05-C3FE-5D83-ABAE-5EA740EFAC2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6048FA-06AB-4884-A69B-986B96E68A24}" type="datetime1">
              <a:rPr lang="en-US" smtClean="0"/>
              <a:t>10/17/2023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7248A5EF-28C1-DD13-2869-594EA5A3D2B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CD7AFC8-9655-DD74-E767-245E9A7B174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B850FF-6169-4056-8077-06FFA93A536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01130738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963982C-0085-BA19-333E-A7132704221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2328" y="457200"/>
            <a:ext cx="3194943" cy="1600200"/>
          </a:xfrm>
        </p:spPr>
        <p:txBody>
          <a:bodyPr anchor="b"/>
          <a:lstStyle>
            <a:lvl1pPr>
              <a:defRPr sz="26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C201765-BF41-54B2-CCAB-9A893B528A2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211340" y="987428"/>
            <a:ext cx="5014913" cy="4873625"/>
          </a:xfrm>
        </p:spPr>
        <p:txBody>
          <a:bodyPr/>
          <a:lstStyle>
            <a:lvl1pPr>
              <a:defRPr sz="2600"/>
            </a:lvl1pPr>
            <a:lvl2pPr>
              <a:defRPr sz="2275"/>
            </a:lvl2pPr>
            <a:lvl3pPr>
              <a:defRPr sz="1950"/>
            </a:lvl3pPr>
            <a:lvl4pPr>
              <a:defRPr sz="1625"/>
            </a:lvl4pPr>
            <a:lvl5pPr>
              <a:defRPr sz="1625"/>
            </a:lvl5pPr>
            <a:lvl6pPr>
              <a:defRPr sz="1625"/>
            </a:lvl6pPr>
            <a:lvl7pPr>
              <a:defRPr sz="1625"/>
            </a:lvl7pPr>
            <a:lvl8pPr>
              <a:defRPr sz="1625"/>
            </a:lvl8pPr>
            <a:lvl9pPr>
              <a:defRPr sz="1625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94472CA-71AC-D0BD-DA67-C0026E7E70C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82328" y="2057400"/>
            <a:ext cx="3194943" cy="3811588"/>
          </a:xfrm>
        </p:spPr>
        <p:txBody>
          <a:bodyPr/>
          <a:lstStyle>
            <a:lvl1pPr marL="0" indent="0">
              <a:buNone/>
              <a:defRPr sz="1300"/>
            </a:lvl1pPr>
            <a:lvl2pPr marL="371475" indent="0">
              <a:buNone/>
              <a:defRPr sz="1138"/>
            </a:lvl2pPr>
            <a:lvl3pPr marL="742950" indent="0">
              <a:buNone/>
              <a:defRPr sz="975"/>
            </a:lvl3pPr>
            <a:lvl4pPr marL="1114425" indent="0">
              <a:buNone/>
              <a:defRPr sz="813"/>
            </a:lvl4pPr>
            <a:lvl5pPr marL="1485900" indent="0">
              <a:buNone/>
              <a:defRPr sz="813"/>
            </a:lvl5pPr>
            <a:lvl6pPr marL="1857375" indent="0">
              <a:buNone/>
              <a:defRPr sz="813"/>
            </a:lvl6pPr>
            <a:lvl7pPr marL="2228850" indent="0">
              <a:buNone/>
              <a:defRPr sz="813"/>
            </a:lvl7pPr>
            <a:lvl8pPr marL="2600325" indent="0">
              <a:buNone/>
              <a:defRPr sz="813"/>
            </a:lvl8pPr>
            <a:lvl9pPr marL="2971800" indent="0">
              <a:buNone/>
              <a:defRPr sz="813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E2DE5CC-1DCA-74E9-1894-D78E49D2979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DB7ABA-0172-4F9C-889D-567164F66BCD}" type="datetime1">
              <a:rPr lang="en-US" smtClean="0"/>
              <a:t>10/17/2023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FBBF998-C4E1-7D1D-7798-8E64EF35521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DD4DEEC-F443-F9CC-3C71-43B43309D0C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B850FF-6169-4056-8077-06FFA93A536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54003884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F8275CA-C16C-F543-5FBE-94BA8E74857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2328" y="457200"/>
            <a:ext cx="3194943" cy="1600200"/>
          </a:xfrm>
        </p:spPr>
        <p:txBody>
          <a:bodyPr anchor="b"/>
          <a:lstStyle>
            <a:lvl1pPr>
              <a:defRPr sz="26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3505EFBD-08DC-FEC5-DB7F-889F30898BB5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4211340" y="987428"/>
            <a:ext cx="5014913" cy="4873625"/>
          </a:xfrm>
        </p:spPr>
        <p:txBody>
          <a:bodyPr/>
          <a:lstStyle>
            <a:lvl1pPr marL="0" indent="0">
              <a:buNone/>
              <a:defRPr sz="2600"/>
            </a:lvl1pPr>
            <a:lvl2pPr marL="371475" indent="0">
              <a:buNone/>
              <a:defRPr sz="2275"/>
            </a:lvl2pPr>
            <a:lvl3pPr marL="742950" indent="0">
              <a:buNone/>
              <a:defRPr sz="1950"/>
            </a:lvl3pPr>
            <a:lvl4pPr marL="1114425" indent="0">
              <a:buNone/>
              <a:defRPr sz="1625"/>
            </a:lvl4pPr>
            <a:lvl5pPr marL="1485900" indent="0">
              <a:buNone/>
              <a:defRPr sz="1625"/>
            </a:lvl5pPr>
            <a:lvl6pPr marL="1857375" indent="0">
              <a:buNone/>
              <a:defRPr sz="1625"/>
            </a:lvl6pPr>
            <a:lvl7pPr marL="2228850" indent="0">
              <a:buNone/>
              <a:defRPr sz="1625"/>
            </a:lvl7pPr>
            <a:lvl8pPr marL="2600325" indent="0">
              <a:buNone/>
              <a:defRPr sz="1625"/>
            </a:lvl8pPr>
            <a:lvl9pPr marL="2971800" indent="0">
              <a:buNone/>
              <a:defRPr sz="1625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255E3FE-8205-A0D3-E364-AE2329A9A7A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82328" y="2057400"/>
            <a:ext cx="3194943" cy="3811588"/>
          </a:xfrm>
        </p:spPr>
        <p:txBody>
          <a:bodyPr/>
          <a:lstStyle>
            <a:lvl1pPr marL="0" indent="0">
              <a:buNone/>
              <a:defRPr sz="1300"/>
            </a:lvl1pPr>
            <a:lvl2pPr marL="371475" indent="0">
              <a:buNone/>
              <a:defRPr sz="1138"/>
            </a:lvl2pPr>
            <a:lvl3pPr marL="742950" indent="0">
              <a:buNone/>
              <a:defRPr sz="975"/>
            </a:lvl3pPr>
            <a:lvl4pPr marL="1114425" indent="0">
              <a:buNone/>
              <a:defRPr sz="813"/>
            </a:lvl4pPr>
            <a:lvl5pPr marL="1485900" indent="0">
              <a:buNone/>
              <a:defRPr sz="813"/>
            </a:lvl5pPr>
            <a:lvl6pPr marL="1857375" indent="0">
              <a:buNone/>
              <a:defRPr sz="813"/>
            </a:lvl6pPr>
            <a:lvl7pPr marL="2228850" indent="0">
              <a:buNone/>
              <a:defRPr sz="813"/>
            </a:lvl7pPr>
            <a:lvl8pPr marL="2600325" indent="0">
              <a:buNone/>
              <a:defRPr sz="813"/>
            </a:lvl8pPr>
            <a:lvl9pPr marL="2971800" indent="0">
              <a:buNone/>
              <a:defRPr sz="813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3973538-62E9-2462-AC52-41FA61FD5E4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AC6A5B-8AE7-4A41-B5A7-9ADC6686DC18}" type="datetime1">
              <a:rPr lang="en-US" smtClean="0"/>
              <a:t>10/17/2023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ED01BD5-559A-AC1D-5F9F-FFE05E5E7A5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C7CE6E5-78E7-6241-E001-F0C758D0CCE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B850FF-6169-4056-8077-06FFA93A536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23663058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F613D88-2BF6-614B-3079-2C6D3321540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1328EC6-2893-E93C-61E9-FBB8B8BEFF1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EF8F509-5F7D-165D-0064-2BDE7D928BB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559632-1575-4E14-B53B-3DC3D5ED3947}" type="datetime1">
              <a:rPr lang="en-US" smtClean="0"/>
              <a:t>10/17/2023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FAE5BE3-6897-E183-83EE-24E2A66D855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5A6FFAB-F65C-AA1B-F804-E5137C3FFB2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B850FF-6169-4056-8077-06FFA93A536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73611309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9DB1A297-8AFF-A561-0BCF-DFDC8411431C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7088982" y="365125"/>
            <a:ext cx="2135981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98CB72B-897C-F259-A022-BD779EA2AC5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681038" y="365125"/>
            <a:ext cx="6284119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39C401B-ED7F-8920-B7DE-5D74C0C21DA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C4A6868-2568-4CC9-B302-F37117B01A6E}" type="datetime1">
              <a:rPr lang="en-US" smtClean="0"/>
              <a:t>10/17/2023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9596E29-87BB-96E5-3FFA-F963A867B67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52EF2CD-2735-30BE-2465-466EEE1C462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B850FF-6169-4056-8077-06FFA93A536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55186378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055F08A-1E71-4B2B-BB49-E743F2903911}" type="datetime1">
              <a:rPr lang="en-US" smtClean="0"/>
              <a:t>10/17/2023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B850FF-6169-4056-8077-06FFA93A536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45393297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0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055F08A-1E71-4B2B-BB49-E743F2903911}" type="datetime1">
              <a:rPr lang="en-US" smtClean="0"/>
              <a:t>10/17/2023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B850FF-6169-4056-8077-06FFA93A536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49916857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1_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38401" y="4777381"/>
            <a:ext cx="7170848" cy="860400"/>
          </a:xfrm>
        </p:spPr>
        <p:txBody>
          <a:bodyPr anchor="t"/>
          <a:lstStyle>
            <a:lvl1pPr marL="0" indent="0" algn="l">
              <a:buNone/>
              <a:defRPr sz="1625" cap="all">
                <a:solidFill>
                  <a:schemeClr val="accent1"/>
                </a:solidFill>
              </a:defRPr>
            </a:lvl1pPr>
            <a:lvl2pPr marL="371475" indent="0">
              <a:buNone/>
              <a:defRPr sz="1463">
                <a:solidFill>
                  <a:schemeClr val="tx1">
                    <a:tint val="75000"/>
                  </a:schemeClr>
                </a:solidFill>
              </a:defRPr>
            </a:lvl2pPr>
            <a:lvl3pPr marL="742950" indent="0">
              <a:buNone/>
              <a:defRPr sz="1300">
                <a:solidFill>
                  <a:schemeClr val="tx1">
                    <a:tint val="75000"/>
                  </a:schemeClr>
                </a:solidFill>
              </a:defRPr>
            </a:lvl3pPr>
            <a:lvl4pPr marL="1114425" indent="0">
              <a:buNone/>
              <a:defRPr sz="1138">
                <a:solidFill>
                  <a:schemeClr val="tx1">
                    <a:tint val="75000"/>
                  </a:schemeClr>
                </a:solidFill>
              </a:defRPr>
            </a:lvl4pPr>
            <a:lvl5pPr marL="1485900" indent="0">
              <a:buNone/>
              <a:defRPr sz="1138">
                <a:solidFill>
                  <a:schemeClr val="tx1">
                    <a:tint val="75000"/>
                  </a:schemeClr>
                </a:solidFill>
              </a:defRPr>
            </a:lvl5pPr>
            <a:lvl6pPr marL="1857375" indent="0">
              <a:buNone/>
              <a:defRPr sz="1138">
                <a:solidFill>
                  <a:schemeClr val="tx1">
                    <a:tint val="75000"/>
                  </a:schemeClr>
                </a:solidFill>
              </a:defRPr>
            </a:lvl6pPr>
            <a:lvl7pPr marL="2228850" indent="0">
              <a:buNone/>
              <a:defRPr sz="1138">
                <a:solidFill>
                  <a:schemeClr val="tx1">
                    <a:tint val="75000"/>
                  </a:schemeClr>
                </a:solidFill>
              </a:defRPr>
            </a:lvl7pPr>
            <a:lvl8pPr marL="2600325" indent="0">
              <a:buNone/>
              <a:defRPr sz="1138">
                <a:solidFill>
                  <a:schemeClr val="tx1">
                    <a:tint val="75000"/>
                  </a:schemeClr>
                </a:solidFill>
              </a:defRPr>
            </a:lvl8pPr>
            <a:lvl9pPr marL="2971800" indent="0">
              <a:buNone/>
              <a:defRPr sz="1138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47947051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20.xml"/><Relationship Id="rId13" Type="http://schemas.openxmlformats.org/officeDocument/2006/relationships/slideLayout" Target="../slideLayouts/slideLayout25.xml"/><Relationship Id="rId3" Type="http://schemas.openxmlformats.org/officeDocument/2006/relationships/slideLayout" Target="../slideLayouts/slideLayout15.xml"/><Relationship Id="rId7" Type="http://schemas.openxmlformats.org/officeDocument/2006/relationships/slideLayout" Target="../slideLayouts/slideLayout19.xml"/><Relationship Id="rId12" Type="http://schemas.openxmlformats.org/officeDocument/2006/relationships/slideLayout" Target="../slideLayouts/slideLayout24.xml"/><Relationship Id="rId2" Type="http://schemas.openxmlformats.org/officeDocument/2006/relationships/slideLayout" Target="../slideLayouts/slideLayout14.xml"/><Relationship Id="rId1" Type="http://schemas.openxmlformats.org/officeDocument/2006/relationships/slideLayout" Target="../slideLayouts/slideLayout13.xml"/><Relationship Id="rId6" Type="http://schemas.openxmlformats.org/officeDocument/2006/relationships/slideLayout" Target="../slideLayouts/slideLayout18.xml"/><Relationship Id="rId11" Type="http://schemas.openxmlformats.org/officeDocument/2006/relationships/slideLayout" Target="../slideLayouts/slideLayout23.xml"/><Relationship Id="rId5" Type="http://schemas.openxmlformats.org/officeDocument/2006/relationships/slideLayout" Target="../slideLayouts/slideLayout17.xml"/><Relationship Id="rId15" Type="http://schemas.openxmlformats.org/officeDocument/2006/relationships/theme" Target="../theme/theme2.xml"/><Relationship Id="rId10" Type="http://schemas.openxmlformats.org/officeDocument/2006/relationships/slideLayout" Target="../slideLayouts/slideLayout22.xml"/><Relationship Id="rId4" Type="http://schemas.openxmlformats.org/officeDocument/2006/relationships/slideLayout" Target="../slideLayouts/slideLayout16.xml"/><Relationship Id="rId9" Type="http://schemas.openxmlformats.org/officeDocument/2006/relationships/slideLayout" Target="../slideLayouts/slideLayout21.xml"/><Relationship Id="rId14" Type="http://schemas.openxmlformats.org/officeDocument/2006/relationships/slideLayout" Target="../slideLayouts/slideLayout26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81038" y="365127"/>
            <a:ext cx="8543925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1038" y="1825625"/>
            <a:ext cx="8543925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81038" y="6356352"/>
            <a:ext cx="222885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764DE79-268F-4C1A-8933-263129D2AF90}" type="datetimeFigureOut">
              <a:rPr lang="en-US" smtClean="0"/>
              <a:t>10/17/2023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281363" y="6356352"/>
            <a:ext cx="334327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996113" y="6356352"/>
            <a:ext cx="222885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300797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05" r:id="rId1"/>
    <p:sldLayoutId id="2147483706" r:id="rId2"/>
    <p:sldLayoutId id="2147483707" r:id="rId3"/>
    <p:sldLayoutId id="2147483708" r:id="rId4"/>
    <p:sldLayoutId id="2147483709" r:id="rId5"/>
    <p:sldLayoutId id="2147483710" r:id="rId6"/>
    <p:sldLayoutId id="2147483711" r:id="rId7"/>
    <p:sldLayoutId id="2147483712" r:id="rId8"/>
    <p:sldLayoutId id="2147483713" r:id="rId9"/>
    <p:sldLayoutId id="2147483714" r:id="rId10"/>
    <p:sldLayoutId id="2147483715" r:id="rId11"/>
    <p:sldLayoutId id="2147483716" r:id="rId1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3D783609-0CE5-670D-75C4-4EB473A033E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1038" y="365128"/>
            <a:ext cx="8543925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B96DF15-2EE1-DB9D-BDD5-2BEDF4A9466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81038" y="1825625"/>
            <a:ext cx="8543925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F09A8A0-7FAC-CC94-B820-32410EC442E6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681038" y="6356353"/>
            <a:ext cx="222885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75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7E0CF6C-748E-4B7A-BC8B-3011EF78ED13}" type="datetime1">
              <a:rPr lang="en-US" smtClean="0"/>
              <a:pPr/>
              <a:t>10/17/2023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8ED8C11-3CED-972F-4CCA-6920830ACC1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3281363" y="6356353"/>
            <a:ext cx="334327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75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>
              <a:solidFill>
                <a:schemeClr val="tx1">
                  <a:alpha val="60000"/>
                </a:schemeClr>
              </a:solidFill>
            </a:endParaRP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793F2AE-352A-A10E-B208-93514C0EF2E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6996113" y="6356353"/>
            <a:ext cx="222885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75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3B850FF-6169-4056-8077-06FFA93A5366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443713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18" r:id="rId1"/>
    <p:sldLayoutId id="2147483719" r:id="rId2"/>
    <p:sldLayoutId id="2147483720" r:id="rId3"/>
    <p:sldLayoutId id="2147483721" r:id="rId4"/>
    <p:sldLayoutId id="2147483722" r:id="rId5"/>
    <p:sldLayoutId id="2147483723" r:id="rId6"/>
    <p:sldLayoutId id="2147483724" r:id="rId7"/>
    <p:sldLayoutId id="2147483725" r:id="rId8"/>
    <p:sldLayoutId id="2147483726" r:id="rId9"/>
    <p:sldLayoutId id="2147483727" r:id="rId10"/>
    <p:sldLayoutId id="2147483728" r:id="rId11"/>
    <p:sldLayoutId id="2147483729" r:id="rId12"/>
    <p:sldLayoutId id="2147483730" r:id="rId13"/>
    <p:sldLayoutId id="2147483731" r:id="rId14"/>
  </p:sldLayoutIdLst>
  <p:hf sldNum="0" hdr="0" ftr="0" dt="0"/>
  <p:txStyles>
    <p:titleStyle>
      <a:lvl1pPr algn="l" defTabSz="742950" rtl="0" eaLnBrk="1" latinLnBrk="0" hangingPunct="1">
        <a:lnSpc>
          <a:spcPct val="90000"/>
        </a:lnSpc>
        <a:spcBef>
          <a:spcPct val="0"/>
        </a:spcBef>
        <a:buNone/>
        <a:defRPr sz="3575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85738" indent="-185738" algn="l" defTabSz="742950" rtl="0" eaLnBrk="1" latinLnBrk="0" hangingPunct="1">
        <a:lnSpc>
          <a:spcPct val="90000"/>
        </a:lnSpc>
        <a:spcBef>
          <a:spcPts val="813"/>
        </a:spcBef>
        <a:buFont typeface="Arial" panose="020B0604020202020204" pitchFamily="34" charset="0"/>
        <a:buChar char="•"/>
        <a:defRPr sz="2275" kern="1200">
          <a:solidFill>
            <a:schemeClr val="tx1"/>
          </a:solidFill>
          <a:latin typeface="+mn-lt"/>
          <a:ea typeface="+mn-ea"/>
          <a:cs typeface="+mn-cs"/>
        </a:defRPr>
      </a:lvl1pPr>
      <a:lvl2pPr marL="557213" indent="-185738" algn="l" defTabSz="742950" rtl="0" eaLnBrk="1" latinLnBrk="0" hangingPunct="1">
        <a:lnSpc>
          <a:spcPct val="90000"/>
        </a:lnSpc>
        <a:spcBef>
          <a:spcPts val="406"/>
        </a:spcBef>
        <a:buFont typeface="Arial" panose="020B0604020202020204" pitchFamily="34" charset="0"/>
        <a:buChar char="•"/>
        <a:defRPr sz="1950" kern="1200">
          <a:solidFill>
            <a:schemeClr val="tx1"/>
          </a:solidFill>
          <a:latin typeface="+mn-lt"/>
          <a:ea typeface="+mn-ea"/>
          <a:cs typeface="+mn-cs"/>
        </a:defRPr>
      </a:lvl2pPr>
      <a:lvl3pPr marL="928688" indent="-185738" algn="l" defTabSz="742950" rtl="0" eaLnBrk="1" latinLnBrk="0" hangingPunct="1">
        <a:lnSpc>
          <a:spcPct val="90000"/>
        </a:lnSpc>
        <a:spcBef>
          <a:spcPts val="406"/>
        </a:spcBef>
        <a:buFont typeface="Arial" panose="020B0604020202020204" pitchFamily="34" charset="0"/>
        <a:buChar char="•"/>
        <a:defRPr sz="1625" kern="1200">
          <a:solidFill>
            <a:schemeClr val="tx1"/>
          </a:solidFill>
          <a:latin typeface="+mn-lt"/>
          <a:ea typeface="+mn-ea"/>
          <a:cs typeface="+mn-cs"/>
        </a:defRPr>
      </a:lvl3pPr>
      <a:lvl4pPr marL="1300163" indent="-185738" algn="l" defTabSz="742950" rtl="0" eaLnBrk="1" latinLnBrk="0" hangingPunct="1">
        <a:lnSpc>
          <a:spcPct val="90000"/>
        </a:lnSpc>
        <a:spcBef>
          <a:spcPts val="406"/>
        </a:spcBef>
        <a:buFont typeface="Arial" panose="020B0604020202020204" pitchFamily="34" charset="0"/>
        <a:buChar char="•"/>
        <a:defRPr sz="1463" kern="1200">
          <a:solidFill>
            <a:schemeClr val="tx1"/>
          </a:solidFill>
          <a:latin typeface="+mn-lt"/>
          <a:ea typeface="+mn-ea"/>
          <a:cs typeface="+mn-cs"/>
        </a:defRPr>
      </a:lvl4pPr>
      <a:lvl5pPr marL="1671638" indent="-185738" algn="l" defTabSz="742950" rtl="0" eaLnBrk="1" latinLnBrk="0" hangingPunct="1">
        <a:lnSpc>
          <a:spcPct val="90000"/>
        </a:lnSpc>
        <a:spcBef>
          <a:spcPts val="406"/>
        </a:spcBef>
        <a:buFont typeface="Arial" panose="020B0604020202020204" pitchFamily="34" charset="0"/>
        <a:buChar char="•"/>
        <a:defRPr sz="1463" kern="1200">
          <a:solidFill>
            <a:schemeClr val="tx1"/>
          </a:solidFill>
          <a:latin typeface="+mn-lt"/>
          <a:ea typeface="+mn-ea"/>
          <a:cs typeface="+mn-cs"/>
        </a:defRPr>
      </a:lvl5pPr>
      <a:lvl6pPr marL="2043113" indent="-185738" algn="l" defTabSz="742950" rtl="0" eaLnBrk="1" latinLnBrk="0" hangingPunct="1">
        <a:lnSpc>
          <a:spcPct val="90000"/>
        </a:lnSpc>
        <a:spcBef>
          <a:spcPts val="406"/>
        </a:spcBef>
        <a:buFont typeface="Arial" panose="020B0604020202020204" pitchFamily="34" charset="0"/>
        <a:buChar char="•"/>
        <a:defRPr sz="1463" kern="1200">
          <a:solidFill>
            <a:schemeClr val="tx1"/>
          </a:solidFill>
          <a:latin typeface="+mn-lt"/>
          <a:ea typeface="+mn-ea"/>
          <a:cs typeface="+mn-cs"/>
        </a:defRPr>
      </a:lvl6pPr>
      <a:lvl7pPr marL="2414588" indent="-185738" algn="l" defTabSz="742950" rtl="0" eaLnBrk="1" latinLnBrk="0" hangingPunct="1">
        <a:lnSpc>
          <a:spcPct val="90000"/>
        </a:lnSpc>
        <a:spcBef>
          <a:spcPts val="406"/>
        </a:spcBef>
        <a:buFont typeface="Arial" panose="020B0604020202020204" pitchFamily="34" charset="0"/>
        <a:buChar char="•"/>
        <a:defRPr sz="1463" kern="1200">
          <a:solidFill>
            <a:schemeClr val="tx1"/>
          </a:solidFill>
          <a:latin typeface="+mn-lt"/>
          <a:ea typeface="+mn-ea"/>
          <a:cs typeface="+mn-cs"/>
        </a:defRPr>
      </a:lvl7pPr>
      <a:lvl8pPr marL="2786063" indent="-185738" algn="l" defTabSz="742950" rtl="0" eaLnBrk="1" latinLnBrk="0" hangingPunct="1">
        <a:lnSpc>
          <a:spcPct val="90000"/>
        </a:lnSpc>
        <a:spcBef>
          <a:spcPts val="406"/>
        </a:spcBef>
        <a:buFont typeface="Arial" panose="020B0604020202020204" pitchFamily="34" charset="0"/>
        <a:buChar char="•"/>
        <a:defRPr sz="1463" kern="1200">
          <a:solidFill>
            <a:schemeClr val="tx1"/>
          </a:solidFill>
          <a:latin typeface="+mn-lt"/>
          <a:ea typeface="+mn-ea"/>
          <a:cs typeface="+mn-cs"/>
        </a:defRPr>
      </a:lvl8pPr>
      <a:lvl9pPr marL="3157538" indent="-185738" algn="l" defTabSz="742950" rtl="0" eaLnBrk="1" latinLnBrk="0" hangingPunct="1">
        <a:lnSpc>
          <a:spcPct val="90000"/>
        </a:lnSpc>
        <a:spcBef>
          <a:spcPts val="406"/>
        </a:spcBef>
        <a:buFont typeface="Arial" panose="020B0604020202020204" pitchFamily="34" charset="0"/>
        <a:buChar char="•"/>
        <a:defRPr sz="1463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742950" rtl="0" eaLnBrk="1" latinLnBrk="0" hangingPunct="1">
        <a:defRPr sz="1463" kern="1200">
          <a:solidFill>
            <a:schemeClr val="tx1"/>
          </a:solidFill>
          <a:latin typeface="+mn-lt"/>
          <a:ea typeface="+mn-ea"/>
          <a:cs typeface="+mn-cs"/>
        </a:defRPr>
      </a:lvl1pPr>
      <a:lvl2pPr marL="371475" algn="l" defTabSz="742950" rtl="0" eaLnBrk="1" latinLnBrk="0" hangingPunct="1">
        <a:defRPr sz="1463" kern="1200">
          <a:solidFill>
            <a:schemeClr val="tx1"/>
          </a:solidFill>
          <a:latin typeface="+mn-lt"/>
          <a:ea typeface="+mn-ea"/>
          <a:cs typeface="+mn-cs"/>
        </a:defRPr>
      </a:lvl2pPr>
      <a:lvl3pPr marL="742950" algn="l" defTabSz="742950" rtl="0" eaLnBrk="1" latinLnBrk="0" hangingPunct="1">
        <a:defRPr sz="1463" kern="1200">
          <a:solidFill>
            <a:schemeClr val="tx1"/>
          </a:solidFill>
          <a:latin typeface="+mn-lt"/>
          <a:ea typeface="+mn-ea"/>
          <a:cs typeface="+mn-cs"/>
        </a:defRPr>
      </a:lvl3pPr>
      <a:lvl4pPr marL="1114425" algn="l" defTabSz="742950" rtl="0" eaLnBrk="1" latinLnBrk="0" hangingPunct="1">
        <a:defRPr sz="1463" kern="1200">
          <a:solidFill>
            <a:schemeClr val="tx1"/>
          </a:solidFill>
          <a:latin typeface="+mn-lt"/>
          <a:ea typeface="+mn-ea"/>
          <a:cs typeface="+mn-cs"/>
        </a:defRPr>
      </a:lvl4pPr>
      <a:lvl5pPr marL="1485900" algn="l" defTabSz="742950" rtl="0" eaLnBrk="1" latinLnBrk="0" hangingPunct="1">
        <a:defRPr sz="1463" kern="1200">
          <a:solidFill>
            <a:schemeClr val="tx1"/>
          </a:solidFill>
          <a:latin typeface="+mn-lt"/>
          <a:ea typeface="+mn-ea"/>
          <a:cs typeface="+mn-cs"/>
        </a:defRPr>
      </a:lvl5pPr>
      <a:lvl6pPr marL="1857375" algn="l" defTabSz="742950" rtl="0" eaLnBrk="1" latinLnBrk="0" hangingPunct="1">
        <a:defRPr sz="1463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algn="l" defTabSz="742950" rtl="0" eaLnBrk="1" latinLnBrk="0" hangingPunct="1">
        <a:defRPr sz="1463" kern="1200">
          <a:solidFill>
            <a:schemeClr val="tx1"/>
          </a:solidFill>
          <a:latin typeface="+mn-lt"/>
          <a:ea typeface="+mn-ea"/>
          <a:cs typeface="+mn-cs"/>
        </a:defRPr>
      </a:lvl7pPr>
      <a:lvl8pPr marL="2600325" algn="l" defTabSz="742950" rtl="0" eaLnBrk="1" latinLnBrk="0" hangingPunct="1">
        <a:defRPr sz="1463" kern="1200">
          <a:solidFill>
            <a:schemeClr val="tx1"/>
          </a:solidFill>
          <a:latin typeface="+mn-lt"/>
          <a:ea typeface="+mn-ea"/>
          <a:cs typeface="+mn-cs"/>
        </a:defRPr>
      </a:lvl8pPr>
      <a:lvl9pPr marL="2971800" algn="l" defTabSz="742950" rtl="0" eaLnBrk="1" latinLnBrk="0" hangingPunct="1">
        <a:defRPr sz="1463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4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DC884C22-E567-2E46-13CA-C26DA13A276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81037" y="1510665"/>
            <a:ext cx="8543925" cy="4351338"/>
          </a:xfrm>
        </p:spPr>
        <p:txBody>
          <a:bodyPr>
            <a:normAutofit/>
          </a:bodyPr>
          <a:lstStyle/>
          <a:p>
            <a:r>
              <a:rPr lang="ru-RU" sz="2400" dirty="0"/>
              <a:t>2 Сандуу Ондуктар – Кошуу – Жооптор торчосу</a:t>
            </a:r>
            <a:endParaRPr lang="en-US" sz="2400" dirty="0"/>
          </a:p>
          <a:p>
            <a:endParaRPr lang="en-US" sz="2400" dirty="0"/>
          </a:p>
          <a:p>
            <a:r>
              <a:rPr lang="ru-RU" sz="2400" dirty="0"/>
              <a:t>Окуучулар жооптор торчосунда жоопторду сызып, калган беш сандардын суммасын чыгарышы керек.</a:t>
            </a:r>
            <a:endParaRPr lang="en-US" sz="2400" dirty="0"/>
          </a:p>
          <a:p>
            <a:endParaRPr lang="ru-RU" sz="2400" dirty="0"/>
          </a:p>
          <a:p>
            <a:r>
              <a:rPr lang="ru-RU" sz="2400" dirty="0"/>
              <a:t>Иш баракчасы ар кандай өлчөмдө/форматтарда берилет.</a:t>
            </a:r>
          </a:p>
          <a:p>
            <a:endParaRPr lang="ru-RU" sz="2400" dirty="0"/>
          </a:p>
          <a:p>
            <a:r>
              <a:rPr lang="ru-RU" sz="2400" dirty="0"/>
              <a:t>Анимацияларды текшерип, </a:t>
            </a:r>
            <a:r>
              <a:rPr lang="ky-KG" sz="2400" dirty="0"/>
              <a:t>сабагы</a:t>
            </a:r>
            <a:r>
              <a:rPr lang="ru-RU" sz="2400" dirty="0"/>
              <a:t>ң</a:t>
            </a:r>
            <a:r>
              <a:rPr lang="ky-KG" sz="2400" dirty="0"/>
              <a:t>ызга </a:t>
            </a:r>
            <a:r>
              <a:rPr lang="ru-RU" sz="2400" b="1" dirty="0">
                <a:solidFill>
                  <a:srgbClr val="FF0000"/>
                </a:solidFill>
              </a:rPr>
              <a:t>КЕРЕГИ ЖОК </a:t>
            </a:r>
            <a:r>
              <a:rPr lang="ru-RU" sz="2400" dirty="0"/>
              <a:t>слайддарды </a:t>
            </a:r>
            <a:r>
              <a:rPr lang="ru-RU" sz="2800" b="1" dirty="0">
                <a:solidFill>
                  <a:srgbClr val="FF0000"/>
                </a:solidFill>
              </a:rPr>
              <a:t>ӨЧҮРҮ</a:t>
            </a:r>
            <a:r>
              <a:rPr lang="ky-KG" sz="2800" b="1" dirty="0">
                <a:solidFill>
                  <a:srgbClr val="FF0000"/>
                </a:solidFill>
              </a:rPr>
              <a:t>П САЛЫ</a:t>
            </a:r>
            <a:r>
              <a:rPr lang="ru-RU" sz="2800" b="1" dirty="0">
                <a:solidFill>
                  <a:srgbClr val="FF0000"/>
                </a:solidFill>
              </a:rPr>
              <a:t>ҢЫЗ.</a:t>
            </a:r>
            <a:endParaRPr lang="en-US" sz="2400" b="1" dirty="0">
              <a:solidFill>
                <a:srgbClr val="FF0000"/>
              </a:solidFill>
            </a:endParaRPr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A9C32CF0-A8B2-1442-8506-9CB94EBCF53A}"/>
              </a:ext>
            </a:extLst>
          </p:cNvPr>
          <p:cNvSpPr>
            <a:spLocks noGrp="1"/>
          </p:cNvSpPr>
          <p:nvPr>
            <p:ph type="title" idx="4294967295"/>
          </p:nvPr>
        </p:nvSpPr>
        <p:spPr>
          <a:xfrm>
            <a:off x="152400" y="244157"/>
            <a:ext cx="7641034" cy="1137642"/>
          </a:xfrm>
        </p:spPr>
        <p:txBody>
          <a:bodyPr>
            <a:normAutofit/>
          </a:bodyPr>
          <a:lstStyle/>
          <a:p>
            <a:r>
              <a:rPr lang="en-US" sz="5363" dirty="0" err="1">
                <a:solidFill>
                  <a:srgbClr val="00B0F0"/>
                </a:solidFill>
              </a:rPr>
              <a:t>MathKGZ</a:t>
            </a:r>
            <a:r>
              <a:rPr lang="en-US" sz="4225" dirty="0">
                <a:solidFill>
                  <a:srgbClr val="00B0F0"/>
                </a:solidFill>
              </a:rPr>
              <a:t>  -- </a:t>
            </a:r>
          </a:p>
        </p:txBody>
      </p:sp>
    </p:spTree>
    <p:extLst>
      <p:ext uri="{BB962C8B-B14F-4D97-AF65-F5344CB8AC3E}">
        <p14:creationId xmlns:p14="http://schemas.microsoft.com/office/powerpoint/2010/main" val="407568864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>
            <a:extLst>
              <a:ext uri="{FF2B5EF4-FFF2-40B4-BE49-F238E27FC236}">
                <a16:creationId xmlns:a16="http://schemas.microsoft.com/office/drawing/2014/main" id="{8518F3C0-CB86-4363-8C1E-1F32D139DED0}"/>
              </a:ext>
            </a:extLst>
          </p:cNvPr>
          <p:cNvSpPr txBox="1"/>
          <p:nvPr/>
        </p:nvSpPr>
        <p:spPr>
          <a:xfrm>
            <a:off x="1547067" y="2084252"/>
            <a:ext cx="7179722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3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Ар бир жоопту ТОРЧОдон табыңыз!</a:t>
            </a:r>
            <a:endParaRPr kumimoji="0" lang="en-GB" sz="36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AB8152C6-FA9B-CCEA-65A2-D9050ECC73CD}"/>
              </a:ext>
            </a:extLst>
          </p:cNvPr>
          <p:cNvSpPr txBox="1"/>
          <p:nvPr/>
        </p:nvSpPr>
        <p:spPr>
          <a:xfrm>
            <a:off x="1270000" y="412596"/>
            <a:ext cx="7355840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8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Aharoni" panose="02010803020104030203" pitchFamily="2" charset="-79"/>
              </a:rPr>
              <a:t>Жооп ТОРЧОсу</a:t>
            </a:r>
            <a:endParaRPr kumimoji="0" lang="en-US" sz="80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Script MT Bold" panose="03040602040607080904" pitchFamily="66" charset="0"/>
              <a:ea typeface="+mn-ea"/>
              <a:cs typeface="Aharoni" panose="02010803020104030203" pitchFamily="2" charset="-79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DB79104F-92BB-7AEB-E9EF-40B6DEB0BB3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17368" y="3151655"/>
            <a:ext cx="8178102" cy="283541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4752410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66ECEF9F-434E-4379-BE8F-FC57D6668F3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377693782"/>
              </p:ext>
            </p:extLst>
          </p:nvPr>
        </p:nvGraphicFramePr>
        <p:xfrm>
          <a:off x="6668870" y="51516"/>
          <a:ext cx="3177185" cy="22817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35437">
                  <a:extLst>
                    <a:ext uri="{9D8B030D-6E8A-4147-A177-3AD203B41FA5}">
                      <a16:colId xmlns:a16="http://schemas.microsoft.com/office/drawing/2014/main" val="2514106738"/>
                    </a:ext>
                  </a:extLst>
                </a:gridCol>
                <a:gridCol w="635437">
                  <a:extLst>
                    <a:ext uri="{9D8B030D-6E8A-4147-A177-3AD203B41FA5}">
                      <a16:colId xmlns:a16="http://schemas.microsoft.com/office/drawing/2014/main" val="4272731682"/>
                    </a:ext>
                  </a:extLst>
                </a:gridCol>
                <a:gridCol w="635437">
                  <a:extLst>
                    <a:ext uri="{9D8B030D-6E8A-4147-A177-3AD203B41FA5}">
                      <a16:colId xmlns:a16="http://schemas.microsoft.com/office/drawing/2014/main" val="4094935927"/>
                    </a:ext>
                  </a:extLst>
                </a:gridCol>
                <a:gridCol w="635437">
                  <a:extLst>
                    <a:ext uri="{9D8B030D-6E8A-4147-A177-3AD203B41FA5}">
                      <a16:colId xmlns:a16="http://schemas.microsoft.com/office/drawing/2014/main" val="1717181824"/>
                    </a:ext>
                  </a:extLst>
                </a:gridCol>
                <a:gridCol w="635437">
                  <a:extLst>
                    <a:ext uri="{9D8B030D-6E8A-4147-A177-3AD203B41FA5}">
                      <a16:colId xmlns:a16="http://schemas.microsoft.com/office/drawing/2014/main" val="2866367759"/>
                    </a:ext>
                  </a:extLst>
                </a:gridCol>
              </a:tblGrid>
              <a:tr h="456348">
                <a:tc>
                  <a:txBody>
                    <a:bodyPr/>
                    <a:lstStyle/>
                    <a:p>
                      <a:pPr algn="ctr"/>
                      <a:r>
                        <a:rPr lang="en-GB" sz="1600" b="0" dirty="0">
                          <a:solidFill>
                            <a:sysClr val="windowText" lastClr="000000"/>
                          </a:solidFill>
                          <a:latin typeface="Bahnschrift" panose="020B0502040204020203" pitchFamily="34" charset="0"/>
                        </a:rPr>
                        <a:t>4,64</a:t>
                      </a:r>
                    </a:p>
                  </a:txBody>
                  <a:tcPr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600" b="0" dirty="0">
                          <a:solidFill>
                            <a:sysClr val="windowText" lastClr="000000"/>
                          </a:solidFill>
                          <a:latin typeface="Bahnschrift" panose="020B0502040204020203" pitchFamily="34" charset="0"/>
                        </a:rPr>
                        <a:t>9,82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600" b="0" dirty="0">
                          <a:solidFill>
                            <a:sysClr val="windowText" lastClr="000000"/>
                          </a:solidFill>
                          <a:latin typeface="Bahnschrift" panose="020B0502040204020203" pitchFamily="34" charset="0"/>
                        </a:rPr>
                        <a:t>4,32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600" b="0" dirty="0">
                          <a:solidFill>
                            <a:sysClr val="windowText" lastClr="000000"/>
                          </a:solidFill>
                          <a:latin typeface="Bahnschrift" panose="020B0502040204020203" pitchFamily="34" charset="0"/>
                        </a:rPr>
                        <a:t>15,97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600" b="0" dirty="0">
                          <a:solidFill>
                            <a:sysClr val="windowText" lastClr="000000"/>
                          </a:solidFill>
                          <a:latin typeface="Bahnschrift" panose="020B0502040204020203" pitchFamily="34" charset="0"/>
                        </a:rPr>
                        <a:t>8,12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5944848"/>
                  </a:ext>
                </a:extLst>
              </a:tr>
              <a:tr h="456348">
                <a:tc>
                  <a:txBody>
                    <a:bodyPr/>
                    <a:lstStyle/>
                    <a:p>
                      <a:pPr algn="ctr"/>
                      <a:r>
                        <a:rPr lang="en-GB" sz="1600" b="0" dirty="0">
                          <a:solidFill>
                            <a:sysClr val="windowText" lastClr="000000"/>
                          </a:solidFill>
                          <a:latin typeface="Bahnschrift" panose="020B0502040204020203" pitchFamily="34" charset="0"/>
                        </a:rPr>
                        <a:t>15,2</a:t>
                      </a:r>
                    </a:p>
                  </a:txBody>
                  <a:tcPr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600" b="0" dirty="0">
                          <a:solidFill>
                            <a:sysClr val="windowText" lastClr="000000"/>
                          </a:solidFill>
                          <a:latin typeface="Bahnschrift" panose="020B0502040204020203" pitchFamily="34" charset="0"/>
                        </a:rPr>
                        <a:t>3,56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600" b="0" dirty="0">
                          <a:solidFill>
                            <a:sysClr val="windowText" lastClr="000000"/>
                          </a:solidFill>
                          <a:latin typeface="Bahnschrift" panose="020B0502040204020203" pitchFamily="34" charset="0"/>
                        </a:rPr>
                        <a:t>14,21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600" b="0" dirty="0">
                          <a:solidFill>
                            <a:sysClr val="windowText" lastClr="000000"/>
                          </a:solidFill>
                          <a:latin typeface="Bahnschrift" panose="020B0502040204020203" pitchFamily="34" charset="0"/>
                        </a:rPr>
                        <a:t>6,1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600" b="0" dirty="0">
                          <a:solidFill>
                            <a:sysClr val="windowText" lastClr="000000"/>
                          </a:solidFill>
                          <a:latin typeface="Bahnschrift" panose="020B0502040204020203" pitchFamily="34" charset="0"/>
                        </a:rPr>
                        <a:t>5,7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88032225"/>
                  </a:ext>
                </a:extLst>
              </a:tr>
              <a:tr h="456348">
                <a:tc>
                  <a:txBody>
                    <a:bodyPr/>
                    <a:lstStyle/>
                    <a:p>
                      <a:pPr algn="ctr"/>
                      <a:r>
                        <a:rPr lang="en-GB" sz="1600" b="0" dirty="0">
                          <a:solidFill>
                            <a:sysClr val="windowText" lastClr="000000"/>
                          </a:solidFill>
                          <a:latin typeface="Bahnschrift" panose="020B0502040204020203" pitchFamily="34" charset="0"/>
                        </a:rPr>
                        <a:t>14,02</a:t>
                      </a:r>
                    </a:p>
                  </a:txBody>
                  <a:tcPr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600" b="0" dirty="0">
                          <a:solidFill>
                            <a:sysClr val="windowText" lastClr="000000"/>
                          </a:solidFill>
                          <a:latin typeface="Bahnschrift" panose="020B0502040204020203" pitchFamily="34" charset="0"/>
                        </a:rPr>
                        <a:t>6,73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600" b="0" dirty="0">
                          <a:solidFill>
                            <a:sysClr val="windowText" lastClr="000000"/>
                          </a:solidFill>
                          <a:latin typeface="Bahnschrift" panose="020B0502040204020203" pitchFamily="34" charset="0"/>
                        </a:rPr>
                        <a:t>9,1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600" b="0" dirty="0">
                          <a:solidFill>
                            <a:sysClr val="windowText" lastClr="000000"/>
                          </a:solidFill>
                          <a:latin typeface="Bahnschrift" panose="020B0502040204020203" pitchFamily="34" charset="0"/>
                        </a:rPr>
                        <a:t>13,2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600" b="0" dirty="0">
                          <a:solidFill>
                            <a:sysClr val="windowText" lastClr="000000"/>
                          </a:solidFill>
                          <a:latin typeface="Bahnschrift" panose="020B0502040204020203" pitchFamily="34" charset="0"/>
                        </a:rPr>
                        <a:t>15,27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03340403"/>
                  </a:ext>
                </a:extLst>
              </a:tr>
              <a:tr h="456348">
                <a:tc>
                  <a:txBody>
                    <a:bodyPr/>
                    <a:lstStyle/>
                    <a:p>
                      <a:pPr algn="ctr"/>
                      <a:r>
                        <a:rPr lang="en-GB" sz="1600" b="0" dirty="0">
                          <a:solidFill>
                            <a:sysClr val="windowText" lastClr="000000"/>
                          </a:solidFill>
                          <a:latin typeface="Bahnschrift" panose="020B0502040204020203" pitchFamily="34" charset="0"/>
                        </a:rPr>
                        <a:t>6,16</a:t>
                      </a:r>
                    </a:p>
                  </a:txBody>
                  <a:tcPr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600" b="0" dirty="0">
                          <a:solidFill>
                            <a:sysClr val="windowText" lastClr="000000"/>
                          </a:solidFill>
                          <a:latin typeface="Bahnschrift" panose="020B0502040204020203" pitchFamily="34" charset="0"/>
                        </a:rPr>
                        <a:t>11,81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600" b="0" dirty="0">
                          <a:solidFill>
                            <a:sysClr val="windowText" lastClr="000000"/>
                          </a:solidFill>
                          <a:latin typeface="Bahnschrift" panose="020B0502040204020203" pitchFamily="34" charset="0"/>
                        </a:rPr>
                        <a:t>6,51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600" b="0" dirty="0">
                          <a:solidFill>
                            <a:sysClr val="windowText" lastClr="000000"/>
                          </a:solidFill>
                          <a:latin typeface="Bahnschrift" panose="020B0502040204020203" pitchFamily="34" charset="0"/>
                        </a:rPr>
                        <a:t>4,8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600" b="0" dirty="0">
                          <a:solidFill>
                            <a:sysClr val="windowText" lastClr="000000"/>
                          </a:solidFill>
                          <a:latin typeface="Bahnschrift" panose="020B0502040204020203" pitchFamily="34" charset="0"/>
                        </a:rPr>
                        <a:t>6,2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135741864"/>
                  </a:ext>
                </a:extLst>
              </a:tr>
              <a:tr h="456348">
                <a:tc>
                  <a:txBody>
                    <a:bodyPr/>
                    <a:lstStyle/>
                    <a:p>
                      <a:pPr algn="ctr"/>
                      <a:r>
                        <a:rPr lang="en-GB" sz="1600" b="0" dirty="0">
                          <a:solidFill>
                            <a:sysClr val="windowText" lastClr="000000"/>
                          </a:solidFill>
                          <a:latin typeface="Bahnschrift" panose="020B0502040204020203" pitchFamily="34" charset="0"/>
                        </a:rPr>
                        <a:t>5,85</a:t>
                      </a:r>
                    </a:p>
                  </a:txBody>
                  <a:tcPr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600" b="0" dirty="0">
                          <a:solidFill>
                            <a:sysClr val="windowText" lastClr="000000"/>
                          </a:solidFill>
                          <a:latin typeface="Bahnschrift" panose="020B0502040204020203" pitchFamily="34" charset="0"/>
                        </a:rPr>
                        <a:t>3,5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600" b="0" dirty="0">
                          <a:solidFill>
                            <a:sysClr val="windowText" lastClr="000000"/>
                          </a:solidFill>
                          <a:latin typeface="Bahnschrift" panose="020B0502040204020203" pitchFamily="34" charset="0"/>
                        </a:rPr>
                        <a:t>7,78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600" b="0" dirty="0">
                          <a:solidFill>
                            <a:sysClr val="windowText" lastClr="000000"/>
                          </a:solidFill>
                          <a:latin typeface="Bahnschrift" panose="020B0502040204020203" pitchFamily="34" charset="0"/>
                        </a:rPr>
                        <a:t>12,19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600" b="0" dirty="0">
                          <a:solidFill>
                            <a:sysClr val="windowText" lastClr="000000"/>
                          </a:solidFill>
                          <a:latin typeface="Bahnschrift" panose="020B0502040204020203" pitchFamily="34" charset="0"/>
                        </a:rPr>
                        <a:t>10,81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00489906"/>
                  </a:ext>
                </a:extLst>
              </a:tr>
            </a:tbl>
          </a:graphicData>
        </a:graphic>
      </p:graphicFrame>
      <p:graphicFrame>
        <p:nvGraphicFramePr>
          <p:cNvPr id="7" name="Table 6">
            <a:extLst>
              <a:ext uri="{FF2B5EF4-FFF2-40B4-BE49-F238E27FC236}">
                <a16:creationId xmlns:a16="http://schemas.microsoft.com/office/drawing/2014/main" id="{344CACCE-EE06-4252-A99D-23B46901304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710367056"/>
              </p:ext>
            </p:extLst>
          </p:nvPr>
        </p:nvGraphicFramePr>
        <p:xfrm>
          <a:off x="61545" y="617195"/>
          <a:ext cx="6506680" cy="274555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01336">
                  <a:extLst>
                    <a:ext uri="{9D8B030D-6E8A-4147-A177-3AD203B41FA5}">
                      <a16:colId xmlns:a16="http://schemas.microsoft.com/office/drawing/2014/main" val="2514106738"/>
                    </a:ext>
                  </a:extLst>
                </a:gridCol>
                <a:gridCol w="1301336">
                  <a:extLst>
                    <a:ext uri="{9D8B030D-6E8A-4147-A177-3AD203B41FA5}">
                      <a16:colId xmlns:a16="http://schemas.microsoft.com/office/drawing/2014/main" val="4272731682"/>
                    </a:ext>
                  </a:extLst>
                </a:gridCol>
                <a:gridCol w="1301336">
                  <a:extLst>
                    <a:ext uri="{9D8B030D-6E8A-4147-A177-3AD203B41FA5}">
                      <a16:colId xmlns:a16="http://schemas.microsoft.com/office/drawing/2014/main" val="4094935927"/>
                    </a:ext>
                  </a:extLst>
                </a:gridCol>
                <a:gridCol w="1301336">
                  <a:extLst>
                    <a:ext uri="{9D8B030D-6E8A-4147-A177-3AD203B41FA5}">
                      <a16:colId xmlns:a16="http://schemas.microsoft.com/office/drawing/2014/main" val="1717181824"/>
                    </a:ext>
                  </a:extLst>
                </a:gridCol>
                <a:gridCol w="1301336">
                  <a:extLst>
                    <a:ext uri="{9D8B030D-6E8A-4147-A177-3AD203B41FA5}">
                      <a16:colId xmlns:a16="http://schemas.microsoft.com/office/drawing/2014/main" val="2866367759"/>
                    </a:ext>
                  </a:extLst>
                </a:gridCol>
              </a:tblGrid>
              <a:tr h="686388">
                <a:tc>
                  <a:txBody>
                    <a:bodyPr/>
                    <a:lstStyle/>
                    <a:p>
                      <a:pPr algn="ctr"/>
                      <a:r>
                        <a:rPr lang="en-GB" sz="2000" b="0" dirty="0">
                          <a:solidFill>
                            <a:sysClr val="windowText" lastClr="000000"/>
                          </a:solidFill>
                          <a:latin typeface="Bahnschrift" panose="020B0502040204020203" pitchFamily="34" charset="0"/>
                        </a:rPr>
                        <a:t>2,4 + 3,7</a:t>
                      </a:r>
                    </a:p>
                  </a:txBody>
                  <a:tcPr marL="0" marR="0" marT="0" marB="0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2000" b="0" dirty="0">
                          <a:solidFill>
                            <a:sysClr val="windowText" lastClr="000000"/>
                          </a:solidFill>
                          <a:latin typeface="Bahnschrift" panose="020B0502040204020203" pitchFamily="34" charset="0"/>
                        </a:rPr>
                        <a:t>0,7 + 5,81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2000" b="0" dirty="0">
                          <a:solidFill>
                            <a:sysClr val="windowText" lastClr="000000"/>
                          </a:solidFill>
                          <a:latin typeface="Bahnschrift" panose="020B0502040204020203" pitchFamily="34" charset="0"/>
                        </a:rPr>
                        <a:t>5,2 + 4,62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2000" b="0" dirty="0">
                          <a:solidFill>
                            <a:sysClr val="windowText" lastClr="000000"/>
                          </a:solidFill>
                          <a:latin typeface="Bahnschrift" panose="020B0502040204020203" pitchFamily="34" charset="0"/>
                        </a:rPr>
                        <a:t>3,48 + 2,37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2000" b="0" dirty="0">
                          <a:solidFill>
                            <a:sysClr val="windowText" lastClr="000000"/>
                          </a:solidFill>
                          <a:latin typeface="Bahnschrift" panose="020B0502040204020203" pitchFamily="34" charset="0"/>
                        </a:rPr>
                        <a:t>8,21 + 7,06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5944848"/>
                  </a:ext>
                </a:extLst>
              </a:tr>
              <a:tr h="686388">
                <a:tc>
                  <a:txBody>
                    <a:bodyPr/>
                    <a:lstStyle/>
                    <a:p>
                      <a:pPr algn="ctr"/>
                      <a:r>
                        <a:rPr lang="en-GB" sz="2000" b="0" dirty="0">
                          <a:solidFill>
                            <a:sysClr val="windowText" lastClr="000000"/>
                          </a:solidFill>
                          <a:latin typeface="Bahnschrift" panose="020B0502040204020203" pitchFamily="34" charset="0"/>
                        </a:rPr>
                        <a:t>4,90 + 10,3</a:t>
                      </a:r>
                    </a:p>
                  </a:txBody>
                  <a:tcPr marL="0" marR="0" marT="0" marB="0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2000" b="0" dirty="0">
                          <a:solidFill>
                            <a:sysClr val="windowText" lastClr="000000"/>
                          </a:solidFill>
                          <a:latin typeface="Bahnschrift" panose="020B0502040204020203" pitchFamily="34" charset="0"/>
                        </a:rPr>
                        <a:t>1,11 + 5,62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2000" b="0" dirty="0">
                          <a:solidFill>
                            <a:sysClr val="windowText" lastClr="000000"/>
                          </a:solidFill>
                          <a:latin typeface="Bahnschrift" panose="020B0502040204020203" pitchFamily="34" charset="0"/>
                        </a:rPr>
                        <a:t>8,07 + 0,05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2000" b="0" dirty="0">
                          <a:solidFill>
                            <a:sysClr val="windowText" lastClr="000000"/>
                          </a:solidFill>
                          <a:latin typeface="Bahnschrift" panose="020B0502040204020203" pitchFamily="34" charset="0"/>
                        </a:rPr>
                        <a:t>4,99 + 7,2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2000" b="0" dirty="0">
                          <a:solidFill>
                            <a:sysClr val="windowText" lastClr="000000"/>
                          </a:solidFill>
                          <a:latin typeface="Bahnschrift" panose="020B0502040204020203" pitchFamily="34" charset="0"/>
                        </a:rPr>
                        <a:t>5,8 + 3,3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88032225"/>
                  </a:ext>
                </a:extLst>
              </a:tr>
              <a:tr h="686388">
                <a:tc>
                  <a:txBody>
                    <a:bodyPr/>
                    <a:lstStyle/>
                    <a:p>
                      <a:pPr algn="ctr"/>
                      <a:r>
                        <a:rPr lang="en-GB" sz="2000" b="0" dirty="0">
                          <a:solidFill>
                            <a:sysClr val="windowText" lastClr="000000"/>
                          </a:solidFill>
                          <a:latin typeface="Bahnschrift" panose="020B0502040204020203" pitchFamily="34" charset="0"/>
                        </a:rPr>
                        <a:t>6,07 + 0,09</a:t>
                      </a:r>
                    </a:p>
                  </a:txBody>
                  <a:tcPr marL="0" marR="0" marT="0" marB="0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2000" b="0" dirty="0">
                          <a:solidFill>
                            <a:sysClr val="windowText" lastClr="000000"/>
                          </a:solidFill>
                          <a:latin typeface="Bahnschrift" panose="020B0502040204020203" pitchFamily="34" charset="0"/>
                        </a:rPr>
                        <a:t>7,9 + 6,31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2000" b="0" dirty="0">
                          <a:solidFill>
                            <a:sysClr val="windowText" lastClr="000000"/>
                          </a:solidFill>
                          <a:latin typeface="Bahnschrift" panose="020B0502040204020203" pitchFamily="34" charset="0"/>
                        </a:rPr>
                        <a:t>6,67 + 4,14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2000" b="0" dirty="0">
                          <a:solidFill>
                            <a:sysClr val="windowText" lastClr="000000"/>
                          </a:solidFill>
                          <a:latin typeface="Bahnschrift" panose="020B0502040204020203" pitchFamily="34" charset="0"/>
                        </a:rPr>
                        <a:t>1,9 + 4,3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2000" b="0" dirty="0">
                          <a:solidFill>
                            <a:sysClr val="windowText" lastClr="000000"/>
                          </a:solidFill>
                          <a:latin typeface="Bahnschrift" panose="020B0502040204020203" pitchFamily="34" charset="0"/>
                        </a:rPr>
                        <a:t>0,58 + 4,06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03340403"/>
                  </a:ext>
                </a:extLst>
              </a:tr>
              <a:tr h="686388">
                <a:tc>
                  <a:txBody>
                    <a:bodyPr/>
                    <a:lstStyle/>
                    <a:p>
                      <a:pPr algn="ctr"/>
                      <a:r>
                        <a:rPr lang="en-GB" sz="2000" b="0" dirty="0">
                          <a:solidFill>
                            <a:sysClr val="windowText" lastClr="000000"/>
                          </a:solidFill>
                          <a:latin typeface="Bahnschrift" panose="020B0502040204020203" pitchFamily="34" charset="0"/>
                        </a:rPr>
                        <a:t>7,32 + 4,49</a:t>
                      </a:r>
                    </a:p>
                  </a:txBody>
                  <a:tcPr marL="0" marR="0" marT="0" marB="0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2000" b="0" dirty="0">
                          <a:solidFill>
                            <a:sysClr val="windowText" lastClr="000000"/>
                          </a:solidFill>
                          <a:latin typeface="Bahnschrift" panose="020B0502040204020203" pitchFamily="34" charset="0"/>
                        </a:rPr>
                        <a:t>2,1 + 3,6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2000" b="0" dirty="0">
                          <a:solidFill>
                            <a:sysClr val="windowText" lastClr="000000"/>
                          </a:solidFill>
                          <a:latin typeface="Bahnschrift" panose="020B0502040204020203" pitchFamily="34" charset="0"/>
                        </a:rPr>
                        <a:t>13,07 + 0,95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2000" b="0" dirty="0">
                          <a:solidFill>
                            <a:sysClr val="windowText" lastClr="000000"/>
                          </a:solidFill>
                          <a:latin typeface="Bahnschrift" panose="020B0502040204020203" pitchFamily="34" charset="0"/>
                        </a:rPr>
                        <a:t>0,73 + 4,07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2000" b="0" dirty="0">
                          <a:solidFill>
                            <a:sysClr val="windowText" lastClr="000000"/>
                          </a:solidFill>
                          <a:latin typeface="Bahnschrift" panose="020B0502040204020203" pitchFamily="34" charset="0"/>
                        </a:rPr>
                        <a:t>12,4 + 3,57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135741864"/>
                  </a:ext>
                </a:extLst>
              </a:tr>
            </a:tbl>
          </a:graphicData>
        </a:graphic>
      </p:graphicFrame>
      <p:graphicFrame>
        <p:nvGraphicFramePr>
          <p:cNvPr id="8" name="Table 7">
            <a:extLst>
              <a:ext uri="{FF2B5EF4-FFF2-40B4-BE49-F238E27FC236}">
                <a16:creationId xmlns:a16="http://schemas.microsoft.com/office/drawing/2014/main" id="{9AD24C9A-01A7-4E5D-A407-60D51806BBA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626754739"/>
              </p:ext>
            </p:extLst>
          </p:nvPr>
        </p:nvGraphicFramePr>
        <p:xfrm>
          <a:off x="6696583" y="2878058"/>
          <a:ext cx="3121758" cy="457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121758">
                  <a:extLst>
                    <a:ext uri="{9D8B030D-6E8A-4147-A177-3AD203B41FA5}">
                      <a16:colId xmlns:a16="http://schemas.microsoft.com/office/drawing/2014/main" val="2514106738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endParaRPr lang="en-GB" sz="24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5944848"/>
                  </a:ext>
                </a:extLst>
              </a:tr>
            </a:tbl>
          </a:graphicData>
        </a:graphic>
      </p:graphicFrame>
      <p:sp>
        <p:nvSpPr>
          <p:cNvPr id="9" name="Rectangle 8">
            <a:extLst>
              <a:ext uri="{FF2B5EF4-FFF2-40B4-BE49-F238E27FC236}">
                <a16:creationId xmlns:a16="http://schemas.microsoft.com/office/drawing/2014/main" id="{3E2957F7-99F0-4B3A-B72D-884CCB8B23AD}"/>
              </a:ext>
            </a:extLst>
          </p:cNvPr>
          <p:cNvSpPr/>
          <p:nvPr/>
        </p:nvSpPr>
        <p:spPr>
          <a:xfrm>
            <a:off x="6739812" y="2497580"/>
            <a:ext cx="3035300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ru-RU" dirty="0">
                <a:solidFill>
                  <a:sysClr val="windowText" lastClr="000000"/>
                </a:solidFill>
                <a:latin typeface="Bahnschrift" panose="020B0502040204020203" pitchFamily="34" charset="0"/>
              </a:rPr>
              <a:t>Бардыгы:</a:t>
            </a:r>
            <a:endParaRPr lang="en-GB" dirty="0">
              <a:solidFill>
                <a:sysClr val="windowText" lastClr="000000"/>
              </a:solidFill>
              <a:latin typeface="Bahnschrift" panose="020B0502040204020203" pitchFamily="34" charset="0"/>
            </a:endParaRPr>
          </a:p>
          <a:p>
            <a:pPr algn="ctr"/>
            <a:r>
              <a:rPr lang="en-GB" dirty="0">
                <a:solidFill>
                  <a:sysClr val="windowText" lastClr="000000"/>
                </a:solidFill>
                <a:latin typeface="Bahnschrift" panose="020B0502040204020203" pitchFamily="34" charset="0"/>
              </a:rPr>
              <a:t>: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EC9F3885-40A0-4971-85BC-67C02F8382C4}"/>
              </a:ext>
            </a:extLst>
          </p:cNvPr>
          <p:cNvSpPr/>
          <p:nvPr/>
        </p:nvSpPr>
        <p:spPr>
          <a:xfrm>
            <a:off x="2304044" y="12149"/>
            <a:ext cx="4623642" cy="58477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ru-RU" sz="1600" dirty="0">
                <a:solidFill>
                  <a:sysClr val="windowText" lastClr="000000"/>
                </a:solidFill>
                <a:latin typeface="Bahnschrift" panose="020B0502040204020203" pitchFamily="34" charset="0"/>
              </a:rPr>
              <a:t>Ар бир жоопту сызып, анан калган </a:t>
            </a:r>
            <a:r>
              <a:rPr lang="ky-KG" sz="1600" dirty="0">
                <a:solidFill>
                  <a:sysClr val="windowText" lastClr="000000"/>
                </a:solidFill>
                <a:latin typeface="Bahnschrift" panose="020B0502040204020203" pitchFamily="34" charset="0"/>
              </a:rPr>
              <a:t>беш сандын суммасын тап</a:t>
            </a:r>
            <a:r>
              <a:rPr lang="ru-RU" sz="1600" dirty="0">
                <a:solidFill>
                  <a:sysClr val="windowText" lastClr="000000"/>
                </a:solidFill>
                <a:latin typeface="Bahnschrift" panose="020B0502040204020203" pitchFamily="34" charset="0"/>
              </a:rPr>
              <a:t>.</a:t>
            </a:r>
            <a:endParaRPr lang="en-GB" sz="1600" dirty="0">
              <a:solidFill>
                <a:sysClr val="windowText" lastClr="000000"/>
              </a:solidFill>
              <a:latin typeface="Bahnschrift" panose="020B0502040204020203" pitchFamily="34" charset="0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18D1C392-7230-263F-BA87-8164891C9154}"/>
              </a:ext>
            </a:extLst>
          </p:cNvPr>
          <p:cNvSpPr txBox="1"/>
          <p:nvPr/>
        </p:nvSpPr>
        <p:spPr>
          <a:xfrm>
            <a:off x="0" y="23778"/>
            <a:ext cx="2562860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sz="2800" b="1" dirty="0">
                <a:cs typeface="Aharoni" panose="02010803020104030203" pitchFamily="2" charset="-79"/>
              </a:rPr>
              <a:t>Жооп </a:t>
            </a:r>
            <a:r>
              <a:rPr lang="ru-RU" sz="2800" b="1" dirty="0">
                <a:latin typeface="Bahnschrift" panose="020B0502040204020203" pitchFamily="34" charset="0"/>
                <a:cs typeface="Aharoni" panose="02010803020104030203" pitchFamily="2" charset="-79"/>
              </a:rPr>
              <a:t>ТОРЧОсу</a:t>
            </a:r>
            <a:endParaRPr lang="en-US" sz="2800" b="1" dirty="0">
              <a:latin typeface="Bahnschrift" panose="020B0502040204020203" pitchFamily="34" charset="0"/>
              <a:cs typeface="Aharoni" panose="02010803020104030203" pitchFamily="2" charset="-79"/>
            </a:endParaRPr>
          </a:p>
        </p:txBody>
      </p:sp>
    </p:spTree>
    <p:extLst>
      <p:ext uri="{BB962C8B-B14F-4D97-AF65-F5344CB8AC3E}">
        <p14:creationId xmlns:p14="http://schemas.microsoft.com/office/powerpoint/2010/main" val="395505604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66ECEF9F-434E-4379-BE8F-FC57D6668F3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301888592"/>
              </p:ext>
            </p:extLst>
          </p:nvPr>
        </p:nvGraphicFramePr>
        <p:xfrm>
          <a:off x="6668870" y="51516"/>
          <a:ext cx="3177185" cy="22817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35437">
                  <a:extLst>
                    <a:ext uri="{9D8B030D-6E8A-4147-A177-3AD203B41FA5}">
                      <a16:colId xmlns:a16="http://schemas.microsoft.com/office/drawing/2014/main" val="2514106738"/>
                    </a:ext>
                  </a:extLst>
                </a:gridCol>
                <a:gridCol w="635437">
                  <a:extLst>
                    <a:ext uri="{9D8B030D-6E8A-4147-A177-3AD203B41FA5}">
                      <a16:colId xmlns:a16="http://schemas.microsoft.com/office/drawing/2014/main" val="4272731682"/>
                    </a:ext>
                  </a:extLst>
                </a:gridCol>
                <a:gridCol w="635437">
                  <a:extLst>
                    <a:ext uri="{9D8B030D-6E8A-4147-A177-3AD203B41FA5}">
                      <a16:colId xmlns:a16="http://schemas.microsoft.com/office/drawing/2014/main" val="4094935927"/>
                    </a:ext>
                  </a:extLst>
                </a:gridCol>
                <a:gridCol w="635437">
                  <a:extLst>
                    <a:ext uri="{9D8B030D-6E8A-4147-A177-3AD203B41FA5}">
                      <a16:colId xmlns:a16="http://schemas.microsoft.com/office/drawing/2014/main" val="1717181824"/>
                    </a:ext>
                  </a:extLst>
                </a:gridCol>
                <a:gridCol w="635437">
                  <a:extLst>
                    <a:ext uri="{9D8B030D-6E8A-4147-A177-3AD203B41FA5}">
                      <a16:colId xmlns:a16="http://schemas.microsoft.com/office/drawing/2014/main" val="2866367759"/>
                    </a:ext>
                  </a:extLst>
                </a:gridCol>
              </a:tblGrid>
              <a:tr h="456348">
                <a:tc>
                  <a:txBody>
                    <a:bodyPr/>
                    <a:lstStyle/>
                    <a:p>
                      <a:pPr algn="ctr"/>
                      <a:r>
                        <a:rPr lang="en-GB" sz="1600" b="0" dirty="0">
                          <a:solidFill>
                            <a:sysClr val="windowText" lastClr="000000"/>
                          </a:solidFill>
                          <a:latin typeface="Bahnschrift" panose="020B0502040204020203" pitchFamily="34" charset="0"/>
                        </a:rPr>
                        <a:t>4,64</a:t>
                      </a:r>
                    </a:p>
                  </a:txBody>
                  <a:tcPr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600" b="0" dirty="0">
                          <a:solidFill>
                            <a:sysClr val="windowText" lastClr="000000"/>
                          </a:solidFill>
                          <a:latin typeface="Bahnschrift" panose="020B0502040204020203" pitchFamily="34" charset="0"/>
                        </a:rPr>
                        <a:t>9,82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600" b="0" dirty="0">
                          <a:solidFill>
                            <a:sysClr val="windowText" lastClr="000000"/>
                          </a:solidFill>
                          <a:latin typeface="Bahnschrift" panose="020B0502040204020203" pitchFamily="34" charset="0"/>
                        </a:rPr>
                        <a:t>4,32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600" b="0" dirty="0">
                          <a:solidFill>
                            <a:sysClr val="windowText" lastClr="000000"/>
                          </a:solidFill>
                          <a:latin typeface="Bahnschrift" panose="020B0502040204020203" pitchFamily="34" charset="0"/>
                        </a:rPr>
                        <a:t>15,97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600" b="0" dirty="0">
                          <a:solidFill>
                            <a:sysClr val="windowText" lastClr="000000"/>
                          </a:solidFill>
                          <a:latin typeface="Bahnschrift" panose="020B0502040204020203" pitchFamily="34" charset="0"/>
                        </a:rPr>
                        <a:t>8,12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5944848"/>
                  </a:ext>
                </a:extLst>
              </a:tr>
              <a:tr h="456348">
                <a:tc>
                  <a:txBody>
                    <a:bodyPr/>
                    <a:lstStyle/>
                    <a:p>
                      <a:pPr algn="ctr"/>
                      <a:r>
                        <a:rPr lang="en-GB" sz="1600" b="0" dirty="0">
                          <a:solidFill>
                            <a:sysClr val="windowText" lastClr="000000"/>
                          </a:solidFill>
                          <a:latin typeface="Bahnschrift" panose="020B0502040204020203" pitchFamily="34" charset="0"/>
                        </a:rPr>
                        <a:t>15,2</a:t>
                      </a:r>
                    </a:p>
                  </a:txBody>
                  <a:tcPr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600" b="0" dirty="0">
                          <a:solidFill>
                            <a:sysClr val="windowText" lastClr="000000"/>
                          </a:solidFill>
                          <a:latin typeface="Bahnschrift" panose="020B0502040204020203" pitchFamily="34" charset="0"/>
                        </a:rPr>
                        <a:t>3,56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600" b="0" dirty="0">
                          <a:solidFill>
                            <a:sysClr val="windowText" lastClr="000000"/>
                          </a:solidFill>
                          <a:latin typeface="Bahnschrift" panose="020B0502040204020203" pitchFamily="34" charset="0"/>
                        </a:rPr>
                        <a:t>14,21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600" b="0" dirty="0">
                          <a:solidFill>
                            <a:sysClr val="windowText" lastClr="000000"/>
                          </a:solidFill>
                          <a:latin typeface="Bahnschrift" panose="020B0502040204020203" pitchFamily="34" charset="0"/>
                        </a:rPr>
                        <a:t>6,1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600" b="0" dirty="0">
                          <a:solidFill>
                            <a:sysClr val="windowText" lastClr="000000"/>
                          </a:solidFill>
                          <a:latin typeface="Bahnschrift" panose="020B0502040204020203" pitchFamily="34" charset="0"/>
                        </a:rPr>
                        <a:t>5,7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88032225"/>
                  </a:ext>
                </a:extLst>
              </a:tr>
              <a:tr h="456348">
                <a:tc>
                  <a:txBody>
                    <a:bodyPr/>
                    <a:lstStyle/>
                    <a:p>
                      <a:pPr algn="ctr"/>
                      <a:r>
                        <a:rPr lang="en-GB" sz="1600" b="0" dirty="0">
                          <a:solidFill>
                            <a:sysClr val="windowText" lastClr="000000"/>
                          </a:solidFill>
                          <a:latin typeface="Bahnschrift" panose="020B0502040204020203" pitchFamily="34" charset="0"/>
                        </a:rPr>
                        <a:t>14,02</a:t>
                      </a:r>
                    </a:p>
                  </a:txBody>
                  <a:tcPr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600" b="0" dirty="0">
                          <a:solidFill>
                            <a:sysClr val="windowText" lastClr="000000"/>
                          </a:solidFill>
                          <a:latin typeface="Bahnschrift" panose="020B0502040204020203" pitchFamily="34" charset="0"/>
                        </a:rPr>
                        <a:t>6,73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600" b="0" dirty="0">
                          <a:solidFill>
                            <a:sysClr val="windowText" lastClr="000000"/>
                          </a:solidFill>
                          <a:latin typeface="Bahnschrift" panose="020B0502040204020203" pitchFamily="34" charset="0"/>
                        </a:rPr>
                        <a:t>9,1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600" b="0" dirty="0">
                          <a:solidFill>
                            <a:sysClr val="windowText" lastClr="000000"/>
                          </a:solidFill>
                          <a:latin typeface="Bahnschrift" panose="020B0502040204020203" pitchFamily="34" charset="0"/>
                        </a:rPr>
                        <a:t>13,2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600" b="0" dirty="0">
                          <a:solidFill>
                            <a:sysClr val="windowText" lastClr="000000"/>
                          </a:solidFill>
                          <a:latin typeface="Bahnschrift" panose="020B0502040204020203" pitchFamily="34" charset="0"/>
                        </a:rPr>
                        <a:t>15,27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03340403"/>
                  </a:ext>
                </a:extLst>
              </a:tr>
              <a:tr h="456348">
                <a:tc>
                  <a:txBody>
                    <a:bodyPr/>
                    <a:lstStyle/>
                    <a:p>
                      <a:pPr algn="ctr"/>
                      <a:r>
                        <a:rPr lang="en-GB" sz="1600" b="0" dirty="0">
                          <a:solidFill>
                            <a:sysClr val="windowText" lastClr="000000"/>
                          </a:solidFill>
                          <a:latin typeface="Bahnschrift" panose="020B0502040204020203" pitchFamily="34" charset="0"/>
                        </a:rPr>
                        <a:t>6,16</a:t>
                      </a:r>
                    </a:p>
                  </a:txBody>
                  <a:tcPr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600" b="0" dirty="0">
                          <a:solidFill>
                            <a:sysClr val="windowText" lastClr="000000"/>
                          </a:solidFill>
                          <a:latin typeface="Bahnschrift" panose="020B0502040204020203" pitchFamily="34" charset="0"/>
                        </a:rPr>
                        <a:t>11,81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600" b="0" dirty="0">
                          <a:solidFill>
                            <a:sysClr val="windowText" lastClr="000000"/>
                          </a:solidFill>
                          <a:latin typeface="Bahnschrift" panose="020B0502040204020203" pitchFamily="34" charset="0"/>
                        </a:rPr>
                        <a:t>6,51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600" b="0" dirty="0">
                          <a:solidFill>
                            <a:sysClr val="windowText" lastClr="000000"/>
                          </a:solidFill>
                          <a:latin typeface="Bahnschrift" panose="020B0502040204020203" pitchFamily="34" charset="0"/>
                        </a:rPr>
                        <a:t>4,8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600" b="0" dirty="0">
                          <a:solidFill>
                            <a:sysClr val="windowText" lastClr="000000"/>
                          </a:solidFill>
                          <a:latin typeface="Bahnschrift" panose="020B0502040204020203" pitchFamily="34" charset="0"/>
                        </a:rPr>
                        <a:t>6,2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135741864"/>
                  </a:ext>
                </a:extLst>
              </a:tr>
              <a:tr h="456348">
                <a:tc>
                  <a:txBody>
                    <a:bodyPr/>
                    <a:lstStyle/>
                    <a:p>
                      <a:pPr algn="ctr"/>
                      <a:r>
                        <a:rPr lang="en-GB" sz="1600" b="0" dirty="0">
                          <a:solidFill>
                            <a:sysClr val="windowText" lastClr="000000"/>
                          </a:solidFill>
                          <a:latin typeface="Bahnschrift" panose="020B0502040204020203" pitchFamily="34" charset="0"/>
                        </a:rPr>
                        <a:t>5,85</a:t>
                      </a:r>
                    </a:p>
                  </a:txBody>
                  <a:tcPr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600" b="0" dirty="0">
                          <a:solidFill>
                            <a:sysClr val="windowText" lastClr="000000"/>
                          </a:solidFill>
                          <a:latin typeface="Bahnschrift" panose="020B0502040204020203" pitchFamily="34" charset="0"/>
                        </a:rPr>
                        <a:t>3,5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600" b="0" dirty="0">
                          <a:solidFill>
                            <a:sysClr val="windowText" lastClr="000000"/>
                          </a:solidFill>
                          <a:latin typeface="Bahnschrift" panose="020B0502040204020203" pitchFamily="34" charset="0"/>
                        </a:rPr>
                        <a:t>7,78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600" b="0" dirty="0">
                          <a:solidFill>
                            <a:sysClr val="windowText" lastClr="000000"/>
                          </a:solidFill>
                          <a:latin typeface="Bahnschrift" panose="020B0502040204020203" pitchFamily="34" charset="0"/>
                        </a:rPr>
                        <a:t>12,19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600" b="0" dirty="0">
                          <a:solidFill>
                            <a:sysClr val="windowText" lastClr="000000"/>
                          </a:solidFill>
                          <a:latin typeface="Bahnschrift" panose="020B0502040204020203" pitchFamily="34" charset="0"/>
                        </a:rPr>
                        <a:t>10,81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00489906"/>
                  </a:ext>
                </a:extLst>
              </a:tr>
            </a:tbl>
          </a:graphicData>
        </a:graphic>
      </p:graphicFrame>
      <p:graphicFrame>
        <p:nvGraphicFramePr>
          <p:cNvPr id="7" name="Table 6">
            <a:extLst>
              <a:ext uri="{FF2B5EF4-FFF2-40B4-BE49-F238E27FC236}">
                <a16:creationId xmlns:a16="http://schemas.microsoft.com/office/drawing/2014/main" id="{344CACCE-EE06-4252-A99D-23B46901304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276484081"/>
              </p:ext>
            </p:extLst>
          </p:nvPr>
        </p:nvGraphicFramePr>
        <p:xfrm>
          <a:off x="61545" y="617195"/>
          <a:ext cx="6506680" cy="274555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01336">
                  <a:extLst>
                    <a:ext uri="{9D8B030D-6E8A-4147-A177-3AD203B41FA5}">
                      <a16:colId xmlns:a16="http://schemas.microsoft.com/office/drawing/2014/main" val="2514106738"/>
                    </a:ext>
                  </a:extLst>
                </a:gridCol>
                <a:gridCol w="1301336">
                  <a:extLst>
                    <a:ext uri="{9D8B030D-6E8A-4147-A177-3AD203B41FA5}">
                      <a16:colId xmlns:a16="http://schemas.microsoft.com/office/drawing/2014/main" val="4272731682"/>
                    </a:ext>
                  </a:extLst>
                </a:gridCol>
                <a:gridCol w="1301336">
                  <a:extLst>
                    <a:ext uri="{9D8B030D-6E8A-4147-A177-3AD203B41FA5}">
                      <a16:colId xmlns:a16="http://schemas.microsoft.com/office/drawing/2014/main" val="4094935927"/>
                    </a:ext>
                  </a:extLst>
                </a:gridCol>
                <a:gridCol w="1301336">
                  <a:extLst>
                    <a:ext uri="{9D8B030D-6E8A-4147-A177-3AD203B41FA5}">
                      <a16:colId xmlns:a16="http://schemas.microsoft.com/office/drawing/2014/main" val="1717181824"/>
                    </a:ext>
                  </a:extLst>
                </a:gridCol>
                <a:gridCol w="1301336">
                  <a:extLst>
                    <a:ext uri="{9D8B030D-6E8A-4147-A177-3AD203B41FA5}">
                      <a16:colId xmlns:a16="http://schemas.microsoft.com/office/drawing/2014/main" val="2866367759"/>
                    </a:ext>
                  </a:extLst>
                </a:gridCol>
              </a:tblGrid>
              <a:tr h="686388">
                <a:tc>
                  <a:txBody>
                    <a:bodyPr/>
                    <a:lstStyle/>
                    <a:p>
                      <a:pPr algn="ctr"/>
                      <a:r>
                        <a:rPr lang="en-GB" sz="2000" b="0" dirty="0">
                          <a:solidFill>
                            <a:sysClr val="windowText" lastClr="000000"/>
                          </a:solidFill>
                          <a:latin typeface="Bahnschrift" panose="020B0502040204020203" pitchFamily="34" charset="0"/>
                        </a:rPr>
                        <a:t>2,4 + 3,7</a:t>
                      </a:r>
                    </a:p>
                  </a:txBody>
                  <a:tcPr marL="0" marR="0" marT="0" marB="0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2000" b="0" dirty="0">
                          <a:solidFill>
                            <a:sysClr val="windowText" lastClr="000000"/>
                          </a:solidFill>
                          <a:latin typeface="Bahnschrift" panose="020B0502040204020203" pitchFamily="34" charset="0"/>
                        </a:rPr>
                        <a:t>0,7 + 5,81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2000" b="0" dirty="0">
                          <a:solidFill>
                            <a:sysClr val="windowText" lastClr="000000"/>
                          </a:solidFill>
                          <a:latin typeface="Bahnschrift" panose="020B0502040204020203" pitchFamily="34" charset="0"/>
                        </a:rPr>
                        <a:t>5,2 + 4,62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2000" b="0" dirty="0">
                          <a:solidFill>
                            <a:sysClr val="windowText" lastClr="000000"/>
                          </a:solidFill>
                          <a:latin typeface="Bahnschrift" panose="020B0502040204020203" pitchFamily="34" charset="0"/>
                        </a:rPr>
                        <a:t>3,48 + 2,37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2000" b="0" dirty="0">
                          <a:solidFill>
                            <a:sysClr val="windowText" lastClr="000000"/>
                          </a:solidFill>
                          <a:latin typeface="Bahnschrift" panose="020B0502040204020203" pitchFamily="34" charset="0"/>
                        </a:rPr>
                        <a:t>8,21 + 7,06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5944848"/>
                  </a:ext>
                </a:extLst>
              </a:tr>
              <a:tr h="686388">
                <a:tc>
                  <a:txBody>
                    <a:bodyPr/>
                    <a:lstStyle/>
                    <a:p>
                      <a:pPr algn="ctr"/>
                      <a:r>
                        <a:rPr lang="en-GB" sz="2000" b="0" dirty="0">
                          <a:solidFill>
                            <a:sysClr val="windowText" lastClr="000000"/>
                          </a:solidFill>
                          <a:latin typeface="Bahnschrift" panose="020B0502040204020203" pitchFamily="34" charset="0"/>
                        </a:rPr>
                        <a:t>4,90 + 10,3</a:t>
                      </a:r>
                    </a:p>
                  </a:txBody>
                  <a:tcPr marL="0" marR="0" marT="0" marB="0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2000" b="0" dirty="0">
                          <a:solidFill>
                            <a:sysClr val="windowText" lastClr="000000"/>
                          </a:solidFill>
                          <a:latin typeface="Bahnschrift" panose="020B0502040204020203" pitchFamily="34" charset="0"/>
                        </a:rPr>
                        <a:t>1,11 + 5,62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2000" b="0" dirty="0">
                          <a:solidFill>
                            <a:sysClr val="windowText" lastClr="000000"/>
                          </a:solidFill>
                          <a:latin typeface="Bahnschrift" panose="020B0502040204020203" pitchFamily="34" charset="0"/>
                        </a:rPr>
                        <a:t>8,07 + 0,05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2000" b="0" dirty="0">
                          <a:solidFill>
                            <a:sysClr val="windowText" lastClr="000000"/>
                          </a:solidFill>
                          <a:latin typeface="Bahnschrift" panose="020B0502040204020203" pitchFamily="34" charset="0"/>
                        </a:rPr>
                        <a:t>4,99 + 7,2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2000" b="0" dirty="0">
                          <a:solidFill>
                            <a:sysClr val="windowText" lastClr="000000"/>
                          </a:solidFill>
                          <a:latin typeface="Bahnschrift" panose="020B0502040204020203" pitchFamily="34" charset="0"/>
                        </a:rPr>
                        <a:t>5,8 + 3,3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88032225"/>
                  </a:ext>
                </a:extLst>
              </a:tr>
              <a:tr h="686388">
                <a:tc>
                  <a:txBody>
                    <a:bodyPr/>
                    <a:lstStyle/>
                    <a:p>
                      <a:pPr algn="ctr"/>
                      <a:r>
                        <a:rPr lang="en-GB" sz="2000" b="0" dirty="0">
                          <a:solidFill>
                            <a:sysClr val="windowText" lastClr="000000"/>
                          </a:solidFill>
                          <a:latin typeface="Bahnschrift" panose="020B0502040204020203" pitchFamily="34" charset="0"/>
                        </a:rPr>
                        <a:t>6,07 + 0,09</a:t>
                      </a:r>
                    </a:p>
                  </a:txBody>
                  <a:tcPr marL="0" marR="0" marT="0" marB="0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2000" b="0" dirty="0">
                          <a:solidFill>
                            <a:sysClr val="windowText" lastClr="000000"/>
                          </a:solidFill>
                          <a:latin typeface="Bahnschrift" panose="020B0502040204020203" pitchFamily="34" charset="0"/>
                        </a:rPr>
                        <a:t>7,9 + 6,31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2000" b="0" dirty="0">
                          <a:solidFill>
                            <a:sysClr val="windowText" lastClr="000000"/>
                          </a:solidFill>
                          <a:latin typeface="Bahnschrift" panose="020B0502040204020203" pitchFamily="34" charset="0"/>
                        </a:rPr>
                        <a:t>6,67 + 4,14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2000" b="0" dirty="0">
                          <a:solidFill>
                            <a:sysClr val="windowText" lastClr="000000"/>
                          </a:solidFill>
                          <a:latin typeface="Bahnschrift" panose="020B0502040204020203" pitchFamily="34" charset="0"/>
                        </a:rPr>
                        <a:t>1,9 + 4,3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2000" b="0" dirty="0">
                          <a:solidFill>
                            <a:sysClr val="windowText" lastClr="000000"/>
                          </a:solidFill>
                          <a:latin typeface="Bahnschrift" panose="020B0502040204020203" pitchFamily="34" charset="0"/>
                        </a:rPr>
                        <a:t>0,58 + 4,06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03340403"/>
                  </a:ext>
                </a:extLst>
              </a:tr>
              <a:tr h="686388">
                <a:tc>
                  <a:txBody>
                    <a:bodyPr/>
                    <a:lstStyle/>
                    <a:p>
                      <a:pPr algn="ctr"/>
                      <a:r>
                        <a:rPr lang="en-GB" sz="2000" b="0" dirty="0">
                          <a:solidFill>
                            <a:sysClr val="windowText" lastClr="000000"/>
                          </a:solidFill>
                          <a:latin typeface="Bahnschrift" panose="020B0502040204020203" pitchFamily="34" charset="0"/>
                        </a:rPr>
                        <a:t>7,32 + 4,49</a:t>
                      </a:r>
                    </a:p>
                  </a:txBody>
                  <a:tcPr marL="0" marR="0" marT="0" marB="0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2000" b="0" dirty="0">
                          <a:solidFill>
                            <a:sysClr val="windowText" lastClr="000000"/>
                          </a:solidFill>
                          <a:latin typeface="Bahnschrift" panose="020B0502040204020203" pitchFamily="34" charset="0"/>
                        </a:rPr>
                        <a:t>2,1 + 3,6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2000" b="0" dirty="0">
                          <a:solidFill>
                            <a:sysClr val="windowText" lastClr="000000"/>
                          </a:solidFill>
                          <a:latin typeface="Bahnschrift" panose="020B0502040204020203" pitchFamily="34" charset="0"/>
                        </a:rPr>
                        <a:t>13,07 + 0,95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2000" b="0" dirty="0">
                          <a:solidFill>
                            <a:sysClr val="windowText" lastClr="000000"/>
                          </a:solidFill>
                          <a:latin typeface="Bahnschrift" panose="020B0502040204020203" pitchFamily="34" charset="0"/>
                        </a:rPr>
                        <a:t>0,73 + 4,07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2000" b="0" dirty="0">
                          <a:solidFill>
                            <a:sysClr val="windowText" lastClr="000000"/>
                          </a:solidFill>
                          <a:latin typeface="Bahnschrift" panose="020B0502040204020203" pitchFamily="34" charset="0"/>
                        </a:rPr>
                        <a:t>12,4 + 3,57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135741864"/>
                  </a:ext>
                </a:extLst>
              </a:tr>
            </a:tbl>
          </a:graphicData>
        </a:graphic>
      </p:graphicFrame>
      <p:graphicFrame>
        <p:nvGraphicFramePr>
          <p:cNvPr id="8" name="Table 7">
            <a:extLst>
              <a:ext uri="{FF2B5EF4-FFF2-40B4-BE49-F238E27FC236}">
                <a16:creationId xmlns:a16="http://schemas.microsoft.com/office/drawing/2014/main" id="{9AD24C9A-01A7-4E5D-A407-60D51806BBAA}"/>
              </a:ext>
            </a:extLst>
          </p:cNvPr>
          <p:cNvGraphicFramePr>
            <a:graphicFrameLocks noGrp="1"/>
          </p:cNvGraphicFramePr>
          <p:nvPr/>
        </p:nvGraphicFramePr>
        <p:xfrm>
          <a:off x="6696583" y="2878058"/>
          <a:ext cx="3121758" cy="457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121758">
                  <a:extLst>
                    <a:ext uri="{9D8B030D-6E8A-4147-A177-3AD203B41FA5}">
                      <a16:colId xmlns:a16="http://schemas.microsoft.com/office/drawing/2014/main" val="2514106738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GB" sz="2400" b="0" dirty="0">
                          <a:solidFill>
                            <a:sysClr val="windowText" lastClr="000000"/>
                          </a:solidFill>
                        </a:rPr>
                        <a:t>32,36</a:t>
                      </a:r>
                    </a:p>
                  </a:txBody>
                  <a:tcPr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5944848"/>
                  </a:ext>
                </a:extLst>
              </a:tr>
            </a:tbl>
          </a:graphicData>
        </a:graphic>
      </p:graphicFrame>
      <p:sp>
        <p:nvSpPr>
          <p:cNvPr id="9" name="Rectangle 8">
            <a:extLst>
              <a:ext uri="{FF2B5EF4-FFF2-40B4-BE49-F238E27FC236}">
                <a16:creationId xmlns:a16="http://schemas.microsoft.com/office/drawing/2014/main" id="{3E2957F7-99F0-4B3A-B72D-884CCB8B23AD}"/>
              </a:ext>
            </a:extLst>
          </p:cNvPr>
          <p:cNvSpPr/>
          <p:nvPr/>
        </p:nvSpPr>
        <p:spPr>
          <a:xfrm>
            <a:off x="6739812" y="2497580"/>
            <a:ext cx="3035300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GB" dirty="0">
                <a:solidFill>
                  <a:sysClr val="windowText" lastClr="000000"/>
                </a:solidFill>
                <a:latin typeface="Bahnschrift" panose="020B0502040204020203" pitchFamily="34" charset="0"/>
              </a:rPr>
              <a:t>Total: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EC9F3885-40A0-4971-85BC-67C02F8382C4}"/>
              </a:ext>
            </a:extLst>
          </p:cNvPr>
          <p:cNvSpPr/>
          <p:nvPr/>
        </p:nvSpPr>
        <p:spPr>
          <a:xfrm>
            <a:off x="2163706" y="26847"/>
            <a:ext cx="4623642" cy="58477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ru-RU" sz="1600" dirty="0">
                <a:solidFill>
                  <a:sysClr val="windowText" lastClr="000000"/>
                </a:solidFill>
                <a:latin typeface="Bahnschrift" panose="020B0502040204020203" pitchFamily="34" charset="0"/>
              </a:rPr>
              <a:t>Ар бир жоопту сызып, анан калган </a:t>
            </a:r>
            <a:r>
              <a:rPr lang="ky-KG" sz="1600" dirty="0">
                <a:solidFill>
                  <a:sysClr val="windowText" lastClr="000000"/>
                </a:solidFill>
                <a:latin typeface="Bahnschrift" panose="020B0502040204020203" pitchFamily="34" charset="0"/>
              </a:rPr>
              <a:t>беш сандын суммасын тап</a:t>
            </a:r>
            <a:r>
              <a:rPr lang="ru-RU" sz="1600" dirty="0">
                <a:solidFill>
                  <a:sysClr val="windowText" lastClr="000000"/>
                </a:solidFill>
                <a:latin typeface="Bahnschrift" panose="020B0502040204020203" pitchFamily="34" charset="0"/>
              </a:rPr>
              <a:t>.</a:t>
            </a:r>
            <a:endParaRPr lang="en-GB" sz="1600" dirty="0">
              <a:solidFill>
                <a:sysClr val="windowText" lastClr="000000"/>
              </a:solidFill>
              <a:latin typeface="Bahnschrift" panose="020B0502040204020203" pitchFamily="34" charset="0"/>
            </a:endParaRP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8186D735-EF3E-4AE4-A6B3-95A3EE61F723}"/>
              </a:ext>
            </a:extLst>
          </p:cNvPr>
          <p:cNvSpPr/>
          <p:nvPr/>
        </p:nvSpPr>
        <p:spPr>
          <a:xfrm>
            <a:off x="6707197" y="3411714"/>
            <a:ext cx="3100529" cy="923330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ru-RU" sz="5400" b="0" cap="none" spc="0" dirty="0">
                <a:ln w="0"/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Bahnschrift" panose="020B0502040204020203" pitchFamily="34" charset="0"/>
              </a:rPr>
              <a:t>Жооптор</a:t>
            </a:r>
            <a:endParaRPr lang="en-GB" sz="5400" b="0" cap="none" spc="0" dirty="0">
              <a:ln w="0"/>
              <a:solidFill>
                <a:schemeClr val="accent1"/>
              </a:solidFill>
              <a:effectLst>
                <a:outerShdw blurRad="38100" dist="25400" dir="5400000" algn="ctr" rotWithShape="0">
                  <a:srgbClr val="6E747A">
                    <a:alpha val="43000"/>
                  </a:srgbClr>
                </a:outerShdw>
              </a:effectLst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0F91C84B-E172-BD38-6637-8981B96C71E5}"/>
              </a:ext>
            </a:extLst>
          </p:cNvPr>
          <p:cNvSpPr txBox="1"/>
          <p:nvPr/>
        </p:nvSpPr>
        <p:spPr>
          <a:xfrm>
            <a:off x="0" y="23778"/>
            <a:ext cx="2562860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sz="2800" b="1" dirty="0">
                <a:cs typeface="Aharoni" panose="02010803020104030203" pitchFamily="2" charset="-79"/>
              </a:rPr>
              <a:t>Жооп </a:t>
            </a:r>
            <a:r>
              <a:rPr lang="ru-RU" sz="2800" b="1" dirty="0">
                <a:latin typeface="Bahnschrift" panose="020B0502040204020203" pitchFamily="34" charset="0"/>
                <a:cs typeface="Aharoni" panose="02010803020104030203" pitchFamily="2" charset="-79"/>
              </a:rPr>
              <a:t>ТОРЧОсу</a:t>
            </a:r>
            <a:endParaRPr lang="en-US" sz="2800" b="1" dirty="0">
              <a:latin typeface="Bahnschrift" panose="020B0502040204020203" pitchFamily="34" charset="0"/>
              <a:cs typeface="Aharoni" panose="02010803020104030203" pitchFamily="2" charset="-79"/>
            </a:endParaRPr>
          </a:p>
        </p:txBody>
      </p:sp>
    </p:spTree>
    <p:extLst>
      <p:ext uri="{BB962C8B-B14F-4D97-AF65-F5344CB8AC3E}">
        <p14:creationId xmlns:p14="http://schemas.microsoft.com/office/powerpoint/2010/main" val="21135745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F7AB5123-19EF-F62F-5AC4-0B7DCB76D63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1545" y="65954"/>
            <a:ext cx="9713567" cy="3363046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DFF9D059-A9DB-2CC2-4AC0-B489835D6B8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1544" y="3606800"/>
            <a:ext cx="9713567" cy="32512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1218406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F7BBFC6B-BE59-0E80-8192-70DBC0C2162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16200000">
            <a:off x="-2153545" y="2316853"/>
            <a:ext cx="6806451" cy="2275843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8515C0BA-57F6-299D-F22D-FE335C5621A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16200000">
            <a:off x="267075" y="2265303"/>
            <a:ext cx="6806451" cy="2275843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BB00CFEB-1F53-5E54-7450-430B5C80804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16200000">
            <a:off x="2687696" y="2291078"/>
            <a:ext cx="6806451" cy="2275843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0E34ECA3-D44B-DE13-283B-1FA779A4F25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16200000">
            <a:off x="5166736" y="2178944"/>
            <a:ext cx="6806451" cy="244856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7591501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E94EE51F-7A9F-BBA6-4D52-96A950D8E45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01551" y="848185"/>
            <a:ext cx="8543925" cy="3535462"/>
          </a:xfrm>
        </p:spPr>
        <p:txBody>
          <a:bodyPr>
            <a:noAutofit/>
          </a:bodyPr>
          <a:lstStyle/>
          <a:p>
            <a:pPr marL="0" indent="0" algn="ctr">
              <a:buNone/>
            </a:pPr>
            <a:r>
              <a:rPr lang="ru-RU" sz="2400" dirty="0"/>
              <a:t>Суроолор барбы?</a:t>
            </a:r>
          </a:p>
          <a:p>
            <a:pPr marL="0" indent="0" algn="ctr">
              <a:buNone/>
            </a:pPr>
            <a:r>
              <a:rPr lang="ru-RU" sz="2400" dirty="0"/>
              <a:t>Комментарийлер?</a:t>
            </a:r>
          </a:p>
          <a:p>
            <a:pPr marL="0" indent="0" algn="ctr">
              <a:buNone/>
            </a:pPr>
            <a:r>
              <a:rPr lang="ru-RU" sz="2400" dirty="0"/>
              <a:t>Сунуштар?</a:t>
            </a:r>
          </a:p>
          <a:p>
            <a:pPr marL="0" indent="0" algn="ctr">
              <a:buNone/>
            </a:pPr>
            <a:endParaRPr lang="ru-RU" sz="2400" dirty="0"/>
          </a:p>
          <a:p>
            <a:pPr marL="0" indent="0" algn="ctr">
              <a:buNone/>
            </a:pPr>
            <a:r>
              <a:rPr lang="ru-RU" sz="2400" dirty="0"/>
              <a:t>…же ката таптыңызбы!?</a:t>
            </a:r>
          </a:p>
          <a:p>
            <a:pPr marL="0" indent="0" algn="ctr">
              <a:buNone/>
            </a:pPr>
            <a:endParaRPr lang="ru-RU" sz="2400" dirty="0"/>
          </a:p>
          <a:p>
            <a:pPr marL="0" indent="0" algn="ctr">
              <a:buNone/>
            </a:pPr>
            <a:r>
              <a:rPr lang="ru-RU" sz="2400" dirty="0"/>
              <a:t>Турдуу пикирлер үчүн ыраазычылык билдиребиз.</a:t>
            </a:r>
          </a:p>
          <a:p>
            <a:pPr marL="0" indent="0" algn="ctr">
              <a:buNone/>
            </a:pPr>
            <a:endParaRPr lang="ru-RU" sz="2400" dirty="0"/>
          </a:p>
          <a:p>
            <a:pPr marL="0" indent="0" algn="ctr">
              <a:buNone/>
            </a:pPr>
            <a:r>
              <a:rPr lang="ru-RU" sz="2400" dirty="0"/>
              <a:t>Сураныч, электрондук кат жөнөтүңүз:</a:t>
            </a:r>
          </a:p>
          <a:p>
            <a:pPr marL="0" indent="0" algn="ctr">
              <a:buNone/>
            </a:pPr>
            <a:endParaRPr lang="ru-RU" sz="2400" dirty="0"/>
          </a:p>
          <a:p>
            <a:pPr marL="0" indent="0" algn="ctr">
              <a:buNone/>
            </a:pPr>
            <a:r>
              <a:rPr lang="en-US" sz="2400" dirty="0"/>
              <a:t>mathematicskgz@gmail.com</a:t>
            </a:r>
          </a:p>
        </p:txBody>
      </p:sp>
    </p:spTree>
    <p:extLst>
      <p:ext uri="{BB962C8B-B14F-4D97-AF65-F5344CB8AC3E}">
        <p14:creationId xmlns:p14="http://schemas.microsoft.com/office/powerpoint/2010/main" val="151558443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noFill/>
        <a:ln w="28575">
          <a:solidFill>
            <a:schemeClr val="tx1"/>
          </a:solidFill>
        </a:ln>
      </a:spPr>
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<a:prstTxWarp prst="textNoShape">
          <a:avLst/>
        </a:prstTxWarp>
        <a:noAutofit/>
      </a:bodyPr>
      <a:lstStyle>
        <a:defPPr algn="ctr">
          <a:defRPr sz="1950"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1_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TM04033937[[fn=Vapor Trail]]</Template>
  <TotalTime>8399</TotalTime>
  <Words>288</Words>
  <Application>Microsoft Office PowerPoint</Application>
  <PresentationFormat>A4 Paper (210x297 mm)</PresentationFormat>
  <Paragraphs>120</Paragraphs>
  <Slides>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2</vt:i4>
      </vt:variant>
      <vt:variant>
        <vt:lpstr>Slide Titles</vt:lpstr>
      </vt:variant>
      <vt:variant>
        <vt:i4>7</vt:i4>
      </vt:variant>
    </vt:vector>
  </HeadingPairs>
  <TitlesOfParts>
    <vt:vector size="14" baseType="lpstr">
      <vt:lpstr>Arial</vt:lpstr>
      <vt:lpstr>Calibri</vt:lpstr>
      <vt:lpstr>Bahnschrift</vt:lpstr>
      <vt:lpstr>Calibri Light</vt:lpstr>
      <vt:lpstr>Script MT Bold</vt:lpstr>
      <vt:lpstr>Office Theme</vt:lpstr>
      <vt:lpstr>1_Office Theme</vt:lpstr>
      <vt:lpstr>MathKGZ  -- 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Kite</dc:creator>
  <cp:lastModifiedBy>Isa Amanov</cp:lastModifiedBy>
  <cp:revision>367</cp:revision>
  <cp:lastPrinted>2020-10-07T11:43:04Z</cp:lastPrinted>
  <dcterms:created xsi:type="dcterms:W3CDTF">2017-01-17T16:57:04Z</dcterms:created>
  <dcterms:modified xsi:type="dcterms:W3CDTF">2023-10-16T17:23:24Z</dcterms:modified>
</cp:coreProperties>
</file>